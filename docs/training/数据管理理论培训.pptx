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gif" ContentType="image/gif"/>
  <Default Extension="emf" ContentType="image/x-emf"/>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diagrams/colors1.xml" ContentType="application/vnd.openxmlformats-officedocument.drawingml.diagramColors+xml"/>
  <Override PartName="/ppt/diagrams/data1.xml" ContentType="application/vnd.openxmlformats-officedocument.drawingml.diagramData+xml"/>
  <Override PartName="/ppt/diagrams/drawing1.xml" ContentType="application/vnd.ms-office.drawingml.diagramDrawing+xml"/>
  <Override PartName="/ppt/diagrams/layout1.xml" ContentType="application/vnd.openxmlformats-officedocument.drawingml.diagramLayout+xml"/>
  <Override PartName="/ppt/diagrams/quickStyle1.xml" ContentType="application/vnd.openxmlformats-officedocument.drawingml.diagramStyle+xml"/>
  <Override PartName="/ppt/fonts/font1.fntdata" ContentType="application/x-fontdata"/>
  <Override PartName="/ppt/fonts/font10.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tags/tag392.xml" ContentType="application/vnd.openxmlformats-officedocument.presentationml.tags+xml"/>
  <Override PartName="/ppt/tags/tag393.xml" ContentType="application/vnd.openxmlformats-officedocument.presentationml.tags+xml"/>
  <Override PartName="/ppt/tags/tag394.xml" ContentType="application/vnd.openxmlformats-officedocument.presentationml.tags+xml"/>
  <Override PartName="/ppt/tags/tag395.xml" ContentType="application/vnd.openxmlformats-officedocument.presentationml.tags+xml"/>
  <Override PartName="/ppt/tags/tag396.xml" ContentType="application/vnd.openxmlformats-officedocument.presentationml.tags+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00.xml" ContentType="application/vnd.openxmlformats-officedocument.presentationml.tags+xml"/>
  <Override PartName="/ppt/tags/tag401.xml" ContentType="application/vnd.openxmlformats-officedocument.presentationml.tags+xml"/>
  <Override PartName="/ppt/tags/tag402.xml" ContentType="application/vnd.openxmlformats-officedocument.presentationml.tags+xml"/>
  <Override PartName="/ppt/tags/tag403.xml" ContentType="application/vnd.openxmlformats-officedocument.presentationml.tags+xml"/>
  <Override PartName="/ppt/tags/tag404.xml" ContentType="application/vnd.openxmlformats-officedocument.presentationml.tags+xml"/>
  <Override PartName="/ppt/tags/tag405.xml" ContentType="application/vnd.openxmlformats-officedocument.presentationml.tags+xml"/>
  <Override PartName="/ppt/tags/tag406.xml" ContentType="application/vnd.openxmlformats-officedocument.presentationml.tags+xml"/>
  <Override PartName="/ppt/tags/tag407.xml" ContentType="application/vnd.openxmlformats-officedocument.presentationml.tags+xml"/>
  <Override PartName="/ppt/tags/tag408.xml" ContentType="application/vnd.openxmlformats-officedocument.presentationml.tags+xml"/>
  <Override PartName="/ppt/tags/tag409.xml" ContentType="application/vnd.openxmlformats-officedocument.presentationml.tags+xml"/>
  <Override PartName="/ppt/tags/tag41.xml" ContentType="application/vnd.openxmlformats-officedocument.presentationml.tags+xml"/>
  <Override PartName="/ppt/tags/tag410.xml" ContentType="application/vnd.openxmlformats-officedocument.presentationml.tags+xml"/>
  <Override PartName="/ppt/tags/tag411.xml" ContentType="application/vnd.openxmlformats-officedocument.presentationml.tags+xml"/>
  <Override PartName="/ppt/tags/tag412.xml" ContentType="application/vnd.openxmlformats-officedocument.presentationml.tags+xml"/>
  <Override PartName="/ppt/tags/tag413.xml" ContentType="application/vnd.openxmlformats-officedocument.presentationml.tags+xml"/>
  <Override PartName="/ppt/tags/tag414.xml" ContentType="application/vnd.openxmlformats-officedocument.presentationml.tags+xml"/>
  <Override PartName="/ppt/tags/tag415.xml" ContentType="application/vnd.openxmlformats-officedocument.presentationml.tags+xml"/>
  <Override PartName="/ppt/tags/tag416.xml" ContentType="application/vnd.openxmlformats-officedocument.presentationml.tags+xml"/>
  <Override PartName="/ppt/tags/tag417.xml" ContentType="application/vnd.openxmlformats-officedocument.presentationml.tags+xml"/>
  <Override PartName="/ppt/tags/tag418.xml" ContentType="application/vnd.openxmlformats-officedocument.presentationml.tags+xml"/>
  <Override PartName="/ppt/tags/tag419.xml" ContentType="application/vnd.openxmlformats-officedocument.presentationml.tags+xml"/>
  <Override PartName="/ppt/tags/tag42.xml" ContentType="application/vnd.openxmlformats-officedocument.presentationml.tags+xml"/>
  <Override PartName="/ppt/tags/tag420.xml" ContentType="application/vnd.openxmlformats-officedocument.presentationml.tags+xml"/>
  <Override PartName="/ppt/tags/tag421.xml" ContentType="application/vnd.openxmlformats-officedocument.presentationml.tags+xml"/>
  <Override PartName="/ppt/tags/tag422.xml" ContentType="application/vnd.openxmlformats-officedocument.presentationml.tags+xml"/>
  <Override PartName="/ppt/tags/tag423.xml" ContentType="application/vnd.openxmlformats-officedocument.presentationml.tags+xml"/>
  <Override PartName="/ppt/tags/tag424.xml" ContentType="application/vnd.openxmlformats-officedocument.presentationml.tags+xml"/>
  <Override PartName="/ppt/tags/tag425.xml" ContentType="application/vnd.openxmlformats-officedocument.presentationml.tags+xml"/>
  <Override PartName="/ppt/tags/tag426.xml" ContentType="application/vnd.openxmlformats-officedocument.presentationml.tags+xml"/>
  <Override PartName="/ppt/tags/tag427.xml" ContentType="application/vnd.openxmlformats-officedocument.presentationml.tags+xml"/>
  <Override PartName="/ppt/tags/tag428.xml" ContentType="application/vnd.openxmlformats-officedocument.presentationml.tags+xml"/>
  <Override PartName="/ppt/tags/tag429.xml" ContentType="application/vnd.openxmlformats-officedocument.presentationml.tags+xml"/>
  <Override PartName="/ppt/tags/tag43.xml" ContentType="application/vnd.openxmlformats-officedocument.presentationml.tags+xml"/>
  <Override PartName="/ppt/tags/tag430.xml" ContentType="application/vnd.openxmlformats-officedocument.presentationml.tags+xml"/>
  <Override PartName="/ppt/tags/tag431.xml" ContentType="application/vnd.openxmlformats-officedocument.presentationml.tags+xml"/>
  <Override PartName="/ppt/tags/tag432.xml" ContentType="application/vnd.openxmlformats-officedocument.presentationml.tags+xml"/>
  <Override PartName="/ppt/tags/tag433.xml" ContentType="application/vnd.openxmlformats-officedocument.presentationml.tags+xml"/>
  <Override PartName="/ppt/tags/tag434.xml" ContentType="application/vnd.openxmlformats-officedocument.presentationml.tags+xml"/>
  <Override PartName="/ppt/tags/tag435.xml" ContentType="application/vnd.openxmlformats-officedocument.presentationml.tags+xml"/>
  <Override PartName="/ppt/tags/tag436.xml" ContentType="application/vnd.openxmlformats-officedocument.presentationml.tags+xml"/>
  <Override PartName="/ppt/tags/tag437.xml" ContentType="application/vnd.openxmlformats-officedocument.presentationml.tags+xml"/>
  <Override PartName="/ppt/tags/tag438.xml" ContentType="application/vnd.openxmlformats-officedocument.presentationml.tags+xml"/>
  <Override PartName="/ppt/tags/tag439.xml" ContentType="application/vnd.openxmlformats-officedocument.presentationml.tags+xml"/>
  <Override PartName="/ppt/tags/tag44.xml" ContentType="application/vnd.openxmlformats-officedocument.presentationml.tags+xml"/>
  <Override PartName="/ppt/tags/tag440.xml" ContentType="application/vnd.openxmlformats-officedocument.presentationml.tags+xml"/>
  <Override PartName="/ppt/tags/tag441.xml" ContentType="application/vnd.openxmlformats-officedocument.presentationml.tags+xml"/>
  <Override PartName="/ppt/tags/tag442.xml" ContentType="application/vnd.openxmlformats-officedocument.presentationml.tags+xml"/>
  <Override PartName="/ppt/tags/tag443.xml" ContentType="application/vnd.openxmlformats-officedocument.presentationml.tags+xml"/>
  <Override PartName="/ppt/tags/tag444.xml" ContentType="application/vnd.openxmlformats-officedocument.presentationml.tags+xml"/>
  <Override PartName="/ppt/tags/tag445.xml" ContentType="application/vnd.openxmlformats-officedocument.presentationml.tags+xml"/>
  <Override PartName="/ppt/tags/tag446.xml" ContentType="application/vnd.openxmlformats-officedocument.presentationml.tags+xml"/>
  <Override PartName="/ppt/tags/tag447.xml" ContentType="application/vnd.openxmlformats-officedocument.presentationml.tags+xml"/>
  <Override PartName="/ppt/tags/tag448.xml" ContentType="application/vnd.openxmlformats-officedocument.presentationml.tags+xml"/>
  <Override PartName="/ppt/tags/tag449.xml" ContentType="application/vnd.openxmlformats-officedocument.presentationml.tags+xml"/>
  <Override PartName="/ppt/tags/tag45.xml" ContentType="application/vnd.openxmlformats-officedocument.presentationml.tags+xml"/>
  <Override PartName="/ppt/tags/tag450.xml" ContentType="application/vnd.openxmlformats-officedocument.presentationml.tags+xml"/>
  <Override PartName="/ppt/tags/tag451.xml" ContentType="application/vnd.openxmlformats-officedocument.presentationml.tags+xml"/>
  <Override PartName="/ppt/tags/tag452.xml" ContentType="application/vnd.openxmlformats-officedocument.presentationml.tags+xml"/>
  <Override PartName="/ppt/tags/tag453.xml" ContentType="application/vnd.openxmlformats-officedocument.presentationml.tags+xml"/>
  <Override PartName="/ppt/tags/tag454.xml" ContentType="application/vnd.openxmlformats-officedocument.presentationml.tags+xml"/>
  <Override PartName="/ppt/tags/tag455.xml" ContentType="application/vnd.openxmlformats-officedocument.presentationml.tags+xml"/>
  <Override PartName="/ppt/tags/tag456.xml" ContentType="application/vnd.openxmlformats-officedocument.presentationml.tags+xml"/>
  <Override PartName="/ppt/tags/tag457.xml" ContentType="application/vnd.openxmlformats-officedocument.presentationml.tags+xml"/>
  <Override PartName="/ppt/tags/tag458.xml" ContentType="application/vnd.openxmlformats-officedocument.presentationml.tags+xml"/>
  <Override PartName="/ppt/tags/tag459.xml" ContentType="application/vnd.openxmlformats-officedocument.presentationml.tags+xml"/>
  <Override PartName="/ppt/tags/tag46.xml" ContentType="application/vnd.openxmlformats-officedocument.presentationml.tags+xml"/>
  <Override PartName="/ppt/tags/tag460.xml" ContentType="application/vnd.openxmlformats-officedocument.presentationml.tags+xml"/>
  <Override PartName="/ppt/tags/tag461.xml" ContentType="application/vnd.openxmlformats-officedocument.presentationml.tags+xml"/>
  <Override PartName="/ppt/tags/tag462.xml" ContentType="application/vnd.openxmlformats-officedocument.presentationml.tags+xml"/>
  <Override PartName="/ppt/tags/tag463.xml" ContentType="application/vnd.openxmlformats-officedocument.presentationml.tags+xml"/>
  <Override PartName="/ppt/tags/tag464.xml" ContentType="application/vnd.openxmlformats-officedocument.presentationml.tags+xml"/>
  <Override PartName="/ppt/tags/tag465.xml" ContentType="application/vnd.openxmlformats-officedocument.presentationml.tags+xml"/>
  <Override PartName="/ppt/tags/tag466.xml" ContentType="application/vnd.openxmlformats-officedocument.presentationml.tags+xml"/>
  <Override PartName="/ppt/tags/tag467.xml" ContentType="application/vnd.openxmlformats-officedocument.presentationml.tags+xml"/>
  <Override PartName="/ppt/tags/tag468.xml" ContentType="application/vnd.openxmlformats-officedocument.presentationml.tags+xml"/>
  <Override PartName="/ppt/tags/tag469.xml" ContentType="application/vnd.openxmlformats-officedocument.presentationml.tags+xml"/>
  <Override PartName="/ppt/tags/tag47.xml" ContentType="application/vnd.openxmlformats-officedocument.presentationml.tags+xml"/>
  <Override PartName="/ppt/tags/tag470.xml" ContentType="application/vnd.openxmlformats-officedocument.presentationml.tags+xml"/>
  <Override PartName="/ppt/tags/tag471.xml" ContentType="application/vnd.openxmlformats-officedocument.presentationml.tags+xml"/>
  <Override PartName="/ppt/tags/tag472.xml" ContentType="application/vnd.openxmlformats-officedocument.presentationml.tags+xml"/>
  <Override PartName="/ppt/tags/tag473.xml" ContentType="application/vnd.openxmlformats-officedocument.presentationml.tags+xml"/>
  <Override PartName="/ppt/tags/tag474.xml" ContentType="application/vnd.openxmlformats-officedocument.presentationml.tags+xml"/>
  <Override PartName="/ppt/tags/tag475.xml" ContentType="application/vnd.openxmlformats-officedocument.presentationml.tags+xml"/>
  <Override PartName="/ppt/tags/tag476.xml" ContentType="application/vnd.openxmlformats-officedocument.presentationml.tags+xml"/>
  <Override PartName="/ppt/tags/tag477.xml" ContentType="application/vnd.openxmlformats-officedocument.presentationml.tags+xml"/>
  <Override PartName="/ppt/tags/tag478.xml" ContentType="application/vnd.openxmlformats-officedocument.presentationml.tags+xml"/>
  <Override PartName="/ppt/tags/tag479.xml" ContentType="application/vnd.openxmlformats-officedocument.presentationml.tags+xml"/>
  <Override PartName="/ppt/tags/tag48.xml" ContentType="application/vnd.openxmlformats-officedocument.presentationml.tags+xml"/>
  <Override PartName="/ppt/tags/tag480.xml" ContentType="application/vnd.openxmlformats-officedocument.presentationml.tags+xml"/>
  <Override PartName="/ppt/tags/tag481.xml" ContentType="application/vnd.openxmlformats-officedocument.presentationml.tags+xml"/>
  <Override PartName="/ppt/tags/tag482.xml" ContentType="application/vnd.openxmlformats-officedocument.presentationml.tags+xml"/>
  <Override PartName="/ppt/tags/tag483.xml" ContentType="application/vnd.openxmlformats-officedocument.presentationml.tags+xml"/>
  <Override PartName="/ppt/tags/tag484.xml" ContentType="application/vnd.openxmlformats-officedocument.presentationml.tags+xml"/>
  <Override PartName="/ppt/tags/tag485.xml" ContentType="application/vnd.openxmlformats-officedocument.presentationml.tags+xml"/>
  <Override PartName="/ppt/tags/tag486.xml" ContentType="application/vnd.openxmlformats-officedocument.presentationml.tags+xml"/>
  <Override PartName="/ppt/tags/tag487.xml" ContentType="application/vnd.openxmlformats-officedocument.presentationml.tags+xml"/>
  <Override PartName="/ppt/tags/tag488.xml" ContentType="application/vnd.openxmlformats-officedocument.presentationml.tags+xml"/>
  <Override PartName="/ppt/tags/tag489.xml" ContentType="application/vnd.openxmlformats-officedocument.presentationml.tags+xml"/>
  <Override PartName="/ppt/tags/tag49.xml" ContentType="application/vnd.openxmlformats-officedocument.presentationml.tags+xml"/>
  <Override PartName="/ppt/tags/tag490.xml" ContentType="application/vnd.openxmlformats-officedocument.presentationml.tags+xml"/>
  <Override PartName="/ppt/tags/tag491.xml" ContentType="application/vnd.openxmlformats-officedocument.presentationml.tags+xml"/>
  <Override PartName="/ppt/tags/tag492.xml" ContentType="application/vnd.openxmlformats-officedocument.presentationml.tags+xml"/>
  <Override PartName="/ppt/tags/tag493.xml" ContentType="application/vnd.openxmlformats-officedocument.presentationml.tags+xml"/>
  <Override PartName="/ppt/tags/tag494.xml" ContentType="application/vnd.openxmlformats-officedocument.presentationml.tags+xml"/>
  <Override PartName="/ppt/tags/tag495.xml" ContentType="application/vnd.openxmlformats-officedocument.presentationml.tags+xml"/>
  <Override PartName="/ppt/tags/tag496.xml" ContentType="application/vnd.openxmlformats-officedocument.presentationml.tags+xml"/>
  <Override PartName="/ppt/tags/tag497.xml" ContentType="application/vnd.openxmlformats-officedocument.presentationml.tags+xml"/>
  <Override PartName="/ppt/tags/tag498.xml" ContentType="application/vnd.openxmlformats-officedocument.presentationml.tags+xml"/>
  <Override PartName="/ppt/tags/tag49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00.xml" ContentType="application/vnd.openxmlformats-officedocument.presentationml.tags+xml"/>
  <Override PartName="/ppt/tags/tag501.xml" ContentType="application/vnd.openxmlformats-officedocument.presentationml.tags+xml"/>
  <Override PartName="/ppt/tags/tag502.xml" ContentType="application/vnd.openxmlformats-officedocument.presentationml.tags+xml"/>
  <Override PartName="/ppt/tags/tag503.xml" ContentType="application/vnd.openxmlformats-officedocument.presentationml.tags+xml"/>
  <Override PartName="/ppt/tags/tag504.xml" ContentType="application/vnd.openxmlformats-officedocument.presentationml.tags+xml"/>
  <Override PartName="/ppt/tags/tag505.xml" ContentType="application/vnd.openxmlformats-officedocument.presentationml.tags+xml"/>
  <Override PartName="/ppt/tags/tag506.xml" ContentType="application/vnd.openxmlformats-officedocument.presentationml.tags+xml"/>
  <Override PartName="/ppt/tags/tag507.xml" ContentType="application/vnd.openxmlformats-officedocument.presentationml.tags+xml"/>
  <Override PartName="/ppt/tags/tag508.xml" ContentType="application/vnd.openxmlformats-officedocument.presentationml.tags+xml"/>
  <Override PartName="/ppt/tags/tag509.xml" ContentType="application/vnd.openxmlformats-officedocument.presentationml.tags+xml"/>
  <Override PartName="/ppt/tags/tag51.xml" ContentType="application/vnd.openxmlformats-officedocument.presentationml.tags+xml"/>
  <Override PartName="/ppt/tags/tag510.xml" ContentType="application/vnd.openxmlformats-officedocument.presentationml.tags+xml"/>
  <Override PartName="/ppt/tags/tag511.xml" ContentType="application/vnd.openxmlformats-officedocument.presentationml.tags+xml"/>
  <Override PartName="/ppt/tags/tag512.xml" ContentType="application/vnd.openxmlformats-officedocument.presentationml.tags+xml"/>
  <Override PartName="/ppt/tags/tag513.xml" ContentType="application/vnd.openxmlformats-officedocument.presentationml.tags+xml"/>
  <Override PartName="/ppt/tags/tag514.xml" ContentType="application/vnd.openxmlformats-officedocument.presentationml.tags+xml"/>
  <Override PartName="/ppt/tags/tag515.xml" ContentType="application/vnd.openxmlformats-officedocument.presentationml.tags+xml"/>
  <Override PartName="/ppt/tags/tag516.xml" ContentType="application/vnd.openxmlformats-officedocument.presentationml.tags+xml"/>
  <Override PartName="/ppt/tags/tag517.xml" ContentType="application/vnd.openxmlformats-officedocument.presentationml.tags+xml"/>
  <Override PartName="/ppt/tags/tag518.xml" ContentType="application/vnd.openxmlformats-officedocument.presentationml.tags+xml"/>
  <Override PartName="/ppt/tags/tag519.xml" ContentType="application/vnd.openxmlformats-officedocument.presentationml.tags+xml"/>
  <Override PartName="/ppt/tags/tag52.xml" ContentType="application/vnd.openxmlformats-officedocument.presentationml.tags+xml"/>
  <Override PartName="/ppt/tags/tag520.xml" ContentType="application/vnd.openxmlformats-officedocument.presentationml.tags+xml"/>
  <Override PartName="/ppt/tags/tag521.xml" ContentType="application/vnd.openxmlformats-officedocument.presentationml.tags+xml"/>
  <Override PartName="/ppt/tags/tag522.xml" ContentType="application/vnd.openxmlformats-officedocument.presentationml.tags+xml"/>
  <Override PartName="/ppt/tags/tag523.xml" ContentType="application/vnd.openxmlformats-officedocument.presentationml.tags+xml"/>
  <Override PartName="/ppt/tags/tag524.xml" ContentType="application/vnd.openxmlformats-officedocument.presentationml.tags+xml"/>
  <Override PartName="/ppt/tags/tag525.xml" ContentType="application/vnd.openxmlformats-officedocument.presentationml.tags+xml"/>
  <Override PartName="/ppt/tags/tag526.xml" ContentType="application/vnd.openxmlformats-officedocument.presentationml.tags+xml"/>
  <Override PartName="/ppt/tags/tag527.xml" ContentType="application/vnd.openxmlformats-officedocument.presentationml.tags+xml"/>
  <Override PartName="/ppt/tags/tag528.xml" ContentType="application/vnd.openxmlformats-officedocument.presentationml.tags+xml"/>
  <Override PartName="/ppt/tags/tag529.xml" ContentType="application/vnd.openxmlformats-officedocument.presentationml.tags+xml"/>
  <Override PartName="/ppt/tags/tag53.xml" ContentType="application/vnd.openxmlformats-officedocument.presentationml.tags+xml"/>
  <Override PartName="/ppt/tags/tag530.xml" ContentType="application/vnd.openxmlformats-officedocument.presentationml.tags+xml"/>
  <Override PartName="/ppt/tags/tag531.xml" ContentType="application/vnd.openxmlformats-officedocument.presentationml.tags+xml"/>
  <Override PartName="/ppt/tags/tag532.xml" ContentType="application/vnd.openxmlformats-officedocument.presentationml.tags+xml"/>
  <Override PartName="/ppt/tags/tag533.xml" ContentType="application/vnd.openxmlformats-officedocument.presentationml.tags+xml"/>
  <Override PartName="/ppt/tags/tag534.xml" ContentType="application/vnd.openxmlformats-officedocument.presentationml.tags+xml"/>
  <Override PartName="/ppt/tags/tag535.xml" ContentType="application/vnd.openxmlformats-officedocument.presentationml.tags+xml"/>
  <Override PartName="/ppt/tags/tag536.xml" ContentType="application/vnd.openxmlformats-officedocument.presentationml.tags+xml"/>
  <Override PartName="/ppt/tags/tag537.xml" ContentType="application/vnd.openxmlformats-officedocument.presentationml.tags+xml"/>
  <Override PartName="/ppt/tags/tag538.xml" ContentType="application/vnd.openxmlformats-officedocument.presentationml.tags+xml"/>
  <Override PartName="/ppt/tags/tag539.xml" ContentType="application/vnd.openxmlformats-officedocument.presentationml.tags+xml"/>
  <Override PartName="/ppt/tags/tag54.xml" ContentType="application/vnd.openxmlformats-officedocument.presentationml.tags+xml"/>
  <Override PartName="/ppt/tags/tag540.xml" ContentType="application/vnd.openxmlformats-officedocument.presentationml.tags+xml"/>
  <Override PartName="/ppt/tags/tag541.xml" ContentType="application/vnd.openxmlformats-officedocument.presentationml.tags+xml"/>
  <Override PartName="/ppt/tags/tag542.xml" ContentType="application/vnd.openxmlformats-officedocument.presentationml.tags+xml"/>
  <Override PartName="/ppt/tags/tag543.xml" ContentType="application/vnd.openxmlformats-officedocument.presentationml.tags+xml"/>
  <Override PartName="/ppt/tags/tag544.xml" ContentType="application/vnd.openxmlformats-officedocument.presentationml.tags+xml"/>
  <Override PartName="/ppt/tags/tag545.xml" ContentType="application/vnd.openxmlformats-officedocument.presentationml.tags+xml"/>
  <Override PartName="/ppt/tags/tag546.xml" ContentType="application/vnd.openxmlformats-officedocument.presentationml.tags+xml"/>
  <Override PartName="/ppt/tags/tag547.xml" ContentType="application/vnd.openxmlformats-officedocument.presentationml.tags+xml"/>
  <Override PartName="/ppt/tags/tag548.xml" ContentType="application/vnd.openxmlformats-officedocument.presentationml.tags+xml"/>
  <Override PartName="/ppt/tags/tag549.xml" ContentType="application/vnd.openxmlformats-officedocument.presentationml.tags+xml"/>
  <Override PartName="/ppt/tags/tag55.xml" ContentType="application/vnd.openxmlformats-officedocument.presentationml.tags+xml"/>
  <Override PartName="/ppt/tags/tag550.xml" ContentType="application/vnd.openxmlformats-officedocument.presentationml.tags+xml"/>
  <Override PartName="/ppt/tags/tag551.xml" ContentType="application/vnd.openxmlformats-officedocument.presentationml.tags+xml"/>
  <Override PartName="/ppt/tags/tag552.xml" ContentType="application/vnd.openxmlformats-officedocument.presentationml.tags+xml"/>
  <Override PartName="/ppt/tags/tag553.xml" ContentType="application/vnd.openxmlformats-officedocument.presentationml.tags+xml"/>
  <Override PartName="/ppt/tags/tag554.xml" ContentType="application/vnd.openxmlformats-officedocument.presentationml.tags+xml"/>
  <Override PartName="/ppt/tags/tag555.xml" ContentType="application/vnd.openxmlformats-officedocument.presentationml.tags+xml"/>
  <Override PartName="/ppt/tags/tag556.xml" ContentType="application/vnd.openxmlformats-officedocument.presentationml.tags+xml"/>
  <Override PartName="/ppt/tags/tag557.xml" ContentType="application/vnd.openxmlformats-officedocument.presentationml.tags+xml"/>
  <Override PartName="/ppt/tags/tag558.xml" ContentType="application/vnd.openxmlformats-officedocument.presentationml.tags+xml"/>
  <Override PartName="/ppt/tags/tag559.xml" ContentType="application/vnd.openxmlformats-officedocument.presentationml.tags+xml"/>
  <Override PartName="/ppt/tags/tag56.xml" ContentType="application/vnd.openxmlformats-officedocument.presentationml.tags+xml"/>
  <Override PartName="/ppt/tags/tag560.xml" ContentType="application/vnd.openxmlformats-officedocument.presentationml.tags+xml"/>
  <Override PartName="/ppt/tags/tag561.xml" ContentType="application/vnd.openxmlformats-officedocument.presentationml.tags+xml"/>
  <Override PartName="/ppt/tags/tag562.xml" ContentType="application/vnd.openxmlformats-officedocument.presentationml.tags+xml"/>
  <Override PartName="/ppt/tags/tag563.xml" ContentType="application/vnd.openxmlformats-officedocument.presentationml.tags+xml"/>
  <Override PartName="/ppt/tags/tag564.xml" ContentType="application/vnd.openxmlformats-officedocument.presentationml.tags+xml"/>
  <Override PartName="/ppt/tags/tag565.xml" ContentType="application/vnd.openxmlformats-officedocument.presentationml.tags+xml"/>
  <Override PartName="/ppt/tags/tag566.xml" ContentType="application/vnd.openxmlformats-officedocument.presentationml.tags+xml"/>
  <Override PartName="/ppt/tags/tag567.xml" ContentType="application/vnd.openxmlformats-officedocument.presentationml.tags+xml"/>
  <Override PartName="/ppt/tags/tag568.xml" ContentType="application/vnd.openxmlformats-officedocument.presentationml.tags+xml"/>
  <Override PartName="/ppt/tags/tag569.xml" ContentType="application/vnd.openxmlformats-officedocument.presentationml.tags+xml"/>
  <Override PartName="/ppt/tags/tag57.xml" ContentType="application/vnd.openxmlformats-officedocument.presentationml.tags+xml"/>
  <Override PartName="/ppt/tags/tag570.xml" ContentType="application/vnd.openxmlformats-officedocument.presentationml.tags+xml"/>
  <Override PartName="/ppt/tags/tag571.xml" ContentType="application/vnd.openxmlformats-officedocument.presentationml.tags+xml"/>
  <Override PartName="/ppt/tags/tag572.xml" ContentType="application/vnd.openxmlformats-officedocument.presentationml.tags+xml"/>
  <Override PartName="/ppt/tags/tag573.xml" ContentType="application/vnd.openxmlformats-officedocument.presentationml.tags+xml"/>
  <Override PartName="/ppt/tags/tag574.xml" ContentType="application/vnd.openxmlformats-officedocument.presentationml.tags+xml"/>
  <Override PartName="/ppt/tags/tag575.xml" ContentType="application/vnd.openxmlformats-officedocument.presentationml.tags+xml"/>
  <Override PartName="/ppt/tags/tag576.xml" ContentType="application/vnd.openxmlformats-officedocument.presentationml.tags+xml"/>
  <Override PartName="/ppt/tags/tag577.xml" ContentType="application/vnd.openxmlformats-officedocument.presentationml.tags+xml"/>
  <Override PartName="/ppt/tags/tag578.xml" ContentType="application/vnd.openxmlformats-officedocument.presentationml.tags+xml"/>
  <Override PartName="/ppt/tags/tag579.xml" ContentType="application/vnd.openxmlformats-officedocument.presentationml.tags+xml"/>
  <Override PartName="/ppt/tags/tag58.xml" ContentType="application/vnd.openxmlformats-officedocument.presentationml.tags+xml"/>
  <Override PartName="/ppt/tags/tag580.xml" ContentType="application/vnd.openxmlformats-officedocument.presentationml.tags+xml"/>
  <Override PartName="/ppt/tags/tag581.xml" ContentType="application/vnd.openxmlformats-officedocument.presentationml.tags+xml"/>
  <Override PartName="/ppt/tags/tag582.xml" ContentType="application/vnd.openxmlformats-officedocument.presentationml.tags+xml"/>
  <Override PartName="/ppt/tags/tag583.xml" ContentType="application/vnd.openxmlformats-officedocument.presentationml.tags+xml"/>
  <Override PartName="/ppt/tags/tag584.xml" ContentType="application/vnd.openxmlformats-officedocument.presentationml.tags+xml"/>
  <Override PartName="/ppt/tags/tag585.xml" ContentType="application/vnd.openxmlformats-officedocument.presentationml.tags+xml"/>
  <Override PartName="/ppt/tags/tag586.xml" ContentType="application/vnd.openxmlformats-officedocument.presentationml.tags+xml"/>
  <Override PartName="/ppt/tags/tag587.xml" ContentType="application/vnd.openxmlformats-officedocument.presentationml.tags+xml"/>
  <Override PartName="/ppt/tags/tag588.xml" ContentType="application/vnd.openxmlformats-officedocument.presentationml.tags+xml"/>
  <Override PartName="/ppt/tags/tag589.xml" ContentType="application/vnd.openxmlformats-officedocument.presentationml.tags+xml"/>
  <Override PartName="/ppt/tags/tag59.xml" ContentType="application/vnd.openxmlformats-officedocument.presentationml.tags+xml"/>
  <Override PartName="/ppt/tags/tag590.xml" ContentType="application/vnd.openxmlformats-officedocument.presentationml.tags+xml"/>
  <Override PartName="/ppt/tags/tag591.xml" ContentType="application/vnd.openxmlformats-officedocument.presentationml.tags+xml"/>
  <Override PartName="/ppt/tags/tag592.xml" ContentType="application/vnd.openxmlformats-officedocument.presentationml.tags+xml"/>
  <Override PartName="/ppt/tags/tag593.xml" ContentType="application/vnd.openxmlformats-officedocument.presentationml.tags+xml"/>
  <Override PartName="/ppt/tags/tag594.xml" ContentType="application/vnd.openxmlformats-officedocument.presentationml.tags+xml"/>
  <Override PartName="/ppt/tags/tag595.xml" ContentType="application/vnd.openxmlformats-officedocument.presentationml.tags+xml"/>
  <Override PartName="/ppt/tags/tag596.xml" ContentType="application/vnd.openxmlformats-officedocument.presentationml.tags+xml"/>
  <Override PartName="/ppt/tags/tag597.xml" ContentType="application/vnd.openxmlformats-officedocument.presentationml.tags+xml"/>
  <Override PartName="/ppt/tags/tag598.xml" ContentType="application/vnd.openxmlformats-officedocument.presentationml.tags+xml"/>
  <Override PartName="/ppt/tags/tag59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00.xml" ContentType="application/vnd.openxmlformats-officedocument.presentationml.tags+xml"/>
  <Override PartName="/ppt/tags/tag601.xml" ContentType="application/vnd.openxmlformats-officedocument.presentationml.tags+xml"/>
  <Override PartName="/ppt/tags/tag602.xml" ContentType="application/vnd.openxmlformats-officedocument.presentationml.tags+xml"/>
  <Override PartName="/ppt/tags/tag603.xml" ContentType="application/vnd.openxmlformats-officedocument.presentationml.tags+xml"/>
  <Override PartName="/ppt/tags/tag604.xml" ContentType="application/vnd.openxmlformats-officedocument.presentationml.tags+xml"/>
  <Override PartName="/ppt/tags/tag605.xml" ContentType="application/vnd.openxmlformats-officedocument.presentationml.tags+xml"/>
  <Override PartName="/ppt/tags/tag606.xml" ContentType="application/vnd.openxmlformats-officedocument.presentationml.tags+xml"/>
  <Override PartName="/ppt/tags/tag607.xml" ContentType="application/vnd.openxmlformats-officedocument.presentationml.tags+xml"/>
  <Override PartName="/ppt/tags/tag608.xml" ContentType="application/vnd.openxmlformats-officedocument.presentationml.tags+xml"/>
  <Override PartName="/ppt/tags/tag609.xml" ContentType="application/vnd.openxmlformats-officedocument.presentationml.tags+xml"/>
  <Override PartName="/ppt/tags/tag61.xml" ContentType="application/vnd.openxmlformats-officedocument.presentationml.tags+xml"/>
  <Override PartName="/ppt/tags/tag610.xml" ContentType="application/vnd.openxmlformats-officedocument.presentationml.tags+xml"/>
  <Override PartName="/ppt/tags/tag611.xml" ContentType="application/vnd.openxmlformats-officedocument.presentationml.tags+xml"/>
  <Override PartName="/ppt/tags/tag612.xml" ContentType="application/vnd.openxmlformats-officedocument.presentationml.tags+xml"/>
  <Override PartName="/ppt/tags/tag613.xml" ContentType="application/vnd.openxmlformats-officedocument.presentationml.tags+xml"/>
  <Override PartName="/ppt/tags/tag614.xml" ContentType="application/vnd.openxmlformats-officedocument.presentationml.tags+xml"/>
  <Override PartName="/ppt/tags/tag615.xml" ContentType="application/vnd.openxmlformats-officedocument.presentationml.tags+xml"/>
  <Override PartName="/ppt/tags/tag616.xml" ContentType="application/vnd.openxmlformats-officedocument.presentationml.tags+xml"/>
  <Override PartName="/ppt/tags/tag617.xml" ContentType="application/vnd.openxmlformats-officedocument.presentationml.tags+xml"/>
  <Override PartName="/ppt/tags/tag618.xml" ContentType="application/vnd.openxmlformats-officedocument.presentationml.tags+xml"/>
  <Override PartName="/ppt/tags/tag619.xml" ContentType="application/vnd.openxmlformats-officedocument.presentationml.tags+xml"/>
  <Override PartName="/ppt/tags/tag62.xml" ContentType="application/vnd.openxmlformats-officedocument.presentationml.tags+xml"/>
  <Override PartName="/ppt/tags/tag620.xml" ContentType="application/vnd.openxmlformats-officedocument.presentationml.tags+xml"/>
  <Override PartName="/ppt/tags/tag621.xml" ContentType="application/vnd.openxmlformats-officedocument.presentationml.tags+xml"/>
  <Override PartName="/ppt/tags/tag622.xml" ContentType="application/vnd.openxmlformats-officedocument.presentationml.tags+xml"/>
  <Override PartName="/ppt/tags/tag623.xml" ContentType="application/vnd.openxmlformats-officedocument.presentationml.tags+xml"/>
  <Override PartName="/ppt/tags/tag624.xml" ContentType="application/vnd.openxmlformats-officedocument.presentationml.tags+xml"/>
  <Override PartName="/ppt/tags/tag625.xml" ContentType="application/vnd.openxmlformats-officedocument.presentationml.tags+xml"/>
  <Override PartName="/ppt/tags/tag626.xml" ContentType="application/vnd.openxmlformats-officedocument.presentationml.tags+xml"/>
  <Override PartName="/ppt/tags/tag627.xml" ContentType="application/vnd.openxmlformats-officedocument.presentationml.tags+xml"/>
  <Override PartName="/ppt/tags/tag628.xml" ContentType="application/vnd.openxmlformats-officedocument.presentationml.tags+xml"/>
  <Override PartName="/ppt/tags/tag629.xml" ContentType="application/vnd.openxmlformats-officedocument.presentationml.tags+xml"/>
  <Override PartName="/ppt/tags/tag63.xml" ContentType="application/vnd.openxmlformats-officedocument.presentationml.tags+xml"/>
  <Override PartName="/ppt/tags/tag630.xml" ContentType="application/vnd.openxmlformats-officedocument.presentationml.tags+xml"/>
  <Override PartName="/ppt/tags/tag631.xml" ContentType="application/vnd.openxmlformats-officedocument.presentationml.tags+xml"/>
  <Override PartName="/ppt/tags/tag632.xml" ContentType="application/vnd.openxmlformats-officedocument.presentationml.tags+xml"/>
  <Override PartName="/ppt/tags/tag633.xml" ContentType="application/vnd.openxmlformats-officedocument.presentationml.tags+xml"/>
  <Override PartName="/ppt/tags/tag634.xml" ContentType="application/vnd.openxmlformats-officedocument.presentationml.tags+xml"/>
  <Override PartName="/ppt/tags/tag635.xml" ContentType="application/vnd.openxmlformats-officedocument.presentationml.tags+xml"/>
  <Override PartName="/ppt/tags/tag636.xml" ContentType="application/vnd.openxmlformats-officedocument.presentationml.tags+xml"/>
  <Override PartName="/ppt/tags/tag637.xml" ContentType="application/vnd.openxmlformats-officedocument.presentationml.tags+xml"/>
  <Override PartName="/ppt/tags/tag638.xml" ContentType="application/vnd.openxmlformats-officedocument.presentationml.tags+xml"/>
  <Override PartName="/ppt/tags/tag639.xml" ContentType="application/vnd.openxmlformats-officedocument.presentationml.tags+xml"/>
  <Override PartName="/ppt/tags/tag64.xml" ContentType="application/vnd.openxmlformats-officedocument.presentationml.tags+xml"/>
  <Override PartName="/ppt/tags/tag640.xml" ContentType="application/vnd.openxmlformats-officedocument.presentationml.tags+xml"/>
  <Override PartName="/ppt/tags/tag641.xml" ContentType="application/vnd.openxmlformats-officedocument.presentationml.tags+xml"/>
  <Override PartName="/ppt/tags/tag642.xml" ContentType="application/vnd.openxmlformats-officedocument.presentationml.tags+xml"/>
  <Override PartName="/ppt/tags/tag643.xml" ContentType="application/vnd.openxmlformats-officedocument.presentationml.tags+xml"/>
  <Override PartName="/ppt/tags/tag644.xml" ContentType="application/vnd.openxmlformats-officedocument.presentationml.tags+xml"/>
  <Override PartName="/ppt/tags/tag645.xml" ContentType="application/vnd.openxmlformats-officedocument.presentationml.tags+xml"/>
  <Override PartName="/ppt/tags/tag646.xml" ContentType="application/vnd.openxmlformats-officedocument.presentationml.tags+xml"/>
  <Override PartName="/ppt/tags/tag647.xml" ContentType="application/vnd.openxmlformats-officedocument.presentationml.tags+xml"/>
  <Override PartName="/ppt/tags/tag648.xml" ContentType="application/vnd.openxmlformats-officedocument.presentationml.tags+xml"/>
  <Override PartName="/ppt/tags/tag649.xml" ContentType="application/vnd.openxmlformats-officedocument.presentationml.tags+xml"/>
  <Override PartName="/ppt/tags/tag65.xml" ContentType="application/vnd.openxmlformats-officedocument.presentationml.tags+xml"/>
  <Override PartName="/ppt/tags/tag650.xml" ContentType="application/vnd.openxmlformats-officedocument.presentationml.tags+xml"/>
  <Override PartName="/ppt/tags/tag651.xml" ContentType="application/vnd.openxmlformats-officedocument.presentationml.tags+xml"/>
  <Override PartName="/ppt/tags/tag652.xml" ContentType="application/vnd.openxmlformats-officedocument.presentationml.tags+xml"/>
  <Override PartName="/ppt/tags/tag653.xml" ContentType="application/vnd.openxmlformats-officedocument.presentationml.tags+xml"/>
  <Override PartName="/ppt/tags/tag654.xml" ContentType="application/vnd.openxmlformats-officedocument.presentationml.tags+xml"/>
  <Override PartName="/ppt/tags/tag655.xml" ContentType="application/vnd.openxmlformats-officedocument.presentationml.tags+xml"/>
  <Override PartName="/ppt/tags/tag656.xml" ContentType="application/vnd.openxmlformats-officedocument.presentationml.tags+xml"/>
  <Override PartName="/ppt/tags/tag657.xml" ContentType="application/vnd.openxmlformats-officedocument.presentationml.tags+xml"/>
  <Override PartName="/ppt/tags/tag658.xml" ContentType="application/vnd.openxmlformats-officedocument.presentationml.tags+xml"/>
  <Override PartName="/ppt/tags/tag659.xml" ContentType="application/vnd.openxmlformats-officedocument.presentationml.tags+xml"/>
  <Override PartName="/ppt/tags/tag66.xml" ContentType="application/vnd.openxmlformats-officedocument.presentationml.tags+xml"/>
  <Override PartName="/ppt/tags/tag660.xml" ContentType="application/vnd.openxmlformats-officedocument.presentationml.tags+xml"/>
  <Override PartName="/ppt/tags/tag661.xml" ContentType="application/vnd.openxmlformats-officedocument.presentationml.tags+xml"/>
  <Override PartName="/ppt/tags/tag662.xml" ContentType="application/vnd.openxmlformats-officedocument.presentationml.tags+xml"/>
  <Override PartName="/ppt/tags/tag663.xml" ContentType="application/vnd.openxmlformats-officedocument.presentationml.tags+xml"/>
  <Override PartName="/ppt/tags/tag664.xml" ContentType="application/vnd.openxmlformats-officedocument.presentationml.tags+xml"/>
  <Override PartName="/ppt/tags/tag665.xml" ContentType="application/vnd.openxmlformats-officedocument.presentationml.tags+xml"/>
  <Override PartName="/ppt/tags/tag666.xml" ContentType="application/vnd.openxmlformats-officedocument.presentationml.tags+xml"/>
  <Override PartName="/ppt/tags/tag667.xml" ContentType="application/vnd.openxmlformats-officedocument.presentationml.tags+xml"/>
  <Override PartName="/ppt/tags/tag668.xml" ContentType="application/vnd.openxmlformats-officedocument.presentationml.tags+xml"/>
  <Override PartName="/ppt/tags/tag669.xml" ContentType="application/vnd.openxmlformats-officedocument.presentationml.tags+xml"/>
  <Override PartName="/ppt/tags/tag67.xml" ContentType="application/vnd.openxmlformats-officedocument.presentationml.tags+xml"/>
  <Override PartName="/ppt/tags/tag670.xml" ContentType="application/vnd.openxmlformats-officedocument.presentationml.tags+xml"/>
  <Override PartName="/ppt/tags/tag671.xml" ContentType="application/vnd.openxmlformats-officedocument.presentationml.tags+xml"/>
  <Override PartName="/ppt/tags/tag672.xml" ContentType="application/vnd.openxmlformats-officedocument.presentationml.tags+xml"/>
  <Override PartName="/ppt/tags/tag673.xml" ContentType="application/vnd.openxmlformats-officedocument.presentationml.tags+xml"/>
  <Override PartName="/ppt/tags/tag674.xml" ContentType="application/vnd.openxmlformats-officedocument.presentationml.tags+xml"/>
  <Override PartName="/ppt/tags/tag675.xml" ContentType="application/vnd.openxmlformats-officedocument.presentationml.tags+xml"/>
  <Override PartName="/ppt/tags/tag676.xml" ContentType="application/vnd.openxmlformats-officedocument.presentationml.tags+xml"/>
  <Override PartName="/ppt/tags/tag677.xml" ContentType="application/vnd.openxmlformats-officedocument.presentationml.tags+xml"/>
  <Override PartName="/ppt/tags/tag678.xml" ContentType="application/vnd.openxmlformats-officedocument.presentationml.tags+xml"/>
  <Override PartName="/ppt/tags/tag679.xml" ContentType="application/vnd.openxmlformats-officedocument.presentationml.tags+xml"/>
  <Override PartName="/ppt/tags/tag68.xml" ContentType="application/vnd.openxmlformats-officedocument.presentationml.tags+xml"/>
  <Override PartName="/ppt/tags/tag680.xml" ContentType="application/vnd.openxmlformats-officedocument.presentationml.tags+xml"/>
  <Override PartName="/ppt/tags/tag681.xml" ContentType="application/vnd.openxmlformats-officedocument.presentationml.tags+xml"/>
  <Override PartName="/ppt/tags/tag682.xml" ContentType="application/vnd.openxmlformats-officedocument.presentationml.tags+xml"/>
  <Override PartName="/ppt/tags/tag683.xml" ContentType="application/vnd.openxmlformats-officedocument.presentationml.tags+xml"/>
  <Override PartName="/ppt/tags/tag684.xml" ContentType="application/vnd.openxmlformats-officedocument.presentationml.tags+xml"/>
  <Override PartName="/ppt/tags/tag685.xml" ContentType="application/vnd.openxmlformats-officedocument.presentationml.tags+xml"/>
  <Override PartName="/ppt/tags/tag686.xml" ContentType="application/vnd.openxmlformats-officedocument.presentationml.tags+xml"/>
  <Override PartName="/ppt/tags/tag687.xml" ContentType="application/vnd.openxmlformats-officedocument.presentationml.tags+xml"/>
  <Override PartName="/ppt/tags/tag688.xml" ContentType="application/vnd.openxmlformats-officedocument.presentationml.tags+xml"/>
  <Override PartName="/ppt/tags/tag689.xml" ContentType="application/vnd.openxmlformats-officedocument.presentationml.tags+xml"/>
  <Override PartName="/ppt/tags/tag69.xml" ContentType="application/vnd.openxmlformats-officedocument.presentationml.tags+xml"/>
  <Override PartName="/ppt/tags/tag690.xml" ContentType="application/vnd.openxmlformats-officedocument.presentationml.tags+xml"/>
  <Override PartName="/ppt/tags/tag691.xml" ContentType="application/vnd.openxmlformats-officedocument.presentationml.tags+xml"/>
  <Override PartName="/ppt/tags/tag692.xml" ContentType="application/vnd.openxmlformats-officedocument.presentationml.tags+xml"/>
  <Override PartName="/ppt/tags/tag693.xml" ContentType="application/vnd.openxmlformats-officedocument.presentationml.tags+xml"/>
  <Override PartName="/ppt/tags/tag694.xml" ContentType="application/vnd.openxmlformats-officedocument.presentationml.tags+xml"/>
  <Override PartName="/ppt/tags/tag695.xml" ContentType="application/vnd.openxmlformats-officedocument.presentationml.tags+xml"/>
  <Override PartName="/ppt/tags/tag696.xml" ContentType="application/vnd.openxmlformats-officedocument.presentationml.tags+xml"/>
  <Override PartName="/ppt/tags/tag697.xml" ContentType="application/vnd.openxmlformats-officedocument.presentationml.tags+xml"/>
  <Override PartName="/ppt/tags/tag698.xml" ContentType="application/vnd.openxmlformats-officedocument.presentationml.tags+xml"/>
  <Override PartName="/ppt/tags/tag69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00.xml" ContentType="application/vnd.openxmlformats-officedocument.presentationml.tags+xml"/>
  <Override PartName="/ppt/tags/tag701.xml" ContentType="application/vnd.openxmlformats-officedocument.presentationml.tags+xml"/>
  <Override PartName="/ppt/tags/tag702.xml" ContentType="application/vnd.openxmlformats-officedocument.presentationml.tags+xml"/>
  <Override PartName="/ppt/tags/tag703.xml" ContentType="application/vnd.openxmlformats-officedocument.presentationml.tags+xml"/>
  <Override PartName="/ppt/tags/tag704.xml" ContentType="application/vnd.openxmlformats-officedocument.presentationml.tags+xml"/>
  <Override PartName="/ppt/tags/tag705.xml" ContentType="application/vnd.openxmlformats-officedocument.presentationml.tags+xml"/>
  <Override PartName="/ppt/tags/tag706.xml" ContentType="application/vnd.openxmlformats-officedocument.presentationml.tags+xml"/>
  <Override PartName="/ppt/tags/tag707.xml" ContentType="application/vnd.openxmlformats-officedocument.presentationml.tags+xml"/>
  <Override PartName="/ppt/tags/tag708.xml" ContentType="application/vnd.openxmlformats-officedocument.presentationml.tags+xml"/>
  <Override PartName="/ppt/tags/tag709.xml" ContentType="application/vnd.openxmlformats-officedocument.presentationml.tags+xml"/>
  <Override PartName="/ppt/tags/tag71.xml" ContentType="application/vnd.openxmlformats-officedocument.presentationml.tags+xml"/>
  <Override PartName="/ppt/tags/tag710.xml" ContentType="application/vnd.openxmlformats-officedocument.presentationml.tags+xml"/>
  <Override PartName="/ppt/tags/tag711.xml" ContentType="application/vnd.openxmlformats-officedocument.presentationml.tags+xml"/>
  <Override PartName="/ppt/tags/tag712.xml" ContentType="application/vnd.openxmlformats-officedocument.presentationml.tags+xml"/>
  <Override PartName="/ppt/tags/tag713.xml" ContentType="application/vnd.openxmlformats-officedocument.presentationml.tags+xml"/>
  <Override PartName="/ppt/tags/tag714.xml" ContentType="application/vnd.openxmlformats-officedocument.presentationml.tags+xml"/>
  <Override PartName="/ppt/tags/tag715.xml" ContentType="application/vnd.openxmlformats-officedocument.presentationml.tags+xml"/>
  <Override PartName="/ppt/tags/tag716.xml" ContentType="application/vnd.openxmlformats-officedocument.presentationml.tags+xml"/>
  <Override PartName="/ppt/tags/tag717.xml" ContentType="application/vnd.openxmlformats-officedocument.presentationml.tags+xml"/>
  <Override PartName="/ppt/tags/tag718.xml" ContentType="application/vnd.openxmlformats-officedocument.presentationml.tags+xml"/>
  <Override PartName="/ppt/tags/tag719.xml" ContentType="application/vnd.openxmlformats-officedocument.presentationml.tags+xml"/>
  <Override PartName="/ppt/tags/tag72.xml" ContentType="application/vnd.openxmlformats-officedocument.presentationml.tags+xml"/>
  <Override PartName="/ppt/tags/tag720.xml" ContentType="application/vnd.openxmlformats-officedocument.presentationml.tags+xml"/>
  <Override PartName="/ppt/tags/tag721.xml" ContentType="application/vnd.openxmlformats-officedocument.presentationml.tags+xml"/>
  <Override PartName="/ppt/tags/tag722.xml" ContentType="application/vnd.openxmlformats-officedocument.presentationml.tags+xml"/>
  <Override PartName="/ppt/tags/tag723.xml" ContentType="application/vnd.openxmlformats-officedocument.presentationml.tags+xml"/>
  <Override PartName="/ppt/tags/tag724.xml" ContentType="application/vnd.openxmlformats-officedocument.presentationml.tags+xml"/>
  <Override PartName="/ppt/tags/tag725.xml" ContentType="application/vnd.openxmlformats-officedocument.presentationml.tags+xml"/>
  <Override PartName="/ppt/tags/tag726.xml" ContentType="application/vnd.openxmlformats-officedocument.presentationml.tags+xml"/>
  <Override PartName="/ppt/tags/tag727.xml" ContentType="application/vnd.openxmlformats-officedocument.presentationml.tags+xml"/>
  <Override PartName="/ppt/tags/tag728.xml" ContentType="application/vnd.openxmlformats-officedocument.presentationml.tags+xml"/>
  <Override PartName="/ppt/tags/tag729.xml" ContentType="application/vnd.openxmlformats-officedocument.presentationml.tags+xml"/>
  <Override PartName="/ppt/tags/tag73.xml" ContentType="application/vnd.openxmlformats-officedocument.presentationml.tags+xml"/>
  <Override PartName="/ppt/tags/tag730.xml" ContentType="application/vnd.openxmlformats-officedocument.presentationml.tags+xml"/>
  <Override PartName="/ppt/tags/tag731.xml" ContentType="application/vnd.openxmlformats-officedocument.presentationml.tags+xml"/>
  <Override PartName="/ppt/tags/tag732.xml" ContentType="application/vnd.openxmlformats-officedocument.presentationml.tags+xml"/>
  <Override PartName="/ppt/tags/tag733.xml" ContentType="application/vnd.openxmlformats-officedocument.presentationml.tags+xml"/>
  <Override PartName="/ppt/tags/tag734.xml" ContentType="application/vnd.openxmlformats-officedocument.presentationml.tags+xml"/>
  <Override PartName="/ppt/tags/tag735.xml" ContentType="application/vnd.openxmlformats-officedocument.presentationml.tags+xml"/>
  <Override PartName="/ppt/tags/tag736.xml" ContentType="application/vnd.openxmlformats-officedocument.presentationml.tags+xml"/>
  <Override PartName="/ppt/tags/tag737.xml" ContentType="application/vnd.openxmlformats-officedocument.presentationml.tags+xml"/>
  <Override PartName="/ppt/tags/tag738.xml" ContentType="application/vnd.openxmlformats-officedocument.presentationml.tags+xml"/>
  <Override PartName="/ppt/tags/tag739.xml" ContentType="application/vnd.openxmlformats-officedocument.presentationml.tags+xml"/>
  <Override PartName="/ppt/tags/tag74.xml" ContentType="application/vnd.openxmlformats-officedocument.presentationml.tags+xml"/>
  <Override PartName="/ppt/tags/tag740.xml" ContentType="application/vnd.openxmlformats-officedocument.presentationml.tags+xml"/>
  <Override PartName="/ppt/tags/tag741.xml" ContentType="application/vnd.openxmlformats-officedocument.presentationml.tags+xml"/>
  <Override PartName="/ppt/tags/tag742.xml" ContentType="application/vnd.openxmlformats-officedocument.presentationml.tags+xml"/>
  <Override PartName="/ppt/tags/tag743.xml" ContentType="application/vnd.openxmlformats-officedocument.presentationml.tags+xml"/>
  <Override PartName="/ppt/tags/tag744.xml" ContentType="application/vnd.openxmlformats-officedocument.presentationml.tags+xml"/>
  <Override PartName="/ppt/tags/tag745.xml" ContentType="application/vnd.openxmlformats-officedocument.presentationml.tags+xml"/>
  <Override PartName="/ppt/tags/tag746.xml" ContentType="application/vnd.openxmlformats-officedocument.presentationml.tags+xml"/>
  <Override PartName="/ppt/tags/tag747.xml" ContentType="application/vnd.openxmlformats-officedocument.presentationml.tags+xml"/>
  <Override PartName="/ppt/tags/tag748.xml" ContentType="application/vnd.openxmlformats-officedocument.presentationml.tags+xml"/>
  <Override PartName="/ppt/tags/tag749.xml" ContentType="application/vnd.openxmlformats-officedocument.presentationml.tags+xml"/>
  <Override PartName="/ppt/tags/tag75.xml" ContentType="application/vnd.openxmlformats-officedocument.presentationml.tags+xml"/>
  <Override PartName="/ppt/tags/tag750.xml" ContentType="application/vnd.openxmlformats-officedocument.presentationml.tags+xml"/>
  <Override PartName="/ppt/tags/tag751.xml" ContentType="application/vnd.openxmlformats-officedocument.presentationml.tags+xml"/>
  <Override PartName="/ppt/tags/tag752.xml" ContentType="application/vnd.openxmlformats-officedocument.presentationml.tags+xml"/>
  <Override PartName="/ppt/tags/tag753.xml" ContentType="application/vnd.openxmlformats-officedocument.presentationml.tags+xml"/>
  <Override PartName="/ppt/tags/tag754.xml" ContentType="application/vnd.openxmlformats-officedocument.presentationml.tags+xml"/>
  <Override PartName="/ppt/tags/tag755.xml" ContentType="application/vnd.openxmlformats-officedocument.presentationml.tags+xml"/>
  <Override PartName="/ppt/tags/tag756.xml" ContentType="application/vnd.openxmlformats-officedocument.presentationml.tags+xml"/>
  <Override PartName="/ppt/tags/tag757.xml" ContentType="application/vnd.openxmlformats-officedocument.presentationml.tags+xml"/>
  <Override PartName="/ppt/tags/tag758.xml" ContentType="application/vnd.openxmlformats-officedocument.presentationml.tags+xml"/>
  <Override PartName="/ppt/tags/tag759.xml" ContentType="application/vnd.openxmlformats-officedocument.presentationml.tags+xml"/>
  <Override PartName="/ppt/tags/tag76.xml" ContentType="application/vnd.openxmlformats-officedocument.presentationml.tags+xml"/>
  <Override PartName="/ppt/tags/tag760.xml" ContentType="application/vnd.openxmlformats-officedocument.presentationml.tags+xml"/>
  <Override PartName="/ppt/tags/tag761.xml" ContentType="application/vnd.openxmlformats-officedocument.presentationml.tags+xml"/>
  <Override PartName="/ppt/tags/tag762.xml" ContentType="application/vnd.openxmlformats-officedocument.presentationml.tags+xml"/>
  <Override PartName="/ppt/tags/tag763.xml" ContentType="application/vnd.openxmlformats-officedocument.presentationml.tags+xml"/>
  <Override PartName="/ppt/tags/tag764.xml" ContentType="application/vnd.openxmlformats-officedocument.presentationml.tags+xml"/>
  <Override PartName="/ppt/tags/tag765.xml" ContentType="application/vnd.openxmlformats-officedocument.presentationml.tags+xml"/>
  <Override PartName="/ppt/tags/tag766.xml" ContentType="application/vnd.openxmlformats-officedocument.presentationml.tags+xml"/>
  <Override PartName="/ppt/tags/tag767.xml" ContentType="application/vnd.openxmlformats-officedocument.presentationml.tags+xml"/>
  <Override PartName="/ppt/tags/tag768.xml" ContentType="application/vnd.openxmlformats-officedocument.presentationml.tags+xml"/>
  <Override PartName="/ppt/tags/tag769.xml" ContentType="application/vnd.openxmlformats-officedocument.presentationml.tags+xml"/>
  <Override PartName="/ppt/tags/tag77.xml" ContentType="application/vnd.openxmlformats-officedocument.presentationml.tags+xml"/>
  <Override PartName="/ppt/tags/tag770.xml" ContentType="application/vnd.openxmlformats-officedocument.presentationml.tags+xml"/>
  <Override PartName="/ppt/tags/tag771.xml" ContentType="application/vnd.openxmlformats-officedocument.presentationml.tags+xml"/>
  <Override PartName="/ppt/tags/tag772.xml" ContentType="application/vnd.openxmlformats-officedocument.presentationml.tags+xml"/>
  <Override PartName="/ppt/tags/tag773.xml" ContentType="application/vnd.openxmlformats-officedocument.presentationml.tags+xml"/>
  <Override PartName="/ppt/tags/tag774.xml" ContentType="application/vnd.openxmlformats-officedocument.presentationml.tags+xml"/>
  <Override PartName="/ppt/tags/tag775.xml" ContentType="application/vnd.openxmlformats-officedocument.presentationml.tags+xml"/>
  <Override PartName="/ppt/tags/tag776.xml" ContentType="application/vnd.openxmlformats-officedocument.presentationml.tags+xml"/>
  <Override PartName="/ppt/tags/tag777.xml" ContentType="application/vnd.openxmlformats-officedocument.presentationml.tags+xml"/>
  <Override PartName="/ppt/tags/tag778.xml" ContentType="application/vnd.openxmlformats-officedocument.presentationml.tags+xml"/>
  <Override PartName="/ppt/tags/tag779.xml" ContentType="application/vnd.openxmlformats-officedocument.presentationml.tags+xml"/>
  <Override PartName="/ppt/tags/tag78.xml" ContentType="application/vnd.openxmlformats-officedocument.presentationml.tags+xml"/>
  <Override PartName="/ppt/tags/tag780.xml" ContentType="application/vnd.openxmlformats-officedocument.presentationml.tags+xml"/>
  <Override PartName="/ppt/tags/tag781.xml" ContentType="application/vnd.openxmlformats-officedocument.presentationml.tags+xml"/>
  <Override PartName="/ppt/tags/tag782.xml" ContentType="application/vnd.openxmlformats-officedocument.presentationml.tags+xml"/>
  <Override PartName="/ppt/tags/tag783.xml" ContentType="application/vnd.openxmlformats-officedocument.presentationml.tags+xml"/>
  <Override PartName="/ppt/tags/tag784.xml" ContentType="application/vnd.openxmlformats-officedocument.presentationml.tags+xml"/>
  <Override PartName="/ppt/tags/tag785.xml" ContentType="application/vnd.openxmlformats-officedocument.presentationml.tags+xml"/>
  <Override PartName="/ppt/tags/tag786.xml" ContentType="application/vnd.openxmlformats-officedocument.presentationml.tags+xml"/>
  <Override PartName="/ppt/tags/tag787.xml" ContentType="application/vnd.openxmlformats-officedocument.presentationml.tags+xml"/>
  <Override PartName="/ppt/tags/tag788.xml" ContentType="application/vnd.openxmlformats-officedocument.presentationml.tags+xml"/>
  <Override PartName="/ppt/tags/tag789.xml" ContentType="application/vnd.openxmlformats-officedocument.presentationml.tags+xml"/>
  <Override PartName="/ppt/tags/tag79.xml" ContentType="application/vnd.openxmlformats-officedocument.presentationml.tags+xml"/>
  <Override PartName="/ppt/tags/tag790.xml" ContentType="application/vnd.openxmlformats-officedocument.presentationml.tags+xml"/>
  <Override PartName="/ppt/tags/tag791.xml" ContentType="application/vnd.openxmlformats-officedocument.presentationml.tags+xml"/>
  <Override PartName="/ppt/tags/tag792.xml" ContentType="application/vnd.openxmlformats-officedocument.presentationml.tags+xml"/>
  <Override PartName="/ppt/tags/tag793.xml" ContentType="application/vnd.openxmlformats-officedocument.presentationml.tags+xml"/>
  <Override PartName="/ppt/tags/tag794.xml" ContentType="application/vnd.openxmlformats-officedocument.presentationml.tags+xml"/>
  <Override PartName="/ppt/tags/tag795.xml" ContentType="application/vnd.openxmlformats-officedocument.presentationml.tags+xml"/>
  <Override PartName="/ppt/tags/tag796.xml" ContentType="application/vnd.openxmlformats-officedocument.presentationml.tags+xml"/>
  <Override PartName="/ppt/tags/tag797.xml" ContentType="application/vnd.openxmlformats-officedocument.presentationml.tags+xml"/>
  <Override PartName="/ppt/tags/tag798.xml" ContentType="application/vnd.openxmlformats-officedocument.presentationml.tags+xml"/>
  <Override PartName="/ppt/tags/tag79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00.xml" ContentType="application/vnd.openxmlformats-officedocument.presentationml.tags+xml"/>
  <Override PartName="/ppt/tags/tag801.xml" ContentType="application/vnd.openxmlformats-officedocument.presentationml.tags+xml"/>
  <Override PartName="/ppt/tags/tag802.xml" ContentType="application/vnd.openxmlformats-officedocument.presentationml.tags+xml"/>
  <Override PartName="/ppt/tags/tag803.xml" ContentType="application/vnd.openxmlformats-officedocument.presentationml.tags+xml"/>
  <Override PartName="/ppt/tags/tag804.xml" ContentType="application/vnd.openxmlformats-officedocument.presentationml.tags+xml"/>
  <Override PartName="/ppt/tags/tag805.xml" ContentType="application/vnd.openxmlformats-officedocument.presentationml.tags+xml"/>
  <Override PartName="/ppt/tags/tag806.xml" ContentType="application/vnd.openxmlformats-officedocument.presentationml.tags+xml"/>
  <Override PartName="/ppt/tags/tag807.xml" ContentType="application/vnd.openxmlformats-officedocument.presentationml.tags+xml"/>
  <Override PartName="/ppt/tags/tag808.xml" ContentType="application/vnd.openxmlformats-officedocument.presentationml.tags+xml"/>
  <Override PartName="/ppt/tags/tag809.xml" ContentType="application/vnd.openxmlformats-officedocument.presentationml.tags+xml"/>
  <Override PartName="/ppt/tags/tag81.xml" ContentType="application/vnd.openxmlformats-officedocument.presentationml.tags+xml"/>
  <Override PartName="/ppt/tags/tag810.xml" ContentType="application/vnd.openxmlformats-officedocument.presentationml.tags+xml"/>
  <Override PartName="/ppt/tags/tag811.xml" ContentType="application/vnd.openxmlformats-officedocument.presentationml.tags+xml"/>
  <Override PartName="/ppt/tags/tag812.xml" ContentType="application/vnd.openxmlformats-officedocument.presentationml.tags+xml"/>
  <Override PartName="/ppt/tags/tag813.xml" ContentType="application/vnd.openxmlformats-officedocument.presentationml.tags+xml"/>
  <Override PartName="/ppt/tags/tag814.xml" ContentType="application/vnd.openxmlformats-officedocument.presentationml.tags+xml"/>
  <Override PartName="/ppt/tags/tag815.xml" ContentType="application/vnd.openxmlformats-officedocument.presentationml.tags+xml"/>
  <Override PartName="/ppt/tags/tag816.xml" ContentType="application/vnd.openxmlformats-officedocument.presentationml.tags+xml"/>
  <Override PartName="/ppt/tags/tag817.xml" ContentType="application/vnd.openxmlformats-officedocument.presentationml.tags+xml"/>
  <Override PartName="/ppt/tags/tag818.xml" ContentType="application/vnd.openxmlformats-officedocument.presentationml.tags+xml"/>
  <Override PartName="/ppt/tags/tag819.xml" ContentType="application/vnd.openxmlformats-officedocument.presentationml.tags+xml"/>
  <Override PartName="/ppt/tags/tag82.xml" ContentType="application/vnd.openxmlformats-officedocument.presentationml.tags+xml"/>
  <Override PartName="/ppt/tags/tag820.xml" ContentType="application/vnd.openxmlformats-officedocument.presentationml.tags+xml"/>
  <Override PartName="/ppt/tags/tag821.xml" ContentType="application/vnd.openxmlformats-officedocument.presentationml.tags+xml"/>
  <Override PartName="/ppt/tags/tag822.xml" ContentType="application/vnd.openxmlformats-officedocument.presentationml.tags+xml"/>
  <Override PartName="/ppt/tags/tag823.xml" ContentType="application/vnd.openxmlformats-officedocument.presentationml.tags+xml"/>
  <Override PartName="/ppt/tags/tag824.xml" ContentType="application/vnd.openxmlformats-officedocument.presentationml.tags+xml"/>
  <Override PartName="/ppt/tags/tag825.xml" ContentType="application/vnd.openxmlformats-officedocument.presentationml.tags+xml"/>
  <Override PartName="/ppt/tags/tag826.xml" ContentType="application/vnd.openxmlformats-officedocument.presentationml.tags+xml"/>
  <Override PartName="/ppt/tags/tag827.xml" ContentType="application/vnd.openxmlformats-officedocument.presentationml.tags+xml"/>
  <Override PartName="/ppt/tags/tag828.xml" ContentType="application/vnd.openxmlformats-officedocument.presentationml.tags+xml"/>
  <Override PartName="/ppt/tags/tag829.xml" ContentType="application/vnd.openxmlformats-officedocument.presentationml.tags+xml"/>
  <Override PartName="/ppt/tags/tag83.xml" ContentType="application/vnd.openxmlformats-officedocument.presentationml.tags+xml"/>
  <Override PartName="/ppt/tags/tag830.xml" ContentType="application/vnd.openxmlformats-officedocument.presentationml.tags+xml"/>
  <Override PartName="/ppt/tags/tag831.xml" ContentType="application/vnd.openxmlformats-officedocument.presentationml.tags+xml"/>
  <Override PartName="/ppt/tags/tag832.xml" ContentType="application/vnd.openxmlformats-officedocument.presentationml.tags+xml"/>
  <Override PartName="/ppt/tags/tag833.xml" ContentType="application/vnd.openxmlformats-officedocument.presentationml.tags+xml"/>
  <Override PartName="/ppt/tags/tag834.xml" ContentType="application/vnd.openxmlformats-officedocument.presentationml.tags+xml"/>
  <Override PartName="/ppt/tags/tag835.xml" ContentType="application/vnd.openxmlformats-officedocument.presentationml.tags+xml"/>
  <Override PartName="/ppt/tags/tag836.xml" ContentType="application/vnd.openxmlformats-officedocument.presentationml.tags+xml"/>
  <Override PartName="/ppt/tags/tag837.xml" ContentType="application/vnd.openxmlformats-officedocument.presentationml.tags+xml"/>
  <Override PartName="/ppt/tags/tag838.xml" ContentType="application/vnd.openxmlformats-officedocument.presentationml.tags+xml"/>
  <Override PartName="/ppt/tags/tag839.xml" ContentType="application/vnd.openxmlformats-officedocument.presentationml.tags+xml"/>
  <Override PartName="/ppt/tags/tag84.xml" ContentType="application/vnd.openxmlformats-officedocument.presentationml.tags+xml"/>
  <Override PartName="/ppt/tags/tag840.xml" ContentType="application/vnd.openxmlformats-officedocument.presentationml.tags+xml"/>
  <Override PartName="/ppt/tags/tag841.xml" ContentType="application/vnd.openxmlformats-officedocument.presentationml.tags+xml"/>
  <Override PartName="/ppt/tags/tag842.xml" ContentType="application/vnd.openxmlformats-officedocument.presentationml.tags+xml"/>
  <Override PartName="/ppt/tags/tag843.xml" ContentType="application/vnd.openxmlformats-officedocument.presentationml.tags+xml"/>
  <Override PartName="/ppt/tags/tag844.xml" ContentType="application/vnd.openxmlformats-officedocument.presentationml.tags+xml"/>
  <Override PartName="/ppt/tags/tag845.xml" ContentType="application/vnd.openxmlformats-officedocument.presentationml.tags+xml"/>
  <Override PartName="/ppt/tags/tag846.xml" ContentType="application/vnd.openxmlformats-officedocument.presentationml.tags+xml"/>
  <Override PartName="/ppt/tags/tag847.xml" ContentType="application/vnd.openxmlformats-officedocument.presentationml.tags+xml"/>
  <Override PartName="/ppt/tags/tag848.xml" ContentType="application/vnd.openxmlformats-officedocument.presentationml.tags+xml"/>
  <Override PartName="/ppt/tags/tag849.xml" ContentType="application/vnd.openxmlformats-officedocument.presentationml.tags+xml"/>
  <Override PartName="/ppt/tags/tag85.xml" ContentType="application/vnd.openxmlformats-officedocument.presentationml.tags+xml"/>
  <Override PartName="/ppt/tags/tag850.xml" ContentType="application/vnd.openxmlformats-officedocument.presentationml.tags+xml"/>
  <Override PartName="/ppt/tags/tag851.xml" ContentType="application/vnd.openxmlformats-officedocument.presentationml.tags+xml"/>
  <Override PartName="/ppt/tags/tag852.xml" ContentType="application/vnd.openxmlformats-officedocument.presentationml.tags+xml"/>
  <Override PartName="/ppt/tags/tag853.xml" ContentType="application/vnd.openxmlformats-officedocument.presentationml.tags+xml"/>
  <Override PartName="/ppt/tags/tag854.xml" ContentType="application/vnd.openxmlformats-officedocument.presentationml.tags+xml"/>
  <Override PartName="/ppt/tags/tag855.xml" ContentType="application/vnd.openxmlformats-officedocument.presentationml.tags+xml"/>
  <Override PartName="/ppt/tags/tag856.xml" ContentType="application/vnd.openxmlformats-officedocument.presentationml.tags+xml"/>
  <Override PartName="/ppt/tags/tag857.xml" ContentType="application/vnd.openxmlformats-officedocument.presentationml.tags+xml"/>
  <Override PartName="/ppt/tags/tag858.xml" ContentType="application/vnd.openxmlformats-officedocument.presentationml.tags+xml"/>
  <Override PartName="/ppt/tags/tag859.xml" ContentType="application/vnd.openxmlformats-officedocument.presentationml.tags+xml"/>
  <Override PartName="/ppt/tags/tag86.xml" ContentType="application/vnd.openxmlformats-officedocument.presentationml.tags+xml"/>
  <Override PartName="/ppt/tags/tag860.xml" ContentType="application/vnd.openxmlformats-officedocument.presentationml.tags+xml"/>
  <Override PartName="/ppt/tags/tag861.xml" ContentType="application/vnd.openxmlformats-officedocument.presentationml.tags+xml"/>
  <Override PartName="/ppt/tags/tag862.xml" ContentType="application/vnd.openxmlformats-officedocument.presentationml.tags+xml"/>
  <Override PartName="/ppt/tags/tag863.xml" ContentType="application/vnd.openxmlformats-officedocument.presentationml.tags+xml"/>
  <Override PartName="/ppt/tags/tag864.xml" ContentType="application/vnd.openxmlformats-officedocument.presentationml.tags+xml"/>
  <Override PartName="/ppt/tags/tag865.xml" ContentType="application/vnd.openxmlformats-officedocument.presentationml.tags+xml"/>
  <Override PartName="/ppt/tags/tag866.xml" ContentType="application/vnd.openxmlformats-officedocument.presentationml.tags+xml"/>
  <Override PartName="/ppt/tags/tag867.xml" ContentType="application/vnd.openxmlformats-officedocument.presentationml.tags+xml"/>
  <Override PartName="/ppt/tags/tag868.xml" ContentType="application/vnd.openxmlformats-officedocument.presentationml.tags+xml"/>
  <Override PartName="/ppt/tags/tag869.xml" ContentType="application/vnd.openxmlformats-officedocument.presentationml.tags+xml"/>
  <Override PartName="/ppt/tags/tag87.xml" ContentType="application/vnd.openxmlformats-officedocument.presentationml.tags+xml"/>
  <Override PartName="/ppt/tags/tag870.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Override1.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 id="2147483663" r:id="rId3"/>
  </p:sldMasterIdLst>
  <p:notesMasterIdLst>
    <p:notesMasterId r:id="rId5"/>
  </p:notesMasterIdLst>
  <p:handoutMasterIdLst>
    <p:handoutMasterId r:id="rId52"/>
  </p:handoutMasterIdLst>
  <p:sldIdLst>
    <p:sldId id="259" r:id="rId4"/>
    <p:sldId id="397" r:id="rId6"/>
    <p:sldId id="261" r:id="rId7"/>
    <p:sldId id="262" r:id="rId8"/>
    <p:sldId id="357" r:id="rId9"/>
    <p:sldId id="356" r:id="rId10"/>
    <p:sldId id="775" r:id="rId11"/>
    <p:sldId id="358" r:id="rId12"/>
    <p:sldId id="263" r:id="rId13"/>
    <p:sldId id="348" r:id="rId14"/>
    <p:sldId id="437" r:id="rId15"/>
    <p:sldId id="421" r:id="rId16"/>
    <p:sldId id="411" r:id="rId17"/>
    <p:sldId id="364" r:id="rId18"/>
    <p:sldId id="776" r:id="rId19"/>
    <p:sldId id="777" r:id="rId20"/>
    <p:sldId id="405" r:id="rId21"/>
    <p:sldId id="769" r:id="rId22"/>
    <p:sldId id="770" r:id="rId23"/>
    <p:sldId id="269" r:id="rId24"/>
    <p:sldId id="469" r:id="rId25"/>
    <p:sldId id="363" r:id="rId26"/>
    <p:sldId id="688" r:id="rId27"/>
    <p:sldId id="272" r:id="rId28"/>
    <p:sldId id="454" r:id="rId29"/>
    <p:sldId id="420" r:id="rId30"/>
    <p:sldId id="467" r:id="rId31"/>
    <p:sldId id="468" r:id="rId32"/>
    <p:sldId id="365" r:id="rId33"/>
    <p:sldId id="366" r:id="rId34"/>
    <p:sldId id="367" r:id="rId35"/>
    <p:sldId id="433" r:id="rId36"/>
    <p:sldId id="434" r:id="rId37"/>
    <p:sldId id="706" r:id="rId38"/>
    <p:sldId id="373" r:id="rId39"/>
    <p:sldId id="451" r:id="rId40"/>
    <p:sldId id="369" r:id="rId41"/>
    <p:sldId id="445" r:id="rId42"/>
    <p:sldId id="371" r:id="rId43"/>
    <p:sldId id="435" r:id="rId44"/>
    <p:sldId id="418" r:id="rId45"/>
    <p:sldId id="392" r:id="rId46"/>
    <p:sldId id="306" r:id="rId47"/>
    <p:sldId id="771" r:id="rId48"/>
    <p:sldId id="304" r:id="rId49"/>
    <p:sldId id="391" r:id="rId50"/>
    <p:sldId id="258" r:id="rId51"/>
  </p:sldIdLst>
  <p:sldSz cx="12192000" cy="6858000"/>
  <p:notesSz cx="6858000" cy="9144000"/>
  <p:embeddedFontLst>
    <p:embeddedFont>
      <p:font typeface="微软雅黑" panose="020B0503020204020204" pitchFamily="34" charset="-122"/>
      <p:regular r:id="rId57"/>
    </p:embeddedFont>
    <p:embeddedFont>
      <p:font typeface="Calibri" panose="020F0502020204030204" pitchFamily="34" charset="0"/>
      <p:regular r:id="rId58"/>
      <p:bold r:id="rId59"/>
      <p:italic r:id="rId60"/>
      <p:boldItalic r:id="rId61"/>
    </p:embeddedFont>
    <p:embeddedFont>
      <p:font typeface="Verdana" panose="020B0604030504040204" pitchFamily="34" charset="0"/>
      <p:regular r:id="rId62"/>
      <p:bold r:id="rId63"/>
      <p:italic r:id="rId64"/>
      <p:boldItalic r:id="rId65"/>
    </p:embeddedFont>
    <p:embeddedFont>
      <p:font typeface="MiSans Heavy" panose="00000A00000000000000" charset="-122"/>
      <p:bold r:id="rId66"/>
    </p:embeddedFont>
  </p:embeddedFontLst>
  <p:custDataLst>
    <p:tags r:id="rId67"/>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farid nurjamil" initials="fn" lastIdx="1" clrIdx="0"/>
  <p:cmAuthor id="2" name="kingsoft" initials="k" lastIdx="1" clrIdx="1"/>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187BFF"/>
    <a:srgbClr val="3787C3"/>
    <a:srgbClr val="CBE4FF"/>
    <a:srgbClr val="2D6FA0"/>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5636D20-5F6B-4691-8CA5-634A83CF8594}" styleName="表样式 1 14">
    <a:wholeTbl>
      <a:tcTxStyle>
        <a:fontRef idx="none">
          <a:srgbClr val="000000"/>
        </a:fontRef>
      </a:tcTxStyle>
      <a:tcStyle>
        <a:tcBdr>
          <a:left>
            <a:ln>
              <a:noFill/>
            </a:ln>
          </a:left>
          <a:right>
            <a:ln>
              <a:noFill/>
            </a:ln>
          </a:right>
          <a:top>
            <a:ln w="9525" cmpd="sng">
              <a:solidFill>
                <a:schemeClr val="accent3"/>
              </a:solidFill>
              <a:prstDash val="solid"/>
            </a:ln>
          </a:top>
          <a:bottom>
            <a:ln w="9525" cmpd="sng">
              <a:solidFill>
                <a:schemeClr val="accent3"/>
              </a:solidFill>
              <a:prstDash val="solid"/>
            </a:ln>
          </a:bottom>
          <a:insideH>
            <a:ln>
              <a:noFill/>
            </a:ln>
          </a:insideH>
          <a:insideV>
            <a:ln>
              <a:noFill/>
            </a:ln>
          </a:insideV>
        </a:tcBdr>
        <a:fill>
          <a:solidFill>
            <a:srgbClr val="FFFFFF"/>
          </a:solidFill>
        </a:fill>
      </a:tcStyle>
    </a:wholeTbl>
    <a:band2H>
      <a:tcTxStyle/>
      <a:tcStyle>
        <a:tcBdr/>
        <a:fill>
          <a:solidFill>
            <a:schemeClr val="accent3">
              <a:lumMod val="10000"/>
              <a:lumOff val="90000"/>
            </a:schemeClr>
          </a:solidFill>
        </a:fill>
      </a:tcStyle>
    </a:band2H>
    <a:band1V>
      <a:tcTxStyle/>
      <a:tcStyle>
        <a:tcBdr>
          <a:left>
            <a:ln>
              <a:noFill/>
            </a:ln>
          </a:left>
          <a:right>
            <a:ln>
              <a:noFill/>
            </a:ln>
          </a:right>
          <a:top>
            <a:ln>
              <a:noFill/>
            </a:ln>
          </a:top>
          <a:bottom>
            <a:ln>
              <a:noFill/>
            </a:ln>
          </a:bottom>
          <a:insideH>
            <a:ln>
              <a:noFill/>
            </a:ln>
          </a:insideH>
          <a:insideV>
            <a:ln>
              <a:noFill/>
            </a:ln>
          </a:insideV>
        </a:tcBdr>
        <a:fill>
          <a:solidFill>
            <a:schemeClr val="accent3">
              <a:lumMod val="10000"/>
              <a:lumOff val="90000"/>
            </a:schemeClr>
          </a:solidFill>
        </a:fill>
      </a:tcStyle>
    </a:band1V>
    <a:lastCol>
      <a:tcTxStyle b="on">
        <a:fontRef idx="none">
          <a:srgbClr val="08090C"/>
        </a:fontRef>
      </a:tcTxStyle>
      <a:tcStyle>
        <a:tcBdr>
          <a:left>
            <a:ln>
              <a:noFill/>
            </a:ln>
          </a:left>
          <a:right>
            <a:ln>
              <a:noFill/>
            </a:ln>
          </a:right>
          <a:top>
            <a:ln>
              <a:noFill/>
            </a:ln>
          </a:top>
          <a:bottom>
            <a:ln>
              <a:noFill/>
            </a:ln>
          </a:bottom>
          <a:insideH>
            <a:ln>
              <a:noFill/>
            </a:ln>
          </a:insideH>
          <a:insideV>
            <a:ln>
              <a:noFill/>
            </a:ln>
          </a:insideV>
        </a:tcBdr>
        <a:fill>
          <a:solidFill>
            <a:schemeClr val="accent3">
              <a:lumMod val="20000"/>
              <a:lumOff val="80000"/>
            </a:schemeClr>
          </a:solidFill>
        </a:fill>
      </a:tcStyle>
    </a:lastCol>
    <a:firstCol>
      <a:tcTxStyle b="on">
        <a:fontRef idx="none">
          <a:srgbClr val="08090C"/>
        </a:fontRef>
      </a:tcTxStyle>
      <a:tcStyle>
        <a:tcBdr>
          <a:left>
            <a:ln>
              <a:noFill/>
            </a:ln>
          </a:left>
          <a:right>
            <a:ln>
              <a:noFill/>
            </a:ln>
          </a:right>
          <a:top>
            <a:ln>
              <a:noFill/>
            </a:ln>
          </a:top>
          <a:bottom>
            <a:ln>
              <a:noFill/>
            </a:ln>
          </a:bottom>
          <a:insideH>
            <a:ln>
              <a:noFill/>
            </a:ln>
          </a:insideH>
          <a:insideV>
            <a:ln>
              <a:noFill/>
            </a:ln>
          </a:insideV>
        </a:tcBdr>
        <a:fill>
          <a:solidFill>
            <a:schemeClr val="accent3">
              <a:lumMod val="20000"/>
              <a:lumOff val="80000"/>
            </a:schemeClr>
          </a:solidFill>
        </a:fill>
      </a:tcStyle>
    </a:firstCol>
    <a:lastRow>
      <a:tcTxStyle b="on">
        <a:fontRef idx="none">
          <a:srgbClr val="FFFFFF"/>
        </a:fontRef>
      </a:tcTxStyle>
      <a:tcStyle>
        <a:tcBdr>
          <a:left>
            <a:ln>
              <a:noFill/>
            </a:ln>
          </a:left>
          <a:right>
            <a:ln>
              <a:noFill/>
            </a:ln>
          </a:right>
          <a:top>
            <a:ln w="9525" cmpd="sng">
              <a:solidFill>
                <a:schemeClr val="accent3"/>
              </a:solidFill>
              <a:prstDash val="solid"/>
            </a:ln>
          </a:top>
          <a:bottom>
            <a:ln w="9525" cmpd="sng">
              <a:solidFill>
                <a:schemeClr val="accent3"/>
              </a:solidFill>
              <a:prstDash val="solid"/>
            </a:ln>
          </a:bottom>
          <a:insideH>
            <a:ln>
              <a:noFill/>
            </a:ln>
          </a:insideH>
          <a:insideV>
            <a:ln>
              <a:noFill/>
            </a:ln>
          </a:insideV>
        </a:tcBdr>
        <a:fill>
          <a:solidFill>
            <a:schemeClr val="accent3"/>
          </a:solidFill>
        </a:fill>
      </a:tcStyle>
    </a:lastRow>
    <a:firstRow>
      <a:tcTxStyle b="on">
        <a:fontRef idx="none">
          <a:srgbClr val="FFFFFF"/>
        </a:fontRef>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firstRow>
  </a:tblStyle>
  <a:tblStyle styleId="{CC42826A-3256-44E2-B90E-C49E8E617C69}" styleName="表样式 1 25">
    <a:wholeTbl>
      <a:tcTxStyle>
        <a:fontRef idx="none">
          <a:srgbClr val="000000"/>
        </a:fontRef>
      </a:tcTxStyle>
      <a:tcStyle>
        <a:tcBdr>
          <a:left>
            <a:ln w="9525" cmpd="sng">
              <a:solidFill>
                <a:schemeClr val="accent3"/>
              </a:solidFill>
              <a:prstDash val="solid"/>
            </a:ln>
          </a:left>
          <a:right>
            <a:ln w="9525" cmpd="sng">
              <a:solidFill>
                <a:schemeClr val="accent3"/>
              </a:solidFill>
              <a:prstDash val="solid"/>
            </a:ln>
          </a:right>
          <a:top>
            <a:ln w="9525" cmpd="sng">
              <a:solidFill>
                <a:schemeClr val="accent3"/>
              </a:solidFill>
              <a:prstDash val="solid"/>
            </a:ln>
          </a:top>
          <a:bottom>
            <a:ln w="9525" cmpd="sng">
              <a:solidFill>
                <a:schemeClr val="accent3"/>
              </a:solidFill>
              <a:prstDash val="solid"/>
            </a:ln>
          </a:bottom>
          <a:insideH>
            <a:ln w="9525" cmpd="sng">
              <a:solidFill>
                <a:schemeClr val="accent3">
                  <a:lumMod val="40000"/>
                  <a:lumOff val="60000"/>
                </a:schemeClr>
              </a:solidFill>
              <a:prstDash val="solid"/>
            </a:ln>
          </a:insideH>
          <a:insideV>
            <a:ln w="9525" cmpd="sng">
              <a:solidFill>
                <a:schemeClr val="accent3">
                  <a:lumMod val="40000"/>
                  <a:lumOff val="60000"/>
                </a:schemeClr>
              </a:solidFill>
              <a:prstDash val="solid"/>
            </a:ln>
          </a:insideV>
        </a:tcBdr>
        <a:fill>
          <a:solidFill>
            <a:srgbClr val="FFFFFF"/>
          </a:solidFill>
        </a:fill>
      </a:tcStyle>
    </a:wholeTbl>
    <a:band2H>
      <a:tcTxStyle/>
      <a:tcStyle>
        <a:tcBdr/>
        <a:fill>
          <a:solidFill>
            <a:schemeClr val="accent3">
              <a:lumMod val="10000"/>
              <a:lumOff val="90000"/>
            </a:schemeClr>
          </a:solidFill>
        </a:fill>
      </a:tcStyle>
    </a:band2H>
    <a:band1V>
      <a:tcTxStyle/>
      <a:tcStyle>
        <a:tcBdr/>
        <a:fill>
          <a:solidFill>
            <a:schemeClr val="accent3">
              <a:lumMod val="10000"/>
              <a:lumOff val="90000"/>
            </a:schemeClr>
          </a:solidFill>
        </a:fill>
      </a:tcStyle>
    </a:band1V>
    <a:band2V>
      <a:tcTxStyle/>
      <a:tcStyle>
        <a:tcBdr>
          <a:left>
            <a:ln w="9525" cmpd="sng">
              <a:solidFill>
                <a:schemeClr val="accent3">
                  <a:lumMod val="40000"/>
                  <a:lumOff val="60000"/>
                </a:schemeClr>
              </a:solidFill>
              <a:prstDash val="solid"/>
            </a:ln>
          </a:left>
          <a:right>
            <a:ln w="9525" cmpd="sng">
              <a:solidFill>
                <a:schemeClr val="accent3">
                  <a:lumMod val="40000"/>
                  <a:lumOff val="60000"/>
                </a:schemeClr>
              </a:solidFill>
              <a:prstDash val="solid"/>
            </a:ln>
          </a:right>
          <a:top>
            <a:ln w="9525" cmpd="sng">
              <a:solidFill>
                <a:schemeClr val="accent3"/>
              </a:solidFill>
              <a:prstDash val="solid"/>
            </a:ln>
          </a:top>
          <a:bottom>
            <a:ln w="9525" cmpd="sng">
              <a:solidFill>
                <a:schemeClr val="accent3"/>
              </a:solidFill>
              <a:prstDash val="solid"/>
            </a:ln>
          </a:bottom>
          <a:insideH>
            <a:ln w="9525" cmpd="sng">
              <a:solidFill>
                <a:schemeClr val="accent3">
                  <a:lumMod val="40000"/>
                  <a:lumOff val="60000"/>
                </a:schemeClr>
              </a:solidFill>
              <a:prstDash val="solid"/>
            </a:ln>
          </a:insideH>
          <a:insideV>
            <a:ln>
              <a:noFill/>
            </a:ln>
          </a:insideV>
        </a:tcBdr>
      </a:tcStyle>
    </a:band2V>
    <a:lastCol>
      <a:tcTxStyle b="on">
        <a:fontRef idx="none">
          <a:srgbClr val="08090C"/>
        </a:fontRef>
      </a:tcTxStyle>
      <a:tcStyle>
        <a:tcBdr>
          <a:left>
            <a:ln w="9525" cmpd="sng">
              <a:solidFill>
                <a:schemeClr val="accent3">
                  <a:lumMod val="40000"/>
                  <a:lumOff val="60000"/>
                </a:schemeClr>
              </a:solidFill>
              <a:prstDash val="solid"/>
            </a:ln>
          </a:left>
          <a:right>
            <a:ln w="9525" cmpd="sng">
              <a:solidFill>
                <a:schemeClr val="accent3"/>
              </a:solidFill>
              <a:prstDash val="solid"/>
            </a:ln>
          </a:right>
          <a:top>
            <a:ln w="9525" cmpd="sng">
              <a:solidFill>
                <a:schemeClr val="accent3"/>
              </a:solidFill>
              <a:prstDash val="solid"/>
            </a:ln>
          </a:top>
          <a:bottom>
            <a:ln w="9525" cmpd="sng">
              <a:solidFill>
                <a:schemeClr val="accent3"/>
              </a:solidFill>
              <a:prstDash val="solid"/>
            </a:ln>
          </a:bottom>
          <a:insideH>
            <a:ln w="9525" cmpd="sng">
              <a:solidFill>
                <a:schemeClr val="accent3">
                  <a:lumMod val="40000"/>
                  <a:lumOff val="60000"/>
                </a:schemeClr>
              </a:solidFill>
              <a:prstDash val="solid"/>
            </a:ln>
          </a:insideH>
          <a:insideV>
            <a:ln>
              <a:noFill/>
            </a:ln>
          </a:insideV>
        </a:tcBdr>
        <a:fill>
          <a:solidFill>
            <a:schemeClr val="accent3">
              <a:lumMod val="20000"/>
              <a:lumOff val="80000"/>
            </a:schemeClr>
          </a:solidFill>
        </a:fill>
      </a:tcStyle>
    </a:lastCol>
    <a:firstCol>
      <a:tcTxStyle b="on">
        <a:fontRef idx="none">
          <a:srgbClr val="08090C"/>
        </a:fontRef>
      </a:tcTxStyle>
      <a:tcStyle>
        <a:tcBdr>
          <a:left>
            <a:ln w="9525" cmpd="sng">
              <a:solidFill>
                <a:schemeClr val="accent3"/>
              </a:solidFill>
              <a:prstDash val="solid"/>
            </a:ln>
          </a:left>
          <a:right>
            <a:ln w="9525" cmpd="sng">
              <a:solidFill>
                <a:schemeClr val="accent3">
                  <a:lumMod val="40000"/>
                  <a:lumOff val="60000"/>
                </a:schemeClr>
              </a:solidFill>
              <a:prstDash val="solid"/>
            </a:ln>
          </a:right>
          <a:top>
            <a:ln w="9525" cmpd="sng">
              <a:solidFill>
                <a:schemeClr val="accent3"/>
              </a:solidFill>
              <a:prstDash val="solid"/>
            </a:ln>
          </a:top>
          <a:bottom>
            <a:ln w="9525" cmpd="sng">
              <a:solidFill>
                <a:schemeClr val="accent3"/>
              </a:solidFill>
              <a:prstDash val="solid"/>
            </a:ln>
          </a:bottom>
          <a:insideH>
            <a:ln w="9525" cmpd="sng">
              <a:solidFill>
                <a:schemeClr val="accent3">
                  <a:lumMod val="40000"/>
                  <a:lumOff val="60000"/>
                </a:schemeClr>
              </a:solidFill>
              <a:prstDash val="solid"/>
            </a:ln>
          </a:insideH>
          <a:insideV>
            <a:ln>
              <a:noFill/>
            </a:ln>
          </a:insideV>
        </a:tcBdr>
        <a:fill>
          <a:solidFill>
            <a:schemeClr val="accent3">
              <a:lumMod val="20000"/>
              <a:lumOff val="80000"/>
            </a:schemeClr>
          </a:solidFill>
        </a:fill>
      </a:tcStyle>
    </a:firstCol>
    <a:lastRow>
      <a:tcTxStyle b="on">
        <a:fontRef idx="none">
          <a:schemeClr val="accent3"/>
        </a:fontRef>
      </a:tcTxStyle>
      <a:tcStyle>
        <a:tcBdr>
          <a:left>
            <a:ln w="9525" cmpd="sng">
              <a:solidFill>
                <a:schemeClr val="accent3"/>
              </a:solidFill>
              <a:prstDash val="solid"/>
            </a:ln>
          </a:left>
          <a:right>
            <a:ln w="9525" cmpd="sng">
              <a:solidFill>
                <a:schemeClr val="accent3"/>
              </a:solidFill>
              <a:prstDash val="solid"/>
            </a:ln>
          </a:right>
          <a:top>
            <a:ln w="9525" cmpd="sng">
              <a:solidFill>
                <a:schemeClr val="accent3"/>
              </a:solidFill>
              <a:prstDash val="solid"/>
            </a:ln>
          </a:top>
          <a:bottom>
            <a:ln w="9525" cmpd="sng">
              <a:solidFill>
                <a:schemeClr val="accent3"/>
              </a:solidFill>
              <a:prstDash val="solid"/>
            </a:ln>
          </a:bottom>
          <a:insideH>
            <a:ln>
              <a:noFill/>
            </a:ln>
          </a:insideH>
          <a:insideV>
            <a:ln>
              <a:noFill/>
            </a:ln>
          </a:insideV>
        </a:tcBdr>
        <a:fill>
          <a:solidFill>
            <a:srgbClr val="FFFFFF"/>
          </a:solidFill>
        </a:fill>
      </a:tcStyle>
    </a:lastRow>
    <a:seCell>
      <a:tcTxStyle/>
      <a:tcStyle>
        <a:tcBdr>
          <a:left>
            <a:ln>
              <a:noFill/>
            </a:ln>
          </a:left>
          <a:right>
            <a:ln w="9525" cmpd="sng">
              <a:solidFill>
                <a:schemeClr val="accent3"/>
              </a:solidFill>
              <a:prstDash val="solid"/>
            </a:ln>
          </a:right>
          <a:top>
            <a:ln w="9525" cmpd="sng">
              <a:solidFill>
                <a:schemeClr val="accent3"/>
              </a:solidFill>
              <a:prstDash val="solid"/>
            </a:ln>
          </a:top>
          <a:bottom>
            <a:ln w="9525" cmpd="sng">
              <a:solidFill>
                <a:schemeClr val="accent3"/>
              </a:solidFill>
              <a:prstDash val="solid"/>
            </a:ln>
          </a:bottom>
          <a:insideH>
            <a:ln>
              <a:noFill/>
            </a:ln>
          </a:insideH>
          <a:insideV>
            <a:ln>
              <a:noFill/>
            </a:ln>
          </a:insideV>
        </a:tcBdr>
        <a:fill>
          <a:solidFill>
            <a:srgbClr val="FFFFFF"/>
          </a:solidFill>
        </a:fill>
      </a:tcStyle>
    </a:seCell>
    <a:swCell>
      <a:tcTxStyle b="on">
        <a:fontRef idx="none">
          <a:schemeClr val="accent3"/>
        </a:fontRef>
      </a:tcTxStyle>
      <a:tcStyle>
        <a:tcBdr>
          <a:left>
            <a:ln w="9525" cmpd="sng">
              <a:solidFill>
                <a:schemeClr val="accent3"/>
              </a:solidFill>
              <a:prstDash val="solid"/>
            </a:ln>
          </a:left>
          <a:right>
            <a:ln>
              <a:noFill/>
            </a:ln>
          </a:right>
          <a:top>
            <a:ln w="9525" cmpd="sng">
              <a:solidFill>
                <a:schemeClr val="accent3"/>
              </a:solidFill>
              <a:prstDash val="solid"/>
            </a:ln>
          </a:top>
          <a:bottom>
            <a:ln w="9525" cmpd="sng">
              <a:solidFill>
                <a:schemeClr val="accent3"/>
              </a:solidFill>
              <a:prstDash val="solid"/>
            </a:ln>
          </a:bottom>
          <a:insideH>
            <a:ln>
              <a:noFill/>
            </a:ln>
          </a:insideH>
          <a:insideV>
            <a:ln>
              <a:noFill/>
            </a:ln>
          </a:insideV>
        </a:tcBdr>
        <a:fill>
          <a:solidFill>
            <a:srgbClr val="FFFFFF"/>
          </a:solidFill>
        </a:fill>
      </a:tcStyle>
    </a:swCell>
    <a:firstRow>
      <a:tcTxStyle b="on">
        <a:fontRef idx="none">
          <a:srgbClr val="FFFFFF"/>
        </a:fontRef>
      </a:tcTxStyle>
      <a:tcStyle>
        <a:tcBdr>
          <a:left>
            <a:ln w="9525" cmpd="sng">
              <a:solidFill>
                <a:schemeClr val="accent3"/>
              </a:solidFill>
              <a:prstDash val="solid"/>
            </a:ln>
          </a:left>
          <a:right>
            <a:ln w="9525" cmpd="sng">
              <a:solidFill>
                <a:schemeClr val="accent3"/>
              </a:solidFill>
              <a:prstDash val="solid"/>
            </a:ln>
          </a:right>
          <a:top>
            <a:ln w="9525" cmpd="sng">
              <a:solidFill>
                <a:schemeClr val="accent3"/>
              </a:solidFill>
              <a:prstDash val="solid"/>
            </a:ln>
          </a:top>
          <a:bottom>
            <a:ln w="9525" cmpd="sng">
              <a:solidFill>
                <a:schemeClr val="accent3"/>
              </a:solidFill>
              <a:prstDash val="solid"/>
            </a:ln>
          </a:bottom>
          <a:insideH>
            <a:ln>
              <a:noFill/>
            </a:ln>
          </a:insideH>
          <a:insideV>
            <a:ln w="9525" cmpd="sng">
              <a:solidFill>
                <a:schemeClr val="accent3">
                  <a:lumMod val="40000"/>
                  <a:lumOff val="60000"/>
                </a:schemeClr>
              </a:solidFill>
              <a:prstDash val="solid"/>
            </a:ln>
          </a:insideV>
        </a:tcBdr>
        <a:fill>
          <a:solidFill>
            <a:schemeClr val="accent3"/>
          </a:solidFill>
        </a:fill>
      </a:tcStyle>
    </a:firstRow>
  </a:tblStyle>
  <a:tblStyle styleId="{BCD86A8F-BE8C-43EB-8FDC-FF1E7F300FF5}" styleName="表样式 1 25">
    <a:wholeTbl>
      <a:tcTxStyle>
        <a:fontRef idx="none">
          <a:srgbClr val="000000"/>
        </a:fontRef>
      </a:tcTxStyle>
      <a:tcStyle>
        <a:tcBdr>
          <a:left>
            <a:ln w="9525" cmpd="sng">
              <a:solidFill>
                <a:schemeClr val="accent3"/>
              </a:solidFill>
              <a:prstDash val="solid"/>
            </a:ln>
          </a:left>
          <a:right>
            <a:ln w="9525" cmpd="sng">
              <a:solidFill>
                <a:schemeClr val="accent3"/>
              </a:solidFill>
              <a:prstDash val="solid"/>
            </a:ln>
          </a:right>
          <a:top>
            <a:ln w="9525" cmpd="sng">
              <a:solidFill>
                <a:schemeClr val="accent3"/>
              </a:solidFill>
              <a:prstDash val="solid"/>
            </a:ln>
          </a:top>
          <a:bottom>
            <a:ln w="9525" cmpd="sng">
              <a:solidFill>
                <a:schemeClr val="accent3"/>
              </a:solidFill>
              <a:prstDash val="solid"/>
            </a:ln>
          </a:bottom>
          <a:insideH>
            <a:ln w="9525" cmpd="sng">
              <a:solidFill>
                <a:schemeClr val="accent3">
                  <a:lumMod val="40000"/>
                  <a:lumOff val="60000"/>
                </a:schemeClr>
              </a:solidFill>
              <a:prstDash val="solid"/>
            </a:ln>
          </a:insideH>
          <a:insideV>
            <a:ln w="9525" cmpd="sng">
              <a:solidFill>
                <a:schemeClr val="accent3">
                  <a:lumMod val="40000"/>
                  <a:lumOff val="60000"/>
                </a:schemeClr>
              </a:solidFill>
              <a:prstDash val="solid"/>
            </a:ln>
          </a:insideV>
        </a:tcBdr>
        <a:fill>
          <a:solidFill>
            <a:srgbClr val="FFFFFF"/>
          </a:solidFill>
        </a:fill>
      </a:tcStyle>
    </a:wholeTbl>
    <a:band2H>
      <a:tcTxStyle/>
      <a:tcStyle>
        <a:tcBdr/>
        <a:fill>
          <a:solidFill>
            <a:schemeClr val="accent3">
              <a:lumMod val="10000"/>
              <a:lumOff val="90000"/>
            </a:schemeClr>
          </a:solidFill>
        </a:fill>
      </a:tcStyle>
    </a:band2H>
    <a:band1V>
      <a:tcTxStyle/>
      <a:tcStyle>
        <a:tcBdr/>
        <a:fill>
          <a:solidFill>
            <a:schemeClr val="accent3">
              <a:lumMod val="10000"/>
              <a:lumOff val="90000"/>
            </a:schemeClr>
          </a:solidFill>
        </a:fill>
      </a:tcStyle>
    </a:band1V>
    <a:band2V>
      <a:tcTxStyle/>
      <a:tcStyle>
        <a:tcBdr>
          <a:left>
            <a:ln w="9525" cmpd="sng">
              <a:solidFill>
                <a:schemeClr val="accent3">
                  <a:lumMod val="40000"/>
                  <a:lumOff val="60000"/>
                </a:schemeClr>
              </a:solidFill>
              <a:prstDash val="solid"/>
            </a:ln>
          </a:left>
          <a:right>
            <a:ln w="9525" cmpd="sng">
              <a:solidFill>
                <a:schemeClr val="accent3">
                  <a:lumMod val="40000"/>
                  <a:lumOff val="60000"/>
                </a:schemeClr>
              </a:solidFill>
              <a:prstDash val="solid"/>
            </a:ln>
          </a:right>
          <a:top>
            <a:ln w="9525" cmpd="sng">
              <a:solidFill>
                <a:schemeClr val="accent3"/>
              </a:solidFill>
              <a:prstDash val="solid"/>
            </a:ln>
          </a:top>
          <a:bottom>
            <a:ln w="9525" cmpd="sng">
              <a:solidFill>
                <a:schemeClr val="accent3"/>
              </a:solidFill>
              <a:prstDash val="solid"/>
            </a:ln>
          </a:bottom>
          <a:insideH>
            <a:ln w="9525" cmpd="sng">
              <a:solidFill>
                <a:schemeClr val="accent3">
                  <a:lumMod val="40000"/>
                  <a:lumOff val="60000"/>
                </a:schemeClr>
              </a:solidFill>
              <a:prstDash val="solid"/>
            </a:ln>
          </a:insideH>
          <a:insideV>
            <a:ln>
              <a:noFill/>
            </a:ln>
          </a:insideV>
        </a:tcBdr>
      </a:tcStyle>
    </a:band2V>
    <a:lastCol>
      <a:tcTxStyle b="on">
        <a:fontRef idx="none">
          <a:srgbClr val="08090C"/>
        </a:fontRef>
      </a:tcTxStyle>
      <a:tcStyle>
        <a:tcBdr>
          <a:left>
            <a:ln w="9525" cmpd="sng">
              <a:solidFill>
                <a:schemeClr val="accent3">
                  <a:lumMod val="40000"/>
                  <a:lumOff val="60000"/>
                </a:schemeClr>
              </a:solidFill>
              <a:prstDash val="solid"/>
            </a:ln>
          </a:left>
          <a:right>
            <a:ln w="9525" cmpd="sng">
              <a:solidFill>
                <a:schemeClr val="accent3"/>
              </a:solidFill>
              <a:prstDash val="solid"/>
            </a:ln>
          </a:right>
          <a:top>
            <a:ln w="9525" cmpd="sng">
              <a:solidFill>
                <a:schemeClr val="accent3"/>
              </a:solidFill>
              <a:prstDash val="solid"/>
            </a:ln>
          </a:top>
          <a:bottom>
            <a:ln w="9525" cmpd="sng">
              <a:solidFill>
                <a:schemeClr val="accent3"/>
              </a:solidFill>
              <a:prstDash val="solid"/>
            </a:ln>
          </a:bottom>
          <a:insideH>
            <a:ln w="9525" cmpd="sng">
              <a:solidFill>
                <a:schemeClr val="accent3">
                  <a:lumMod val="40000"/>
                  <a:lumOff val="60000"/>
                </a:schemeClr>
              </a:solidFill>
              <a:prstDash val="solid"/>
            </a:ln>
          </a:insideH>
          <a:insideV>
            <a:ln>
              <a:noFill/>
            </a:ln>
          </a:insideV>
        </a:tcBdr>
        <a:fill>
          <a:solidFill>
            <a:schemeClr val="accent3">
              <a:lumMod val="20000"/>
              <a:lumOff val="80000"/>
            </a:schemeClr>
          </a:solidFill>
        </a:fill>
      </a:tcStyle>
    </a:lastCol>
    <a:firstCol>
      <a:tcTxStyle b="on">
        <a:fontRef idx="none">
          <a:srgbClr val="08090C"/>
        </a:fontRef>
      </a:tcTxStyle>
      <a:tcStyle>
        <a:tcBdr>
          <a:left>
            <a:ln w="9525" cmpd="sng">
              <a:solidFill>
                <a:schemeClr val="accent3"/>
              </a:solidFill>
              <a:prstDash val="solid"/>
            </a:ln>
          </a:left>
          <a:right>
            <a:ln w="9525" cmpd="sng">
              <a:solidFill>
                <a:schemeClr val="accent3">
                  <a:lumMod val="40000"/>
                  <a:lumOff val="60000"/>
                </a:schemeClr>
              </a:solidFill>
              <a:prstDash val="solid"/>
            </a:ln>
          </a:right>
          <a:top>
            <a:ln w="9525" cmpd="sng">
              <a:solidFill>
                <a:schemeClr val="accent3"/>
              </a:solidFill>
              <a:prstDash val="solid"/>
            </a:ln>
          </a:top>
          <a:bottom>
            <a:ln w="9525" cmpd="sng">
              <a:solidFill>
                <a:schemeClr val="accent3"/>
              </a:solidFill>
              <a:prstDash val="solid"/>
            </a:ln>
          </a:bottom>
          <a:insideH>
            <a:ln w="9525" cmpd="sng">
              <a:solidFill>
                <a:schemeClr val="accent3">
                  <a:lumMod val="40000"/>
                  <a:lumOff val="60000"/>
                </a:schemeClr>
              </a:solidFill>
              <a:prstDash val="solid"/>
            </a:ln>
          </a:insideH>
          <a:insideV>
            <a:ln>
              <a:noFill/>
            </a:ln>
          </a:insideV>
        </a:tcBdr>
        <a:fill>
          <a:solidFill>
            <a:schemeClr val="accent3">
              <a:lumMod val="20000"/>
              <a:lumOff val="80000"/>
            </a:schemeClr>
          </a:solidFill>
        </a:fill>
      </a:tcStyle>
    </a:firstCol>
    <a:lastRow>
      <a:tcTxStyle b="on">
        <a:fontRef idx="none">
          <a:schemeClr val="accent3"/>
        </a:fontRef>
      </a:tcTxStyle>
      <a:tcStyle>
        <a:tcBdr>
          <a:left>
            <a:ln w="9525" cmpd="sng">
              <a:solidFill>
                <a:schemeClr val="accent3"/>
              </a:solidFill>
              <a:prstDash val="solid"/>
            </a:ln>
          </a:left>
          <a:right>
            <a:ln w="9525" cmpd="sng">
              <a:solidFill>
                <a:schemeClr val="accent3"/>
              </a:solidFill>
              <a:prstDash val="solid"/>
            </a:ln>
          </a:right>
          <a:top>
            <a:ln w="9525" cmpd="sng">
              <a:solidFill>
                <a:schemeClr val="accent3"/>
              </a:solidFill>
              <a:prstDash val="solid"/>
            </a:ln>
          </a:top>
          <a:bottom>
            <a:ln w="9525" cmpd="sng">
              <a:solidFill>
                <a:schemeClr val="accent3"/>
              </a:solidFill>
              <a:prstDash val="solid"/>
            </a:ln>
          </a:bottom>
          <a:insideH>
            <a:ln>
              <a:noFill/>
            </a:ln>
          </a:insideH>
          <a:insideV>
            <a:ln>
              <a:noFill/>
            </a:ln>
          </a:insideV>
        </a:tcBdr>
        <a:fill>
          <a:solidFill>
            <a:srgbClr val="FFFFFF"/>
          </a:solidFill>
        </a:fill>
      </a:tcStyle>
    </a:lastRow>
    <a:seCell>
      <a:tcTxStyle/>
      <a:tcStyle>
        <a:tcBdr>
          <a:left>
            <a:ln>
              <a:noFill/>
            </a:ln>
          </a:left>
          <a:right>
            <a:ln w="9525" cmpd="sng">
              <a:solidFill>
                <a:schemeClr val="accent3"/>
              </a:solidFill>
              <a:prstDash val="solid"/>
            </a:ln>
          </a:right>
          <a:top>
            <a:ln w="9525" cmpd="sng">
              <a:solidFill>
                <a:schemeClr val="accent3"/>
              </a:solidFill>
              <a:prstDash val="solid"/>
            </a:ln>
          </a:top>
          <a:bottom>
            <a:ln w="9525" cmpd="sng">
              <a:solidFill>
                <a:schemeClr val="accent3"/>
              </a:solidFill>
              <a:prstDash val="solid"/>
            </a:ln>
          </a:bottom>
          <a:insideH>
            <a:ln>
              <a:noFill/>
            </a:ln>
          </a:insideH>
          <a:insideV>
            <a:ln>
              <a:noFill/>
            </a:ln>
          </a:insideV>
        </a:tcBdr>
        <a:fill>
          <a:solidFill>
            <a:srgbClr val="FFFFFF"/>
          </a:solidFill>
        </a:fill>
      </a:tcStyle>
    </a:seCell>
    <a:swCell>
      <a:tcTxStyle b="on">
        <a:fontRef idx="none">
          <a:schemeClr val="accent3"/>
        </a:fontRef>
      </a:tcTxStyle>
      <a:tcStyle>
        <a:tcBdr>
          <a:left>
            <a:ln w="9525" cmpd="sng">
              <a:solidFill>
                <a:schemeClr val="accent3"/>
              </a:solidFill>
              <a:prstDash val="solid"/>
            </a:ln>
          </a:left>
          <a:right>
            <a:ln>
              <a:noFill/>
            </a:ln>
          </a:right>
          <a:top>
            <a:ln w="9525" cmpd="sng">
              <a:solidFill>
                <a:schemeClr val="accent3"/>
              </a:solidFill>
              <a:prstDash val="solid"/>
            </a:ln>
          </a:top>
          <a:bottom>
            <a:ln w="9525" cmpd="sng">
              <a:solidFill>
                <a:schemeClr val="accent3"/>
              </a:solidFill>
              <a:prstDash val="solid"/>
            </a:ln>
          </a:bottom>
          <a:insideH>
            <a:ln>
              <a:noFill/>
            </a:ln>
          </a:insideH>
          <a:insideV>
            <a:ln>
              <a:noFill/>
            </a:ln>
          </a:insideV>
        </a:tcBdr>
        <a:fill>
          <a:solidFill>
            <a:srgbClr val="FFFFFF"/>
          </a:solidFill>
        </a:fill>
      </a:tcStyle>
    </a:swCell>
    <a:firstRow>
      <a:tcTxStyle b="on">
        <a:fontRef idx="none">
          <a:srgbClr val="FFFFFF"/>
        </a:fontRef>
      </a:tcTxStyle>
      <a:tcStyle>
        <a:tcBdr>
          <a:left>
            <a:ln w="9525" cmpd="sng">
              <a:solidFill>
                <a:schemeClr val="accent3"/>
              </a:solidFill>
              <a:prstDash val="solid"/>
            </a:ln>
          </a:left>
          <a:right>
            <a:ln w="9525" cmpd="sng">
              <a:solidFill>
                <a:schemeClr val="accent3"/>
              </a:solidFill>
              <a:prstDash val="solid"/>
            </a:ln>
          </a:right>
          <a:top>
            <a:ln w="9525" cmpd="sng">
              <a:solidFill>
                <a:schemeClr val="accent3"/>
              </a:solidFill>
              <a:prstDash val="solid"/>
            </a:ln>
          </a:top>
          <a:bottom>
            <a:ln w="9525" cmpd="sng">
              <a:solidFill>
                <a:schemeClr val="accent3"/>
              </a:solidFill>
              <a:prstDash val="solid"/>
            </a:ln>
          </a:bottom>
          <a:insideH>
            <a:ln>
              <a:noFill/>
            </a:ln>
          </a:insideH>
          <a:insideV>
            <a:ln w="9525" cmpd="sng">
              <a:solidFill>
                <a:schemeClr val="accent3">
                  <a:lumMod val="40000"/>
                  <a:lumOff val="60000"/>
                </a:schemeClr>
              </a:solidFill>
              <a:prstDash val="solid"/>
            </a:ln>
          </a:insideV>
        </a:tcBdr>
        <a:fill>
          <a:solidFill>
            <a:schemeClr val="accent3"/>
          </a:solidFill>
        </a:fill>
      </a:tcStyle>
    </a:firstRow>
  </a:tblStyle>
  <a:tblStyle styleId="{54251AE9-5258-4285-83EC-45549CCFCCCD}" styleName="表样式 1 25">
    <a:wholeTbl>
      <a:tcTxStyle>
        <a:fontRef idx="none">
          <a:srgbClr val="000000"/>
        </a:fontRef>
      </a:tcTxStyle>
      <a:tcStyle>
        <a:tcBdr>
          <a:left>
            <a:ln w="9525" cmpd="sng">
              <a:solidFill>
                <a:schemeClr val="accent3"/>
              </a:solidFill>
              <a:prstDash val="solid"/>
            </a:ln>
          </a:left>
          <a:right>
            <a:ln w="9525" cmpd="sng">
              <a:solidFill>
                <a:schemeClr val="accent3"/>
              </a:solidFill>
              <a:prstDash val="solid"/>
            </a:ln>
          </a:right>
          <a:top>
            <a:ln w="9525" cmpd="sng">
              <a:solidFill>
                <a:schemeClr val="accent3"/>
              </a:solidFill>
              <a:prstDash val="solid"/>
            </a:ln>
          </a:top>
          <a:bottom>
            <a:ln w="9525" cmpd="sng">
              <a:solidFill>
                <a:schemeClr val="accent3"/>
              </a:solidFill>
              <a:prstDash val="solid"/>
            </a:ln>
          </a:bottom>
          <a:insideH>
            <a:ln w="9525" cmpd="sng">
              <a:solidFill>
                <a:schemeClr val="accent3">
                  <a:lumMod val="40000"/>
                  <a:lumOff val="60000"/>
                </a:schemeClr>
              </a:solidFill>
              <a:prstDash val="solid"/>
            </a:ln>
          </a:insideH>
          <a:insideV>
            <a:ln w="9525" cmpd="sng">
              <a:solidFill>
                <a:schemeClr val="accent3">
                  <a:lumMod val="40000"/>
                  <a:lumOff val="60000"/>
                </a:schemeClr>
              </a:solidFill>
              <a:prstDash val="solid"/>
            </a:ln>
          </a:insideV>
        </a:tcBdr>
        <a:fill>
          <a:solidFill>
            <a:srgbClr val="FFFFFF"/>
          </a:solidFill>
        </a:fill>
      </a:tcStyle>
    </a:wholeTbl>
    <a:band2H>
      <a:tcTxStyle/>
      <a:tcStyle>
        <a:tcBdr/>
        <a:fill>
          <a:solidFill>
            <a:schemeClr val="accent3">
              <a:lumMod val="10000"/>
              <a:lumOff val="90000"/>
            </a:schemeClr>
          </a:solidFill>
        </a:fill>
      </a:tcStyle>
    </a:band2H>
    <a:band1V>
      <a:tcTxStyle/>
      <a:tcStyle>
        <a:tcBdr/>
        <a:fill>
          <a:solidFill>
            <a:schemeClr val="accent3">
              <a:lumMod val="10000"/>
              <a:lumOff val="90000"/>
            </a:schemeClr>
          </a:solidFill>
        </a:fill>
      </a:tcStyle>
    </a:band1V>
    <a:band2V>
      <a:tcTxStyle/>
      <a:tcStyle>
        <a:tcBdr>
          <a:left>
            <a:ln w="9525" cmpd="sng">
              <a:solidFill>
                <a:schemeClr val="accent3">
                  <a:lumMod val="40000"/>
                  <a:lumOff val="60000"/>
                </a:schemeClr>
              </a:solidFill>
              <a:prstDash val="solid"/>
            </a:ln>
          </a:left>
          <a:right>
            <a:ln w="9525" cmpd="sng">
              <a:solidFill>
                <a:schemeClr val="accent3">
                  <a:lumMod val="40000"/>
                  <a:lumOff val="60000"/>
                </a:schemeClr>
              </a:solidFill>
              <a:prstDash val="solid"/>
            </a:ln>
          </a:right>
          <a:top>
            <a:ln w="9525" cmpd="sng">
              <a:solidFill>
                <a:schemeClr val="accent3"/>
              </a:solidFill>
              <a:prstDash val="solid"/>
            </a:ln>
          </a:top>
          <a:bottom>
            <a:ln w="9525" cmpd="sng">
              <a:solidFill>
                <a:schemeClr val="accent3"/>
              </a:solidFill>
              <a:prstDash val="solid"/>
            </a:ln>
          </a:bottom>
          <a:insideH>
            <a:ln w="9525" cmpd="sng">
              <a:solidFill>
                <a:schemeClr val="accent3">
                  <a:lumMod val="40000"/>
                  <a:lumOff val="60000"/>
                </a:schemeClr>
              </a:solidFill>
              <a:prstDash val="solid"/>
            </a:ln>
          </a:insideH>
          <a:insideV>
            <a:ln>
              <a:noFill/>
            </a:ln>
          </a:insideV>
        </a:tcBdr>
      </a:tcStyle>
    </a:band2V>
    <a:lastCol>
      <a:tcTxStyle b="on">
        <a:fontRef idx="none">
          <a:srgbClr val="08090C"/>
        </a:fontRef>
      </a:tcTxStyle>
      <a:tcStyle>
        <a:tcBdr>
          <a:left>
            <a:ln w="9525" cmpd="sng">
              <a:solidFill>
                <a:schemeClr val="accent3">
                  <a:lumMod val="40000"/>
                  <a:lumOff val="60000"/>
                </a:schemeClr>
              </a:solidFill>
              <a:prstDash val="solid"/>
            </a:ln>
          </a:left>
          <a:right>
            <a:ln w="9525" cmpd="sng">
              <a:solidFill>
                <a:schemeClr val="accent3"/>
              </a:solidFill>
              <a:prstDash val="solid"/>
            </a:ln>
          </a:right>
          <a:top>
            <a:ln w="9525" cmpd="sng">
              <a:solidFill>
                <a:schemeClr val="accent3"/>
              </a:solidFill>
              <a:prstDash val="solid"/>
            </a:ln>
          </a:top>
          <a:bottom>
            <a:ln w="9525" cmpd="sng">
              <a:solidFill>
                <a:schemeClr val="accent3"/>
              </a:solidFill>
              <a:prstDash val="solid"/>
            </a:ln>
          </a:bottom>
          <a:insideH>
            <a:ln w="9525" cmpd="sng">
              <a:solidFill>
                <a:schemeClr val="accent3">
                  <a:lumMod val="40000"/>
                  <a:lumOff val="60000"/>
                </a:schemeClr>
              </a:solidFill>
              <a:prstDash val="solid"/>
            </a:ln>
          </a:insideH>
          <a:insideV>
            <a:ln>
              <a:noFill/>
            </a:ln>
          </a:insideV>
        </a:tcBdr>
        <a:fill>
          <a:solidFill>
            <a:schemeClr val="accent3">
              <a:lumMod val="20000"/>
              <a:lumOff val="80000"/>
            </a:schemeClr>
          </a:solidFill>
        </a:fill>
      </a:tcStyle>
    </a:lastCol>
    <a:firstCol>
      <a:tcTxStyle b="on">
        <a:fontRef idx="none">
          <a:srgbClr val="08090C"/>
        </a:fontRef>
      </a:tcTxStyle>
      <a:tcStyle>
        <a:tcBdr>
          <a:left>
            <a:ln w="9525" cmpd="sng">
              <a:solidFill>
                <a:schemeClr val="accent3"/>
              </a:solidFill>
              <a:prstDash val="solid"/>
            </a:ln>
          </a:left>
          <a:right>
            <a:ln w="9525" cmpd="sng">
              <a:solidFill>
                <a:schemeClr val="accent3">
                  <a:lumMod val="40000"/>
                  <a:lumOff val="60000"/>
                </a:schemeClr>
              </a:solidFill>
              <a:prstDash val="solid"/>
            </a:ln>
          </a:right>
          <a:top>
            <a:ln w="9525" cmpd="sng">
              <a:solidFill>
                <a:schemeClr val="accent3"/>
              </a:solidFill>
              <a:prstDash val="solid"/>
            </a:ln>
          </a:top>
          <a:bottom>
            <a:ln w="9525" cmpd="sng">
              <a:solidFill>
                <a:schemeClr val="accent3"/>
              </a:solidFill>
              <a:prstDash val="solid"/>
            </a:ln>
          </a:bottom>
          <a:insideH>
            <a:ln w="9525" cmpd="sng">
              <a:solidFill>
                <a:schemeClr val="accent3">
                  <a:lumMod val="40000"/>
                  <a:lumOff val="60000"/>
                </a:schemeClr>
              </a:solidFill>
              <a:prstDash val="solid"/>
            </a:ln>
          </a:insideH>
          <a:insideV>
            <a:ln>
              <a:noFill/>
            </a:ln>
          </a:insideV>
        </a:tcBdr>
        <a:fill>
          <a:solidFill>
            <a:schemeClr val="accent3">
              <a:lumMod val="20000"/>
              <a:lumOff val="80000"/>
            </a:schemeClr>
          </a:solidFill>
        </a:fill>
      </a:tcStyle>
    </a:firstCol>
    <a:lastRow>
      <a:tcTxStyle b="on">
        <a:fontRef idx="none">
          <a:schemeClr val="accent3"/>
        </a:fontRef>
      </a:tcTxStyle>
      <a:tcStyle>
        <a:tcBdr>
          <a:left>
            <a:ln w="9525" cmpd="sng">
              <a:solidFill>
                <a:schemeClr val="accent3"/>
              </a:solidFill>
              <a:prstDash val="solid"/>
            </a:ln>
          </a:left>
          <a:right>
            <a:ln w="9525" cmpd="sng">
              <a:solidFill>
                <a:schemeClr val="accent3"/>
              </a:solidFill>
              <a:prstDash val="solid"/>
            </a:ln>
          </a:right>
          <a:top>
            <a:ln w="9525" cmpd="sng">
              <a:solidFill>
                <a:schemeClr val="accent3"/>
              </a:solidFill>
              <a:prstDash val="solid"/>
            </a:ln>
          </a:top>
          <a:bottom>
            <a:ln w="9525" cmpd="sng">
              <a:solidFill>
                <a:schemeClr val="accent3"/>
              </a:solidFill>
              <a:prstDash val="solid"/>
            </a:ln>
          </a:bottom>
          <a:insideH>
            <a:ln>
              <a:noFill/>
            </a:ln>
          </a:insideH>
          <a:insideV>
            <a:ln>
              <a:noFill/>
            </a:ln>
          </a:insideV>
        </a:tcBdr>
        <a:fill>
          <a:solidFill>
            <a:srgbClr val="FFFFFF"/>
          </a:solidFill>
        </a:fill>
      </a:tcStyle>
    </a:lastRow>
    <a:seCell>
      <a:tcTxStyle/>
      <a:tcStyle>
        <a:tcBdr>
          <a:left>
            <a:ln>
              <a:noFill/>
            </a:ln>
          </a:left>
          <a:right>
            <a:ln w="9525" cmpd="sng">
              <a:solidFill>
                <a:schemeClr val="accent3"/>
              </a:solidFill>
              <a:prstDash val="solid"/>
            </a:ln>
          </a:right>
          <a:top>
            <a:ln w="9525" cmpd="sng">
              <a:solidFill>
                <a:schemeClr val="accent3"/>
              </a:solidFill>
              <a:prstDash val="solid"/>
            </a:ln>
          </a:top>
          <a:bottom>
            <a:ln w="9525" cmpd="sng">
              <a:solidFill>
                <a:schemeClr val="accent3"/>
              </a:solidFill>
              <a:prstDash val="solid"/>
            </a:ln>
          </a:bottom>
          <a:insideH>
            <a:ln>
              <a:noFill/>
            </a:ln>
          </a:insideH>
          <a:insideV>
            <a:ln>
              <a:noFill/>
            </a:ln>
          </a:insideV>
        </a:tcBdr>
        <a:fill>
          <a:solidFill>
            <a:srgbClr val="FFFFFF"/>
          </a:solidFill>
        </a:fill>
      </a:tcStyle>
    </a:seCell>
    <a:swCell>
      <a:tcTxStyle b="on">
        <a:fontRef idx="none">
          <a:schemeClr val="accent3"/>
        </a:fontRef>
      </a:tcTxStyle>
      <a:tcStyle>
        <a:tcBdr>
          <a:left>
            <a:ln w="9525" cmpd="sng">
              <a:solidFill>
                <a:schemeClr val="accent3"/>
              </a:solidFill>
              <a:prstDash val="solid"/>
            </a:ln>
          </a:left>
          <a:right>
            <a:ln>
              <a:noFill/>
            </a:ln>
          </a:right>
          <a:top>
            <a:ln w="9525" cmpd="sng">
              <a:solidFill>
                <a:schemeClr val="accent3"/>
              </a:solidFill>
              <a:prstDash val="solid"/>
            </a:ln>
          </a:top>
          <a:bottom>
            <a:ln w="9525" cmpd="sng">
              <a:solidFill>
                <a:schemeClr val="accent3"/>
              </a:solidFill>
              <a:prstDash val="solid"/>
            </a:ln>
          </a:bottom>
          <a:insideH>
            <a:ln>
              <a:noFill/>
            </a:ln>
          </a:insideH>
          <a:insideV>
            <a:ln>
              <a:noFill/>
            </a:ln>
          </a:insideV>
        </a:tcBdr>
        <a:fill>
          <a:solidFill>
            <a:srgbClr val="FFFFFF"/>
          </a:solidFill>
        </a:fill>
      </a:tcStyle>
    </a:swCell>
    <a:firstRow>
      <a:tcTxStyle b="on">
        <a:fontRef idx="none">
          <a:srgbClr val="FFFFFF"/>
        </a:fontRef>
      </a:tcTxStyle>
      <a:tcStyle>
        <a:tcBdr>
          <a:left>
            <a:ln w="9525" cmpd="sng">
              <a:solidFill>
                <a:schemeClr val="accent3"/>
              </a:solidFill>
              <a:prstDash val="solid"/>
            </a:ln>
          </a:left>
          <a:right>
            <a:ln w="9525" cmpd="sng">
              <a:solidFill>
                <a:schemeClr val="accent3"/>
              </a:solidFill>
              <a:prstDash val="solid"/>
            </a:ln>
          </a:right>
          <a:top>
            <a:ln w="9525" cmpd="sng">
              <a:solidFill>
                <a:schemeClr val="accent3"/>
              </a:solidFill>
              <a:prstDash val="solid"/>
            </a:ln>
          </a:top>
          <a:bottom>
            <a:ln w="9525" cmpd="sng">
              <a:solidFill>
                <a:schemeClr val="accent3"/>
              </a:solidFill>
              <a:prstDash val="solid"/>
            </a:ln>
          </a:bottom>
          <a:insideH>
            <a:ln>
              <a:noFill/>
            </a:ln>
          </a:insideH>
          <a:insideV>
            <a:ln w="9525" cmpd="sng">
              <a:solidFill>
                <a:schemeClr val="accent3">
                  <a:lumMod val="40000"/>
                  <a:lumOff val="60000"/>
                </a:schemeClr>
              </a:solidFill>
              <a:prstDash val="solid"/>
            </a:ln>
          </a:insideV>
        </a:tcBdr>
        <a:fill>
          <a:solidFill>
            <a:schemeClr val="accent3"/>
          </a:solidFill>
        </a:fill>
      </a:tcStyle>
    </a:firstRow>
  </a:tblStyle>
  <a:tblStyle styleId="{C7063CF3-D343-4970-B760-9FD017157734}" styleName="表样式 1 25">
    <a:wholeTbl>
      <a:tcTxStyle>
        <a:fontRef idx="none">
          <a:srgbClr val="000000"/>
        </a:fontRef>
      </a:tcTxStyle>
      <a:tcStyle>
        <a:tcBdr>
          <a:left>
            <a:ln w="9525" cmpd="sng">
              <a:solidFill>
                <a:schemeClr val="accent3"/>
              </a:solidFill>
              <a:prstDash val="solid"/>
            </a:ln>
          </a:left>
          <a:right>
            <a:ln w="9525" cmpd="sng">
              <a:solidFill>
                <a:schemeClr val="accent3"/>
              </a:solidFill>
              <a:prstDash val="solid"/>
            </a:ln>
          </a:right>
          <a:top>
            <a:ln w="9525" cmpd="sng">
              <a:solidFill>
                <a:schemeClr val="accent3"/>
              </a:solidFill>
              <a:prstDash val="solid"/>
            </a:ln>
          </a:top>
          <a:bottom>
            <a:ln w="9525" cmpd="sng">
              <a:solidFill>
                <a:schemeClr val="accent3"/>
              </a:solidFill>
              <a:prstDash val="solid"/>
            </a:ln>
          </a:bottom>
          <a:insideH>
            <a:ln w="9525" cmpd="sng">
              <a:solidFill>
                <a:schemeClr val="accent3">
                  <a:lumMod val="40000"/>
                  <a:lumOff val="60000"/>
                </a:schemeClr>
              </a:solidFill>
              <a:prstDash val="solid"/>
            </a:ln>
          </a:insideH>
          <a:insideV>
            <a:ln w="9525" cmpd="sng">
              <a:solidFill>
                <a:schemeClr val="accent3">
                  <a:lumMod val="40000"/>
                  <a:lumOff val="60000"/>
                </a:schemeClr>
              </a:solidFill>
              <a:prstDash val="solid"/>
            </a:ln>
          </a:insideV>
        </a:tcBdr>
        <a:fill>
          <a:solidFill>
            <a:srgbClr val="FFFFFF"/>
          </a:solidFill>
        </a:fill>
      </a:tcStyle>
    </a:wholeTbl>
    <a:band2H>
      <a:tcTxStyle/>
      <a:tcStyle>
        <a:tcBdr/>
        <a:fill>
          <a:solidFill>
            <a:schemeClr val="accent3">
              <a:lumMod val="10000"/>
              <a:lumOff val="90000"/>
            </a:schemeClr>
          </a:solidFill>
        </a:fill>
      </a:tcStyle>
    </a:band2H>
    <a:band1V>
      <a:tcTxStyle/>
      <a:tcStyle>
        <a:tcBdr/>
        <a:fill>
          <a:solidFill>
            <a:schemeClr val="accent3">
              <a:lumMod val="10000"/>
              <a:lumOff val="90000"/>
            </a:schemeClr>
          </a:solidFill>
        </a:fill>
      </a:tcStyle>
    </a:band1V>
    <a:band2V>
      <a:tcTxStyle/>
      <a:tcStyle>
        <a:tcBdr>
          <a:left>
            <a:ln w="9525" cmpd="sng">
              <a:solidFill>
                <a:schemeClr val="accent3">
                  <a:lumMod val="40000"/>
                  <a:lumOff val="60000"/>
                </a:schemeClr>
              </a:solidFill>
              <a:prstDash val="solid"/>
            </a:ln>
          </a:left>
          <a:right>
            <a:ln w="9525" cmpd="sng">
              <a:solidFill>
                <a:schemeClr val="accent3">
                  <a:lumMod val="40000"/>
                  <a:lumOff val="60000"/>
                </a:schemeClr>
              </a:solidFill>
              <a:prstDash val="solid"/>
            </a:ln>
          </a:right>
          <a:top>
            <a:ln w="9525" cmpd="sng">
              <a:solidFill>
                <a:schemeClr val="accent3"/>
              </a:solidFill>
              <a:prstDash val="solid"/>
            </a:ln>
          </a:top>
          <a:bottom>
            <a:ln w="9525" cmpd="sng">
              <a:solidFill>
                <a:schemeClr val="accent3"/>
              </a:solidFill>
              <a:prstDash val="solid"/>
            </a:ln>
          </a:bottom>
          <a:insideH>
            <a:ln w="9525" cmpd="sng">
              <a:solidFill>
                <a:schemeClr val="accent3">
                  <a:lumMod val="40000"/>
                  <a:lumOff val="60000"/>
                </a:schemeClr>
              </a:solidFill>
              <a:prstDash val="solid"/>
            </a:ln>
          </a:insideH>
          <a:insideV>
            <a:ln>
              <a:noFill/>
            </a:ln>
          </a:insideV>
        </a:tcBdr>
      </a:tcStyle>
    </a:band2V>
    <a:lastCol>
      <a:tcTxStyle b="on">
        <a:fontRef idx="none">
          <a:srgbClr val="08090C"/>
        </a:fontRef>
      </a:tcTxStyle>
      <a:tcStyle>
        <a:tcBdr>
          <a:left>
            <a:ln w="9525" cmpd="sng">
              <a:solidFill>
                <a:schemeClr val="accent3">
                  <a:lumMod val="40000"/>
                  <a:lumOff val="60000"/>
                </a:schemeClr>
              </a:solidFill>
              <a:prstDash val="solid"/>
            </a:ln>
          </a:left>
          <a:right>
            <a:ln w="9525" cmpd="sng">
              <a:solidFill>
                <a:schemeClr val="accent3"/>
              </a:solidFill>
              <a:prstDash val="solid"/>
            </a:ln>
          </a:right>
          <a:top>
            <a:ln w="9525" cmpd="sng">
              <a:solidFill>
                <a:schemeClr val="accent3"/>
              </a:solidFill>
              <a:prstDash val="solid"/>
            </a:ln>
          </a:top>
          <a:bottom>
            <a:ln w="9525" cmpd="sng">
              <a:solidFill>
                <a:schemeClr val="accent3"/>
              </a:solidFill>
              <a:prstDash val="solid"/>
            </a:ln>
          </a:bottom>
          <a:insideH>
            <a:ln w="9525" cmpd="sng">
              <a:solidFill>
                <a:schemeClr val="accent3">
                  <a:lumMod val="40000"/>
                  <a:lumOff val="60000"/>
                </a:schemeClr>
              </a:solidFill>
              <a:prstDash val="solid"/>
            </a:ln>
          </a:insideH>
          <a:insideV>
            <a:ln>
              <a:noFill/>
            </a:ln>
          </a:insideV>
        </a:tcBdr>
        <a:fill>
          <a:solidFill>
            <a:schemeClr val="accent3">
              <a:lumMod val="20000"/>
              <a:lumOff val="80000"/>
            </a:schemeClr>
          </a:solidFill>
        </a:fill>
      </a:tcStyle>
    </a:lastCol>
    <a:firstCol>
      <a:tcTxStyle b="on">
        <a:fontRef idx="none">
          <a:srgbClr val="08090C"/>
        </a:fontRef>
      </a:tcTxStyle>
      <a:tcStyle>
        <a:tcBdr>
          <a:left>
            <a:ln w="9525" cmpd="sng">
              <a:solidFill>
                <a:schemeClr val="accent3"/>
              </a:solidFill>
              <a:prstDash val="solid"/>
            </a:ln>
          </a:left>
          <a:right>
            <a:ln w="9525" cmpd="sng">
              <a:solidFill>
                <a:schemeClr val="accent3">
                  <a:lumMod val="40000"/>
                  <a:lumOff val="60000"/>
                </a:schemeClr>
              </a:solidFill>
              <a:prstDash val="solid"/>
            </a:ln>
          </a:right>
          <a:top>
            <a:ln w="9525" cmpd="sng">
              <a:solidFill>
                <a:schemeClr val="accent3"/>
              </a:solidFill>
              <a:prstDash val="solid"/>
            </a:ln>
          </a:top>
          <a:bottom>
            <a:ln w="9525" cmpd="sng">
              <a:solidFill>
                <a:schemeClr val="accent3"/>
              </a:solidFill>
              <a:prstDash val="solid"/>
            </a:ln>
          </a:bottom>
          <a:insideH>
            <a:ln w="9525" cmpd="sng">
              <a:solidFill>
                <a:schemeClr val="accent3">
                  <a:lumMod val="40000"/>
                  <a:lumOff val="60000"/>
                </a:schemeClr>
              </a:solidFill>
              <a:prstDash val="solid"/>
            </a:ln>
          </a:insideH>
          <a:insideV>
            <a:ln>
              <a:noFill/>
            </a:ln>
          </a:insideV>
        </a:tcBdr>
        <a:fill>
          <a:solidFill>
            <a:schemeClr val="accent3">
              <a:lumMod val="20000"/>
              <a:lumOff val="80000"/>
            </a:schemeClr>
          </a:solidFill>
        </a:fill>
      </a:tcStyle>
    </a:firstCol>
    <a:lastRow>
      <a:tcTxStyle b="on">
        <a:fontRef idx="none">
          <a:schemeClr val="accent3"/>
        </a:fontRef>
      </a:tcTxStyle>
      <a:tcStyle>
        <a:tcBdr>
          <a:left>
            <a:ln w="9525" cmpd="sng">
              <a:solidFill>
                <a:schemeClr val="accent3"/>
              </a:solidFill>
              <a:prstDash val="solid"/>
            </a:ln>
          </a:left>
          <a:right>
            <a:ln w="9525" cmpd="sng">
              <a:solidFill>
                <a:schemeClr val="accent3"/>
              </a:solidFill>
              <a:prstDash val="solid"/>
            </a:ln>
          </a:right>
          <a:top>
            <a:ln w="9525" cmpd="sng">
              <a:solidFill>
                <a:schemeClr val="accent3"/>
              </a:solidFill>
              <a:prstDash val="solid"/>
            </a:ln>
          </a:top>
          <a:bottom>
            <a:ln w="9525" cmpd="sng">
              <a:solidFill>
                <a:schemeClr val="accent3"/>
              </a:solidFill>
              <a:prstDash val="solid"/>
            </a:ln>
          </a:bottom>
          <a:insideH>
            <a:ln>
              <a:noFill/>
            </a:ln>
          </a:insideH>
          <a:insideV>
            <a:ln>
              <a:noFill/>
            </a:ln>
          </a:insideV>
        </a:tcBdr>
        <a:fill>
          <a:solidFill>
            <a:srgbClr val="FFFFFF"/>
          </a:solidFill>
        </a:fill>
      </a:tcStyle>
    </a:lastRow>
    <a:seCell>
      <a:tcTxStyle/>
      <a:tcStyle>
        <a:tcBdr>
          <a:left>
            <a:ln>
              <a:noFill/>
            </a:ln>
          </a:left>
          <a:right>
            <a:ln w="9525" cmpd="sng">
              <a:solidFill>
                <a:schemeClr val="accent3"/>
              </a:solidFill>
              <a:prstDash val="solid"/>
            </a:ln>
          </a:right>
          <a:top>
            <a:ln w="9525" cmpd="sng">
              <a:solidFill>
                <a:schemeClr val="accent3"/>
              </a:solidFill>
              <a:prstDash val="solid"/>
            </a:ln>
          </a:top>
          <a:bottom>
            <a:ln w="9525" cmpd="sng">
              <a:solidFill>
                <a:schemeClr val="accent3"/>
              </a:solidFill>
              <a:prstDash val="solid"/>
            </a:ln>
          </a:bottom>
          <a:insideH>
            <a:ln>
              <a:noFill/>
            </a:ln>
          </a:insideH>
          <a:insideV>
            <a:ln>
              <a:noFill/>
            </a:ln>
          </a:insideV>
        </a:tcBdr>
        <a:fill>
          <a:solidFill>
            <a:srgbClr val="FFFFFF"/>
          </a:solidFill>
        </a:fill>
      </a:tcStyle>
    </a:seCell>
    <a:swCell>
      <a:tcTxStyle b="on">
        <a:fontRef idx="none">
          <a:schemeClr val="accent3"/>
        </a:fontRef>
      </a:tcTxStyle>
      <a:tcStyle>
        <a:tcBdr>
          <a:left>
            <a:ln w="9525" cmpd="sng">
              <a:solidFill>
                <a:schemeClr val="accent3"/>
              </a:solidFill>
              <a:prstDash val="solid"/>
            </a:ln>
          </a:left>
          <a:right>
            <a:ln>
              <a:noFill/>
            </a:ln>
          </a:right>
          <a:top>
            <a:ln w="9525" cmpd="sng">
              <a:solidFill>
                <a:schemeClr val="accent3"/>
              </a:solidFill>
              <a:prstDash val="solid"/>
            </a:ln>
          </a:top>
          <a:bottom>
            <a:ln w="9525" cmpd="sng">
              <a:solidFill>
                <a:schemeClr val="accent3"/>
              </a:solidFill>
              <a:prstDash val="solid"/>
            </a:ln>
          </a:bottom>
          <a:insideH>
            <a:ln>
              <a:noFill/>
            </a:ln>
          </a:insideH>
          <a:insideV>
            <a:ln>
              <a:noFill/>
            </a:ln>
          </a:insideV>
        </a:tcBdr>
        <a:fill>
          <a:solidFill>
            <a:srgbClr val="FFFFFF"/>
          </a:solidFill>
        </a:fill>
      </a:tcStyle>
    </a:swCell>
    <a:firstRow>
      <a:tcTxStyle b="on">
        <a:fontRef idx="none">
          <a:srgbClr val="FFFFFF"/>
        </a:fontRef>
      </a:tcTxStyle>
      <a:tcStyle>
        <a:tcBdr>
          <a:left>
            <a:ln w="9525" cmpd="sng">
              <a:solidFill>
                <a:schemeClr val="accent3"/>
              </a:solidFill>
              <a:prstDash val="solid"/>
            </a:ln>
          </a:left>
          <a:right>
            <a:ln w="9525" cmpd="sng">
              <a:solidFill>
                <a:schemeClr val="accent3"/>
              </a:solidFill>
              <a:prstDash val="solid"/>
            </a:ln>
          </a:right>
          <a:top>
            <a:ln w="9525" cmpd="sng">
              <a:solidFill>
                <a:schemeClr val="accent3"/>
              </a:solidFill>
              <a:prstDash val="solid"/>
            </a:ln>
          </a:top>
          <a:bottom>
            <a:ln w="9525" cmpd="sng">
              <a:solidFill>
                <a:schemeClr val="accent3"/>
              </a:solidFill>
              <a:prstDash val="solid"/>
            </a:ln>
          </a:bottom>
          <a:insideH>
            <a:ln>
              <a:noFill/>
            </a:ln>
          </a:insideH>
          <a:insideV>
            <a:ln w="9525" cmpd="sng">
              <a:solidFill>
                <a:schemeClr val="accent3">
                  <a:lumMod val="40000"/>
                  <a:lumOff val="60000"/>
                </a:schemeClr>
              </a:solidFill>
              <a:prstDash val="solid"/>
            </a:ln>
          </a:insideV>
        </a:tcBdr>
        <a:fill>
          <a:solidFill>
            <a:schemeClr val="accent3"/>
          </a:solidFill>
        </a:fill>
      </a:tcStyle>
    </a:firstRow>
  </a:tblStyle>
  <a:tblStyle styleId="{1AB1900B-82CA-4673-B68A-F27615D98006}" styleName="表样式 1 25">
    <a:wholeTbl>
      <a:tcTxStyle>
        <a:fontRef idx="none">
          <a:srgbClr val="000000"/>
        </a:fontRef>
      </a:tcTxStyle>
      <a:tcStyle>
        <a:tcBdr>
          <a:left>
            <a:ln w="9525" cmpd="sng">
              <a:solidFill>
                <a:schemeClr val="accent3"/>
              </a:solidFill>
              <a:prstDash val="solid"/>
            </a:ln>
          </a:left>
          <a:right>
            <a:ln w="9525" cmpd="sng">
              <a:solidFill>
                <a:schemeClr val="accent3"/>
              </a:solidFill>
              <a:prstDash val="solid"/>
            </a:ln>
          </a:right>
          <a:top>
            <a:ln w="9525" cmpd="sng">
              <a:solidFill>
                <a:schemeClr val="accent3"/>
              </a:solidFill>
              <a:prstDash val="solid"/>
            </a:ln>
          </a:top>
          <a:bottom>
            <a:ln w="9525" cmpd="sng">
              <a:solidFill>
                <a:schemeClr val="accent3"/>
              </a:solidFill>
              <a:prstDash val="solid"/>
            </a:ln>
          </a:bottom>
          <a:insideH>
            <a:ln w="9525" cmpd="sng">
              <a:solidFill>
                <a:schemeClr val="accent3">
                  <a:lumMod val="40000"/>
                  <a:lumOff val="60000"/>
                </a:schemeClr>
              </a:solidFill>
              <a:prstDash val="solid"/>
            </a:ln>
          </a:insideH>
          <a:insideV>
            <a:ln w="9525" cmpd="sng">
              <a:solidFill>
                <a:schemeClr val="accent3">
                  <a:lumMod val="40000"/>
                  <a:lumOff val="60000"/>
                </a:schemeClr>
              </a:solidFill>
              <a:prstDash val="solid"/>
            </a:ln>
          </a:insideV>
        </a:tcBdr>
        <a:fill>
          <a:solidFill>
            <a:srgbClr val="FFFFFF"/>
          </a:solidFill>
        </a:fill>
      </a:tcStyle>
    </a:wholeTbl>
    <a:band2H>
      <a:tcTxStyle/>
      <a:tcStyle>
        <a:tcBdr/>
        <a:fill>
          <a:solidFill>
            <a:schemeClr val="accent3">
              <a:lumMod val="10000"/>
              <a:lumOff val="90000"/>
            </a:schemeClr>
          </a:solidFill>
        </a:fill>
      </a:tcStyle>
    </a:band2H>
    <a:band1V>
      <a:tcTxStyle/>
      <a:tcStyle>
        <a:tcBdr/>
        <a:fill>
          <a:solidFill>
            <a:schemeClr val="accent3">
              <a:lumMod val="10000"/>
              <a:lumOff val="90000"/>
            </a:schemeClr>
          </a:solidFill>
        </a:fill>
      </a:tcStyle>
    </a:band1V>
    <a:band2V>
      <a:tcTxStyle/>
      <a:tcStyle>
        <a:tcBdr>
          <a:left>
            <a:ln w="9525" cmpd="sng">
              <a:solidFill>
                <a:schemeClr val="accent3">
                  <a:lumMod val="40000"/>
                  <a:lumOff val="60000"/>
                </a:schemeClr>
              </a:solidFill>
              <a:prstDash val="solid"/>
            </a:ln>
          </a:left>
          <a:right>
            <a:ln w="9525" cmpd="sng">
              <a:solidFill>
                <a:schemeClr val="accent3">
                  <a:lumMod val="40000"/>
                  <a:lumOff val="60000"/>
                </a:schemeClr>
              </a:solidFill>
              <a:prstDash val="solid"/>
            </a:ln>
          </a:right>
          <a:top>
            <a:ln w="9525" cmpd="sng">
              <a:solidFill>
                <a:schemeClr val="accent3"/>
              </a:solidFill>
              <a:prstDash val="solid"/>
            </a:ln>
          </a:top>
          <a:bottom>
            <a:ln w="9525" cmpd="sng">
              <a:solidFill>
                <a:schemeClr val="accent3"/>
              </a:solidFill>
              <a:prstDash val="solid"/>
            </a:ln>
          </a:bottom>
          <a:insideH>
            <a:ln w="9525" cmpd="sng">
              <a:solidFill>
                <a:schemeClr val="accent3">
                  <a:lumMod val="40000"/>
                  <a:lumOff val="60000"/>
                </a:schemeClr>
              </a:solidFill>
              <a:prstDash val="solid"/>
            </a:ln>
          </a:insideH>
          <a:insideV>
            <a:ln>
              <a:noFill/>
            </a:ln>
          </a:insideV>
        </a:tcBdr>
      </a:tcStyle>
    </a:band2V>
    <a:lastCol>
      <a:tcTxStyle b="on">
        <a:fontRef idx="none">
          <a:srgbClr val="08090C"/>
        </a:fontRef>
      </a:tcTxStyle>
      <a:tcStyle>
        <a:tcBdr>
          <a:left>
            <a:ln w="9525" cmpd="sng">
              <a:solidFill>
                <a:schemeClr val="accent3">
                  <a:lumMod val="40000"/>
                  <a:lumOff val="60000"/>
                </a:schemeClr>
              </a:solidFill>
              <a:prstDash val="solid"/>
            </a:ln>
          </a:left>
          <a:right>
            <a:ln w="9525" cmpd="sng">
              <a:solidFill>
                <a:schemeClr val="accent3"/>
              </a:solidFill>
              <a:prstDash val="solid"/>
            </a:ln>
          </a:right>
          <a:top>
            <a:ln w="9525" cmpd="sng">
              <a:solidFill>
                <a:schemeClr val="accent3"/>
              </a:solidFill>
              <a:prstDash val="solid"/>
            </a:ln>
          </a:top>
          <a:bottom>
            <a:ln w="9525" cmpd="sng">
              <a:solidFill>
                <a:schemeClr val="accent3"/>
              </a:solidFill>
              <a:prstDash val="solid"/>
            </a:ln>
          </a:bottom>
          <a:insideH>
            <a:ln w="9525" cmpd="sng">
              <a:solidFill>
                <a:schemeClr val="accent3">
                  <a:lumMod val="40000"/>
                  <a:lumOff val="60000"/>
                </a:schemeClr>
              </a:solidFill>
              <a:prstDash val="solid"/>
            </a:ln>
          </a:insideH>
          <a:insideV>
            <a:ln>
              <a:noFill/>
            </a:ln>
          </a:insideV>
        </a:tcBdr>
        <a:fill>
          <a:solidFill>
            <a:schemeClr val="accent3">
              <a:lumMod val="20000"/>
              <a:lumOff val="80000"/>
            </a:schemeClr>
          </a:solidFill>
        </a:fill>
      </a:tcStyle>
    </a:lastCol>
    <a:firstCol>
      <a:tcTxStyle b="on">
        <a:fontRef idx="none">
          <a:srgbClr val="08090C"/>
        </a:fontRef>
      </a:tcTxStyle>
      <a:tcStyle>
        <a:tcBdr>
          <a:left>
            <a:ln w="9525" cmpd="sng">
              <a:solidFill>
                <a:schemeClr val="accent3"/>
              </a:solidFill>
              <a:prstDash val="solid"/>
            </a:ln>
          </a:left>
          <a:right>
            <a:ln w="9525" cmpd="sng">
              <a:solidFill>
                <a:schemeClr val="accent3">
                  <a:lumMod val="40000"/>
                  <a:lumOff val="60000"/>
                </a:schemeClr>
              </a:solidFill>
              <a:prstDash val="solid"/>
            </a:ln>
          </a:right>
          <a:top>
            <a:ln w="9525" cmpd="sng">
              <a:solidFill>
                <a:schemeClr val="accent3"/>
              </a:solidFill>
              <a:prstDash val="solid"/>
            </a:ln>
          </a:top>
          <a:bottom>
            <a:ln w="9525" cmpd="sng">
              <a:solidFill>
                <a:schemeClr val="accent3"/>
              </a:solidFill>
              <a:prstDash val="solid"/>
            </a:ln>
          </a:bottom>
          <a:insideH>
            <a:ln w="9525" cmpd="sng">
              <a:solidFill>
                <a:schemeClr val="accent3">
                  <a:lumMod val="40000"/>
                  <a:lumOff val="60000"/>
                </a:schemeClr>
              </a:solidFill>
              <a:prstDash val="solid"/>
            </a:ln>
          </a:insideH>
          <a:insideV>
            <a:ln>
              <a:noFill/>
            </a:ln>
          </a:insideV>
        </a:tcBdr>
        <a:fill>
          <a:solidFill>
            <a:schemeClr val="accent3">
              <a:lumMod val="20000"/>
              <a:lumOff val="80000"/>
            </a:schemeClr>
          </a:solidFill>
        </a:fill>
      </a:tcStyle>
    </a:firstCol>
    <a:lastRow>
      <a:tcTxStyle b="on">
        <a:fontRef idx="none">
          <a:schemeClr val="accent3"/>
        </a:fontRef>
      </a:tcTxStyle>
      <a:tcStyle>
        <a:tcBdr>
          <a:left>
            <a:ln w="9525" cmpd="sng">
              <a:solidFill>
                <a:schemeClr val="accent3"/>
              </a:solidFill>
              <a:prstDash val="solid"/>
            </a:ln>
          </a:left>
          <a:right>
            <a:ln w="9525" cmpd="sng">
              <a:solidFill>
                <a:schemeClr val="accent3"/>
              </a:solidFill>
              <a:prstDash val="solid"/>
            </a:ln>
          </a:right>
          <a:top>
            <a:ln w="9525" cmpd="sng">
              <a:solidFill>
                <a:schemeClr val="accent3"/>
              </a:solidFill>
              <a:prstDash val="solid"/>
            </a:ln>
          </a:top>
          <a:bottom>
            <a:ln w="9525" cmpd="sng">
              <a:solidFill>
                <a:schemeClr val="accent3"/>
              </a:solidFill>
              <a:prstDash val="solid"/>
            </a:ln>
          </a:bottom>
          <a:insideH>
            <a:ln>
              <a:noFill/>
            </a:ln>
          </a:insideH>
          <a:insideV>
            <a:ln>
              <a:noFill/>
            </a:ln>
          </a:insideV>
        </a:tcBdr>
        <a:fill>
          <a:solidFill>
            <a:srgbClr val="FFFFFF"/>
          </a:solidFill>
        </a:fill>
      </a:tcStyle>
    </a:lastRow>
    <a:seCell>
      <a:tcTxStyle/>
      <a:tcStyle>
        <a:tcBdr>
          <a:left>
            <a:ln>
              <a:noFill/>
            </a:ln>
          </a:left>
          <a:right>
            <a:ln w="9525" cmpd="sng">
              <a:solidFill>
                <a:schemeClr val="accent3"/>
              </a:solidFill>
              <a:prstDash val="solid"/>
            </a:ln>
          </a:right>
          <a:top>
            <a:ln w="9525" cmpd="sng">
              <a:solidFill>
                <a:schemeClr val="accent3"/>
              </a:solidFill>
              <a:prstDash val="solid"/>
            </a:ln>
          </a:top>
          <a:bottom>
            <a:ln w="9525" cmpd="sng">
              <a:solidFill>
                <a:schemeClr val="accent3"/>
              </a:solidFill>
              <a:prstDash val="solid"/>
            </a:ln>
          </a:bottom>
          <a:insideH>
            <a:ln>
              <a:noFill/>
            </a:ln>
          </a:insideH>
          <a:insideV>
            <a:ln>
              <a:noFill/>
            </a:ln>
          </a:insideV>
        </a:tcBdr>
        <a:fill>
          <a:solidFill>
            <a:srgbClr val="FFFFFF"/>
          </a:solidFill>
        </a:fill>
      </a:tcStyle>
    </a:seCell>
    <a:swCell>
      <a:tcTxStyle b="on">
        <a:fontRef idx="none">
          <a:schemeClr val="accent3"/>
        </a:fontRef>
      </a:tcTxStyle>
      <a:tcStyle>
        <a:tcBdr>
          <a:left>
            <a:ln w="9525" cmpd="sng">
              <a:solidFill>
                <a:schemeClr val="accent3"/>
              </a:solidFill>
              <a:prstDash val="solid"/>
            </a:ln>
          </a:left>
          <a:right>
            <a:ln>
              <a:noFill/>
            </a:ln>
          </a:right>
          <a:top>
            <a:ln w="9525" cmpd="sng">
              <a:solidFill>
                <a:schemeClr val="accent3"/>
              </a:solidFill>
              <a:prstDash val="solid"/>
            </a:ln>
          </a:top>
          <a:bottom>
            <a:ln w="9525" cmpd="sng">
              <a:solidFill>
                <a:schemeClr val="accent3"/>
              </a:solidFill>
              <a:prstDash val="solid"/>
            </a:ln>
          </a:bottom>
          <a:insideH>
            <a:ln>
              <a:noFill/>
            </a:ln>
          </a:insideH>
          <a:insideV>
            <a:ln>
              <a:noFill/>
            </a:ln>
          </a:insideV>
        </a:tcBdr>
        <a:fill>
          <a:solidFill>
            <a:srgbClr val="FFFFFF"/>
          </a:solidFill>
        </a:fill>
      </a:tcStyle>
    </a:swCell>
    <a:firstRow>
      <a:tcTxStyle b="on">
        <a:fontRef idx="none">
          <a:srgbClr val="FFFFFF"/>
        </a:fontRef>
      </a:tcTxStyle>
      <a:tcStyle>
        <a:tcBdr>
          <a:left>
            <a:ln w="9525" cmpd="sng">
              <a:solidFill>
                <a:schemeClr val="accent3"/>
              </a:solidFill>
              <a:prstDash val="solid"/>
            </a:ln>
          </a:left>
          <a:right>
            <a:ln w="9525" cmpd="sng">
              <a:solidFill>
                <a:schemeClr val="accent3"/>
              </a:solidFill>
              <a:prstDash val="solid"/>
            </a:ln>
          </a:right>
          <a:top>
            <a:ln w="9525" cmpd="sng">
              <a:solidFill>
                <a:schemeClr val="accent3"/>
              </a:solidFill>
              <a:prstDash val="solid"/>
            </a:ln>
          </a:top>
          <a:bottom>
            <a:ln w="9525" cmpd="sng">
              <a:solidFill>
                <a:schemeClr val="accent3"/>
              </a:solidFill>
              <a:prstDash val="solid"/>
            </a:ln>
          </a:bottom>
          <a:insideH>
            <a:ln>
              <a:noFill/>
            </a:ln>
          </a:insideH>
          <a:insideV>
            <a:ln w="9525" cmpd="sng">
              <a:solidFill>
                <a:schemeClr val="accent3">
                  <a:lumMod val="40000"/>
                  <a:lumOff val="60000"/>
                </a:schemeClr>
              </a:solidFill>
              <a:prstDash val="solid"/>
            </a:ln>
          </a:insideV>
        </a:tcBdr>
        <a:fill>
          <a:solidFill>
            <a:schemeClr val="accent3"/>
          </a:solidFill>
        </a:fill>
      </a:tcStyle>
    </a:firstRow>
  </a:tblStyle>
  <a:tblStyle styleId="{F096261C-A542-429C-82EA-CC60FEA6DF8D}" styleName="表样式 1 25">
    <a:wholeTbl>
      <a:tcTxStyle>
        <a:fontRef idx="none">
          <a:srgbClr val="000000"/>
        </a:fontRef>
      </a:tcTxStyle>
      <a:tcStyle>
        <a:tcBdr>
          <a:left>
            <a:ln w="9525" cmpd="sng">
              <a:solidFill>
                <a:schemeClr val="accent3"/>
              </a:solidFill>
              <a:prstDash val="solid"/>
            </a:ln>
          </a:left>
          <a:right>
            <a:ln w="9525" cmpd="sng">
              <a:solidFill>
                <a:schemeClr val="accent3"/>
              </a:solidFill>
              <a:prstDash val="solid"/>
            </a:ln>
          </a:right>
          <a:top>
            <a:ln w="9525" cmpd="sng">
              <a:solidFill>
                <a:schemeClr val="accent3"/>
              </a:solidFill>
              <a:prstDash val="solid"/>
            </a:ln>
          </a:top>
          <a:bottom>
            <a:ln w="9525" cmpd="sng">
              <a:solidFill>
                <a:schemeClr val="accent3"/>
              </a:solidFill>
              <a:prstDash val="solid"/>
            </a:ln>
          </a:bottom>
          <a:insideH>
            <a:ln w="9525" cmpd="sng">
              <a:solidFill>
                <a:schemeClr val="accent3">
                  <a:lumMod val="40000"/>
                  <a:lumOff val="60000"/>
                </a:schemeClr>
              </a:solidFill>
              <a:prstDash val="solid"/>
            </a:ln>
          </a:insideH>
          <a:insideV>
            <a:ln w="9525" cmpd="sng">
              <a:solidFill>
                <a:schemeClr val="accent3">
                  <a:lumMod val="40000"/>
                  <a:lumOff val="60000"/>
                </a:schemeClr>
              </a:solidFill>
              <a:prstDash val="solid"/>
            </a:ln>
          </a:insideV>
        </a:tcBdr>
        <a:fill>
          <a:solidFill>
            <a:srgbClr val="FFFFFF"/>
          </a:solidFill>
        </a:fill>
      </a:tcStyle>
    </a:wholeTbl>
    <a:band2H>
      <a:tcTxStyle/>
      <a:tcStyle>
        <a:tcBdr/>
        <a:fill>
          <a:solidFill>
            <a:schemeClr val="accent3">
              <a:lumMod val="10000"/>
              <a:lumOff val="90000"/>
            </a:schemeClr>
          </a:solidFill>
        </a:fill>
      </a:tcStyle>
    </a:band2H>
    <a:band1V>
      <a:tcTxStyle/>
      <a:tcStyle>
        <a:tcBdr>
          <a:left>
            <a:ln w="9525" cmpd="sng">
              <a:solidFill>
                <a:schemeClr val="accent3"/>
              </a:solidFill>
              <a:prstDash val="solid"/>
            </a:ln>
          </a:left>
          <a:right>
            <a:ln w="9525" cmpd="sng">
              <a:solidFill>
                <a:schemeClr val="accent3"/>
              </a:solidFill>
              <a:prstDash val="solid"/>
            </a:ln>
          </a:right>
          <a:top>
            <a:ln w="9525" cmpd="sng">
              <a:solidFill>
                <a:schemeClr val="accent3"/>
              </a:solidFill>
              <a:prstDash val="solid"/>
            </a:ln>
          </a:top>
          <a:bottom>
            <a:ln w="9525" cmpd="sng">
              <a:solidFill>
                <a:schemeClr val="accent3"/>
              </a:solidFill>
              <a:prstDash val="solid"/>
            </a:ln>
          </a:bottom>
          <a:insideH>
            <a:ln w="9525" cmpd="sng">
              <a:solidFill>
                <a:schemeClr val="accent3">
                  <a:lumMod val="40000"/>
                  <a:lumOff val="60000"/>
                </a:schemeClr>
              </a:solidFill>
              <a:prstDash val="solid"/>
            </a:ln>
          </a:insideH>
          <a:insideV>
            <a:ln w="9525" cmpd="sng">
              <a:solidFill>
                <a:schemeClr val="accent3">
                  <a:lumMod val="40000"/>
                  <a:lumOff val="60000"/>
                </a:schemeClr>
              </a:solidFill>
              <a:prstDash val="solid"/>
            </a:ln>
          </a:insideV>
        </a:tcBdr>
        <a:fill>
          <a:solidFill>
            <a:schemeClr val="accent3">
              <a:lumMod val="10000"/>
              <a:lumOff val="90000"/>
            </a:schemeClr>
          </a:solidFill>
        </a:fill>
      </a:tcStyle>
    </a:band1V>
    <a:band2V>
      <a:tcTxStyle/>
      <a:tcStyle>
        <a:tcBdr>
          <a:left>
            <a:ln w="9525" cmpd="sng">
              <a:solidFill>
                <a:schemeClr val="accent3">
                  <a:lumMod val="40000"/>
                  <a:lumOff val="60000"/>
                </a:schemeClr>
              </a:solidFill>
              <a:prstDash val="solid"/>
            </a:ln>
          </a:left>
          <a:right>
            <a:ln w="9525" cmpd="sng">
              <a:solidFill>
                <a:schemeClr val="accent3">
                  <a:lumMod val="40000"/>
                  <a:lumOff val="60000"/>
                </a:schemeClr>
              </a:solidFill>
              <a:prstDash val="solid"/>
            </a:ln>
          </a:right>
          <a:top>
            <a:ln w="9525" cmpd="sng">
              <a:solidFill>
                <a:schemeClr val="accent3"/>
              </a:solidFill>
              <a:prstDash val="solid"/>
            </a:ln>
          </a:top>
          <a:bottom>
            <a:ln w="9525" cmpd="sng">
              <a:solidFill>
                <a:schemeClr val="accent3"/>
              </a:solidFill>
              <a:prstDash val="solid"/>
            </a:ln>
          </a:bottom>
          <a:insideH>
            <a:ln w="9525" cmpd="sng">
              <a:solidFill>
                <a:schemeClr val="accent3">
                  <a:lumMod val="40000"/>
                  <a:lumOff val="60000"/>
                </a:schemeClr>
              </a:solidFill>
              <a:prstDash val="solid"/>
            </a:ln>
          </a:insideH>
          <a:insideV>
            <a:ln>
              <a:noFill/>
            </a:ln>
          </a:insideV>
        </a:tcBdr>
      </a:tcStyle>
    </a:band2V>
    <a:lastCol>
      <a:tcTxStyle b="on">
        <a:fontRef idx="none">
          <a:srgbClr val="08090C"/>
        </a:fontRef>
      </a:tcTxStyle>
      <a:tcStyle>
        <a:tcBdr>
          <a:left>
            <a:ln w="9525" cmpd="sng">
              <a:solidFill>
                <a:schemeClr val="accent3">
                  <a:lumMod val="40000"/>
                  <a:lumOff val="60000"/>
                </a:schemeClr>
              </a:solidFill>
              <a:prstDash val="solid"/>
            </a:ln>
          </a:left>
          <a:right>
            <a:ln w="9525" cmpd="sng">
              <a:solidFill>
                <a:schemeClr val="accent3"/>
              </a:solidFill>
              <a:prstDash val="solid"/>
            </a:ln>
          </a:right>
          <a:top>
            <a:ln w="9525" cmpd="sng">
              <a:solidFill>
                <a:schemeClr val="accent3"/>
              </a:solidFill>
              <a:prstDash val="solid"/>
            </a:ln>
          </a:top>
          <a:bottom>
            <a:ln w="9525" cmpd="sng">
              <a:solidFill>
                <a:schemeClr val="accent3"/>
              </a:solidFill>
              <a:prstDash val="solid"/>
            </a:ln>
          </a:bottom>
          <a:insideH>
            <a:ln w="9525" cmpd="sng">
              <a:solidFill>
                <a:schemeClr val="accent3">
                  <a:lumMod val="40000"/>
                  <a:lumOff val="60000"/>
                </a:schemeClr>
              </a:solidFill>
              <a:prstDash val="solid"/>
            </a:ln>
          </a:insideH>
          <a:insideV>
            <a:ln>
              <a:noFill/>
            </a:ln>
          </a:insideV>
        </a:tcBdr>
        <a:fill>
          <a:solidFill>
            <a:schemeClr val="accent3">
              <a:lumMod val="20000"/>
              <a:lumOff val="80000"/>
            </a:schemeClr>
          </a:solidFill>
        </a:fill>
      </a:tcStyle>
    </a:lastCol>
    <a:firstCol>
      <a:tcTxStyle b="on">
        <a:fontRef idx="none">
          <a:srgbClr val="08090C"/>
        </a:fontRef>
      </a:tcTxStyle>
      <a:tcStyle>
        <a:tcBdr>
          <a:left>
            <a:ln w="9525" cmpd="sng">
              <a:solidFill>
                <a:schemeClr val="accent3"/>
              </a:solidFill>
              <a:prstDash val="solid"/>
            </a:ln>
          </a:left>
          <a:right>
            <a:ln w="9525" cmpd="sng">
              <a:solidFill>
                <a:schemeClr val="accent3">
                  <a:lumMod val="40000"/>
                  <a:lumOff val="60000"/>
                </a:schemeClr>
              </a:solidFill>
              <a:prstDash val="solid"/>
            </a:ln>
          </a:right>
          <a:top>
            <a:ln w="9525" cmpd="sng">
              <a:solidFill>
                <a:schemeClr val="accent3"/>
              </a:solidFill>
              <a:prstDash val="solid"/>
            </a:ln>
          </a:top>
          <a:bottom>
            <a:ln w="9525" cmpd="sng">
              <a:solidFill>
                <a:schemeClr val="accent3"/>
              </a:solidFill>
              <a:prstDash val="solid"/>
            </a:ln>
          </a:bottom>
          <a:insideH>
            <a:ln w="9525" cmpd="sng">
              <a:solidFill>
                <a:schemeClr val="accent3">
                  <a:lumMod val="40000"/>
                  <a:lumOff val="60000"/>
                </a:schemeClr>
              </a:solidFill>
              <a:prstDash val="solid"/>
            </a:ln>
          </a:insideH>
          <a:insideV>
            <a:ln>
              <a:noFill/>
            </a:ln>
          </a:insideV>
        </a:tcBdr>
        <a:fill>
          <a:solidFill>
            <a:schemeClr val="accent3">
              <a:lumMod val="20000"/>
              <a:lumOff val="80000"/>
            </a:schemeClr>
          </a:solidFill>
        </a:fill>
      </a:tcStyle>
    </a:firstCol>
    <a:lastRow>
      <a:tcTxStyle b="on">
        <a:fontRef idx="none">
          <a:schemeClr val="accent3"/>
        </a:fontRef>
      </a:tcTxStyle>
      <a:tcStyle>
        <a:tcBdr>
          <a:left>
            <a:ln w="9525" cmpd="sng">
              <a:solidFill>
                <a:schemeClr val="accent3"/>
              </a:solidFill>
              <a:prstDash val="solid"/>
            </a:ln>
          </a:left>
          <a:right>
            <a:ln w="9525" cmpd="sng">
              <a:solidFill>
                <a:schemeClr val="accent3"/>
              </a:solidFill>
              <a:prstDash val="solid"/>
            </a:ln>
          </a:right>
          <a:top>
            <a:ln w="9525" cmpd="sng">
              <a:solidFill>
                <a:schemeClr val="accent3"/>
              </a:solidFill>
              <a:prstDash val="solid"/>
            </a:ln>
          </a:top>
          <a:bottom>
            <a:ln w="9525" cmpd="sng">
              <a:solidFill>
                <a:schemeClr val="accent3"/>
              </a:solidFill>
              <a:prstDash val="solid"/>
            </a:ln>
          </a:bottom>
          <a:insideH>
            <a:ln>
              <a:noFill/>
            </a:ln>
          </a:insideH>
          <a:insideV>
            <a:ln>
              <a:noFill/>
            </a:ln>
          </a:insideV>
        </a:tcBdr>
        <a:fill>
          <a:solidFill>
            <a:srgbClr val="FFFFFF"/>
          </a:solidFill>
        </a:fill>
      </a:tcStyle>
    </a:lastRow>
    <a:seCell>
      <a:tcTxStyle/>
      <a:tcStyle>
        <a:tcBdr>
          <a:left>
            <a:ln>
              <a:noFill/>
            </a:ln>
          </a:left>
          <a:right>
            <a:ln w="9525" cmpd="sng">
              <a:solidFill>
                <a:schemeClr val="accent3"/>
              </a:solidFill>
              <a:prstDash val="solid"/>
            </a:ln>
          </a:right>
          <a:top>
            <a:ln w="9525" cmpd="sng">
              <a:solidFill>
                <a:schemeClr val="accent3"/>
              </a:solidFill>
              <a:prstDash val="solid"/>
            </a:ln>
          </a:top>
          <a:bottom>
            <a:ln w="9525" cmpd="sng">
              <a:solidFill>
                <a:schemeClr val="accent3"/>
              </a:solidFill>
              <a:prstDash val="solid"/>
            </a:ln>
          </a:bottom>
          <a:insideH>
            <a:ln>
              <a:noFill/>
            </a:ln>
          </a:insideH>
          <a:insideV>
            <a:ln>
              <a:noFill/>
            </a:ln>
          </a:insideV>
        </a:tcBdr>
        <a:fill>
          <a:solidFill>
            <a:srgbClr val="FFFFFF"/>
          </a:solidFill>
        </a:fill>
      </a:tcStyle>
    </a:seCell>
    <a:swCell>
      <a:tcTxStyle b="on">
        <a:fontRef idx="none">
          <a:schemeClr val="accent3"/>
        </a:fontRef>
      </a:tcTxStyle>
      <a:tcStyle>
        <a:tcBdr>
          <a:left>
            <a:ln w="9525" cmpd="sng">
              <a:solidFill>
                <a:schemeClr val="accent3"/>
              </a:solidFill>
              <a:prstDash val="solid"/>
            </a:ln>
          </a:left>
          <a:right>
            <a:ln>
              <a:noFill/>
            </a:ln>
          </a:right>
          <a:top>
            <a:ln w="9525" cmpd="sng">
              <a:solidFill>
                <a:schemeClr val="accent3"/>
              </a:solidFill>
              <a:prstDash val="solid"/>
            </a:ln>
          </a:top>
          <a:bottom>
            <a:ln w="9525" cmpd="sng">
              <a:solidFill>
                <a:schemeClr val="accent3"/>
              </a:solidFill>
              <a:prstDash val="solid"/>
            </a:ln>
          </a:bottom>
          <a:insideH>
            <a:ln>
              <a:noFill/>
            </a:ln>
          </a:insideH>
          <a:insideV>
            <a:ln>
              <a:noFill/>
            </a:ln>
          </a:insideV>
        </a:tcBdr>
        <a:fill>
          <a:solidFill>
            <a:srgbClr val="FFFFFF"/>
          </a:solidFill>
        </a:fill>
      </a:tcStyle>
    </a:swCell>
    <a:firstRow>
      <a:tcTxStyle b="on">
        <a:fontRef idx="none">
          <a:srgbClr val="FFFFFF"/>
        </a:fontRef>
      </a:tcTxStyle>
      <a:tcStyle>
        <a:tcBdr>
          <a:left>
            <a:ln w="9525" cmpd="sng">
              <a:solidFill>
                <a:schemeClr val="accent3"/>
              </a:solidFill>
              <a:prstDash val="solid"/>
            </a:ln>
          </a:left>
          <a:right>
            <a:ln w="9525" cmpd="sng">
              <a:solidFill>
                <a:schemeClr val="accent3"/>
              </a:solidFill>
              <a:prstDash val="solid"/>
            </a:ln>
          </a:right>
          <a:top>
            <a:ln w="9525" cmpd="sng">
              <a:solidFill>
                <a:schemeClr val="accent3"/>
              </a:solidFill>
              <a:prstDash val="solid"/>
            </a:ln>
          </a:top>
          <a:bottom>
            <a:ln w="9525" cmpd="sng">
              <a:solidFill>
                <a:schemeClr val="accent3"/>
              </a:solidFill>
              <a:prstDash val="solid"/>
            </a:ln>
          </a:bottom>
          <a:insideH>
            <a:ln>
              <a:noFill/>
            </a:ln>
          </a:insideH>
          <a:insideV>
            <a:ln w="9525" cmpd="sng">
              <a:solidFill>
                <a:schemeClr val="accent3">
                  <a:lumMod val="40000"/>
                  <a:lumOff val="60000"/>
                </a:schemeClr>
              </a:solidFill>
              <a:prstDash val="solid"/>
            </a:ln>
          </a:insideV>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1667" autoAdjust="0"/>
  </p:normalViewPr>
  <p:slideViewPr>
    <p:cSldViewPr showGuides="1">
      <p:cViewPr varScale="1">
        <p:scale>
          <a:sx n="81" d="100"/>
          <a:sy n="81" d="100"/>
        </p:scale>
        <p:origin x="1017" y="4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7" Type="http://schemas.openxmlformats.org/officeDocument/2006/relationships/tags" Target="tags/tag870.xml"/><Relationship Id="rId66" Type="http://schemas.openxmlformats.org/officeDocument/2006/relationships/font" Target="fonts/font10.fntdata"/><Relationship Id="rId65" Type="http://schemas.openxmlformats.org/officeDocument/2006/relationships/font" Target="fonts/font9.fntdata"/><Relationship Id="rId64" Type="http://schemas.openxmlformats.org/officeDocument/2006/relationships/font" Target="fonts/font8.fntdata"/><Relationship Id="rId63" Type="http://schemas.openxmlformats.org/officeDocument/2006/relationships/font" Target="fonts/font7.fntdata"/><Relationship Id="rId62" Type="http://schemas.openxmlformats.org/officeDocument/2006/relationships/font" Target="fonts/font6.fntdata"/><Relationship Id="rId61" Type="http://schemas.openxmlformats.org/officeDocument/2006/relationships/font" Target="fonts/font5.fntdata"/><Relationship Id="rId60" Type="http://schemas.openxmlformats.org/officeDocument/2006/relationships/font" Target="fonts/font4.fntdata"/><Relationship Id="rId6" Type="http://schemas.openxmlformats.org/officeDocument/2006/relationships/slide" Target="slides/slide2.xml"/><Relationship Id="rId59" Type="http://schemas.openxmlformats.org/officeDocument/2006/relationships/font" Target="fonts/font3.fntdata"/><Relationship Id="rId58" Type="http://schemas.openxmlformats.org/officeDocument/2006/relationships/font" Target="fonts/font2.fntdata"/><Relationship Id="rId57" Type="http://schemas.openxmlformats.org/officeDocument/2006/relationships/font" Target="fonts/font1.fntdata"/><Relationship Id="rId56" Type="http://schemas.openxmlformats.org/officeDocument/2006/relationships/commentAuthors" Target="commentAuthors.xml"/><Relationship Id="rId55" Type="http://schemas.openxmlformats.org/officeDocument/2006/relationships/tableStyles" Target="tableStyles.xml"/><Relationship Id="rId54" Type="http://schemas.openxmlformats.org/officeDocument/2006/relationships/viewProps" Target="viewProps.xml"/><Relationship Id="rId53" Type="http://schemas.openxmlformats.org/officeDocument/2006/relationships/presProps" Target="presProps.xml"/><Relationship Id="rId52" Type="http://schemas.openxmlformats.org/officeDocument/2006/relationships/handoutMaster" Target="handoutMasters/handoutMaster1.xml"/><Relationship Id="rId51" Type="http://schemas.openxmlformats.org/officeDocument/2006/relationships/slide" Target="slides/slide47.xml"/><Relationship Id="rId50" Type="http://schemas.openxmlformats.org/officeDocument/2006/relationships/slide" Target="slides/slide46.xml"/><Relationship Id="rId5" Type="http://schemas.openxmlformats.org/officeDocument/2006/relationships/notesMaster" Target="notesMasters/notesMaster1.xml"/><Relationship Id="rId49" Type="http://schemas.openxmlformats.org/officeDocument/2006/relationships/slide" Target="slides/slide45.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diagrams/colors1.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FA6BB192-4834-48F6-8D98-8A7985DBDCDA}" type="doc">
      <dgm:prSet loTypeId="urn:microsoft.com/office/officeart/2005/8/layout/list1" loCatId="list" qsTypeId="urn:microsoft.com/office/officeart/2005/8/quickstyle/simple1" qsCatId="simple" csTypeId="urn:microsoft.com/office/officeart/2005/8/colors/colorful3" csCatId="accent1" phldr="1"/>
      <dgm:spPr/>
      <dgm:t>
        <a:bodyPr/>
        <a:lstStyle/>
        <a:p>
          <a:endParaRPr lang="zh-CN" altLang="en-US"/>
        </a:p>
      </dgm:t>
    </dgm:pt>
    <dgm:pt modelId="{FC829D73-41B0-4911-AC53-5627A8A4C6B4}">
      <dgm:prSet phldrT="[文本]" custT="1"/>
      <dgm:spPr/>
      <dgm:t>
        <a:bodyPr/>
        <a:lstStyle/>
        <a:p>
          <a:r>
            <a:rPr lang="zh-CN" altLang="en-US" sz="2000" b="1" dirty="0" smtClean="0">
              <a:latin typeface="微软雅黑" panose="020B0503020204020204" pitchFamily="34" charset="-122"/>
              <a:ea typeface="微软雅黑" panose="020B0503020204020204" pitchFamily="34" charset="-122"/>
            </a:rPr>
            <a:t>数据管理专员（</a:t>
          </a:r>
          <a:r>
            <a:rPr lang="en-US" altLang="zh-CN" sz="2000" b="1" dirty="0" smtClean="0">
              <a:latin typeface="微软雅黑" panose="020B0503020204020204" pitchFamily="34" charset="-122"/>
              <a:ea typeface="微软雅黑" panose="020B0503020204020204" pitchFamily="34" charset="-122"/>
            </a:rPr>
            <a:t>Data Steward</a:t>
          </a:r>
          <a:r>
            <a:rPr lang="zh-CN" altLang="en-US" sz="2000" b="1" dirty="0" smtClean="0">
              <a:latin typeface="微软雅黑" panose="020B0503020204020204" pitchFamily="34" charset="-122"/>
              <a:ea typeface="微软雅黑" panose="020B0503020204020204" pitchFamily="34" charset="-122"/>
            </a:rPr>
            <a:t>）</a:t>
          </a:r>
          <a:endParaRPr lang="zh-CN" altLang="en-US" sz="2000" b="1" dirty="0">
            <a:latin typeface="微软雅黑" panose="020B0503020204020204" pitchFamily="34" charset="-122"/>
            <a:ea typeface="微软雅黑" panose="020B0503020204020204" pitchFamily="34" charset="-122"/>
          </a:endParaRPr>
        </a:p>
      </dgm:t>
    </dgm:pt>
    <dgm:pt modelId="{E3DB4A6F-DBE6-4015-978A-892FA75271CD}" cxnId="{1BD97DF0-1818-4657-93F1-BA070EC5DFE4}" type="parTrans">
      <dgm:prSet/>
      <dgm:spPr/>
      <dgm:t>
        <a:bodyPr/>
        <a:lstStyle/>
        <a:p>
          <a:endParaRPr lang="zh-CN" altLang="en-US">
            <a:latin typeface="微软雅黑" panose="020B0503020204020204" pitchFamily="34" charset="-122"/>
            <a:ea typeface="微软雅黑" panose="020B0503020204020204" pitchFamily="34" charset="-122"/>
          </a:endParaRPr>
        </a:p>
      </dgm:t>
    </dgm:pt>
    <dgm:pt modelId="{DBAABE68-7248-40FA-BF91-E4B13944390D}" cxnId="{1BD97DF0-1818-4657-93F1-BA070EC5DFE4}" type="sibTrans">
      <dgm:prSet/>
      <dgm:spPr/>
      <dgm:t>
        <a:bodyPr/>
        <a:lstStyle/>
        <a:p>
          <a:endParaRPr lang="zh-CN" altLang="en-US">
            <a:latin typeface="微软雅黑" panose="020B0503020204020204" pitchFamily="34" charset="-122"/>
            <a:ea typeface="微软雅黑" panose="020B0503020204020204" pitchFamily="34" charset="-122"/>
          </a:endParaRPr>
        </a:p>
      </dgm:t>
    </dgm:pt>
    <dgm:pt modelId="{6B76E167-D336-44EA-9BE6-CB6D4C97E5E7}">
      <dgm:prSet phldrT="[文本]" custT="1"/>
      <dgm:spPr/>
      <dgm:t>
        <a:bodyPr/>
        <a:lstStyle/>
        <a:p>
          <a:r>
            <a:rPr lang="zh-CN" altLang="en-US" sz="2000" b="1" dirty="0" smtClean="0">
              <a:latin typeface="微软雅黑" panose="020B0503020204020204" pitchFamily="34" charset="-122"/>
              <a:ea typeface="微软雅黑" panose="020B0503020204020204" pitchFamily="34" charset="-122"/>
            </a:rPr>
            <a:t>数据管理专员制度（</a:t>
          </a:r>
          <a:r>
            <a:rPr lang="en-US" altLang="zh-CN" sz="2000" b="1" dirty="0" smtClean="0">
              <a:latin typeface="微软雅黑" panose="020B0503020204020204" pitchFamily="34" charset="-122"/>
              <a:ea typeface="微软雅黑" panose="020B0503020204020204" pitchFamily="34" charset="-122"/>
            </a:rPr>
            <a:t>Data Stewardship</a:t>
          </a:r>
          <a:r>
            <a:rPr lang="zh-CN" altLang="en-US" sz="2000" b="1" dirty="0" smtClean="0">
              <a:latin typeface="微软雅黑" panose="020B0503020204020204" pitchFamily="34" charset="-122"/>
              <a:ea typeface="微软雅黑" panose="020B0503020204020204" pitchFamily="34" charset="-122"/>
            </a:rPr>
            <a:t>）</a:t>
          </a:r>
          <a:endParaRPr lang="zh-CN" altLang="en-US" sz="2000" b="1" dirty="0">
            <a:latin typeface="微软雅黑" panose="020B0503020204020204" pitchFamily="34" charset="-122"/>
            <a:ea typeface="微软雅黑" panose="020B0503020204020204" pitchFamily="34" charset="-122"/>
          </a:endParaRPr>
        </a:p>
      </dgm:t>
    </dgm:pt>
    <dgm:pt modelId="{8014BDED-E752-4476-9B8F-60A1F4EB4572}" cxnId="{ECD179FB-A796-4381-8B9A-14D598846FA6}" type="parTrans">
      <dgm:prSet/>
      <dgm:spPr/>
      <dgm:t>
        <a:bodyPr/>
        <a:lstStyle/>
        <a:p>
          <a:endParaRPr lang="zh-CN" altLang="en-US">
            <a:latin typeface="微软雅黑" panose="020B0503020204020204" pitchFamily="34" charset="-122"/>
            <a:ea typeface="微软雅黑" panose="020B0503020204020204" pitchFamily="34" charset="-122"/>
          </a:endParaRPr>
        </a:p>
      </dgm:t>
    </dgm:pt>
    <dgm:pt modelId="{3DEE22A6-B102-4560-A559-B3B5CC27D5E2}" cxnId="{ECD179FB-A796-4381-8B9A-14D598846FA6}" type="sibTrans">
      <dgm:prSet/>
      <dgm:spPr/>
      <dgm:t>
        <a:bodyPr/>
        <a:lstStyle/>
        <a:p>
          <a:endParaRPr lang="zh-CN" altLang="en-US">
            <a:latin typeface="微软雅黑" panose="020B0503020204020204" pitchFamily="34" charset="-122"/>
            <a:ea typeface="微软雅黑" panose="020B0503020204020204" pitchFamily="34" charset="-122"/>
          </a:endParaRPr>
        </a:p>
      </dgm:t>
    </dgm:pt>
    <dgm:pt modelId="{F80E85DE-3462-41FF-9FD2-12AF4D43ED8F}">
      <dgm:prSet phldrT="[文本]"/>
      <dgm:spPr/>
      <dgm:t>
        <a:bodyPr/>
        <a:lstStyle/>
        <a:p>
          <a:r>
            <a:rPr lang="en-US" altLang="zh-CN" dirty="0" smtClean="0">
              <a:latin typeface="微软雅黑" panose="020B0503020204020204" pitchFamily="34" charset="-122"/>
              <a:ea typeface="微软雅黑" panose="020B0503020204020204" pitchFamily="34" charset="-122"/>
            </a:rPr>
            <a:t>Steward</a:t>
          </a:r>
          <a:r>
            <a:rPr lang="zh-CN" altLang="en-US" dirty="0" smtClean="0">
              <a:latin typeface="微软雅黑" panose="020B0503020204020204" pitchFamily="34" charset="-122"/>
              <a:ea typeface="微软雅黑" panose="020B0503020204020204" pitchFamily="34" charset="-122"/>
            </a:rPr>
            <a:t>：管家，对应专员</a:t>
          </a:r>
          <a:endParaRPr lang="zh-CN" altLang="en-US" dirty="0">
            <a:latin typeface="微软雅黑" panose="020B0503020204020204" pitchFamily="34" charset="-122"/>
            <a:ea typeface="微软雅黑" panose="020B0503020204020204" pitchFamily="34" charset="-122"/>
          </a:endParaRPr>
        </a:p>
      </dgm:t>
    </dgm:pt>
    <dgm:pt modelId="{E48B85FB-ADA5-4C70-AEC2-E18AA39160D1}" cxnId="{74653DC0-9529-4BBD-BBD7-7742FACE6BD1}" type="parTrans">
      <dgm:prSet/>
      <dgm:spPr/>
      <dgm:t>
        <a:bodyPr/>
        <a:lstStyle/>
        <a:p>
          <a:endParaRPr lang="zh-CN" altLang="en-US">
            <a:latin typeface="微软雅黑" panose="020B0503020204020204" pitchFamily="34" charset="-122"/>
            <a:ea typeface="微软雅黑" panose="020B0503020204020204" pitchFamily="34" charset="-122"/>
          </a:endParaRPr>
        </a:p>
      </dgm:t>
    </dgm:pt>
    <dgm:pt modelId="{FF090D5B-50FB-48D4-BE59-CE56153A1565}" cxnId="{74653DC0-9529-4BBD-BBD7-7742FACE6BD1}" type="sibTrans">
      <dgm:prSet/>
      <dgm:spPr/>
      <dgm:t>
        <a:bodyPr/>
        <a:lstStyle/>
        <a:p>
          <a:endParaRPr lang="zh-CN" altLang="en-US">
            <a:latin typeface="微软雅黑" panose="020B0503020204020204" pitchFamily="34" charset="-122"/>
            <a:ea typeface="微软雅黑" panose="020B0503020204020204" pitchFamily="34" charset="-122"/>
          </a:endParaRPr>
        </a:p>
      </dgm:t>
    </dgm:pt>
    <dgm:pt modelId="{DB230D19-DD35-4A84-8C5F-00310241D5ED}">
      <dgm:prSet phldrT="[文本]"/>
      <dgm:spPr/>
      <dgm:t>
        <a:bodyPr/>
        <a:lstStyle/>
        <a:p>
          <a:r>
            <a:rPr lang="en-US" altLang="zh-CN" dirty="0" smtClean="0">
              <a:latin typeface="微软雅黑" panose="020B0503020204020204" pitchFamily="34" charset="-122"/>
              <a:ea typeface="微软雅黑" panose="020B0503020204020204" pitchFamily="34" charset="-122"/>
            </a:rPr>
            <a:t>Steward</a:t>
          </a:r>
          <a:r>
            <a:rPr lang="zh-CN" altLang="en-US" dirty="0" smtClean="0">
              <a:latin typeface="微软雅黑" panose="020B0503020204020204" pitchFamily="34" charset="-122"/>
              <a:ea typeface="微软雅黑" panose="020B0503020204020204" pitchFamily="34" charset="-122"/>
            </a:rPr>
            <a:t>与</a:t>
          </a:r>
          <a:r>
            <a:rPr lang="en-US" altLang="zh-CN" dirty="0" smtClean="0">
              <a:latin typeface="微软雅黑" panose="020B0503020204020204" pitchFamily="34" charset="-122"/>
              <a:ea typeface="微软雅黑" panose="020B0503020204020204" pitchFamily="34" charset="-122"/>
            </a:rPr>
            <a:t>Owner</a:t>
          </a:r>
          <a:r>
            <a:rPr lang="zh-CN" altLang="en-US" dirty="0" smtClean="0">
              <a:latin typeface="微软雅黑" panose="020B0503020204020204" pitchFamily="34" charset="-122"/>
              <a:ea typeface="微软雅黑" panose="020B0503020204020204" pitchFamily="34" charset="-122"/>
            </a:rPr>
            <a:t>相对应，虽然数据资产不一定归</a:t>
          </a:r>
          <a:r>
            <a:rPr lang="en-US" altLang="zh-CN" dirty="0" smtClean="0">
              <a:latin typeface="微软雅黑" panose="020B0503020204020204" pitchFamily="34" charset="-122"/>
              <a:ea typeface="微软雅黑" panose="020B0503020204020204" pitchFamily="34" charset="-122"/>
            </a:rPr>
            <a:t>Steward</a:t>
          </a:r>
          <a:r>
            <a:rPr lang="zh-CN" altLang="en-US" dirty="0" smtClean="0">
              <a:latin typeface="微软雅黑" panose="020B0503020204020204" pitchFamily="34" charset="-122"/>
              <a:ea typeface="微软雅黑" panose="020B0503020204020204" pitchFamily="34" charset="-122"/>
            </a:rPr>
            <a:t>所有，但他们替</a:t>
          </a:r>
          <a:r>
            <a:rPr lang="en-US" altLang="zh-CN" dirty="0" smtClean="0">
              <a:latin typeface="微软雅黑" panose="020B0503020204020204" pitchFamily="34" charset="-122"/>
              <a:ea typeface="微软雅黑" panose="020B0503020204020204" pitchFamily="34" charset="-122"/>
            </a:rPr>
            <a:t>Owner</a:t>
          </a:r>
          <a:r>
            <a:rPr lang="zh-CN" altLang="en-US" dirty="0" smtClean="0">
              <a:latin typeface="微软雅黑" panose="020B0503020204020204" pitchFamily="34" charset="-122"/>
              <a:ea typeface="微软雅黑" panose="020B0503020204020204" pitchFamily="34" charset="-122"/>
            </a:rPr>
            <a:t>履行管理职责</a:t>
          </a:r>
          <a:endParaRPr lang="zh-CN" altLang="en-US" dirty="0">
            <a:latin typeface="微软雅黑" panose="020B0503020204020204" pitchFamily="34" charset="-122"/>
            <a:ea typeface="微软雅黑" panose="020B0503020204020204" pitchFamily="34" charset="-122"/>
          </a:endParaRPr>
        </a:p>
      </dgm:t>
    </dgm:pt>
    <dgm:pt modelId="{30A9DCC7-248F-4FF9-A32F-5C09639B3256}" cxnId="{A375F5D8-FAC3-49B7-8BB5-D0540BEC149E}" type="parTrans">
      <dgm:prSet/>
      <dgm:spPr/>
      <dgm:t>
        <a:bodyPr/>
        <a:lstStyle/>
        <a:p>
          <a:endParaRPr lang="zh-CN" altLang="en-US">
            <a:latin typeface="微软雅黑" panose="020B0503020204020204" pitchFamily="34" charset="-122"/>
            <a:ea typeface="微软雅黑" panose="020B0503020204020204" pitchFamily="34" charset="-122"/>
          </a:endParaRPr>
        </a:p>
      </dgm:t>
    </dgm:pt>
    <dgm:pt modelId="{267C9488-1DFB-40F3-A5FE-448E10770817}" cxnId="{A375F5D8-FAC3-49B7-8BB5-D0540BEC149E}" type="sibTrans">
      <dgm:prSet/>
      <dgm:spPr/>
      <dgm:t>
        <a:bodyPr/>
        <a:lstStyle/>
        <a:p>
          <a:endParaRPr lang="zh-CN" altLang="en-US">
            <a:latin typeface="微软雅黑" panose="020B0503020204020204" pitchFamily="34" charset="-122"/>
            <a:ea typeface="微软雅黑" panose="020B0503020204020204" pitchFamily="34" charset="-122"/>
          </a:endParaRPr>
        </a:p>
      </dgm:t>
    </dgm:pt>
    <dgm:pt modelId="{52B48299-3D3A-44B8-9C85-1C59D205D65E}">
      <dgm:prSet phldrT="[文本]"/>
      <dgm:spPr/>
      <dgm:t>
        <a:bodyPr/>
        <a:lstStyle/>
        <a:p>
          <a:r>
            <a:rPr lang="zh-CN" altLang="en-US" dirty="0" smtClean="0">
              <a:latin typeface="微软雅黑" panose="020B0503020204020204" pitchFamily="34" charset="-122"/>
              <a:ea typeface="微软雅黑" panose="020B0503020204020204" pitchFamily="34" charset="-122"/>
            </a:rPr>
            <a:t>衍生出</a:t>
          </a:r>
          <a:r>
            <a:rPr lang="en-US" altLang="zh-CN" dirty="0" smtClean="0">
              <a:latin typeface="微软雅黑" panose="020B0503020204020204" pitchFamily="34" charset="-122"/>
              <a:ea typeface="微软雅黑" panose="020B0503020204020204" pitchFamily="34" charset="-122"/>
            </a:rPr>
            <a:t>stewardship</a:t>
          </a:r>
          <a:r>
            <a:rPr lang="zh-CN" altLang="en-US" dirty="0" smtClean="0">
              <a:latin typeface="微软雅黑" panose="020B0503020204020204" pitchFamily="34" charset="-122"/>
              <a:ea typeface="微软雅黑" panose="020B0503020204020204" pitchFamily="34" charset="-122"/>
            </a:rPr>
            <a:t>一词，表明代管、托管制度</a:t>
          </a:r>
          <a:endParaRPr lang="zh-CN" altLang="en-US" dirty="0">
            <a:latin typeface="微软雅黑" panose="020B0503020204020204" pitchFamily="34" charset="-122"/>
            <a:ea typeface="微软雅黑" panose="020B0503020204020204" pitchFamily="34" charset="-122"/>
          </a:endParaRPr>
        </a:p>
      </dgm:t>
    </dgm:pt>
    <dgm:pt modelId="{0B719C5D-5A45-40FB-A766-AF9F24734787}" cxnId="{B5AAFBEE-72AB-4499-B3C8-2BBE23102FE9}" type="parTrans">
      <dgm:prSet/>
      <dgm:spPr/>
      <dgm:t>
        <a:bodyPr/>
        <a:lstStyle/>
        <a:p>
          <a:endParaRPr lang="zh-CN" altLang="en-US">
            <a:latin typeface="微软雅黑" panose="020B0503020204020204" pitchFamily="34" charset="-122"/>
            <a:ea typeface="微软雅黑" panose="020B0503020204020204" pitchFamily="34" charset="-122"/>
          </a:endParaRPr>
        </a:p>
      </dgm:t>
    </dgm:pt>
    <dgm:pt modelId="{3F4120B2-6573-4A44-B8EE-9935567A6F11}" cxnId="{B5AAFBEE-72AB-4499-B3C8-2BBE23102FE9}" type="sibTrans">
      <dgm:prSet/>
      <dgm:spPr/>
      <dgm:t>
        <a:bodyPr/>
        <a:lstStyle/>
        <a:p>
          <a:endParaRPr lang="zh-CN" altLang="en-US">
            <a:latin typeface="微软雅黑" panose="020B0503020204020204" pitchFamily="34" charset="-122"/>
            <a:ea typeface="微软雅黑" panose="020B0503020204020204" pitchFamily="34" charset="-122"/>
          </a:endParaRPr>
        </a:p>
      </dgm:t>
    </dgm:pt>
    <dgm:pt modelId="{0F47339B-6512-42B0-8A52-5AB202C279AD}">
      <dgm:prSet phldrT="[文本]"/>
      <dgm:spPr/>
      <dgm:t>
        <a:bodyPr/>
        <a:lstStyle/>
        <a:p>
          <a:r>
            <a:rPr lang="zh-CN" altLang="en-US" dirty="0" smtClean="0">
              <a:latin typeface="微软雅黑" panose="020B0503020204020204" pitchFamily="34" charset="-122"/>
              <a:ea typeface="微软雅黑" panose="020B0503020204020204" pitchFamily="34" charset="-122"/>
            </a:rPr>
            <a:t>数据管理专员制度主要探讨业务部门应承担的管理角色、职责以及相应的能力要求和制度</a:t>
          </a:r>
          <a:endParaRPr lang="zh-CN" altLang="en-US" dirty="0">
            <a:latin typeface="微软雅黑" panose="020B0503020204020204" pitchFamily="34" charset="-122"/>
            <a:ea typeface="微软雅黑" panose="020B0503020204020204" pitchFamily="34" charset="-122"/>
          </a:endParaRPr>
        </a:p>
      </dgm:t>
    </dgm:pt>
    <dgm:pt modelId="{918A7628-C8E9-43BE-8230-80DA0B474ED8}" cxnId="{95E5CF30-57CF-4595-BD8D-E42DDDBADD04}" type="parTrans">
      <dgm:prSet/>
      <dgm:spPr/>
      <dgm:t>
        <a:bodyPr/>
        <a:lstStyle/>
        <a:p>
          <a:endParaRPr lang="zh-CN" altLang="en-US">
            <a:latin typeface="微软雅黑" panose="020B0503020204020204" pitchFamily="34" charset="-122"/>
            <a:ea typeface="微软雅黑" panose="020B0503020204020204" pitchFamily="34" charset="-122"/>
          </a:endParaRPr>
        </a:p>
      </dgm:t>
    </dgm:pt>
    <dgm:pt modelId="{32F04BA7-1B57-41DC-B627-C17160C3BE06}" cxnId="{95E5CF30-57CF-4595-BD8D-E42DDDBADD04}" type="sibTrans">
      <dgm:prSet/>
      <dgm:spPr/>
      <dgm:t>
        <a:bodyPr/>
        <a:lstStyle/>
        <a:p>
          <a:endParaRPr lang="zh-CN" altLang="en-US">
            <a:latin typeface="微软雅黑" panose="020B0503020204020204" pitchFamily="34" charset="-122"/>
            <a:ea typeface="微软雅黑" panose="020B0503020204020204" pitchFamily="34" charset="-122"/>
          </a:endParaRPr>
        </a:p>
      </dgm:t>
    </dgm:pt>
    <dgm:pt modelId="{3BB4EB49-CCC7-4162-BCFD-93383FBD8292}" type="pres">
      <dgm:prSet presAssocID="{FA6BB192-4834-48F6-8D98-8A7985DBDCDA}" presName="linear" presStyleCnt="0">
        <dgm:presLayoutVars>
          <dgm:dir/>
          <dgm:animLvl val="lvl"/>
          <dgm:resizeHandles val="exact"/>
        </dgm:presLayoutVars>
      </dgm:prSet>
      <dgm:spPr/>
      <dgm:t>
        <a:bodyPr/>
        <a:lstStyle/>
        <a:p>
          <a:endParaRPr lang="zh-CN" altLang="en-US"/>
        </a:p>
      </dgm:t>
    </dgm:pt>
    <dgm:pt modelId="{2F2365D0-189B-41A3-B80E-2F33D3C2C850}" type="pres">
      <dgm:prSet presAssocID="{FC829D73-41B0-4911-AC53-5627A8A4C6B4}" presName="parentLin" presStyleCnt="0"/>
      <dgm:spPr/>
    </dgm:pt>
    <dgm:pt modelId="{E95AA4E1-AB6D-4B95-A09E-AF1AEBC6D6D1}" type="pres">
      <dgm:prSet presAssocID="{FC829D73-41B0-4911-AC53-5627A8A4C6B4}" presName="parentLeftMargin" presStyleLbl="node1" presStyleIdx="0" presStyleCnt="2"/>
      <dgm:spPr/>
      <dgm:t>
        <a:bodyPr/>
        <a:lstStyle/>
        <a:p>
          <a:endParaRPr lang="zh-CN" altLang="en-US"/>
        </a:p>
      </dgm:t>
    </dgm:pt>
    <dgm:pt modelId="{79CF418C-D03D-4D5B-91EE-4F9043CE24B8}" type="pres">
      <dgm:prSet presAssocID="{FC829D73-41B0-4911-AC53-5627A8A4C6B4}" presName="parentText" presStyleLbl="node1" presStyleIdx="0" presStyleCnt="2" custScaleY="142339">
        <dgm:presLayoutVars>
          <dgm:chMax val="0"/>
          <dgm:bulletEnabled val="1"/>
        </dgm:presLayoutVars>
      </dgm:prSet>
      <dgm:spPr/>
      <dgm:t>
        <a:bodyPr/>
        <a:lstStyle/>
        <a:p>
          <a:endParaRPr lang="zh-CN" altLang="en-US"/>
        </a:p>
      </dgm:t>
    </dgm:pt>
    <dgm:pt modelId="{5281AA48-89BB-4575-AF0D-41FEB0EE7CB0}" type="pres">
      <dgm:prSet presAssocID="{FC829D73-41B0-4911-AC53-5627A8A4C6B4}" presName="negativeSpace" presStyleCnt="0"/>
      <dgm:spPr/>
    </dgm:pt>
    <dgm:pt modelId="{CF07C144-AC91-4AF4-82FE-692F009159B0}" type="pres">
      <dgm:prSet presAssocID="{FC829D73-41B0-4911-AC53-5627A8A4C6B4}" presName="childText" presStyleLbl="conFgAcc1" presStyleIdx="0" presStyleCnt="2">
        <dgm:presLayoutVars>
          <dgm:bulletEnabled val="1"/>
        </dgm:presLayoutVars>
      </dgm:prSet>
      <dgm:spPr/>
      <dgm:t>
        <a:bodyPr/>
        <a:lstStyle/>
        <a:p>
          <a:endParaRPr lang="zh-CN" altLang="en-US"/>
        </a:p>
      </dgm:t>
    </dgm:pt>
    <dgm:pt modelId="{E15BB771-7263-474D-B353-BB9344A2B766}" type="pres">
      <dgm:prSet presAssocID="{DBAABE68-7248-40FA-BF91-E4B13944390D}" presName="spaceBetweenRectangles" presStyleCnt="0"/>
      <dgm:spPr/>
    </dgm:pt>
    <dgm:pt modelId="{B05B45DE-AF59-4D63-A993-5E3AC89AE127}" type="pres">
      <dgm:prSet presAssocID="{6B76E167-D336-44EA-9BE6-CB6D4C97E5E7}" presName="parentLin" presStyleCnt="0"/>
      <dgm:spPr/>
    </dgm:pt>
    <dgm:pt modelId="{8D5739F1-79D0-405A-940B-A73E0EAFA525}" type="pres">
      <dgm:prSet presAssocID="{6B76E167-D336-44EA-9BE6-CB6D4C97E5E7}" presName="parentLeftMargin" presStyleLbl="node1" presStyleIdx="0" presStyleCnt="2"/>
      <dgm:spPr/>
      <dgm:t>
        <a:bodyPr/>
        <a:lstStyle/>
        <a:p>
          <a:endParaRPr lang="zh-CN" altLang="en-US"/>
        </a:p>
      </dgm:t>
    </dgm:pt>
    <dgm:pt modelId="{80FE3983-AABF-4E50-BE1F-3C346930F801}" type="pres">
      <dgm:prSet presAssocID="{6B76E167-D336-44EA-9BE6-CB6D4C97E5E7}" presName="parentText" presStyleLbl="node1" presStyleIdx="1" presStyleCnt="2" custScaleY="144147">
        <dgm:presLayoutVars>
          <dgm:chMax val="0"/>
          <dgm:bulletEnabled val="1"/>
        </dgm:presLayoutVars>
      </dgm:prSet>
      <dgm:spPr/>
      <dgm:t>
        <a:bodyPr/>
        <a:lstStyle/>
        <a:p>
          <a:endParaRPr lang="zh-CN" altLang="en-US"/>
        </a:p>
      </dgm:t>
    </dgm:pt>
    <dgm:pt modelId="{4F74D5D1-A32B-4510-8F49-986B3E315040}" type="pres">
      <dgm:prSet presAssocID="{6B76E167-D336-44EA-9BE6-CB6D4C97E5E7}" presName="negativeSpace" presStyleCnt="0"/>
      <dgm:spPr/>
    </dgm:pt>
    <dgm:pt modelId="{A74E4FC7-E2AF-4BBE-9062-C9A390D3E418}" type="pres">
      <dgm:prSet presAssocID="{6B76E167-D336-44EA-9BE6-CB6D4C97E5E7}" presName="childText" presStyleLbl="conFgAcc1" presStyleIdx="1" presStyleCnt="2" custLinFactNeighborY="68852">
        <dgm:presLayoutVars>
          <dgm:bulletEnabled val="1"/>
        </dgm:presLayoutVars>
      </dgm:prSet>
      <dgm:spPr/>
      <dgm:t>
        <a:bodyPr/>
        <a:lstStyle/>
        <a:p>
          <a:endParaRPr lang="zh-CN" altLang="en-US"/>
        </a:p>
      </dgm:t>
    </dgm:pt>
  </dgm:ptLst>
  <dgm:cxnLst>
    <dgm:cxn modelId="{B5AAFBEE-72AB-4499-B3C8-2BBE23102FE9}" srcId="{6B76E167-D336-44EA-9BE6-CB6D4C97E5E7}" destId="{52B48299-3D3A-44B8-9C85-1C59D205D65E}" srcOrd="0" destOrd="0" parTransId="{0B719C5D-5A45-40FB-A766-AF9F24734787}" sibTransId="{3F4120B2-6573-4A44-B8EE-9935567A6F11}"/>
    <dgm:cxn modelId="{3682E51A-09AB-423F-8F9C-CB450C46B373}" type="presOf" srcId="{FC829D73-41B0-4911-AC53-5627A8A4C6B4}" destId="{79CF418C-D03D-4D5B-91EE-4F9043CE24B8}" srcOrd="1" destOrd="0" presId="urn:microsoft.com/office/officeart/2005/8/layout/list1"/>
    <dgm:cxn modelId="{95E5CF30-57CF-4595-BD8D-E42DDDBADD04}" srcId="{6B76E167-D336-44EA-9BE6-CB6D4C97E5E7}" destId="{0F47339B-6512-42B0-8A52-5AB202C279AD}" srcOrd="1" destOrd="0" parTransId="{918A7628-C8E9-43BE-8230-80DA0B474ED8}" sibTransId="{32F04BA7-1B57-41DC-B627-C17160C3BE06}"/>
    <dgm:cxn modelId="{5CF64599-6B2B-4851-ADC9-C9944D026DBE}" type="presOf" srcId="{6B76E167-D336-44EA-9BE6-CB6D4C97E5E7}" destId="{8D5739F1-79D0-405A-940B-A73E0EAFA525}" srcOrd="0" destOrd="0" presId="urn:microsoft.com/office/officeart/2005/8/layout/list1"/>
    <dgm:cxn modelId="{A375F5D8-FAC3-49B7-8BB5-D0540BEC149E}" srcId="{FC829D73-41B0-4911-AC53-5627A8A4C6B4}" destId="{DB230D19-DD35-4A84-8C5F-00310241D5ED}" srcOrd="1" destOrd="0" parTransId="{30A9DCC7-248F-4FF9-A32F-5C09639B3256}" sibTransId="{267C9488-1DFB-40F3-A5FE-448E10770817}"/>
    <dgm:cxn modelId="{2FB37043-4AAF-428D-AA44-5AAEA7520AB7}" type="presOf" srcId="{F80E85DE-3462-41FF-9FD2-12AF4D43ED8F}" destId="{CF07C144-AC91-4AF4-82FE-692F009159B0}" srcOrd="0" destOrd="0" presId="urn:microsoft.com/office/officeart/2005/8/layout/list1"/>
    <dgm:cxn modelId="{74653DC0-9529-4BBD-BBD7-7742FACE6BD1}" srcId="{FC829D73-41B0-4911-AC53-5627A8A4C6B4}" destId="{F80E85DE-3462-41FF-9FD2-12AF4D43ED8F}" srcOrd="0" destOrd="0" parTransId="{E48B85FB-ADA5-4C70-AEC2-E18AA39160D1}" sibTransId="{FF090D5B-50FB-48D4-BE59-CE56153A1565}"/>
    <dgm:cxn modelId="{C3BE98B3-C47B-4CBC-88E4-436E1E8387BB}" type="presOf" srcId="{0F47339B-6512-42B0-8A52-5AB202C279AD}" destId="{A74E4FC7-E2AF-4BBE-9062-C9A390D3E418}" srcOrd="0" destOrd="1" presId="urn:microsoft.com/office/officeart/2005/8/layout/list1"/>
    <dgm:cxn modelId="{8ABAD7AB-8DCC-407C-895F-ADF9F420EAEC}" type="presOf" srcId="{FC829D73-41B0-4911-AC53-5627A8A4C6B4}" destId="{E95AA4E1-AB6D-4B95-A09E-AF1AEBC6D6D1}" srcOrd="0" destOrd="0" presId="urn:microsoft.com/office/officeart/2005/8/layout/list1"/>
    <dgm:cxn modelId="{4FAADED0-F387-499F-A39A-800A80E8E7CD}" type="presOf" srcId="{FA6BB192-4834-48F6-8D98-8A7985DBDCDA}" destId="{3BB4EB49-CCC7-4162-BCFD-93383FBD8292}" srcOrd="0" destOrd="0" presId="urn:microsoft.com/office/officeart/2005/8/layout/list1"/>
    <dgm:cxn modelId="{487DBC88-5681-4B07-8220-0F3BDCEF8E47}" type="presOf" srcId="{DB230D19-DD35-4A84-8C5F-00310241D5ED}" destId="{CF07C144-AC91-4AF4-82FE-692F009159B0}" srcOrd="0" destOrd="1" presId="urn:microsoft.com/office/officeart/2005/8/layout/list1"/>
    <dgm:cxn modelId="{57F338A5-9FBD-4DC9-8717-1B649BB6C6BB}" type="presOf" srcId="{52B48299-3D3A-44B8-9C85-1C59D205D65E}" destId="{A74E4FC7-E2AF-4BBE-9062-C9A390D3E418}" srcOrd="0" destOrd="0" presId="urn:microsoft.com/office/officeart/2005/8/layout/list1"/>
    <dgm:cxn modelId="{ECD179FB-A796-4381-8B9A-14D598846FA6}" srcId="{FA6BB192-4834-48F6-8D98-8A7985DBDCDA}" destId="{6B76E167-D336-44EA-9BE6-CB6D4C97E5E7}" srcOrd="1" destOrd="0" parTransId="{8014BDED-E752-4476-9B8F-60A1F4EB4572}" sibTransId="{3DEE22A6-B102-4560-A559-B3B5CC27D5E2}"/>
    <dgm:cxn modelId="{DFB5B44D-6D28-4DDA-8237-BA60E5A6A3EC}" type="presOf" srcId="{6B76E167-D336-44EA-9BE6-CB6D4C97E5E7}" destId="{80FE3983-AABF-4E50-BE1F-3C346930F801}" srcOrd="1" destOrd="0" presId="urn:microsoft.com/office/officeart/2005/8/layout/list1"/>
    <dgm:cxn modelId="{1BD97DF0-1818-4657-93F1-BA070EC5DFE4}" srcId="{FA6BB192-4834-48F6-8D98-8A7985DBDCDA}" destId="{FC829D73-41B0-4911-AC53-5627A8A4C6B4}" srcOrd="0" destOrd="0" parTransId="{E3DB4A6F-DBE6-4015-978A-892FA75271CD}" sibTransId="{DBAABE68-7248-40FA-BF91-E4B13944390D}"/>
    <dgm:cxn modelId="{A6E75A0A-EF9E-4B76-ACB0-D61B0E7F113A}" type="presParOf" srcId="{3BB4EB49-CCC7-4162-BCFD-93383FBD8292}" destId="{2F2365D0-189B-41A3-B80E-2F33D3C2C850}" srcOrd="0" destOrd="0" presId="urn:microsoft.com/office/officeart/2005/8/layout/list1"/>
    <dgm:cxn modelId="{33EF4B2F-E7AF-47FC-B55E-E11664A65AC4}" type="presParOf" srcId="{2F2365D0-189B-41A3-B80E-2F33D3C2C850}" destId="{E95AA4E1-AB6D-4B95-A09E-AF1AEBC6D6D1}" srcOrd="0" destOrd="0" presId="urn:microsoft.com/office/officeart/2005/8/layout/list1"/>
    <dgm:cxn modelId="{96BB63AF-710F-4253-9F59-7DEAC83D0D80}" type="presParOf" srcId="{2F2365D0-189B-41A3-B80E-2F33D3C2C850}" destId="{79CF418C-D03D-4D5B-91EE-4F9043CE24B8}" srcOrd="1" destOrd="0" presId="urn:microsoft.com/office/officeart/2005/8/layout/list1"/>
    <dgm:cxn modelId="{C55D4D24-5A20-49DA-B968-51CF872CBC65}" type="presParOf" srcId="{3BB4EB49-CCC7-4162-BCFD-93383FBD8292}" destId="{5281AA48-89BB-4575-AF0D-41FEB0EE7CB0}" srcOrd="1" destOrd="0" presId="urn:microsoft.com/office/officeart/2005/8/layout/list1"/>
    <dgm:cxn modelId="{DABA30E0-8487-4AB5-8181-BBB495186EAA}" type="presParOf" srcId="{3BB4EB49-CCC7-4162-BCFD-93383FBD8292}" destId="{CF07C144-AC91-4AF4-82FE-692F009159B0}" srcOrd="2" destOrd="0" presId="urn:microsoft.com/office/officeart/2005/8/layout/list1"/>
    <dgm:cxn modelId="{A8BA1B98-5427-4D79-902D-C1A6B344AB13}" type="presParOf" srcId="{3BB4EB49-CCC7-4162-BCFD-93383FBD8292}" destId="{E15BB771-7263-474D-B353-BB9344A2B766}" srcOrd="3" destOrd="0" presId="urn:microsoft.com/office/officeart/2005/8/layout/list1"/>
    <dgm:cxn modelId="{F9977C2E-D38A-494A-A4D2-5075765C8FAF}" type="presParOf" srcId="{3BB4EB49-CCC7-4162-BCFD-93383FBD8292}" destId="{B05B45DE-AF59-4D63-A993-5E3AC89AE127}" srcOrd="4" destOrd="0" presId="urn:microsoft.com/office/officeart/2005/8/layout/list1"/>
    <dgm:cxn modelId="{41FB86A0-7822-4447-937B-B08162AB6A50}" type="presParOf" srcId="{B05B45DE-AF59-4D63-A993-5E3AC89AE127}" destId="{8D5739F1-79D0-405A-940B-A73E0EAFA525}" srcOrd="0" destOrd="0" presId="urn:microsoft.com/office/officeart/2005/8/layout/list1"/>
    <dgm:cxn modelId="{2CC0E8C2-8F1F-4A28-A3F7-7BB3F29A6302}" type="presParOf" srcId="{B05B45DE-AF59-4D63-A993-5E3AC89AE127}" destId="{80FE3983-AABF-4E50-BE1F-3C346930F801}" srcOrd="1" destOrd="0" presId="urn:microsoft.com/office/officeart/2005/8/layout/list1"/>
    <dgm:cxn modelId="{63E133F7-A434-45BD-A572-7C0BB81F103D}" type="presParOf" srcId="{3BB4EB49-CCC7-4162-BCFD-93383FBD8292}" destId="{4F74D5D1-A32B-4510-8F49-986B3E315040}" srcOrd="5" destOrd="0" presId="urn:microsoft.com/office/officeart/2005/8/layout/list1"/>
    <dgm:cxn modelId="{54860D2B-AD9F-4176-9E64-F0F7659B06F4}" type="presParOf" srcId="{3BB4EB49-CCC7-4162-BCFD-93383FBD8292}" destId="{A74E4FC7-E2AF-4BBE-9062-C9A390D3E418}" srcOrd="6"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9112885" cy="5128260"/>
        <a:chOff x="0" y="0"/>
        <a:chExt cx="9112885" cy="5128260"/>
      </a:xfrm>
    </dsp:grpSpPr>
    <dsp:sp modelId="{CF07C144-AC91-4AF4-82FE-692F009159B0}">
      <dsp:nvSpPr>
        <dsp:cNvPr id="5" name="矩形 4"/>
        <dsp:cNvSpPr/>
      </dsp:nvSpPr>
      <dsp:spPr bwMode="white">
        <a:xfrm>
          <a:off x="0" y="705192"/>
          <a:ext cx="9112885" cy="1790700"/>
        </a:xfrm>
        <a:prstGeom prst="rect">
          <a:avLst/>
        </a:prstGeom>
      </dsp:spPr>
      <dsp:style>
        <a:lnRef idx="2">
          <a:schemeClr val="accent3">
            <a:hueOff val="0"/>
            <a:satOff val="0"/>
            <a:lumOff val="0"/>
            <a:alpha val="100000"/>
          </a:schemeClr>
        </a:lnRef>
        <a:fillRef idx="1">
          <a:schemeClr val="lt1">
            <a:alpha val="90000"/>
          </a:schemeClr>
        </a:fillRef>
        <a:effectRef idx="0">
          <a:scrgbClr r="0" g="0" b="0"/>
        </a:effectRef>
        <a:fontRef idx="minor"/>
      </dsp:style>
      <dsp:txBody>
        <a:bodyPr lIns="707261" tIns="479044" rIns="707261" bIns="163576" anchor="t"/>
        <a:lstStyle>
          <a:lvl1pPr algn="l">
            <a:defRPr sz="2300"/>
          </a:lvl1pPr>
          <a:lvl2pPr marL="228600" indent="-228600" algn="l">
            <a:defRPr sz="2300"/>
          </a:lvl2pPr>
          <a:lvl3pPr marL="457200" indent="-228600" algn="l">
            <a:defRPr sz="2300"/>
          </a:lvl3pPr>
          <a:lvl4pPr marL="685800" indent="-228600" algn="l">
            <a:defRPr sz="2300"/>
          </a:lvl4pPr>
          <a:lvl5pPr marL="914400" indent="-228600" algn="l">
            <a:defRPr sz="2300"/>
          </a:lvl5pPr>
          <a:lvl6pPr marL="1143000" indent="-228600" algn="l">
            <a:defRPr sz="2300"/>
          </a:lvl6pPr>
          <a:lvl7pPr marL="1371600" indent="-228600" algn="l">
            <a:defRPr sz="2300"/>
          </a:lvl7pPr>
          <a:lvl8pPr marL="1600200" indent="-228600" algn="l">
            <a:defRPr sz="2300"/>
          </a:lvl8pPr>
          <a:lvl9pPr marL="1828800" indent="-228600" algn="l">
            <a:defRPr sz="2300"/>
          </a:lvl9pPr>
        </a:lstStyle>
        <a:p>
          <a:pPr lvl="1">
            <a:lnSpc>
              <a:spcPct val="100000"/>
            </a:lnSpc>
            <a:spcBef>
              <a:spcPct val="0"/>
            </a:spcBef>
            <a:spcAft>
              <a:spcPct val="15000"/>
            </a:spcAft>
            <a:buChar char="•"/>
          </a:pPr>
          <a:r>
            <a:rPr lang="en-US" altLang="zh-CN" dirty="0" smtClean="0">
              <a:solidFill>
                <a:schemeClr val="dk1"/>
              </a:solidFill>
              <a:latin typeface="微软雅黑" panose="020B0503020204020204" pitchFamily="34" charset="-122"/>
              <a:ea typeface="微软雅黑" panose="020B0503020204020204" pitchFamily="34" charset="-122"/>
            </a:rPr>
            <a:t>Steward</a:t>
          </a:r>
          <a:r>
            <a:rPr lang="zh-CN" altLang="en-US" dirty="0" smtClean="0">
              <a:solidFill>
                <a:schemeClr val="dk1"/>
              </a:solidFill>
              <a:latin typeface="微软雅黑" panose="020B0503020204020204" pitchFamily="34" charset="-122"/>
              <a:ea typeface="微软雅黑" panose="020B0503020204020204" pitchFamily="34" charset="-122"/>
            </a:rPr>
            <a:t>：管家，对应专员</a:t>
          </a:r>
          <a:endParaRPr lang="zh-CN" altLang="en-US" dirty="0">
            <a:solidFill>
              <a:schemeClr val="dk1"/>
            </a:solidFill>
            <a:latin typeface="微软雅黑" panose="020B0503020204020204" pitchFamily="34" charset="-122"/>
            <a:ea typeface="微软雅黑" panose="020B0503020204020204" pitchFamily="34" charset="-122"/>
          </a:endParaRPr>
        </a:p>
        <a:p>
          <a:pPr lvl="1">
            <a:lnSpc>
              <a:spcPct val="100000"/>
            </a:lnSpc>
            <a:spcBef>
              <a:spcPct val="0"/>
            </a:spcBef>
            <a:spcAft>
              <a:spcPct val="15000"/>
            </a:spcAft>
            <a:buChar char="•"/>
          </a:pPr>
          <a:r>
            <a:rPr lang="en-US" altLang="zh-CN" dirty="0" smtClean="0">
              <a:solidFill>
                <a:schemeClr val="dk1"/>
              </a:solidFill>
              <a:latin typeface="微软雅黑" panose="020B0503020204020204" pitchFamily="34" charset="-122"/>
              <a:ea typeface="微软雅黑" panose="020B0503020204020204" pitchFamily="34" charset="-122"/>
            </a:rPr>
            <a:t>Steward</a:t>
          </a:r>
          <a:r>
            <a:rPr lang="zh-CN" altLang="en-US" dirty="0" smtClean="0">
              <a:solidFill>
                <a:schemeClr val="dk1"/>
              </a:solidFill>
              <a:latin typeface="微软雅黑" panose="020B0503020204020204" pitchFamily="34" charset="-122"/>
              <a:ea typeface="微软雅黑" panose="020B0503020204020204" pitchFamily="34" charset="-122"/>
            </a:rPr>
            <a:t>与</a:t>
          </a:r>
          <a:r>
            <a:rPr lang="en-US" altLang="zh-CN" dirty="0" smtClean="0">
              <a:solidFill>
                <a:schemeClr val="dk1"/>
              </a:solidFill>
              <a:latin typeface="微软雅黑" panose="020B0503020204020204" pitchFamily="34" charset="-122"/>
              <a:ea typeface="微软雅黑" panose="020B0503020204020204" pitchFamily="34" charset="-122"/>
            </a:rPr>
            <a:t>Owner</a:t>
          </a:r>
          <a:r>
            <a:rPr lang="zh-CN" altLang="en-US" dirty="0" smtClean="0">
              <a:solidFill>
                <a:schemeClr val="dk1"/>
              </a:solidFill>
              <a:latin typeface="微软雅黑" panose="020B0503020204020204" pitchFamily="34" charset="-122"/>
              <a:ea typeface="微软雅黑" panose="020B0503020204020204" pitchFamily="34" charset="-122"/>
            </a:rPr>
            <a:t>相对应，虽然数据资产不一定归</a:t>
          </a:r>
          <a:r>
            <a:rPr lang="en-US" altLang="zh-CN" dirty="0" smtClean="0">
              <a:solidFill>
                <a:schemeClr val="dk1"/>
              </a:solidFill>
              <a:latin typeface="微软雅黑" panose="020B0503020204020204" pitchFamily="34" charset="-122"/>
              <a:ea typeface="微软雅黑" panose="020B0503020204020204" pitchFamily="34" charset="-122"/>
            </a:rPr>
            <a:t>Steward</a:t>
          </a:r>
          <a:r>
            <a:rPr lang="zh-CN" altLang="en-US" dirty="0" smtClean="0">
              <a:solidFill>
                <a:schemeClr val="dk1"/>
              </a:solidFill>
              <a:latin typeface="微软雅黑" panose="020B0503020204020204" pitchFamily="34" charset="-122"/>
              <a:ea typeface="微软雅黑" panose="020B0503020204020204" pitchFamily="34" charset="-122"/>
            </a:rPr>
            <a:t>所有，但他们替</a:t>
          </a:r>
          <a:r>
            <a:rPr lang="en-US" altLang="zh-CN" dirty="0" smtClean="0">
              <a:solidFill>
                <a:schemeClr val="dk1"/>
              </a:solidFill>
              <a:latin typeface="微软雅黑" panose="020B0503020204020204" pitchFamily="34" charset="-122"/>
              <a:ea typeface="微软雅黑" panose="020B0503020204020204" pitchFamily="34" charset="-122"/>
            </a:rPr>
            <a:t>Owner</a:t>
          </a:r>
          <a:r>
            <a:rPr lang="zh-CN" altLang="en-US" dirty="0" smtClean="0">
              <a:solidFill>
                <a:schemeClr val="dk1"/>
              </a:solidFill>
              <a:latin typeface="微软雅黑" panose="020B0503020204020204" pitchFamily="34" charset="-122"/>
              <a:ea typeface="微软雅黑" panose="020B0503020204020204" pitchFamily="34" charset="-122"/>
            </a:rPr>
            <a:t>履行管理职责</a:t>
          </a:r>
          <a:endParaRPr lang="zh-CN" altLang="en-US" dirty="0">
            <a:solidFill>
              <a:schemeClr val="dk1"/>
            </a:solidFill>
            <a:latin typeface="微软雅黑" panose="020B0503020204020204" pitchFamily="34" charset="-122"/>
            <a:ea typeface="微软雅黑" panose="020B0503020204020204" pitchFamily="34" charset="-122"/>
          </a:endParaRPr>
        </a:p>
      </dsp:txBody>
      <dsp:txXfrm>
        <a:off x="0" y="705192"/>
        <a:ext cx="9112885" cy="1790700"/>
      </dsp:txXfrm>
    </dsp:sp>
    <dsp:sp modelId="{79CF418C-D03D-4D5B-91EE-4F9043CE24B8}">
      <dsp:nvSpPr>
        <dsp:cNvPr id="4" name="圆角矩形 3"/>
        <dsp:cNvSpPr/>
      </dsp:nvSpPr>
      <dsp:spPr bwMode="white">
        <a:xfrm>
          <a:off x="455644" y="78247"/>
          <a:ext cx="6379019" cy="966425"/>
        </a:xfrm>
        <a:prstGeom prst="roundRect">
          <a:avLst/>
        </a:prstGeom>
      </dsp:spPr>
      <dsp:style>
        <a:lnRef idx="2">
          <a:schemeClr val="lt1"/>
        </a:lnRef>
        <a:fillRef idx="1">
          <a:schemeClr val="accent3">
            <a:hueOff val="0"/>
            <a:satOff val="0"/>
            <a:lumOff val="0"/>
            <a:alpha val="100000"/>
          </a:schemeClr>
        </a:fillRef>
        <a:effectRef idx="0">
          <a:scrgbClr r="0" g="0" b="0"/>
        </a:effectRef>
        <a:fontRef idx="minor">
          <a:schemeClr val="lt1"/>
        </a:fontRef>
      </dsp:style>
      <dsp:txBody>
        <a:bodyPr lIns="241111" tIns="0" rIns="241111" bIns="0" anchor="ctr"/>
        <a:lstStyle>
          <a:lvl1pPr algn="l">
            <a:defRPr sz="2300"/>
          </a:lvl1pPr>
          <a:lvl2pPr marL="171450" indent="-171450" algn="l">
            <a:defRPr sz="1700"/>
          </a:lvl2pPr>
          <a:lvl3pPr marL="342900" indent="-171450" algn="l">
            <a:defRPr sz="1700"/>
          </a:lvl3pPr>
          <a:lvl4pPr marL="514350" indent="-171450" algn="l">
            <a:defRPr sz="1700"/>
          </a:lvl4pPr>
          <a:lvl5pPr marL="685800" indent="-171450" algn="l">
            <a:defRPr sz="1700"/>
          </a:lvl5pPr>
          <a:lvl6pPr marL="857250" indent="-171450" algn="l">
            <a:defRPr sz="1700"/>
          </a:lvl6pPr>
          <a:lvl7pPr marL="1028700" indent="-171450" algn="l">
            <a:defRPr sz="1700"/>
          </a:lvl7pPr>
          <a:lvl8pPr marL="1200150" indent="-171450" algn="l">
            <a:defRPr sz="1700"/>
          </a:lvl8pPr>
          <a:lvl9pPr marL="1371600" indent="-171450" algn="l">
            <a:defRPr sz="1700"/>
          </a:lvl9pPr>
        </a:lstStyle>
        <a:p>
          <a:pPr lvl="0">
            <a:lnSpc>
              <a:spcPct val="100000"/>
            </a:lnSpc>
            <a:spcBef>
              <a:spcPct val="0"/>
            </a:spcBef>
            <a:spcAft>
              <a:spcPct val="35000"/>
            </a:spcAft>
          </a:pPr>
          <a:r>
            <a:rPr lang="zh-CN" altLang="en-US" sz="2000" b="1" dirty="0" smtClean="0">
              <a:latin typeface="微软雅黑" panose="020B0503020204020204" pitchFamily="34" charset="-122"/>
              <a:ea typeface="微软雅黑" panose="020B0503020204020204" pitchFamily="34" charset="-122"/>
            </a:rPr>
            <a:t>数据管理专员（</a:t>
          </a:r>
          <a:r>
            <a:rPr lang="en-US" altLang="zh-CN" sz="2000" b="1" dirty="0" smtClean="0">
              <a:latin typeface="微软雅黑" panose="020B0503020204020204" pitchFamily="34" charset="-122"/>
              <a:ea typeface="微软雅黑" panose="020B0503020204020204" pitchFamily="34" charset="-122"/>
            </a:rPr>
            <a:t>Data Steward</a:t>
          </a:r>
          <a:r>
            <a:rPr lang="zh-CN" altLang="en-US" sz="2000" b="1" dirty="0" smtClean="0">
              <a:latin typeface="微软雅黑" panose="020B0503020204020204" pitchFamily="34" charset="-122"/>
              <a:ea typeface="微软雅黑" panose="020B0503020204020204" pitchFamily="34" charset="-122"/>
            </a:rPr>
            <a:t>）</a:t>
          </a:r>
          <a:endParaRPr lang="zh-CN" altLang="en-US" sz="2000" b="1" dirty="0">
            <a:latin typeface="微软雅黑" panose="020B0503020204020204" pitchFamily="34" charset="-122"/>
            <a:ea typeface="微软雅黑" panose="020B0503020204020204" pitchFamily="34" charset="-122"/>
          </a:endParaRPr>
        </a:p>
      </dsp:txBody>
      <dsp:txXfrm>
        <a:off x="455644" y="78247"/>
        <a:ext cx="6379019" cy="966425"/>
      </dsp:txXfrm>
    </dsp:sp>
    <dsp:sp modelId="{A74E4FC7-E2AF-4BBE-9062-C9A390D3E418}">
      <dsp:nvSpPr>
        <dsp:cNvPr id="8" name="矩形 7"/>
        <dsp:cNvSpPr/>
      </dsp:nvSpPr>
      <dsp:spPr bwMode="white">
        <a:xfrm>
          <a:off x="0" y="3337560"/>
          <a:ext cx="9112885" cy="1790700"/>
        </a:xfrm>
        <a:prstGeom prst="rect">
          <a:avLst/>
        </a:prstGeom>
      </dsp:spPr>
      <dsp:style>
        <a:lnRef idx="2">
          <a:schemeClr val="accent3">
            <a:hueOff val="0"/>
            <a:satOff val="2353"/>
            <a:lumOff val="-11764"/>
            <a:alpha val="100000"/>
          </a:schemeClr>
        </a:lnRef>
        <a:fillRef idx="1">
          <a:schemeClr val="lt1">
            <a:alpha val="90000"/>
          </a:schemeClr>
        </a:fillRef>
        <a:effectRef idx="0">
          <a:scrgbClr r="0" g="0" b="0"/>
        </a:effectRef>
        <a:fontRef idx="minor"/>
      </dsp:style>
      <dsp:txBody>
        <a:bodyPr lIns="707261" tIns="479044" rIns="707261" bIns="163576" anchor="t"/>
        <a:lstStyle>
          <a:lvl1pPr algn="l">
            <a:defRPr sz="2300"/>
          </a:lvl1pPr>
          <a:lvl2pPr marL="228600" indent="-228600" algn="l">
            <a:defRPr sz="2300"/>
          </a:lvl2pPr>
          <a:lvl3pPr marL="457200" indent="-228600" algn="l">
            <a:defRPr sz="2300"/>
          </a:lvl3pPr>
          <a:lvl4pPr marL="685800" indent="-228600" algn="l">
            <a:defRPr sz="2300"/>
          </a:lvl4pPr>
          <a:lvl5pPr marL="914400" indent="-228600" algn="l">
            <a:defRPr sz="2300"/>
          </a:lvl5pPr>
          <a:lvl6pPr marL="1143000" indent="-228600" algn="l">
            <a:defRPr sz="2300"/>
          </a:lvl6pPr>
          <a:lvl7pPr marL="1371600" indent="-228600" algn="l">
            <a:defRPr sz="2300"/>
          </a:lvl7pPr>
          <a:lvl8pPr marL="1600200" indent="-228600" algn="l">
            <a:defRPr sz="2300"/>
          </a:lvl8pPr>
          <a:lvl9pPr marL="1828800" indent="-228600" algn="l">
            <a:defRPr sz="2300"/>
          </a:lvl9pPr>
        </a:lstStyle>
        <a:p>
          <a:pPr lvl="1">
            <a:lnSpc>
              <a:spcPct val="100000"/>
            </a:lnSpc>
            <a:spcBef>
              <a:spcPct val="0"/>
            </a:spcBef>
            <a:spcAft>
              <a:spcPct val="15000"/>
            </a:spcAft>
            <a:buChar char="•"/>
          </a:pPr>
          <a:r>
            <a:rPr lang="zh-CN" altLang="en-US" dirty="0" smtClean="0">
              <a:solidFill>
                <a:schemeClr val="dk1"/>
              </a:solidFill>
              <a:latin typeface="微软雅黑" panose="020B0503020204020204" pitchFamily="34" charset="-122"/>
              <a:ea typeface="微软雅黑" panose="020B0503020204020204" pitchFamily="34" charset="-122"/>
            </a:rPr>
            <a:t>衍生出</a:t>
          </a:r>
          <a:r>
            <a:rPr lang="en-US" altLang="zh-CN" dirty="0" smtClean="0">
              <a:solidFill>
                <a:schemeClr val="dk1"/>
              </a:solidFill>
              <a:latin typeface="微软雅黑" panose="020B0503020204020204" pitchFamily="34" charset="-122"/>
              <a:ea typeface="微软雅黑" panose="020B0503020204020204" pitchFamily="34" charset="-122"/>
            </a:rPr>
            <a:t>stewardship</a:t>
          </a:r>
          <a:r>
            <a:rPr lang="zh-CN" altLang="en-US" dirty="0" smtClean="0">
              <a:solidFill>
                <a:schemeClr val="dk1"/>
              </a:solidFill>
              <a:latin typeface="微软雅黑" panose="020B0503020204020204" pitchFamily="34" charset="-122"/>
              <a:ea typeface="微软雅黑" panose="020B0503020204020204" pitchFamily="34" charset="-122"/>
            </a:rPr>
            <a:t>一词，表明代管、托管制度</a:t>
          </a:r>
          <a:endParaRPr lang="zh-CN" altLang="en-US" dirty="0">
            <a:solidFill>
              <a:schemeClr val="dk1"/>
            </a:solidFill>
            <a:latin typeface="微软雅黑" panose="020B0503020204020204" pitchFamily="34" charset="-122"/>
            <a:ea typeface="微软雅黑" panose="020B0503020204020204" pitchFamily="34" charset="-122"/>
          </a:endParaRPr>
        </a:p>
        <a:p>
          <a:pPr lvl="1">
            <a:lnSpc>
              <a:spcPct val="100000"/>
            </a:lnSpc>
            <a:spcBef>
              <a:spcPct val="0"/>
            </a:spcBef>
            <a:spcAft>
              <a:spcPct val="15000"/>
            </a:spcAft>
            <a:buChar char="•"/>
          </a:pPr>
          <a:r>
            <a:rPr lang="zh-CN" altLang="en-US" dirty="0" smtClean="0">
              <a:solidFill>
                <a:schemeClr val="dk1"/>
              </a:solidFill>
              <a:latin typeface="微软雅黑" panose="020B0503020204020204" pitchFamily="34" charset="-122"/>
              <a:ea typeface="微软雅黑" panose="020B0503020204020204" pitchFamily="34" charset="-122"/>
            </a:rPr>
            <a:t>数据管理专员制度主要探讨业务部门应承担的管理角色、职责以及相应的能力要求和制度</a:t>
          </a:r>
          <a:endParaRPr lang="zh-CN" altLang="en-US" dirty="0">
            <a:solidFill>
              <a:schemeClr val="dk1"/>
            </a:solidFill>
            <a:latin typeface="微软雅黑" panose="020B0503020204020204" pitchFamily="34" charset="-122"/>
            <a:ea typeface="微软雅黑" panose="020B0503020204020204" pitchFamily="34" charset="-122"/>
          </a:endParaRPr>
        </a:p>
      </dsp:txBody>
      <dsp:txXfrm>
        <a:off x="0" y="3337560"/>
        <a:ext cx="9112885" cy="1790700"/>
      </dsp:txXfrm>
    </dsp:sp>
    <dsp:sp modelId="{80FE3983-AABF-4E50-BE1F-3C346930F801}">
      <dsp:nvSpPr>
        <dsp:cNvPr id="7" name="圆角矩形 6"/>
        <dsp:cNvSpPr/>
      </dsp:nvSpPr>
      <dsp:spPr bwMode="white">
        <a:xfrm>
          <a:off x="455644" y="2620092"/>
          <a:ext cx="6379019" cy="978700"/>
        </a:xfrm>
        <a:prstGeom prst="roundRect">
          <a:avLst/>
        </a:prstGeom>
      </dsp:spPr>
      <dsp:style>
        <a:lnRef idx="2">
          <a:schemeClr val="lt1"/>
        </a:lnRef>
        <a:fillRef idx="1">
          <a:schemeClr val="accent3">
            <a:hueOff val="0"/>
            <a:satOff val="2353"/>
            <a:lumOff val="-11764"/>
            <a:alpha val="100000"/>
          </a:schemeClr>
        </a:fillRef>
        <a:effectRef idx="0">
          <a:scrgbClr r="0" g="0" b="0"/>
        </a:effectRef>
        <a:fontRef idx="minor">
          <a:schemeClr val="lt1"/>
        </a:fontRef>
      </dsp:style>
      <dsp:txBody>
        <a:bodyPr lIns="241111" tIns="0" rIns="241111" bIns="0" anchor="ctr"/>
        <a:lstStyle>
          <a:lvl1pPr algn="l">
            <a:defRPr sz="2300"/>
          </a:lvl1pPr>
          <a:lvl2pPr marL="171450" indent="-171450" algn="l">
            <a:defRPr sz="1700"/>
          </a:lvl2pPr>
          <a:lvl3pPr marL="342900" indent="-171450" algn="l">
            <a:defRPr sz="1700"/>
          </a:lvl3pPr>
          <a:lvl4pPr marL="514350" indent="-171450" algn="l">
            <a:defRPr sz="1700"/>
          </a:lvl4pPr>
          <a:lvl5pPr marL="685800" indent="-171450" algn="l">
            <a:defRPr sz="1700"/>
          </a:lvl5pPr>
          <a:lvl6pPr marL="857250" indent="-171450" algn="l">
            <a:defRPr sz="1700"/>
          </a:lvl6pPr>
          <a:lvl7pPr marL="1028700" indent="-171450" algn="l">
            <a:defRPr sz="1700"/>
          </a:lvl7pPr>
          <a:lvl8pPr marL="1200150" indent="-171450" algn="l">
            <a:defRPr sz="1700"/>
          </a:lvl8pPr>
          <a:lvl9pPr marL="1371600" indent="-171450" algn="l">
            <a:defRPr sz="1700"/>
          </a:lvl9pPr>
        </a:lstStyle>
        <a:p>
          <a:pPr lvl="0">
            <a:lnSpc>
              <a:spcPct val="100000"/>
            </a:lnSpc>
            <a:spcBef>
              <a:spcPct val="0"/>
            </a:spcBef>
            <a:spcAft>
              <a:spcPct val="35000"/>
            </a:spcAft>
          </a:pPr>
          <a:r>
            <a:rPr lang="zh-CN" altLang="en-US" sz="2000" b="1" dirty="0" smtClean="0">
              <a:latin typeface="微软雅黑" panose="020B0503020204020204" pitchFamily="34" charset="-122"/>
              <a:ea typeface="微软雅黑" panose="020B0503020204020204" pitchFamily="34" charset="-122"/>
            </a:rPr>
            <a:t>数据管理专员制度（</a:t>
          </a:r>
          <a:r>
            <a:rPr lang="en-US" altLang="zh-CN" sz="2000" b="1" dirty="0" smtClean="0">
              <a:latin typeface="微软雅黑" panose="020B0503020204020204" pitchFamily="34" charset="-122"/>
              <a:ea typeface="微软雅黑" panose="020B0503020204020204" pitchFamily="34" charset="-122"/>
            </a:rPr>
            <a:t>Data Stewardship</a:t>
          </a:r>
          <a:r>
            <a:rPr lang="zh-CN" altLang="en-US" sz="2000" b="1" dirty="0" smtClean="0">
              <a:latin typeface="微软雅黑" panose="020B0503020204020204" pitchFamily="34" charset="-122"/>
              <a:ea typeface="微软雅黑" panose="020B0503020204020204" pitchFamily="34" charset="-122"/>
            </a:rPr>
            <a:t>）</a:t>
          </a:r>
          <a:endParaRPr lang="zh-CN" altLang="en-US" sz="2000" b="1" dirty="0">
            <a:latin typeface="微软雅黑" panose="020B0503020204020204" pitchFamily="34" charset="-122"/>
            <a:ea typeface="微软雅黑" panose="020B0503020204020204" pitchFamily="34" charset="-122"/>
          </a:endParaRPr>
        </a:p>
      </dsp:txBody>
      <dsp:txXfrm>
        <a:off x="455644" y="2620092"/>
        <a:ext cx="6379019" cy="978700"/>
      </dsp:txXfrm>
    </dsp:sp>
    <dsp:sp modelId="{E95AA4E1-AB6D-4B95-A09E-AF1AEBC6D6D1}">
      <dsp:nvSpPr>
        <dsp:cNvPr id="3" name="矩形 2" hidden="1"/>
        <dsp:cNvSpPr/>
      </dsp:nvSpPr>
      <dsp:spPr>
        <a:xfrm>
          <a:off x="0" y="78247"/>
          <a:ext cx="455644" cy="966425"/>
        </a:xfrm>
        <a:prstGeom prst="rect">
          <a:avLst/>
        </a:prstGeom>
      </dsp:spPr>
      <dsp:txXfrm>
        <a:off x="0" y="78247"/>
        <a:ext cx="455644" cy="966425"/>
      </dsp:txXfrm>
    </dsp:sp>
    <dsp:sp modelId="{8D5739F1-79D0-405A-940B-A73E0EAFA525}">
      <dsp:nvSpPr>
        <dsp:cNvPr id="6" name="矩形 5" hidden="1"/>
        <dsp:cNvSpPr/>
      </dsp:nvSpPr>
      <dsp:spPr>
        <a:xfrm>
          <a:off x="0" y="2620092"/>
          <a:ext cx="455644" cy="978700"/>
        </a:xfrm>
        <a:prstGeom prst="rect">
          <a:avLst/>
        </a:prstGeom>
      </dsp:spPr>
      <dsp:txXfrm>
        <a:off x="0" y="2620092"/>
        <a:ext cx="455644" cy="978700"/>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rSet qsTypeId="urn:microsoft.com/office/officeart/2005/8/quickstyle/simple5"/>
        </dgm:pt>
        <dgm:pt modelId="1"/>
        <dgm:pt modelId="2"/>
      </dgm:ptLst>
      <dgm:cxnLst>
        <dgm:cxn modelId="4" srcId="0" destId="1" srcOrd="0" destOrd="0"/>
        <dgm:cxn modelId="5" srcId="0" destId="2" srcOrd="1" destOrd="0"/>
      </dgm:cxnLst>
      <dgm:bg/>
      <dgm:whole/>
    </dgm:dataModel>
  </dgm:styleData>
  <dgm:clrData>
    <dgm:dataModel>
      <dgm:ptLst>
        <dgm:pt modelId="0" type="doc">
          <dgm:prSet csTypeId="urn:microsoft.com/office/officeart/2005/8/colors/accent6_5"/>
        </dgm:pt>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nodeHorzAlign" val="l"/>
          <dgm:param type="horzAlign" val="l"/>
        </dgm:alg>
      </dgm:if>
      <dgm:else name="Name2">
        <dgm:alg type="lin">
          <dgm:param type="linDir" val="fromT"/>
          <dgm:param type="vertAlign" val="mid"/>
          <dgm:param type="nodeHorzAlign" val="r"/>
          <dgm:param typ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nodeHorzAlign" val="l"/>
              <dgm:param type="horzAlign" val="l"/>
            </dgm:alg>
          </dgm:if>
          <dgm:else name="Name6">
            <dgm:alg type="lin">
              <dgm:param type="linDir" val="fromR"/>
              <dgm:param type="nodeHorzAlign" val="r"/>
              <dgm:param typ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rawings/_rels/vmlDrawing1.vml.rels><?xml version="1.0" encoding="UTF-8" standalone="yes"?>
<Relationships xmlns="http://schemas.openxmlformats.org/package/2006/relationships"><Relationship Id="rId2" Type="http://schemas.openxmlformats.org/officeDocument/2006/relationships/image" Target="../media/image43.wmf"/><Relationship Id="rId1" Type="http://schemas.openxmlformats.org/officeDocument/2006/relationships/image" Target="../media/image42.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56BAB4B-9454-4FFC-88AF-3442C5A9AF23}"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457F9E9-8CEE-4B2C-A10C-E60D31FA4AC4}"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1026"/>
          <p:cNvSpPr>
            <a:spLocks noGrp="1" noRot="1" noChangeAspect="1" noChangeArrowheads="1" noTextEdit="1"/>
          </p:cNvSpPr>
          <p:nvPr>
            <p:ph type="sldImg"/>
          </p:nvPr>
        </p:nvSpPr>
        <p:spPr>
          <a:xfrm>
            <a:off x="380382" y="685800"/>
            <a:ext cx="6098823" cy="3430588"/>
          </a:xfrm>
          <a:solidFill>
            <a:srgbClr val="FFFFFF"/>
          </a:solidFill>
        </p:spPr>
      </p:sp>
      <p:sp>
        <p:nvSpPr>
          <p:cNvPr id="15363" name="Rectangle 1027"/>
          <p:cNvSpPr>
            <a:spLocks noGrp="1" noChangeArrowheads="1"/>
          </p:cNvSpPr>
          <p:nvPr>
            <p:ph type="body" idx="1"/>
          </p:nvPr>
        </p:nvSpPr>
        <p:spPr>
          <a:solidFill>
            <a:srgbClr val="FFFFFF"/>
          </a:solidFill>
          <a:ln>
            <a:solidFill>
              <a:srgbClr val="000000"/>
            </a:solidFill>
          </a:ln>
        </p:spPr>
        <p:txBody>
          <a:bodyPr lIns="89922" tIns="44961" rIns="89922" bIns="44961"/>
          <a:lstStyle/>
          <a:p>
            <a:endParaRPr lang="zh-CN" altLang="zh-CN" b="1"/>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dirty="0">
                <a:effectLst/>
                <a:latin typeface="微软雅黑" panose="020B0503020204020204" pitchFamily="34" charset="-122"/>
                <a:ea typeface="微软雅黑" panose="020B0503020204020204" pitchFamily="34" charset="-122"/>
                <a:sym typeface="+mn-ea"/>
              </a:rPr>
              <a:t>随着大数据技术的不断发展，数据的复杂程度愈来愈高，不断有人提出了大数据特征新的论断，在</a:t>
            </a:r>
            <a:r>
              <a:rPr lang="en-US" altLang="zh-CN" dirty="0">
                <a:effectLst/>
                <a:latin typeface="微软雅黑" panose="020B0503020204020204" pitchFamily="34" charset="-122"/>
                <a:ea typeface="微软雅黑" panose="020B0503020204020204" pitchFamily="34" charset="-122"/>
                <a:sym typeface="+mn-ea"/>
              </a:rPr>
              <a:t>4V</a:t>
            </a:r>
            <a:r>
              <a:rPr lang="zh-CN" altLang="en-US" dirty="0">
                <a:effectLst/>
                <a:latin typeface="微软雅黑" panose="020B0503020204020204" pitchFamily="34" charset="-122"/>
                <a:ea typeface="微软雅黑" panose="020B0503020204020204" pitchFamily="34" charset="-122"/>
                <a:sym typeface="+mn-ea"/>
              </a:rPr>
              <a:t>的基础上增加了增加了动态性（</a:t>
            </a:r>
            <a:r>
              <a:rPr lang="en-US" altLang="zh-CN" dirty="0">
                <a:effectLst/>
                <a:latin typeface="微软雅黑" panose="020B0503020204020204" pitchFamily="34" charset="-122"/>
                <a:ea typeface="微软雅黑" panose="020B0503020204020204" pitchFamily="34" charset="-122"/>
                <a:sym typeface="+mn-ea"/>
              </a:rPr>
              <a:t>Vitality</a:t>
            </a:r>
            <a:r>
              <a:rPr lang="zh-CN" altLang="en-US" dirty="0">
                <a:effectLst/>
                <a:latin typeface="微软雅黑" panose="020B0503020204020204" pitchFamily="34" charset="-122"/>
                <a:ea typeface="微软雅黑" panose="020B0503020204020204" pitchFamily="34" charset="-122"/>
                <a:sym typeface="+mn-ea"/>
              </a:rPr>
              <a:t>），强调整个数据体系的动态性；增加了可视性（</a:t>
            </a:r>
            <a:r>
              <a:rPr lang="en-US" altLang="zh-CN" dirty="0">
                <a:effectLst/>
                <a:latin typeface="微软雅黑" panose="020B0503020204020204" pitchFamily="34" charset="-122"/>
                <a:ea typeface="微软雅黑" panose="020B0503020204020204" pitchFamily="34" charset="-122"/>
                <a:sym typeface="+mn-ea"/>
              </a:rPr>
              <a:t>Visualization</a:t>
            </a:r>
            <a:r>
              <a:rPr lang="zh-CN" altLang="en-US" dirty="0">
                <a:effectLst/>
                <a:latin typeface="微软雅黑" panose="020B0503020204020204" pitchFamily="34" charset="-122"/>
                <a:ea typeface="微软雅黑" panose="020B0503020204020204" pitchFamily="34" charset="-122"/>
                <a:sym typeface="+mn-ea"/>
              </a:rPr>
              <a:t>），强调数据的显性化展现；增加了合法性（</a:t>
            </a:r>
            <a:r>
              <a:rPr lang="en-US" altLang="zh-CN" dirty="0">
                <a:effectLst/>
                <a:latin typeface="微软雅黑" panose="020B0503020204020204" pitchFamily="34" charset="-122"/>
                <a:ea typeface="微软雅黑" panose="020B0503020204020204" pitchFamily="34" charset="-122"/>
                <a:sym typeface="+mn-ea"/>
              </a:rPr>
              <a:t>Validity</a:t>
            </a:r>
            <a:r>
              <a:rPr lang="zh-CN" altLang="en-US" dirty="0">
                <a:effectLst/>
                <a:latin typeface="微软雅黑" panose="020B0503020204020204" pitchFamily="34" charset="-122"/>
                <a:ea typeface="微软雅黑" panose="020B0503020204020204" pitchFamily="34" charset="-122"/>
                <a:sym typeface="+mn-ea"/>
              </a:rPr>
              <a:t>），强调数据采集和应用的合法性，特别是对于个人隐私数据的合理使用。</a:t>
            </a:r>
            <a:endParaRPr lang="zh-CN" altLang="en-US" dirty="0">
              <a:solidFill>
                <a:schemeClr val="tx1"/>
              </a:solidFill>
              <a:effectLst/>
              <a:latin typeface="微软雅黑" panose="020B0503020204020204" pitchFamily="34" charset="-122"/>
              <a:ea typeface="微软雅黑" panose="020B0503020204020204" pitchFamily="34" charset="-122"/>
            </a:endParaRPr>
          </a:p>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在受访者中认为</a:t>
            </a:r>
            <a:r>
              <a:rPr lang="en-US" altLang="zh-CN" dirty="0"/>
              <a:t>CDO</a:t>
            </a:r>
            <a:r>
              <a:rPr lang="zh-CN" altLang="en-US" dirty="0"/>
              <a:t>的主要怕职责为 企业数据战略的站</a:t>
            </a:r>
            <a:r>
              <a:rPr lang="en-US" altLang="zh-CN" dirty="0"/>
              <a:t>44.1%</a:t>
            </a:r>
            <a:r>
              <a:rPr lang="zh-CN" altLang="en-US" dirty="0"/>
              <a:t>、企业数据治理的占</a:t>
            </a:r>
            <a:r>
              <a:rPr lang="en-US" altLang="zh-CN" dirty="0"/>
              <a:t>52.9%</a:t>
            </a:r>
            <a:r>
              <a:rPr lang="zh-CN" altLang="en-US" dirty="0"/>
              <a:t>、信息架构的占</a:t>
            </a:r>
            <a:r>
              <a:rPr lang="en-US" altLang="zh-CN" dirty="0"/>
              <a:t>38.2%</a:t>
            </a:r>
            <a:r>
              <a:rPr lang="zh-CN" altLang="en-US" dirty="0"/>
              <a:t>、数据质量运营的占</a:t>
            </a:r>
            <a:r>
              <a:rPr lang="en-US" altLang="zh-CN" dirty="0"/>
              <a:t>41.2</a:t>
            </a:r>
            <a:r>
              <a:rPr lang="zh-CN" altLang="en-US" dirty="0"/>
              <a:t>、元数据管理的占</a:t>
            </a:r>
            <a:r>
              <a:rPr lang="en-US" altLang="zh-CN" dirty="0"/>
              <a:t>29.4</a:t>
            </a:r>
            <a:r>
              <a:rPr lang="zh-CN" altLang="en-US" dirty="0"/>
              <a:t>、主数据管理的占</a:t>
            </a:r>
            <a:r>
              <a:rPr lang="en-US" altLang="zh-CN" dirty="0"/>
              <a:t>44.1%</a:t>
            </a:r>
            <a:r>
              <a:rPr lang="zh-CN" altLang="en-US" dirty="0"/>
              <a:t>、数据安全的占</a:t>
            </a:r>
            <a:r>
              <a:rPr lang="en-US" altLang="zh-CN" dirty="0"/>
              <a:t>14.7%</a:t>
            </a:r>
            <a:r>
              <a:rPr lang="zh-CN" altLang="en-US" dirty="0"/>
              <a:t>、其他占</a:t>
            </a:r>
            <a:r>
              <a:rPr lang="en-US" altLang="zh-CN" dirty="0"/>
              <a:t>35.3%</a:t>
            </a:r>
            <a:endParaRPr lang="zh-CN" altLang="en-US" dirty="0"/>
          </a:p>
        </p:txBody>
      </p:sp>
      <p:sp>
        <p:nvSpPr>
          <p:cNvPr id="4" name="灯片编号占位符 3"/>
          <p:cNvSpPr>
            <a:spLocks noGrp="1"/>
          </p:cNvSpPr>
          <p:nvPr>
            <p:ph type="sldNum" sz="quarter" idx="10"/>
          </p:nvPr>
        </p:nvSpPr>
        <p:spPr/>
        <p:txBody>
          <a:bodyPr/>
          <a:lstStyle/>
          <a:p>
            <a:pPr>
              <a:defRPr/>
            </a:pPr>
            <a:fld id="{63B40B2B-D2B2-48B0-BA0E-0A2AEB0B9EDE}" type="slidenum">
              <a:rPr lang="zh-CN" altLang="en-US" smtClean="0"/>
            </a:fld>
            <a:endParaRPr lang="en-US"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DATA GOVERNANCE </a:t>
            </a:r>
            <a:r>
              <a:rPr lang="zh-CN" altLang="en-US" dirty="0"/>
              <a:t>该词的翻译与理解有多种：数据治理、数据管理、数据管控、数据管治、数据资产管理、信息资源管理、数据资源管理</a:t>
            </a:r>
            <a:endParaRPr lang="en-US" altLang="zh-CN" dirty="0"/>
          </a:p>
          <a:p>
            <a:r>
              <a:rPr lang="zh-CN" altLang="en-US" dirty="0"/>
              <a:t>有这么多的词汇来描述，究竟哪种更贴切呢</a:t>
            </a:r>
            <a:endParaRPr lang="en-US" altLang="zh-CN" dirty="0"/>
          </a:p>
          <a:p>
            <a:r>
              <a:rPr lang="zh-CN" altLang="en-US" dirty="0"/>
              <a:t>数据治理</a:t>
            </a:r>
            <a:endParaRPr lang="zh-CN" altLang="en-US" dirty="0"/>
          </a:p>
        </p:txBody>
      </p:sp>
      <p:sp>
        <p:nvSpPr>
          <p:cNvPr id="4" name="灯片编号占位符 3"/>
          <p:cNvSpPr>
            <a:spLocks noGrp="1"/>
          </p:cNvSpPr>
          <p:nvPr>
            <p:ph type="sldNum" sz="quarter" idx="10"/>
          </p:nvPr>
        </p:nvSpPr>
        <p:spPr/>
        <p:txBody>
          <a:bodyPr/>
          <a:lstStyle/>
          <a:p>
            <a:pPr>
              <a:defRPr/>
            </a:pPr>
            <a:fld id="{63B40B2B-D2B2-48B0-BA0E-0A2AEB0B9EDE}" type="slidenum">
              <a:rPr lang="zh-CN" altLang="en-US" smtClean="0"/>
            </a:fld>
            <a:endParaRPr lang="en-US"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数据分类的一个维度，是业务视角。</a:t>
            </a:r>
            <a:endParaRPr lang="zh-CN" altLang="en-US" dirty="0"/>
          </a:p>
        </p:txBody>
      </p:sp>
      <p:sp>
        <p:nvSpPr>
          <p:cNvPr id="4" name="灯片编号占位符 3"/>
          <p:cNvSpPr>
            <a:spLocks noGrp="1"/>
          </p:cNvSpPr>
          <p:nvPr>
            <p:ph type="sldNum" sz="quarter" idx="10"/>
          </p:nvPr>
        </p:nvSpPr>
        <p:spPr/>
        <p:txBody>
          <a:bodyPr/>
          <a:lstStyle/>
          <a:p>
            <a:fld id="{4457F9E9-8CEE-4B2C-A10C-E60D31FA4AC4}"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数据分类的第二个视角，是从数据所表达的真实世界的对象性质进行分类</a:t>
            </a:r>
            <a:endParaRPr lang="zh-CN" altLang="en-US" dirty="0"/>
          </a:p>
        </p:txBody>
      </p:sp>
      <p:sp>
        <p:nvSpPr>
          <p:cNvPr id="4" name="灯片编号占位符 3"/>
          <p:cNvSpPr>
            <a:spLocks noGrp="1"/>
          </p:cNvSpPr>
          <p:nvPr>
            <p:ph type="sldNum" sz="quarter" idx="10"/>
          </p:nvPr>
        </p:nvSpPr>
        <p:spPr/>
        <p:txBody>
          <a:bodyPr/>
          <a:lstStyle/>
          <a:p>
            <a:fld id="{4457F9E9-8CEE-4B2C-A10C-E60D31FA4AC4}"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995363" y="3300413"/>
            <a:ext cx="7956550" cy="2700337"/>
          </a:xfrm>
          <a:prstGeom prst="rect">
            <a:avLst/>
          </a:prstGeom>
        </p:spPr>
        <p:txBody>
          <a:bodyPr/>
          <a:lstStyle/>
          <a:p>
            <a:endParaRPr lang="zh-SG" altLang="en-US" dirty="0"/>
          </a:p>
        </p:txBody>
      </p:sp>
      <p:sp>
        <p:nvSpPr>
          <p:cNvPr id="4" name="灯片编号占位符 3"/>
          <p:cNvSpPr>
            <a:spLocks noGrp="1"/>
          </p:cNvSpPr>
          <p:nvPr>
            <p:ph type="sldNum" sz="quarter" idx="10"/>
          </p:nvPr>
        </p:nvSpPr>
        <p:spPr/>
        <p:txBody>
          <a:bodyPr/>
          <a:lstStyle/>
          <a:p>
            <a:fld id="{2FD78992-85CA-4971-92DC-19407196BB1D}" type="slidenum">
              <a:rPr lang="zh-CN" altLang="en-US" smtClean="0"/>
            </a:fld>
            <a:endParaRPr lang="en-US" sz="1200">
              <a:latin typeface="Arial" panose="020B0604020202020204" pitchFamily="34"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3B40B2B-D2B2-48B0-BA0E-0A2AEB0B9EDE}" type="slidenum">
              <a:rPr lang="zh-CN" altLang="en-US" smtClean="0"/>
            </a:fld>
            <a:endParaRPr lang="en-US"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在国内的数据治理组织架构中比较经典的是</a:t>
            </a:r>
            <a:endParaRPr lang="en-US" altLang="zh-CN" dirty="0"/>
          </a:p>
          <a:p>
            <a:pPr marL="171450" indent="-171450">
              <a:buFont typeface="Arial" panose="020B0604020202020204" pitchFamily="34" charset="0"/>
              <a:buChar char="•"/>
            </a:pPr>
            <a:r>
              <a:rPr lang="zh-CN" altLang="en-US" dirty="0"/>
              <a:t>集团总部信息化领导小组处于最高层</a:t>
            </a:r>
            <a:endParaRPr lang="en-US" altLang="zh-CN" dirty="0"/>
          </a:p>
          <a:p>
            <a:pPr marL="171450" indent="-171450">
              <a:buFont typeface="Arial" panose="020B0604020202020204" pitchFamily="34" charset="0"/>
              <a:buChar char="•"/>
            </a:pPr>
            <a:r>
              <a:rPr lang="zh-CN" altLang="en-US" dirty="0"/>
              <a:t>数据治理（管理）领导小组作为信息化领导小组的下级机构或者作为信息化领导小组的职责来体现具体负责数据治理相关的工作</a:t>
            </a:r>
            <a:endParaRPr lang="en-US" altLang="zh-CN" dirty="0"/>
          </a:p>
          <a:p>
            <a:pPr marL="171450" indent="-171450">
              <a:buFont typeface="Arial" panose="020B0604020202020204" pitchFamily="34" charset="0"/>
              <a:buChar char="•"/>
            </a:pPr>
            <a:r>
              <a:rPr lang="zh-CN" altLang="en-US" dirty="0"/>
              <a:t>数据治理部或者牵头业务部门联合</a:t>
            </a:r>
            <a:r>
              <a:rPr lang="en-US" altLang="zh-CN" dirty="0"/>
              <a:t>IT</a:t>
            </a:r>
            <a:r>
              <a:rPr lang="zh-CN" altLang="en-US" dirty="0"/>
              <a:t>部分共同负责承担起数据治理部（虚拟）的工作职责，负责贯彻数据治理领导小组的工作思路，协调并监督落实数据治理工作</a:t>
            </a:r>
            <a:endParaRPr lang="en-US" altLang="zh-CN" dirty="0"/>
          </a:p>
          <a:p>
            <a:pPr marL="171450" indent="-171450">
              <a:buFont typeface="Arial" panose="020B0604020202020204" pitchFamily="34" charset="0"/>
              <a:buChar char="•"/>
            </a:pPr>
            <a:r>
              <a:rPr lang="zh-CN" altLang="en-US" dirty="0"/>
              <a:t>下属单位数据治理团队在集团数据治理部门的领导下负责本单位的数据治理工作的具体落实</a:t>
            </a:r>
            <a:endParaRPr lang="zh-CN" altLang="en-US" dirty="0"/>
          </a:p>
        </p:txBody>
      </p:sp>
      <p:sp>
        <p:nvSpPr>
          <p:cNvPr id="4" name="灯片编号占位符 3"/>
          <p:cNvSpPr>
            <a:spLocks noGrp="1"/>
          </p:cNvSpPr>
          <p:nvPr>
            <p:ph type="sldNum" sz="quarter" idx="10"/>
          </p:nvPr>
        </p:nvSpPr>
        <p:spPr/>
        <p:txBody>
          <a:bodyPr/>
          <a:lstStyle/>
          <a:p>
            <a:pPr>
              <a:defRPr/>
            </a:pPr>
            <a:fld id="{63B40B2B-D2B2-48B0-BA0E-0A2AEB0B9EDE}" type="slidenum">
              <a:rPr lang="zh-CN" altLang="en-US" smtClean="0"/>
            </a:fld>
            <a:endParaRPr lang="en-US"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4294967295"/>
          </p:nvPr>
        </p:nvSpPr>
        <p:spPr bwMode="auto">
          <a:xfrm>
            <a:off x="3884613" y="8685213"/>
            <a:ext cx="29718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6493" tIns="43247" rIns="86493" bIns="43247"/>
          <a:lstStyle>
            <a:lvl1pPr eaLnBrk="0" hangingPunct="0">
              <a:lnSpc>
                <a:spcPct val="89000"/>
              </a:lnSpc>
              <a:spcBef>
                <a:spcPct val="40000"/>
              </a:spcBef>
              <a:defRPr sz="1200">
                <a:solidFill>
                  <a:schemeClr val="tx1"/>
                </a:solidFill>
                <a:latin typeface="Arial" panose="020B0604020202020204" pitchFamily="34" charset="0"/>
              </a:defRPr>
            </a:lvl1pPr>
            <a:lvl2pPr marL="741680" indent="-284480" eaLnBrk="0" hangingPunct="0">
              <a:lnSpc>
                <a:spcPct val="89000"/>
              </a:lnSpc>
              <a:spcBef>
                <a:spcPct val="40000"/>
              </a:spcBef>
              <a:defRPr sz="1200">
                <a:solidFill>
                  <a:schemeClr val="tx1"/>
                </a:solidFill>
                <a:latin typeface="Arial" panose="020B0604020202020204" pitchFamily="34" charset="0"/>
              </a:defRPr>
            </a:lvl2pPr>
            <a:lvl3pPr marL="1141730" indent="-227330" eaLnBrk="0" hangingPunct="0">
              <a:lnSpc>
                <a:spcPct val="89000"/>
              </a:lnSpc>
              <a:spcBef>
                <a:spcPct val="40000"/>
              </a:spcBef>
              <a:defRPr sz="1200">
                <a:solidFill>
                  <a:schemeClr val="tx1"/>
                </a:solidFill>
                <a:latin typeface="Arial" panose="020B0604020202020204" pitchFamily="34" charset="0"/>
              </a:defRPr>
            </a:lvl3pPr>
            <a:lvl4pPr marL="1598930" indent="-227330" eaLnBrk="0" hangingPunct="0">
              <a:lnSpc>
                <a:spcPct val="89000"/>
              </a:lnSpc>
              <a:spcBef>
                <a:spcPct val="40000"/>
              </a:spcBef>
              <a:defRPr sz="1200">
                <a:solidFill>
                  <a:schemeClr val="tx1"/>
                </a:solidFill>
                <a:latin typeface="Arial" panose="020B0604020202020204" pitchFamily="34" charset="0"/>
              </a:defRPr>
            </a:lvl4pPr>
            <a:lvl5pPr marL="2056130" indent="-227330" eaLnBrk="0" hangingPunct="0">
              <a:lnSpc>
                <a:spcPct val="89000"/>
              </a:lnSpc>
              <a:spcBef>
                <a:spcPct val="40000"/>
              </a:spcBef>
              <a:defRPr sz="1200">
                <a:solidFill>
                  <a:schemeClr val="tx1"/>
                </a:solidFill>
                <a:latin typeface="Arial" panose="020B0604020202020204" pitchFamily="34" charset="0"/>
              </a:defRPr>
            </a:lvl5pPr>
            <a:lvl6pPr marL="2513330" indent="-227330" eaLnBrk="0" fontAlgn="base" hangingPunct="0">
              <a:lnSpc>
                <a:spcPct val="89000"/>
              </a:lnSpc>
              <a:spcBef>
                <a:spcPct val="40000"/>
              </a:spcBef>
              <a:spcAft>
                <a:spcPct val="0"/>
              </a:spcAft>
              <a:defRPr sz="1200">
                <a:solidFill>
                  <a:schemeClr val="tx1"/>
                </a:solidFill>
                <a:latin typeface="Arial" panose="020B0604020202020204" pitchFamily="34" charset="0"/>
              </a:defRPr>
            </a:lvl6pPr>
            <a:lvl7pPr marL="2970530" indent="-227330" eaLnBrk="0" fontAlgn="base" hangingPunct="0">
              <a:lnSpc>
                <a:spcPct val="89000"/>
              </a:lnSpc>
              <a:spcBef>
                <a:spcPct val="40000"/>
              </a:spcBef>
              <a:spcAft>
                <a:spcPct val="0"/>
              </a:spcAft>
              <a:defRPr sz="1200">
                <a:solidFill>
                  <a:schemeClr val="tx1"/>
                </a:solidFill>
                <a:latin typeface="Arial" panose="020B0604020202020204" pitchFamily="34" charset="0"/>
              </a:defRPr>
            </a:lvl7pPr>
            <a:lvl8pPr marL="3427730" indent="-227330" eaLnBrk="0" fontAlgn="base" hangingPunct="0">
              <a:lnSpc>
                <a:spcPct val="89000"/>
              </a:lnSpc>
              <a:spcBef>
                <a:spcPct val="40000"/>
              </a:spcBef>
              <a:spcAft>
                <a:spcPct val="0"/>
              </a:spcAft>
              <a:defRPr sz="1200">
                <a:solidFill>
                  <a:schemeClr val="tx1"/>
                </a:solidFill>
                <a:latin typeface="Arial" panose="020B0604020202020204" pitchFamily="34" charset="0"/>
              </a:defRPr>
            </a:lvl8pPr>
            <a:lvl9pPr marL="3884930" indent="-227330" eaLnBrk="0" fontAlgn="base" hangingPunct="0">
              <a:lnSpc>
                <a:spcPct val="89000"/>
              </a:lnSpc>
              <a:spcBef>
                <a:spcPct val="40000"/>
              </a:spcBef>
              <a:spcAft>
                <a:spcPct val="0"/>
              </a:spcAft>
              <a:defRPr sz="1200">
                <a:solidFill>
                  <a:schemeClr val="tx1"/>
                </a:solidFill>
                <a:latin typeface="Arial" panose="020B0604020202020204" pitchFamily="34" charset="0"/>
              </a:defRPr>
            </a:lvl9pPr>
          </a:lstStyle>
          <a:p>
            <a:pPr eaLnBrk="1" hangingPunct="1">
              <a:lnSpc>
                <a:spcPct val="100000"/>
              </a:lnSpc>
              <a:spcBef>
                <a:spcPct val="0"/>
              </a:spcBef>
            </a:pPr>
            <a:fld id="{ECED46C8-37B6-42DB-87FA-66F01C92A7FD}" type="slidenum">
              <a:rPr lang="en-US" altLang="en-US"/>
            </a:fld>
            <a:endParaRPr lang="en-US" altLang="en-US"/>
          </a:p>
        </p:txBody>
      </p:sp>
      <p:sp>
        <p:nvSpPr>
          <p:cNvPr id="80899" name="Rectangle 2"/>
          <p:cNvSpPr>
            <a:spLocks noGrp="1" noRot="1" noChangeAspect="1" noChangeArrowheads="1" noTextEdit="1"/>
          </p:cNvSpPr>
          <p:nvPr>
            <p:ph type="sldImg"/>
          </p:nvPr>
        </p:nvSpPr>
        <p:spPr>
          <a:xfrm>
            <a:off x="231422" y="615950"/>
            <a:ext cx="6395156" cy="3597275"/>
          </a:xfrm>
        </p:spPr>
      </p:sp>
      <p:sp>
        <p:nvSpPr>
          <p:cNvPr id="8090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4294967295"/>
          </p:nvPr>
        </p:nvSpPr>
        <p:spPr bwMode="auto">
          <a:xfrm>
            <a:off x="3884613" y="8685213"/>
            <a:ext cx="29718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6493" tIns="43247" rIns="86493" bIns="43247"/>
          <a:lstStyle>
            <a:lvl1pPr eaLnBrk="0" hangingPunct="0">
              <a:lnSpc>
                <a:spcPct val="89000"/>
              </a:lnSpc>
              <a:spcBef>
                <a:spcPct val="40000"/>
              </a:spcBef>
              <a:defRPr sz="1200">
                <a:solidFill>
                  <a:schemeClr val="tx1"/>
                </a:solidFill>
                <a:latin typeface="Arial" panose="020B0604020202020204" pitchFamily="34" charset="0"/>
              </a:defRPr>
            </a:lvl1pPr>
            <a:lvl2pPr marL="741680" indent="-284480" eaLnBrk="0" hangingPunct="0">
              <a:lnSpc>
                <a:spcPct val="89000"/>
              </a:lnSpc>
              <a:spcBef>
                <a:spcPct val="40000"/>
              </a:spcBef>
              <a:defRPr sz="1200">
                <a:solidFill>
                  <a:schemeClr val="tx1"/>
                </a:solidFill>
                <a:latin typeface="Arial" panose="020B0604020202020204" pitchFamily="34" charset="0"/>
              </a:defRPr>
            </a:lvl2pPr>
            <a:lvl3pPr marL="1141730" indent="-227330" eaLnBrk="0" hangingPunct="0">
              <a:lnSpc>
                <a:spcPct val="89000"/>
              </a:lnSpc>
              <a:spcBef>
                <a:spcPct val="40000"/>
              </a:spcBef>
              <a:defRPr sz="1200">
                <a:solidFill>
                  <a:schemeClr val="tx1"/>
                </a:solidFill>
                <a:latin typeface="Arial" panose="020B0604020202020204" pitchFamily="34" charset="0"/>
              </a:defRPr>
            </a:lvl3pPr>
            <a:lvl4pPr marL="1598930" indent="-227330" eaLnBrk="0" hangingPunct="0">
              <a:lnSpc>
                <a:spcPct val="89000"/>
              </a:lnSpc>
              <a:spcBef>
                <a:spcPct val="40000"/>
              </a:spcBef>
              <a:defRPr sz="1200">
                <a:solidFill>
                  <a:schemeClr val="tx1"/>
                </a:solidFill>
                <a:latin typeface="Arial" panose="020B0604020202020204" pitchFamily="34" charset="0"/>
              </a:defRPr>
            </a:lvl4pPr>
            <a:lvl5pPr marL="2056130" indent="-227330" eaLnBrk="0" hangingPunct="0">
              <a:lnSpc>
                <a:spcPct val="89000"/>
              </a:lnSpc>
              <a:spcBef>
                <a:spcPct val="40000"/>
              </a:spcBef>
              <a:defRPr sz="1200">
                <a:solidFill>
                  <a:schemeClr val="tx1"/>
                </a:solidFill>
                <a:latin typeface="Arial" panose="020B0604020202020204" pitchFamily="34" charset="0"/>
              </a:defRPr>
            </a:lvl5pPr>
            <a:lvl6pPr marL="2513330" indent="-227330" eaLnBrk="0" fontAlgn="base" hangingPunct="0">
              <a:lnSpc>
                <a:spcPct val="89000"/>
              </a:lnSpc>
              <a:spcBef>
                <a:spcPct val="40000"/>
              </a:spcBef>
              <a:spcAft>
                <a:spcPct val="0"/>
              </a:spcAft>
              <a:defRPr sz="1200">
                <a:solidFill>
                  <a:schemeClr val="tx1"/>
                </a:solidFill>
                <a:latin typeface="Arial" panose="020B0604020202020204" pitchFamily="34" charset="0"/>
              </a:defRPr>
            </a:lvl6pPr>
            <a:lvl7pPr marL="2970530" indent="-227330" eaLnBrk="0" fontAlgn="base" hangingPunct="0">
              <a:lnSpc>
                <a:spcPct val="89000"/>
              </a:lnSpc>
              <a:spcBef>
                <a:spcPct val="40000"/>
              </a:spcBef>
              <a:spcAft>
                <a:spcPct val="0"/>
              </a:spcAft>
              <a:defRPr sz="1200">
                <a:solidFill>
                  <a:schemeClr val="tx1"/>
                </a:solidFill>
                <a:latin typeface="Arial" panose="020B0604020202020204" pitchFamily="34" charset="0"/>
              </a:defRPr>
            </a:lvl7pPr>
            <a:lvl8pPr marL="3427730" indent="-227330" eaLnBrk="0" fontAlgn="base" hangingPunct="0">
              <a:lnSpc>
                <a:spcPct val="89000"/>
              </a:lnSpc>
              <a:spcBef>
                <a:spcPct val="40000"/>
              </a:spcBef>
              <a:spcAft>
                <a:spcPct val="0"/>
              </a:spcAft>
              <a:defRPr sz="1200">
                <a:solidFill>
                  <a:schemeClr val="tx1"/>
                </a:solidFill>
                <a:latin typeface="Arial" panose="020B0604020202020204" pitchFamily="34" charset="0"/>
              </a:defRPr>
            </a:lvl8pPr>
            <a:lvl9pPr marL="3884930" indent="-227330" eaLnBrk="0" fontAlgn="base" hangingPunct="0">
              <a:lnSpc>
                <a:spcPct val="89000"/>
              </a:lnSpc>
              <a:spcBef>
                <a:spcPct val="40000"/>
              </a:spcBef>
              <a:spcAft>
                <a:spcPct val="0"/>
              </a:spcAft>
              <a:defRPr sz="1200">
                <a:solidFill>
                  <a:schemeClr val="tx1"/>
                </a:solidFill>
                <a:latin typeface="Arial" panose="020B0604020202020204" pitchFamily="34" charset="0"/>
              </a:defRPr>
            </a:lvl9pPr>
          </a:lstStyle>
          <a:p>
            <a:pPr eaLnBrk="1" hangingPunct="1">
              <a:lnSpc>
                <a:spcPct val="100000"/>
              </a:lnSpc>
              <a:spcBef>
                <a:spcPct val="0"/>
              </a:spcBef>
            </a:pPr>
            <a:fld id="{ECED46C8-37B6-42DB-87FA-66F01C92A7FD}" type="slidenum">
              <a:rPr lang="en-US" altLang="en-US"/>
            </a:fld>
            <a:endParaRPr lang="en-US" altLang="en-US"/>
          </a:p>
        </p:txBody>
      </p:sp>
      <p:sp>
        <p:nvSpPr>
          <p:cNvPr id="80899" name="Rectangle 2"/>
          <p:cNvSpPr>
            <a:spLocks noGrp="1" noRot="1" noChangeAspect="1" noChangeArrowheads="1" noTextEdit="1"/>
          </p:cNvSpPr>
          <p:nvPr>
            <p:ph type="sldImg"/>
          </p:nvPr>
        </p:nvSpPr>
        <p:spPr>
          <a:xfrm>
            <a:off x="231422" y="615950"/>
            <a:ext cx="6395156" cy="3597275"/>
          </a:xfrm>
        </p:spPr>
      </p:sp>
      <p:sp>
        <p:nvSpPr>
          <p:cNvPr id="8090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元数据创建是从 软件工具、系统应用、文档 等获取元数据的过程</a:t>
            </a:r>
            <a:endParaRPr lang="en-US" altLang="zh-CN" dirty="0"/>
          </a:p>
          <a:p>
            <a:r>
              <a:rPr lang="zh-CN" altLang="en-US" dirty="0"/>
              <a:t>元数据存储是将获取到的元数据集中存储在元数据存储库的过程</a:t>
            </a:r>
            <a:endParaRPr lang="en-US" altLang="zh-CN" dirty="0"/>
          </a:p>
          <a:p>
            <a:r>
              <a:rPr lang="zh-CN" altLang="en-US" dirty="0"/>
              <a:t>元数据应用是利用收集的元数据信息为企业信息系统使用人员提供信息共享、信息理解等方面的服务。</a:t>
            </a:r>
            <a:endParaRPr lang="en-US" altLang="zh-CN" dirty="0"/>
          </a:p>
        </p:txBody>
      </p:sp>
      <p:sp>
        <p:nvSpPr>
          <p:cNvPr id="4" name="灯片编号占位符 3"/>
          <p:cNvSpPr>
            <a:spLocks noGrp="1"/>
          </p:cNvSpPr>
          <p:nvPr>
            <p:ph type="sldNum" sz="quarter" idx="10"/>
          </p:nvPr>
        </p:nvSpPr>
        <p:spPr/>
        <p:txBody>
          <a:bodyPr/>
          <a:lstStyle/>
          <a:p>
            <a:pPr>
              <a:defRPr/>
            </a:pPr>
            <a:fld id="{63B40B2B-D2B2-48B0-BA0E-0A2AEB0B9EDE}" type="slidenum">
              <a:rPr lang="zh-CN" altLang="en-US" smtClean="0"/>
            </a:fld>
            <a:endParaRPr lang="en-US" altLang="zh-C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幻灯片图像占位符 1"/>
          <p:cNvSpPr>
            <a:spLocks noGrp="1" noRot="1" noChangeAspect="1" noTextEdit="1"/>
          </p:cNvSpPr>
          <p:nvPr>
            <p:ph type="sldImg"/>
          </p:nvPr>
        </p:nvSpPr>
        <p:spPr>
          <a:xfrm>
            <a:off x="231422" y="615950"/>
            <a:ext cx="6395156" cy="3597275"/>
          </a:xfrm>
        </p:spPr>
      </p:sp>
      <p:sp>
        <p:nvSpPr>
          <p:cNvPr id="54275"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marL="0" marR="0" lvl="0" indent="0" algn="l" defTabSz="914400" rtl="0" eaLnBrk="0" fontAlgn="base" latinLnBrk="0" hangingPunct="0">
              <a:lnSpc>
                <a:spcPct val="100000"/>
              </a:lnSpc>
              <a:spcBef>
                <a:spcPct val="30000"/>
              </a:spcBef>
              <a:spcAft>
                <a:spcPct val="0"/>
              </a:spcAft>
              <a:buClr>
                <a:schemeClr val="bg1">
                  <a:lumMod val="50000"/>
                </a:schemeClr>
              </a:buClr>
              <a:buSzTx/>
              <a:buFont typeface="Arial" panose="020B0604020202020204" pitchFamily="34" charset="0"/>
              <a:buNone/>
              <a:defRPr/>
            </a:pPr>
            <a:r>
              <a:rPr lang="zh-CN" altLang="en-US" sz="2000" dirty="0">
                <a:solidFill>
                  <a:srgbClr val="4D4D4D"/>
                </a:solidFill>
              </a:rPr>
              <a:t>从</a:t>
            </a:r>
            <a:r>
              <a:rPr kumimoji="0" lang="zh-CN" altLang="en-US" sz="2000" b="0" i="0" u="none" strike="noStrike" kern="1200" cap="none" spc="0" normalizeH="0" baseline="0" noProof="0" dirty="0">
                <a:ln>
                  <a:noFill/>
                </a:ln>
                <a:solidFill>
                  <a:srgbClr val="4D4D4D"/>
                </a:solidFill>
                <a:effectLst/>
                <a:uLnTx/>
                <a:uFillTx/>
                <a:latin typeface="Arial" panose="020B0604020202020204" pitchFamily="34" charset="0"/>
                <a:ea typeface="宋体" panose="02010600030101010101" pitchFamily="2" charset="-122"/>
              </a:rPr>
              <a:t>线上购买，支付，服务和支持，线上登录记录等多源系统采集数据，归纳、总结主数据定义及范围</a:t>
            </a:r>
            <a:endParaRPr kumimoji="0" lang="en-US" altLang="zh-CN" sz="20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0"/>
          </p:nvPr>
        </p:nvSpPr>
        <p:spPr/>
        <p:txBody>
          <a:bodyPr/>
          <a:lstStyle/>
          <a:p>
            <a:pPr>
              <a:defRPr/>
            </a:pPr>
            <a:fld id="{9C9F8FF5-0571-4E6D-8576-103184813C9C}" type="slidenum">
              <a:rPr lang="en-US" altLang="zh-CN" smtClean="0"/>
            </a:fld>
            <a:endParaRPr lang="en-US" altLang="zh-CN"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9" Type="http://schemas.openxmlformats.org/officeDocument/2006/relationships/tags" Target="../tags/tag4.xml"/><Relationship Id="rId8" Type="http://schemas.openxmlformats.org/officeDocument/2006/relationships/image" Target="../media/image9.png"/><Relationship Id="rId7" Type="http://schemas.openxmlformats.org/officeDocument/2006/relationships/tags" Target="../tags/tag3.xml"/><Relationship Id="rId6" Type="http://schemas.openxmlformats.org/officeDocument/2006/relationships/image" Target="../media/image8.png"/><Relationship Id="rId5" Type="http://schemas.openxmlformats.org/officeDocument/2006/relationships/tags" Target="../tags/tag2.xml"/><Relationship Id="rId4" Type="http://schemas.openxmlformats.org/officeDocument/2006/relationships/image" Target="../media/image7.png"/><Relationship Id="rId3" Type="http://schemas.openxmlformats.org/officeDocument/2006/relationships/tags" Target="../tags/tag1.xml"/><Relationship Id="rId2" Type="http://schemas.openxmlformats.org/officeDocument/2006/relationships/image" Target="../media/image6.png"/><Relationship Id="rId11" Type="http://schemas.openxmlformats.org/officeDocument/2006/relationships/tags" Target="../tags/tag6.xml"/><Relationship Id="rId10" Type="http://schemas.openxmlformats.org/officeDocument/2006/relationships/tags" Target="../tags/tag5.xml"/><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6" Type="http://schemas.openxmlformats.org/officeDocument/2006/relationships/tags" Target="../tags/tag11.xml"/><Relationship Id="rId5" Type="http://schemas.openxmlformats.org/officeDocument/2006/relationships/tags" Target="../tags/tag10.xml"/><Relationship Id="rId4" Type="http://schemas.openxmlformats.org/officeDocument/2006/relationships/tags" Target="../tags/tag9.xml"/><Relationship Id="rId3" Type="http://schemas.openxmlformats.org/officeDocument/2006/relationships/tags" Target="../tags/tag8.xml"/><Relationship Id="rId2" Type="http://schemas.openxmlformats.org/officeDocument/2006/relationships/tags" Target="../tags/tag7.xml"/><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8" Type="http://schemas.openxmlformats.org/officeDocument/2006/relationships/tags" Target="../tags/tag16.xml"/><Relationship Id="rId7" Type="http://schemas.openxmlformats.org/officeDocument/2006/relationships/tags" Target="../tags/tag15.xml"/><Relationship Id="rId6" Type="http://schemas.openxmlformats.org/officeDocument/2006/relationships/tags" Target="../tags/tag14.xml"/><Relationship Id="rId5" Type="http://schemas.openxmlformats.org/officeDocument/2006/relationships/tags" Target="../tags/tag13.xml"/><Relationship Id="rId4" Type="http://schemas.openxmlformats.org/officeDocument/2006/relationships/image" Target="../media/image7.png"/><Relationship Id="rId3" Type="http://schemas.openxmlformats.org/officeDocument/2006/relationships/tags" Target="../tags/tag12.xml"/><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9" Type="http://schemas.openxmlformats.org/officeDocument/2006/relationships/tags" Target="../tags/tag22.xml"/><Relationship Id="rId8" Type="http://schemas.openxmlformats.org/officeDocument/2006/relationships/tags" Target="../tags/tag21.xml"/><Relationship Id="rId7" Type="http://schemas.openxmlformats.org/officeDocument/2006/relationships/tags" Target="../tags/tag20.xml"/><Relationship Id="rId6" Type="http://schemas.openxmlformats.org/officeDocument/2006/relationships/tags" Target="../tags/tag19.xml"/><Relationship Id="rId5" Type="http://schemas.openxmlformats.org/officeDocument/2006/relationships/tags" Target="../tags/tag18.xml"/><Relationship Id="rId4" Type="http://schemas.openxmlformats.org/officeDocument/2006/relationships/image" Target="../media/image7.png"/><Relationship Id="rId3" Type="http://schemas.openxmlformats.org/officeDocument/2006/relationships/tags" Target="../tags/tag17.xml"/><Relationship Id="rId2" Type="http://schemas.openxmlformats.org/officeDocument/2006/relationships/image" Target="../media/image6.png"/><Relationship Id="rId10" Type="http://schemas.openxmlformats.org/officeDocument/2006/relationships/tags" Target="../tags/tag23.xml"/><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7" Type="http://schemas.openxmlformats.org/officeDocument/2006/relationships/tags" Target="../tags/tag29.xml"/><Relationship Id="rId6" Type="http://schemas.openxmlformats.org/officeDocument/2006/relationships/tags" Target="../tags/tag28.xml"/><Relationship Id="rId5" Type="http://schemas.openxmlformats.org/officeDocument/2006/relationships/tags" Target="../tags/tag27.xml"/><Relationship Id="rId4" Type="http://schemas.openxmlformats.org/officeDocument/2006/relationships/tags" Target="../tags/tag26.xml"/><Relationship Id="rId3" Type="http://schemas.openxmlformats.org/officeDocument/2006/relationships/tags" Target="../tags/tag25.xml"/><Relationship Id="rId2" Type="http://schemas.openxmlformats.org/officeDocument/2006/relationships/tags" Target="../tags/tag24.xml"/><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9" Type="http://schemas.openxmlformats.org/officeDocument/2006/relationships/tags" Target="../tags/tag37.xml"/><Relationship Id="rId8" Type="http://schemas.openxmlformats.org/officeDocument/2006/relationships/tags" Target="../tags/tag36.xml"/><Relationship Id="rId7" Type="http://schemas.openxmlformats.org/officeDocument/2006/relationships/tags" Target="../tags/tag35.xml"/><Relationship Id="rId6" Type="http://schemas.openxmlformats.org/officeDocument/2006/relationships/tags" Target="../tags/tag34.xml"/><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5" Type="http://schemas.openxmlformats.org/officeDocument/2006/relationships/tags" Target="../tags/tag41.xml"/><Relationship Id="rId4" Type="http://schemas.openxmlformats.org/officeDocument/2006/relationships/tags" Target="../tags/tag40.xml"/><Relationship Id="rId3" Type="http://schemas.openxmlformats.org/officeDocument/2006/relationships/tags" Target="../tags/tag39.xml"/><Relationship Id="rId2" Type="http://schemas.openxmlformats.org/officeDocument/2006/relationships/tags" Target="../tags/tag38.xml"/><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4" Type="http://schemas.openxmlformats.org/officeDocument/2006/relationships/tags" Target="../tags/tag44.xml"/><Relationship Id="rId3" Type="http://schemas.openxmlformats.org/officeDocument/2006/relationships/tags" Target="../tags/tag43.xml"/><Relationship Id="rId2" Type="http://schemas.openxmlformats.org/officeDocument/2006/relationships/tags" Target="../tags/tag42.xml"/><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5" Type="http://schemas.openxmlformats.org/officeDocument/2006/relationships/tags" Target="../tags/tag48.xml"/><Relationship Id="rId4" Type="http://schemas.openxmlformats.org/officeDocument/2006/relationships/tags" Target="../tags/tag47.xml"/><Relationship Id="rId3" Type="http://schemas.openxmlformats.org/officeDocument/2006/relationships/tags" Target="../tags/tag46.xml"/><Relationship Id="rId2" Type="http://schemas.openxmlformats.org/officeDocument/2006/relationships/tags" Target="../tags/tag45.xml"/><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6" Type="http://schemas.openxmlformats.org/officeDocument/2006/relationships/tags" Target="../tags/tag53.xml"/><Relationship Id="rId5" Type="http://schemas.openxmlformats.org/officeDocument/2006/relationships/tags" Target="../tags/tag52.xml"/><Relationship Id="rId4" Type="http://schemas.openxmlformats.org/officeDocument/2006/relationships/tags" Target="../tags/tag51.xml"/><Relationship Id="rId3" Type="http://schemas.openxmlformats.org/officeDocument/2006/relationships/tags" Target="../tags/tag50.xml"/><Relationship Id="rId2" Type="http://schemas.openxmlformats.org/officeDocument/2006/relationships/tags" Target="../tags/tag49.xml"/><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9" Type="http://schemas.openxmlformats.org/officeDocument/2006/relationships/tags" Target="../tags/tag57.xml"/><Relationship Id="rId8" Type="http://schemas.openxmlformats.org/officeDocument/2006/relationships/image" Target="../media/image9.png"/><Relationship Id="rId7" Type="http://schemas.openxmlformats.org/officeDocument/2006/relationships/tags" Target="../tags/tag56.xml"/><Relationship Id="rId6" Type="http://schemas.openxmlformats.org/officeDocument/2006/relationships/image" Target="../media/image8.png"/><Relationship Id="rId5" Type="http://schemas.openxmlformats.org/officeDocument/2006/relationships/tags" Target="../tags/tag55.xml"/><Relationship Id="rId4" Type="http://schemas.openxmlformats.org/officeDocument/2006/relationships/image" Target="../media/image7.png"/><Relationship Id="rId3" Type="http://schemas.openxmlformats.org/officeDocument/2006/relationships/tags" Target="../tags/tag54.xml"/><Relationship Id="rId2" Type="http://schemas.openxmlformats.org/officeDocument/2006/relationships/image" Target="../media/image6.png"/><Relationship Id="rId10" Type="http://schemas.openxmlformats.org/officeDocument/2006/relationships/tags" Target="../tags/tag58.xml"/><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bwMode="gray">
      <p:bgPr>
        <a:solidFill>
          <a:srgbClr val="FFFFFF"/>
        </a:solidFill>
        <a:effectLst/>
      </p:bgPr>
    </p:bg>
    <p:spTree>
      <p:nvGrpSpPr>
        <p:cNvPr id="1" name=""/>
        <p:cNvGrpSpPr/>
        <p:nvPr/>
      </p:nvGrpSpPr>
      <p:grpSpPr>
        <a:xfrm>
          <a:off x="0" y="0"/>
          <a:ext cx="0" cy="0"/>
          <a:chOff x="0" y="0"/>
          <a:chExt cx="0" cy="0"/>
        </a:xfrm>
      </p:grpSpPr>
      <p:sp>
        <p:nvSpPr>
          <p:cNvPr id="3075" name="Rectangle 3"/>
          <p:cNvSpPr>
            <a:spLocks noGrp="1" noChangeArrowheads="1"/>
          </p:cNvSpPr>
          <p:nvPr>
            <p:ph type="subTitle" idx="1"/>
          </p:nvPr>
        </p:nvSpPr>
        <p:spPr>
          <a:xfrm>
            <a:off x="623392" y="3171791"/>
            <a:ext cx="9347200" cy="381000"/>
          </a:xfrm>
        </p:spPr>
        <p:txBody>
          <a:bodyPr/>
          <a:lstStyle>
            <a:lvl1pPr marL="0" indent="0" algn="r">
              <a:buFont typeface="Wingdings" panose="05000000000000000000" pitchFamily="2" charset="2"/>
              <a:buNone/>
              <a:defRPr sz="2000" b="1">
                <a:solidFill>
                  <a:srgbClr val="0070C0"/>
                </a:solidFill>
              </a:defRPr>
            </a:lvl1pPr>
          </a:lstStyle>
          <a:p>
            <a:r>
              <a:rPr lang="zh-CN" altLang="en-US"/>
              <a:t>单击此处编辑母版副标题样式</a:t>
            </a:r>
            <a:endParaRPr lang="en-US" altLang="zh-CN"/>
          </a:p>
        </p:txBody>
      </p:sp>
      <p:sp>
        <p:nvSpPr>
          <p:cNvPr id="3074" name="Rectangle 2"/>
          <p:cNvSpPr>
            <a:spLocks noGrp="1" noChangeArrowheads="1"/>
          </p:cNvSpPr>
          <p:nvPr>
            <p:ph type="ctrTitle"/>
          </p:nvPr>
        </p:nvSpPr>
        <p:spPr>
          <a:xfrm>
            <a:off x="623392" y="2122476"/>
            <a:ext cx="9347200" cy="685800"/>
          </a:xfrm>
          <a:effectLst/>
        </p:spPr>
        <p:txBody>
          <a:bodyPr/>
          <a:lstStyle>
            <a:lvl1pPr algn="l">
              <a:defRPr sz="3600">
                <a:solidFill>
                  <a:schemeClr val="bg1">
                    <a:lumMod val="50000"/>
                  </a:schemeClr>
                </a:solidFill>
                <a:latin typeface="+mn-lt"/>
              </a:defRPr>
            </a:lvl1pPr>
          </a:lstStyle>
          <a:p>
            <a:r>
              <a:rPr lang="zh-CN" altLang="en-US"/>
              <a:t>单击此处编辑母版标题样式</a:t>
            </a:r>
            <a:endParaRPr lang="en-US" altLang="zh-CN" dirty="0"/>
          </a:p>
        </p:txBody>
      </p:sp>
      <p:pic>
        <p:nvPicPr>
          <p:cNvPr id="6" name="Picture 6" descr="http://www.jaspersoft.com/imgRoot/bigdata-exploration.png"/>
          <p:cNvPicPr>
            <a:picLocks noChangeAspect="1" noChangeArrowheads="1"/>
          </p:cNvPicPr>
          <p:nvPr userDrawn="1"/>
        </p:nvPicPr>
        <p:blipFill>
          <a:blip r:embed="rId2" cstate="print"/>
          <a:srcRect/>
          <a:stretch>
            <a:fillRect/>
          </a:stretch>
        </p:blipFill>
        <p:spPr bwMode="auto">
          <a:xfrm>
            <a:off x="535696" y="4019441"/>
            <a:ext cx="5578779" cy="2547604"/>
          </a:xfrm>
          <a:prstGeom prst="rect">
            <a:avLst/>
          </a:prstGeom>
          <a:noFill/>
        </p:spPr>
      </p:pic>
      <p:cxnSp>
        <p:nvCxnSpPr>
          <p:cNvPr id="9" name="Straight Connector 6"/>
          <p:cNvCxnSpPr/>
          <p:nvPr userDrawn="1"/>
        </p:nvCxnSpPr>
        <p:spPr>
          <a:xfrm>
            <a:off x="421793" y="6511204"/>
            <a:ext cx="11751733" cy="0"/>
          </a:xfrm>
          <a:prstGeom prst="line">
            <a:avLst/>
          </a:prstGeom>
          <a:ln>
            <a:solidFill>
              <a:srgbClr val="0070C0"/>
            </a:solidFill>
          </a:ln>
        </p:spPr>
        <p:style>
          <a:lnRef idx="1">
            <a:schemeClr val="accent1"/>
          </a:lnRef>
          <a:fillRef idx="0">
            <a:schemeClr val="accent1"/>
          </a:fillRef>
          <a:effectRef idx="0">
            <a:schemeClr val="accent1"/>
          </a:effectRef>
          <a:fontRef idx="minor">
            <a:schemeClr val="tx1"/>
          </a:fontRef>
        </p:style>
      </p:cxnSp>
      <p:pic>
        <p:nvPicPr>
          <p:cNvPr id="1029" name="Picture 5" descr="D:\00-DGWorkshop\04-Marketing\logo设计\御数坊LOGO.png"/>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7056107" y="248930"/>
            <a:ext cx="5117420" cy="158370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hasCustomPrompt="1"/>
          </p:nvPr>
        </p:nvSpPr>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dirty="0"/>
          </a:p>
        </p:txBody>
      </p:sp>
      <p:sp>
        <p:nvSpPr>
          <p:cNvPr id="9" name="Line 135"/>
          <p:cNvSpPr>
            <a:spLocks noChangeShapeType="1"/>
          </p:cNvSpPr>
          <p:nvPr userDrawn="1"/>
        </p:nvSpPr>
        <p:spPr bwMode="white">
          <a:xfrm>
            <a:off x="12700" y="5967413"/>
            <a:ext cx="855133" cy="0"/>
          </a:xfrm>
          <a:prstGeom prst="line">
            <a:avLst/>
          </a:prstGeom>
          <a:noFill/>
          <a:ln w="12700">
            <a:solidFill>
              <a:srgbClr val="FFFFFF"/>
            </a:solidFill>
            <a:round/>
          </a:ln>
          <a:extLst>
            <a:ext uri="{909E8E84-426E-40DD-AFC4-6F175D3DCCD1}">
              <a14:hiddenFill xmlns:a14="http://schemas.microsoft.com/office/drawing/2010/main">
                <a:noFill/>
              </a14:hiddenFill>
            </a:ext>
          </a:extLst>
        </p:spPr>
        <p:txBody>
          <a:bodyPr/>
          <a:lstStyle/>
          <a:p>
            <a:endParaRPr lang="zh-CN" altLang="en-US"/>
          </a:p>
        </p:txBody>
      </p:sp>
      <p:sp>
        <p:nvSpPr>
          <p:cNvPr id="18" name="Rectangle 6"/>
          <p:cNvSpPr>
            <a:spLocks noGrp="1" noChangeArrowheads="1"/>
          </p:cNvSpPr>
          <p:nvPr>
            <p:ph type="sldNum" sz="quarter" idx="4"/>
          </p:nvPr>
        </p:nvSpPr>
        <p:spPr>
          <a:xfrm>
            <a:off x="10871200" y="6569810"/>
            <a:ext cx="711200" cy="244475"/>
          </a:xfrm>
          <a:prstGeom prst="rect">
            <a:avLst/>
          </a:prstGeom>
        </p:spPr>
        <p:txBody>
          <a:bodyPr vert="horz" lIns="91440" tIns="45720" rIns="91440" bIns="45720" rtlCol="0" anchor="ctr"/>
          <a:lstStyle>
            <a:lvl1pPr>
              <a:defRPr lang="en-US" altLang="zh-CN" sz="1000" baseline="0" smtClean="0">
                <a:solidFill>
                  <a:srgbClr val="666666"/>
                </a:solidFill>
                <a:latin typeface="+mn-lt"/>
                <a:ea typeface="+mn-ea"/>
                <a:cs typeface="Calibri" panose="020F0502020204030204" pitchFamily="34" charset="0"/>
              </a:defRPr>
            </a:lvl1pPr>
          </a:lstStyle>
          <a:p>
            <a:pPr algn="ctr"/>
            <a:fld id="{51791624-A806-46AB-AB47-014D33233F7F}" type="slidenum">
              <a:rPr lang="en-US" altLang="zh-CN" smtClean="0"/>
            </a:fld>
            <a:endParaRPr lang="en-US" altLang="zh-CN"/>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0"/>
            <a:ext cx="103632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编辑母版文本样式</a:t>
            </a:r>
            <a:endParaRPr lang="zh-CN" altLang="en-US"/>
          </a:p>
        </p:txBody>
      </p:sp>
      <p:sp>
        <p:nvSpPr>
          <p:cNvPr id="10" name="Rectangle 6"/>
          <p:cNvSpPr>
            <a:spLocks noGrp="1" noChangeArrowheads="1"/>
          </p:cNvSpPr>
          <p:nvPr>
            <p:ph type="sldNum" sz="quarter" idx="4"/>
          </p:nvPr>
        </p:nvSpPr>
        <p:spPr>
          <a:xfrm>
            <a:off x="10871200" y="6569810"/>
            <a:ext cx="711200" cy="244475"/>
          </a:xfrm>
          <a:prstGeom prst="rect">
            <a:avLst/>
          </a:prstGeom>
        </p:spPr>
        <p:txBody>
          <a:bodyPr vert="horz" lIns="91440" tIns="45720" rIns="91440" bIns="45720" rtlCol="0" anchor="ctr"/>
          <a:lstStyle>
            <a:lvl1pPr>
              <a:defRPr lang="en-US" altLang="zh-CN" sz="1000" baseline="0" smtClean="0">
                <a:solidFill>
                  <a:srgbClr val="666666"/>
                </a:solidFill>
                <a:latin typeface="+mn-lt"/>
                <a:ea typeface="+mn-ea"/>
                <a:cs typeface="Calibri" panose="020F0502020204030204" pitchFamily="34" charset="0"/>
              </a:defRPr>
            </a:lvl1pPr>
          </a:lstStyle>
          <a:p>
            <a:pPr algn="ctr"/>
            <a:fld id="{51791624-A806-46AB-AB47-014D33233F7F}" type="slidenum">
              <a:rPr lang="en-US" altLang="zh-CN" smtClean="0"/>
            </a:fld>
            <a:endParaRPr lang="en-US" altLang="zh-CN"/>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406400" y="1219200"/>
            <a:ext cx="5486400" cy="5105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6096000" y="1219200"/>
            <a:ext cx="5486400" cy="5105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7" name="Rectangle 6"/>
          <p:cNvSpPr>
            <a:spLocks noGrp="1" noChangeArrowheads="1"/>
          </p:cNvSpPr>
          <p:nvPr>
            <p:ph type="sldNum" sz="quarter" idx="4"/>
          </p:nvPr>
        </p:nvSpPr>
        <p:spPr>
          <a:xfrm>
            <a:off x="10871200" y="6569810"/>
            <a:ext cx="711200" cy="244475"/>
          </a:xfrm>
          <a:prstGeom prst="rect">
            <a:avLst/>
          </a:prstGeom>
        </p:spPr>
        <p:txBody>
          <a:bodyPr vert="horz" lIns="91440" tIns="45720" rIns="91440" bIns="45720" rtlCol="0" anchor="ctr"/>
          <a:lstStyle>
            <a:lvl1pPr>
              <a:defRPr lang="en-US" altLang="zh-CN" sz="1000" baseline="0" smtClean="0">
                <a:solidFill>
                  <a:srgbClr val="666666"/>
                </a:solidFill>
                <a:latin typeface="+mn-lt"/>
                <a:ea typeface="+mn-ea"/>
                <a:cs typeface="Calibri" panose="020F0502020204030204" pitchFamily="34" charset="0"/>
              </a:defRPr>
            </a:lvl1pPr>
          </a:lstStyle>
          <a:p>
            <a:pPr algn="ctr"/>
            <a:fld id="{51791624-A806-46AB-AB47-014D33233F7F}" type="slidenum">
              <a:rPr lang="en-US" altLang="zh-CN" smtClean="0"/>
            </a:fld>
            <a:endParaRPr lang="en-US" altLang="zh-CN"/>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6193367"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6193367"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5" name="Rectangle 6"/>
          <p:cNvSpPr>
            <a:spLocks noGrp="1" noChangeArrowheads="1"/>
          </p:cNvSpPr>
          <p:nvPr>
            <p:ph type="sldNum" sz="quarter" idx="10"/>
          </p:nvPr>
        </p:nvSpPr>
        <p:spPr>
          <a:xfrm>
            <a:off x="10871200" y="6569810"/>
            <a:ext cx="711200" cy="244475"/>
          </a:xfrm>
          <a:prstGeom prst="rect">
            <a:avLst/>
          </a:prstGeom>
        </p:spPr>
        <p:txBody>
          <a:bodyPr vert="horz" lIns="91440" tIns="45720" rIns="91440" bIns="45720" rtlCol="0" anchor="ctr"/>
          <a:lstStyle>
            <a:lvl1pPr>
              <a:defRPr lang="en-US" altLang="zh-CN" sz="1000" baseline="0" smtClean="0">
                <a:solidFill>
                  <a:srgbClr val="666666"/>
                </a:solidFill>
                <a:latin typeface="+mn-lt"/>
                <a:ea typeface="+mn-ea"/>
                <a:cs typeface="Calibri" panose="020F0502020204030204" pitchFamily="34" charset="0"/>
              </a:defRPr>
            </a:lvl1pPr>
          </a:lstStyle>
          <a:p>
            <a:pPr algn="ctr"/>
            <a:fld id="{51791624-A806-46AB-AB47-014D33233F7F}" type="slidenum">
              <a:rPr lang="en-US" altLang="zh-CN" smtClean="0"/>
            </a:fld>
            <a:endParaRPr lang="en-US" altLang="zh-CN"/>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11" name="Rectangle 6"/>
          <p:cNvSpPr>
            <a:spLocks noGrp="1" noChangeArrowheads="1"/>
          </p:cNvSpPr>
          <p:nvPr>
            <p:ph type="sldNum" sz="quarter" idx="4"/>
          </p:nvPr>
        </p:nvSpPr>
        <p:spPr>
          <a:xfrm>
            <a:off x="10871200" y="6569810"/>
            <a:ext cx="711200" cy="244475"/>
          </a:xfrm>
          <a:prstGeom prst="rect">
            <a:avLst/>
          </a:prstGeom>
        </p:spPr>
        <p:txBody>
          <a:bodyPr vert="horz" lIns="91440" tIns="45720" rIns="91440" bIns="45720" rtlCol="0" anchor="ctr"/>
          <a:lstStyle>
            <a:lvl1pPr>
              <a:defRPr lang="en-US" altLang="zh-CN" sz="1000" baseline="0" smtClean="0">
                <a:solidFill>
                  <a:srgbClr val="666666"/>
                </a:solidFill>
                <a:latin typeface="+mn-lt"/>
                <a:ea typeface="+mn-ea"/>
                <a:cs typeface="Calibri" panose="020F0502020204030204" pitchFamily="34" charset="0"/>
              </a:defRPr>
            </a:lvl1pPr>
          </a:lstStyle>
          <a:p>
            <a:pPr algn="ctr"/>
            <a:fld id="{51791624-A806-46AB-AB47-014D33233F7F}" type="slidenum">
              <a:rPr lang="en-US" altLang="zh-CN" smtClean="0"/>
            </a:fld>
            <a:endParaRPr lang="en-US" altLang="zh-CN"/>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cxnSp>
        <p:nvCxnSpPr>
          <p:cNvPr id="8" name="Straight Connector 6"/>
          <p:cNvCxnSpPr/>
          <p:nvPr userDrawn="1"/>
        </p:nvCxnSpPr>
        <p:spPr>
          <a:xfrm>
            <a:off x="421793" y="6511204"/>
            <a:ext cx="11751733" cy="0"/>
          </a:xfrm>
          <a:prstGeom prst="line">
            <a:avLst/>
          </a:prstGeom>
          <a:ln>
            <a:solidFill>
              <a:srgbClr val="0070C0"/>
            </a:solidFill>
          </a:ln>
        </p:spPr>
        <p:style>
          <a:lnRef idx="1">
            <a:schemeClr val="accent1"/>
          </a:lnRef>
          <a:fillRef idx="0">
            <a:schemeClr val="accent1"/>
          </a:fillRef>
          <a:effectRef idx="0">
            <a:schemeClr val="accent1"/>
          </a:effectRef>
          <a:fontRef idx="minor">
            <a:schemeClr val="tx1"/>
          </a:fontRef>
        </p:style>
      </p:cxnSp>
      <p:sp>
        <p:nvSpPr>
          <p:cNvPr id="10" name="Rectangle 6"/>
          <p:cNvSpPr>
            <a:spLocks noGrp="1" noChangeArrowheads="1"/>
          </p:cNvSpPr>
          <p:nvPr>
            <p:ph type="sldNum" sz="quarter" idx="4"/>
          </p:nvPr>
        </p:nvSpPr>
        <p:spPr>
          <a:xfrm>
            <a:off x="10871200" y="6569810"/>
            <a:ext cx="711200" cy="244475"/>
          </a:xfrm>
          <a:prstGeom prst="rect">
            <a:avLst/>
          </a:prstGeom>
        </p:spPr>
        <p:txBody>
          <a:bodyPr vert="horz" lIns="91440" tIns="45720" rIns="91440" bIns="45720" rtlCol="0" anchor="ctr"/>
          <a:lstStyle>
            <a:lvl1pPr>
              <a:defRPr lang="en-US" altLang="zh-CN" sz="1000" baseline="0" smtClean="0">
                <a:solidFill>
                  <a:srgbClr val="666666"/>
                </a:solidFill>
                <a:latin typeface="+mn-lt"/>
                <a:ea typeface="+mn-ea"/>
                <a:cs typeface="Calibri" panose="020F0502020204030204" pitchFamily="34" charset="0"/>
              </a:defRPr>
            </a:lvl1pPr>
          </a:lstStyle>
          <a:p>
            <a:pPr algn="ctr"/>
            <a:fld id="{51791624-A806-46AB-AB47-014D33233F7F}" type="slidenum">
              <a:rPr lang="en-US" altLang="zh-CN" smtClean="0"/>
            </a:fld>
            <a:endParaRPr lang="en-US" altLang="zh-CN"/>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73050"/>
            <a:ext cx="4011084" cy="1162050"/>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4766733" y="273050"/>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609600" y="1435100"/>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编辑母版文本样式</a:t>
            </a:r>
            <a:endParaRPr lang="zh-CN" altLang="en-US"/>
          </a:p>
        </p:txBody>
      </p:sp>
      <p:cxnSp>
        <p:nvCxnSpPr>
          <p:cNvPr id="11" name="Straight Connector 6"/>
          <p:cNvCxnSpPr/>
          <p:nvPr userDrawn="1"/>
        </p:nvCxnSpPr>
        <p:spPr>
          <a:xfrm>
            <a:off x="421793" y="6511204"/>
            <a:ext cx="11751733" cy="0"/>
          </a:xfrm>
          <a:prstGeom prst="line">
            <a:avLst/>
          </a:prstGeom>
          <a:ln>
            <a:solidFill>
              <a:srgbClr val="0070C0"/>
            </a:solidFill>
          </a:ln>
        </p:spPr>
        <p:style>
          <a:lnRef idx="1">
            <a:schemeClr val="accent1"/>
          </a:lnRef>
          <a:fillRef idx="0">
            <a:schemeClr val="accent1"/>
          </a:fillRef>
          <a:effectRef idx="0">
            <a:schemeClr val="accent1"/>
          </a:effectRef>
          <a:fontRef idx="minor">
            <a:schemeClr val="tx1"/>
          </a:fontRef>
        </p:style>
      </p:cxnSp>
      <p:sp>
        <p:nvSpPr>
          <p:cNvPr id="13" name="Rectangle 6"/>
          <p:cNvSpPr>
            <a:spLocks noGrp="1" noChangeArrowheads="1"/>
          </p:cNvSpPr>
          <p:nvPr>
            <p:ph type="sldNum" sz="quarter" idx="4"/>
          </p:nvPr>
        </p:nvSpPr>
        <p:spPr>
          <a:xfrm>
            <a:off x="10871200" y="6569810"/>
            <a:ext cx="711200" cy="244475"/>
          </a:xfrm>
          <a:prstGeom prst="rect">
            <a:avLst/>
          </a:prstGeom>
        </p:spPr>
        <p:txBody>
          <a:bodyPr vert="horz" lIns="91440" tIns="45720" rIns="91440" bIns="45720" rtlCol="0" anchor="ctr"/>
          <a:lstStyle>
            <a:lvl1pPr>
              <a:defRPr lang="en-US" altLang="zh-CN" sz="1000" baseline="0" smtClean="0">
                <a:solidFill>
                  <a:srgbClr val="666666"/>
                </a:solidFill>
                <a:latin typeface="+mn-lt"/>
                <a:ea typeface="+mn-ea"/>
                <a:cs typeface="Calibri" panose="020F0502020204030204" pitchFamily="34" charset="0"/>
              </a:defRPr>
            </a:lvl1pPr>
          </a:lstStyle>
          <a:p>
            <a:pPr algn="ctr"/>
            <a:fld id="{51791624-A806-46AB-AB47-014D33233F7F}" type="slidenum">
              <a:rPr lang="en-US" altLang="zh-CN" smtClean="0"/>
            </a:fld>
            <a:endParaRPr lang="en-US" altLang="zh-CN"/>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endParaRPr lang="zh-CN" altLang="en-US" noProof="0"/>
          </a:p>
        </p:txBody>
      </p:sp>
      <p:sp>
        <p:nvSpPr>
          <p:cNvPr id="4" name="文本占位符 3"/>
          <p:cNvSpPr>
            <a:spLocks noGrp="1"/>
          </p:cNvSpPr>
          <p:nvPr>
            <p:ph type="body" sz="half" idx="2" hasCustomPrompt="1"/>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编辑母版文本样式</a:t>
            </a:r>
            <a:endParaRPr lang="zh-CN" altLang="en-US"/>
          </a:p>
        </p:txBody>
      </p:sp>
      <p:sp>
        <p:nvSpPr>
          <p:cNvPr id="13" name="Rectangle 6"/>
          <p:cNvSpPr>
            <a:spLocks noGrp="1" noChangeArrowheads="1"/>
          </p:cNvSpPr>
          <p:nvPr>
            <p:ph type="sldNum" sz="quarter" idx="4"/>
          </p:nvPr>
        </p:nvSpPr>
        <p:spPr>
          <a:xfrm>
            <a:off x="10871200" y="6569810"/>
            <a:ext cx="711200" cy="244475"/>
          </a:xfrm>
          <a:prstGeom prst="rect">
            <a:avLst/>
          </a:prstGeom>
        </p:spPr>
        <p:txBody>
          <a:bodyPr vert="horz" lIns="91440" tIns="45720" rIns="91440" bIns="45720" rtlCol="0" anchor="ctr"/>
          <a:lstStyle>
            <a:lvl1pPr>
              <a:defRPr lang="en-US" altLang="zh-CN" sz="1000" baseline="0" smtClean="0">
                <a:solidFill>
                  <a:srgbClr val="666666"/>
                </a:solidFill>
                <a:latin typeface="+mn-lt"/>
                <a:ea typeface="+mn-ea"/>
                <a:cs typeface="Calibri" panose="020F0502020204030204" pitchFamily="34" charset="0"/>
              </a:defRPr>
            </a:lvl1pPr>
          </a:lstStyle>
          <a:p>
            <a:pPr algn="ctr"/>
            <a:fld id="{51791624-A806-46AB-AB47-014D33233F7F}" type="slidenum">
              <a:rPr lang="en-US" altLang="zh-CN" smtClean="0"/>
            </a:fld>
            <a:endParaRPr lang="en-US" altLang="zh-CN"/>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2" name="Rectangle 6"/>
          <p:cNvSpPr>
            <a:spLocks noGrp="1" noChangeArrowheads="1"/>
          </p:cNvSpPr>
          <p:nvPr>
            <p:ph type="sldNum" sz="quarter" idx="4"/>
          </p:nvPr>
        </p:nvSpPr>
        <p:spPr>
          <a:xfrm>
            <a:off x="10871200" y="6569810"/>
            <a:ext cx="711200" cy="244475"/>
          </a:xfrm>
          <a:prstGeom prst="rect">
            <a:avLst/>
          </a:prstGeom>
        </p:spPr>
        <p:txBody>
          <a:bodyPr vert="horz" lIns="91440" tIns="45720" rIns="91440" bIns="45720" rtlCol="0" anchor="ctr"/>
          <a:lstStyle>
            <a:lvl1pPr>
              <a:defRPr lang="en-US" altLang="zh-CN" sz="1000" baseline="0" smtClean="0">
                <a:solidFill>
                  <a:srgbClr val="666666"/>
                </a:solidFill>
                <a:latin typeface="+mn-lt"/>
                <a:ea typeface="+mn-ea"/>
                <a:cs typeface="Calibri" panose="020F0502020204030204" pitchFamily="34" charset="0"/>
              </a:defRPr>
            </a:lvl1pPr>
          </a:lstStyle>
          <a:p>
            <a:pPr algn="ctr"/>
            <a:fld id="{51791624-A806-46AB-AB47-014D33233F7F}" type="slidenum">
              <a:rPr lang="en-US" altLang="zh-CN" smtClean="0"/>
            </a:fld>
            <a:endParaRPr lang="en-US" altLang="zh-CN"/>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88400" y="350838"/>
            <a:ext cx="2794000" cy="5973762"/>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406400" y="350838"/>
            <a:ext cx="8178800" cy="5973762"/>
          </a:xfr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cxnSp>
        <p:nvCxnSpPr>
          <p:cNvPr id="10" name="Straight Connector 6"/>
          <p:cNvCxnSpPr/>
          <p:nvPr userDrawn="1"/>
        </p:nvCxnSpPr>
        <p:spPr>
          <a:xfrm>
            <a:off x="421793" y="6511204"/>
            <a:ext cx="11751733" cy="0"/>
          </a:xfrm>
          <a:prstGeom prst="line">
            <a:avLst/>
          </a:prstGeom>
          <a:ln>
            <a:solidFill>
              <a:srgbClr val="0070C0"/>
            </a:solidFill>
          </a:ln>
        </p:spPr>
        <p:style>
          <a:lnRef idx="1">
            <a:schemeClr val="accent1"/>
          </a:lnRef>
          <a:fillRef idx="0">
            <a:schemeClr val="accent1"/>
          </a:fillRef>
          <a:effectRef idx="0">
            <a:schemeClr val="accent1"/>
          </a:effectRef>
          <a:fontRef idx="minor">
            <a:schemeClr val="tx1"/>
          </a:fontRef>
        </p:style>
      </p:cxnSp>
      <p:sp>
        <p:nvSpPr>
          <p:cNvPr id="12" name="Rectangle 6"/>
          <p:cNvSpPr>
            <a:spLocks noGrp="1" noChangeArrowheads="1"/>
          </p:cNvSpPr>
          <p:nvPr>
            <p:ph type="sldNum" sz="quarter" idx="4"/>
          </p:nvPr>
        </p:nvSpPr>
        <p:spPr>
          <a:xfrm>
            <a:off x="10871200" y="6569810"/>
            <a:ext cx="711200" cy="244475"/>
          </a:xfrm>
          <a:prstGeom prst="rect">
            <a:avLst/>
          </a:prstGeom>
        </p:spPr>
        <p:txBody>
          <a:bodyPr vert="horz" lIns="91440" tIns="45720" rIns="91440" bIns="45720" rtlCol="0" anchor="ctr"/>
          <a:lstStyle>
            <a:lvl1pPr>
              <a:defRPr lang="en-US" altLang="zh-CN" sz="1000" baseline="0" smtClean="0">
                <a:solidFill>
                  <a:srgbClr val="666666"/>
                </a:solidFill>
                <a:latin typeface="+mn-lt"/>
                <a:ea typeface="+mn-ea"/>
                <a:cs typeface="Calibri" panose="020F0502020204030204" pitchFamily="34" charset="0"/>
              </a:defRPr>
            </a:lvl1pPr>
          </a:lstStyle>
          <a:p>
            <a:pPr algn="ctr"/>
            <a:fld id="{51791624-A806-46AB-AB47-014D33233F7F}" type="slidenum">
              <a:rPr lang="en-US" altLang="zh-CN" smtClean="0"/>
            </a:fld>
            <a:endParaRPr lang="en-US" altLang="zh-CN"/>
          </a:p>
        </p:txBody>
      </p:sp>
    </p:spTree>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431371" y="350838"/>
            <a:ext cx="10338229" cy="563562"/>
          </a:xfrm>
        </p:spPr>
        <p:txBody>
          <a:bodyPr/>
          <a:lstStyle/>
          <a:p>
            <a:r>
              <a:rPr lang="zh-CN" altLang="en-US"/>
              <a:t>单击此处编辑母版标题样式</a:t>
            </a:r>
            <a:endParaRPr lang="zh-CN" altLang="en-US"/>
          </a:p>
        </p:txBody>
      </p:sp>
      <p:sp>
        <p:nvSpPr>
          <p:cNvPr id="3" name="表格占位符 2"/>
          <p:cNvSpPr>
            <a:spLocks noGrp="1"/>
          </p:cNvSpPr>
          <p:nvPr>
            <p:ph type="tbl" idx="1" hasCustomPrompt="1"/>
          </p:nvPr>
        </p:nvSpPr>
        <p:spPr>
          <a:xfrm>
            <a:off x="406400" y="1219200"/>
            <a:ext cx="11176000" cy="5105400"/>
          </a:xfrm>
        </p:spPr>
        <p:txBody>
          <a:bodyPr/>
          <a:lstStyle/>
          <a:p>
            <a:pPr lvl="0"/>
            <a:r>
              <a:rPr lang="zh-CN" altLang="en-US" noProof="0"/>
              <a:t>单击图标添加表格</a:t>
            </a:r>
            <a:endParaRPr lang="zh-CN" altLang="en-US" noProof="0"/>
          </a:p>
        </p:txBody>
      </p:sp>
      <p:cxnSp>
        <p:nvCxnSpPr>
          <p:cNvPr id="10" name="Straight Connector 6"/>
          <p:cNvCxnSpPr/>
          <p:nvPr userDrawn="1"/>
        </p:nvCxnSpPr>
        <p:spPr>
          <a:xfrm>
            <a:off x="421793" y="6511204"/>
            <a:ext cx="11751733" cy="0"/>
          </a:xfrm>
          <a:prstGeom prst="line">
            <a:avLst/>
          </a:prstGeom>
          <a:ln>
            <a:solidFill>
              <a:srgbClr val="0070C0"/>
            </a:solidFill>
          </a:ln>
        </p:spPr>
        <p:style>
          <a:lnRef idx="1">
            <a:schemeClr val="accent1"/>
          </a:lnRef>
          <a:fillRef idx="0">
            <a:schemeClr val="accent1"/>
          </a:fillRef>
          <a:effectRef idx="0">
            <a:schemeClr val="accent1"/>
          </a:effectRef>
          <a:fontRef idx="minor">
            <a:schemeClr val="tx1"/>
          </a:fontRef>
        </p:style>
      </p:cxnSp>
      <p:sp>
        <p:nvSpPr>
          <p:cNvPr id="12" name="Rectangle 6"/>
          <p:cNvSpPr>
            <a:spLocks noGrp="1" noChangeArrowheads="1"/>
          </p:cNvSpPr>
          <p:nvPr>
            <p:ph type="sldNum" sz="quarter" idx="4"/>
          </p:nvPr>
        </p:nvSpPr>
        <p:spPr>
          <a:xfrm>
            <a:off x="10871200" y="6569810"/>
            <a:ext cx="711200" cy="244475"/>
          </a:xfrm>
          <a:prstGeom prst="rect">
            <a:avLst/>
          </a:prstGeom>
        </p:spPr>
        <p:txBody>
          <a:bodyPr vert="horz" lIns="91440" tIns="45720" rIns="91440" bIns="45720" rtlCol="0" anchor="ctr"/>
          <a:lstStyle>
            <a:lvl1pPr>
              <a:defRPr lang="en-US" altLang="zh-CN" sz="1000" baseline="0" smtClean="0">
                <a:solidFill>
                  <a:srgbClr val="666666"/>
                </a:solidFill>
                <a:latin typeface="+mn-lt"/>
                <a:ea typeface="+mn-ea"/>
                <a:cs typeface="Calibri" panose="020F0502020204030204" pitchFamily="34" charset="0"/>
              </a:defRPr>
            </a:lvl1pPr>
          </a:lstStyle>
          <a:p>
            <a:pPr algn="ctr"/>
            <a:fld id="{51791624-A806-46AB-AB47-014D33233F7F}" type="slidenum">
              <a:rPr lang="en-US" altLang="zh-CN" smtClean="0"/>
            </a:fld>
            <a:endParaRPr lang="en-US" altLang="zh-CN"/>
          </a:p>
        </p:txBody>
      </p:sp>
    </p:spTree>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chart" preserve="1">
  <p:cSld name="标题和图表">
    <p:spTree>
      <p:nvGrpSpPr>
        <p:cNvPr id="1" name=""/>
        <p:cNvGrpSpPr/>
        <p:nvPr/>
      </p:nvGrpSpPr>
      <p:grpSpPr>
        <a:xfrm>
          <a:off x="0" y="0"/>
          <a:ext cx="0" cy="0"/>
          <a:chOff x="0" y="0"/>
          <a:chExt cx="0" cy="0"/>
        </a:xfrm>
      </p:grpSpPr>
      <p:sp>
        <p:nvSpPr>
          <p:cNvPr id="2" name="标题 1"/>
          <p:cNvSpPr>
            <a:spLocks noGrp="1"/>
          </p:cNvSpPr>
          <p:nvPr>
            <p:ph type="title"/>
          </p:nvPr>
        </p:nvSpPr>
        <p:spPr>
          <a:xfrm>
            <a:off x="431371" y="350838"/>
            <a:ext cx="10338229" cy="563562"/>
          </a:xfrm>
        </p:spPr>
        <p:txBody>
          <a:bodyPr/>
          <a:lstStyle/>
          <a:p>
            <a:r>
              <a:rPr lang="zh-CN" altLang="en-US"/>
              <a:t>单击此处编辑母版标题样式</a:t>
            </a:r>
            <a:endParaRPr lang="zh-CN" altLang="en-US"/>
          </a:p>
        </p:txBody>
      </p:sp>
      <p:sp>
        <p:nvSpPr>
          <p:cNvPr id="3" name="图表占位符 2"/>
          <p:cNvSpPr>
            <a:spLocks noGrp="1"/>
          </p:cNvSpPr>
          <p:nvPr>
            <p:ph type="chart" idx="1" hasCustomPrompt="1"/>
          </p:nvPr>
        </p:nvSpPr>
        <p:spPr>
          <a:xfrm>
            <a:off x="406400" y="1219200"/>
            <a:ext cx="11176000" cy="5105400"/>
          </a:xfrm>
        </p:spPr>
        <p:txBody>
          <a:bodyPr/>
          <a:lstStyle/>
          <a:p>
            <a:pPr lvl="0"/>
            <a:r>
              <a:rPr lang="zh-CN" altLang="en-US" noProof="0"/>
              <a:t>单击图标添加图表</a:t>
            </a:r>
            <a:endParaRPr lang="zh-CN" altLang="en-US" noProof="0"/>
          </a:p>
        </p:txBody>
      </p:sp>
      <p:cxnSp>
        <p:nvCxnSpPr>
          <p:cNvPr id="10" name="Straight Connector 6"/>
          <p:cNvCxnSpPr/>
          <p:nvPr userDrawn="1"/>
        </p:nvCxnSpPr>
        <p:spPr>
          <a:xfrm>
            <a:off x="421793" y="6511204"/>
            <a:ext cx="11751733" cy="0"/>
          </a:xfrm>
          <a:prstGeom prst="line">
            <a:avLst/>
          </a:prstGeom>
          <a:ln>
            <a:solidFill>
              <a:srgbClr val="0070C0"/>
            </a:solidFill>
          </a:ln>
        </p:spPr>
        <p:style>
          <a:lnRef idx="1">
            <a:schemeClr val="accent1"/>
          </a:lnRef>
          <a:fillRef idx="0">
            <a:schemeClr val="accent1"/>
          </a:fillRef>
          <a:effectRef idx="0">
            <a:schemeClr val="accent1"/>
          </a:effectRef>
          <a:fontRef idx="minor">
            <a:schemeClr val="tx1"/>
          </a:fontRef>
        </p:style>
      </p:cxnSp>
      <p:sp>
        <p:nvSpPr>
          <p:cNvPr id="12" name="Rectangle 6"/>
          <p:cNvSpPr>
            <a:spLocks noGrp="1" noChangeArrowheads="1"/>
          </p:cNvSpPr>
          <p:nvPr>
            <p:ph type="sldNum" sz="quarter" idx="4"/>
          </p:nvPr>
        </p:nvSpPr>
        <p:spPr>
          <a:xfrm>
            <a:off x="10871200" y="6569810"/>
            <a:ext cx="711200" cy="244475"/>
          </a:xfrm>
          <a:prstGeom prst="rect">
            <a:avLst/>
          </a:prstGeom>
        </p:spPr>
        <p:txBody>
          <a:bodyPr vert="horz" lIns="91440" tIns="45720" rIns="91440" bIns="45720" rtlCol="0" anchor="ctr"/>
          <a:lstStyle>
            <a:lvl1pPr>
              <a:defRPr lang="en-US" altLang="zh-CN" sz="1000" baseline="0" smtClean="0">
                <a:solidFill>
                  <a:srgbClr val="666666"/>
                </a:solidFill>
                <a:latin typeface="+mn-lt"/>
                <a:ea typeface="+mn-ea"/>
                <a:cs typeface="Calibri" panose="020F0502020204030204" pitchFamily="34" charset="0"/>
              </a:defRPr>
            </a:lvl1pPr>
          </a:lstStyle>
          <a:p>
            <a:pPr algn="ctr"/>
            <a:fld id="{51791624-A806-46AB-AB47-014D33233F7F}" type="slidenum">
              <a:rPr lang="en-US" altLang="zh-CN" smtClean="0"/>
            </a:fld>
            <a:endParaRPr lang="en-US" altLang="zh-CN"/>
          </a:p>
        </p:txBody>
      </p:sp>
    </p:spTree>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_两栏内容">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cstate="print"/>
          <a:srcRect/>
          <a:stretch>
            <a:fillRect/>
          </a:stretch>
        </p:blipFill>
        <p:spPr bwMode="auto">
          <a:xfrm>
            <a:off x="0" y="5630333"/>
            <a:ext cx="12192000" cy="1255184"/>
          </a:xfrm>
          <a:prstGeom prst="rect">
            <a:avLst/>
          </a:prstGeom>
          <a:noFill/>
          <a:ln w="9525">
            <a:noFill/>
            <a:miter lim="800000"/>
            <a:headEnd/>
            <a:tailEnd/>
          </a:ln>
        </p:spPr>
      </p:pic>
      <p:grpSp>
        <p:nvGrpSpPr>
          <p:cNvPr id="3" name="组合 2"/>
          <p:cNvGrpSpPr/>
          <p:nvPr userDrawn="1"/>
        </p:nvGrpSpPr>
        <p:grpSpPr>
          <a:xfrm flipH="1">
            <a:off x="0" y="260648"/>
            <a:ext cx="5903979" cy="602125"/>
            <a:chOff x="426757" y="3651870"/>
            <a:chExt cx="8717243" cy="913457"/>
          </a:xfrm>
          <a:solidFill>
            <a:srgbClr val="CB443B"/>
          </a:solidFill>
          <a:effectLst>
            <a:glow rad="38100">
              <a:schemeClr val="accent1">
                <a:alpha val="39000"/>
              </a:schemeClr>
            </a:glow>
            <a:reflection stA="0" endPos="65000" dist="50800" dir="5400000" sy="-100000" algn="bl" rotWithShape="0"/>
          </a:effectLst>
        </p:grpSpPr>
        <p:sp>
          <p:nvSpPr>
            <p:cNvPr id="4" name="矩形 3"/>
            <p:cNvSpPr/>
            <p:nvPr/>
          </p:nvSpPr>
          <p:spPr>
            <a:xfrm>
              <a:off x="1043609" y="3651870"/>
              <a:ext cx="8100391" cy="913457"/>
            </a:xfrm>
            <a:prstGeom prst="rect">
              <a:avLst/>
            </a:prstGeom>
            <a:grpFill/>
            <a:ln>
              <a:solidFill>
                <a:srgbClr val="CB443B"/>
              </a:solid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dirty="0"/>
            </a:p>
          </p:txBody>
        </p:sp>
        <p:sp>
          <p:nvSpPr>
            <p:cNvPr id="5" name="流程图: 摘录 4"/>
            <p:cNvSpPr/>
            <p:nvPr/>
          </p:nvSpPr>
          <p:spPr>
            <a:xfrm flipV="1">
              <a:off x="426757" y="3651870"/>
              <a:ext cx="1230059" cy="913457"/>
            </a:xfrm>
            <a:prstGeom prst="flowChartExtract">
              <a:avLst/>
            </a:prstGeom>
            <a:grpFill/>
            <a:ln>
              <a:solidFill>
                <a:srgbClr val="CB443B"/>
              </a:solid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dirty="0"/>
            </a:p>
          </p:txBody>
        </p:sp>
      </p:grpSp>
      <p:grpSp>
        <p:nvGrpSpPr>
          <p:cNvPr id="6" name="组合 5"/>
          <p:cNvGrpSpPr/>
          <p:nvPr userDrawn="1"/>
        </p:nvGrpSpPr>
        <p:grpSpPr>
          <a:xfrm>
            <a:off x="10409619" y="6556936"/>
            <a:ext cx="1782383" cy="301065"/>
            <a:chOff x="617126" y="3651862"/>
            <a:chExt cx="8526874" cy="913465"/>
          </a:xfrm>
          <a:solidFill>
            <a:srgbClr val="CB443B"/>
          </a:solidFill>
          <a:effectLst>
            <a:glow rad="38100">
              <a:schemeClr val="accent1">
                <a:alpha val="39000"/>
              </a:schemeClr>
            </a:glow>
            <a:outerShdw sx="1000" sy="1000" algn="ctr" rotWithShape="0">
              <a:schemeClr val="bg1"/>
            </a:outerShdw>
            <a:reflection stA="0" dist="50800" dir="5400000" sy="-100000" algn="bl" rotWithShape="0"/>
          </a:effectLst>
        </p:grpSpPr>
        <p:sp>
          <p:nvSpPr>
            <p:cNvPr id="7" name="矩形 6"/>
            <p:cNvSpPr/>
            <p:nvPr/>
          </p:nvSpPr>
          <p:spPr>
            <a:xfrm>
              <a:off x="1043608" y="3651870"/>
              <a:ext cx="8100392" cy="913457"/>
            </a:xfrm>
            <a:prstGeom prst="rect">
              <a:avLst/>
            </a:prstGeom>
            <a:grpFill/>
            <a:ln>
              <a:solidFill>
                <a:srgbClr val="CB443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dirty="0"/>
            </a:p>
          </p:txBody>
        </p:sp>
        <p:sp>
          <p:nvSpPr>
            <p:cNvPr id="8" name="流程图: 摘录 7"/>
            <p:cNvSpPr/>
            <p:nvPr/>
          </p:nvSpPr>
          <p:spPr>
            <a:xfrm flipV="1">
              <a:off x="617126" y="3651862"/>
              <a:ext cx="852964" cy="913465"/>
            </a:xfrm>
            <a:prstGeom prst="flowChartExtract">
              <a:avLst/>
            </a:prstGeom>
            <a:grpFill/>
            <a:ln>
              <a:solidFill>
                <a:srgbClr val="CB443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dirty="0"/>
            </a:p>
          </p:txBody>
        </p:sp>
      </p:grpSp>
      <p:pic>
        <p:nvPicPr>
          <p:cNvPr id="9" name="图片 8"/>
          <p:cNvPicPr>
            <a:picLocks noChangeAspect="1"/>
          </p:cNvPicPr>
          <p:nvPr userDrawn="1"/>
        </p:nvPicPr>
        <p:blipFill>
          <a:blip r:embed="rId3" cstate="print"/>
          <a:srcRect/>
          <a:stretch>
            <a:fillRect/>
          </a:stretch>
        </p:blipFill>
        <p:spPr bwMode="auto">
          <a:xfrm>
            <a:off x="10513485" y="6620934"/>
            <a:ext cx="1629833" cy="194733"/>
          </a:xfrm>
          <a:prstGeom prst="rect">
            <a:avLst/>
          </a:prstGeom>
          <a:noFill/>
          <a:ln w="9525">
            <a:noFill/>
            <a:miter lim="800000"/>
            <a:headEnd/>
            <a:tailEnd/>
          </a:ln>
        </p:spPr>
      </p:pic>
    </p:spTree>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图片 4" descr="图片包含 游戏机&#10;&#10;AI 生成的内容可能不正确。"/>
          <p:cNvPicPr>
            <a:picLocks noChangeAspect="1"/>
          </p:cNvPicPr>
          <p:nvPr>
            <p:custDataLst>
              <p:tags r:id="rId3"/>
            </p:custDataLst>
          </p:nvPr>
        </p:nvPicPr>
        <p:blipFill>
          <a:blip r:embed="rId4"/>
          <a:stretch>
            <a:fillRect/>
          </a:stretch>
        </p:blipFill>
        <p:spPr>
          <a:xfrm>
            <a:off x="20319" y="120"/>
            <a:ext cx="12171621" cy="6833617"/>
          </a:xfrm>
          <a:prstGeom prst="rect">
            <a:avLst/>
          </a:prstGeom>
        </p:spPr>
      </p:pic>
      <p:pic>
        <p:nvPicPr>
          <p:cNvPr id="8" name="图片 3"/>
          <p:cNvPicPr>
            <a:picLocks noChangeAspect="1"/>
          </p:cNvPicPr>
          <p:nvPr>
            <p:custDataLst>
              <p:tags r:id="rId5"/>
            </p:custDataLst>
          </p:nvPr>
        </p:nvPicPr>
        <p:blipFill>
          <a:blip r:embed="rId6">
            <a:extLst>
              <a:ext uri="{28A0092B-C50C-407E-A947-70E740481C1C}">
                <a14:useLocalDpi xmlns:a14="http://schemas.microsoft.com/office/drawing/2010/main" val="0"/>
              </a:ext>
            </a:extLst>
          </a:blip>
          <a:stretch>
            <a:fillRect/>
          </a:stretch>
        </p:blipFill>
        <p:spPr>
          <a:xfrm>
            <a:off x="3790950" y="5561126"/>
            <a:ext cx="4610100" cy="342900"/>
          </a:xfrm>
          <a:prstGeom prst="rect">
            <a:avLst/>
          </a:prstGeom>
        </p:spPr>
      </p:pic>
      <p:pic>
        <p:nvPicPr>
          <p:cNvPr id="9" name="图片 5" descr="手机屏幕的截图&#10;&#10;AI 生成的内容可能不正确。"/>
          <p:cNvPicPr>
            <a:picLocks noChangeAspect="1"/>
          </p:cNvPicPr>
          <p:nvPr>
            <p:custDataLst>
              <p:tags r:id="rId7"/>
            </p:custDataLst>
          </p:nvPr>
        </p:nvPicPr>
        <p:blipFill>
          <a:blip r:embed="rId8">
            <a:extLst>
              <a:ext uri="{28A0092B-C50C-407E-A947-70E740481C1C}">
                <a14:useLocalDpi xmlns:a14="http://schemas.microsoft.com/office/drawing/2010/main" val="0"/>
              </a:ext>
            </a:extLst>
          </a:blip>
          <a:stretch>
            <a:fillRect/>
          </a:stretch>
        </p:blipFill>
        <p:spPr>
          <a:xfrm>
            <a:off x="5143499" y="635311"/>
            <a:ext cx="1905000" cy="508000"/>
          </a:xfrm>
          <a:prstGeom prst="rect">
            <a:avLst/>
          </a:prstGeom>
        </p:spPr>
      </p:pic>
      <p:sp>
        <p:nvSpPr>
          <p:cNvPr id="24" name="署名占位符 10"/>
          <p:cNvSpPr>
            <a:spLocks noGrp="1"/>
          </p:cNvSpPr>
          <p:nvPr>
            <p:ph type="body" sz="quarter" idx="17" hasCustomPrompt="1"/>
            <p:custDataLst>
              <p:tags r:id="rId9"/>
            </p:custDataLst>
          </p:nvPr>
        </p:nvSpPr>
        <p:spPr>
          <a:xfrm>
            <a:off x="4926182" y="3598434"/>
            <a:ext cx="2340000" cy="468000"/>
          </a:xfrm>
          <a:prstGeom prst="roundRect">
            <a:avLst>
              <a:gd name="adj" fmla="val 50000"/>
            </a:avLst>
          </a:prstGeom>
          <a:ln w="1270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71755" tIns="18000" rIns="71755" bIns="18000" numCol="1" spcCol="0" rtlCol="0" fromWordArt="0" anchor="ctr" anchorCtr="0" forceAA="0" compatLnSpc="1">
            <a:normAutofit/>
          </a:bodyPr>
          <a:lstStyle>
            <a:defPPr>
              <a:defRPr lang="zh-CN"/>
            </a:defPPr>
            <a:lvl1pPr marL="0" marR="0" algn="ctr" defTabSz="914400" rtl="0" eaLnBrk="1" fontAlgn="auto" latinLnBrk="0" hangingPunct="1">
              <a:lnSpc>
                <a:spcPct val="100000"/>
              </a:lnSpc>
              <a:buClrTx/>
              <a:buSzTx/>
              <a:buFontTx/>
              <a:buNone/>
              <a:defRPr kumimoji="0" lang="zh-CN" altLang="en-US" sz="1350" b="1" i="0" u="none" strike="noStrike" kern="1200" cap="none" spc="0" normalizeH="0" baseline="0" noProof="1" dirty="0">
                <a:solidFill>
                  <a:schemeClr val="lt1"/>
                </a:solidFill>
                <a:latin typeface="+mn-ea"/>
                <a:ea typeface="+mn-ea"/>
                <a:cs typeface="+mn-cs"/>
              </a:defRPr>
            </a:lvl1pPr>
            <a:lvl2pPr marL="342900" algn="l" defTabSz="914400" rtl="0" eaLnBrk="1" latinLnBrk="0" hangingPunct="1">
              <a:defRPr sz="1350" kern="1200">
                <a:solidFill>
                  <a:schemeClr val="lt1"/>
                </a:solidFill>
                <a:latin typeface="+mn-lt"/>
                <a:ea typeface="+mn-ea"/>
                <a:cs typeface="+mn-cs"/>
              </a:defRPr>
            </a:lvl2pPr>
            <a:lvl3pPr marL="685800" algn="l" defTabSz="914400" rtl="0" eaLnBrk="1" latinLnBrk="0" hangingPunct="1">
              <a:defRPr sz="1350" kern="1200">
                <a:solidFill>
                  <a:schemeClr val="lt1"/>
                </a:solidFill>
                <a:latin typeface="+mn-lt"/>
                <a:ea typeface="+mn-ea"/>
                <a:cs typeface="+mn-cs"/>
              </a:defRPr>
            </a:lvl3pPr>
            <a:lvl4pPr marL="1028700" algn="l" defTabSz="914400" rtl="0" eaLnBrk="1" latinLnBrk="0" hangingPunct="1">
              <a:defRPr sz="1350" kern="1200">
                <a:solidFill>
                  <a:schemeClr val="lt1"/>
                </a:solidFill>
                <a:latin typeface="+mn-lt"/>
                <a:ea typeface="+mn-ea"/>
                <a:cs typeface="+mn-cs"/>
              </a:defRPr>
            </a:lvl4pPr>
            <a:lvl5pPr marL="1371600" algn="l" defTabSz="914400" rtl="0" eaLnBrk="1" latinLnBrk="0" hangingPunct="1">
              <a:defRPr sz="1350" kern="1200">
                <a:solidFill>
                  <a:schemeClr val="lt1"/>
                </a:solidFill>
                <a:latin typeface="+mn-lt"/>
                <a:ea typeface="+mn-ea"/>
                <a:cs typeface="+mn-cs"/>
              </a:defRPr>
            </a:lvl5pPr>
            <a:lvl6pPr marL="1714500" algn="l" defTabSz="914400" rtl="0" eaLnBrk="1" latinLnBrk="0" hangingPunct="1">
              <a:defRPr sz="1350" kern="1200">
                <a:solidFill>
                  <a:schemeClr val="lt1"/>
                </a:solidFill>
                <a:latin typeface="+mn-lt"/>
                <a:ea typeface="+mn-ea"/>
                <a:cs typeface="+mn-cs"/>
              </a:defRPr>
            </a:lvl6pPr>
            <a:lvl7pPr marL="2057400" algn="l" defTabSz="914400" rtl="0" eaLnBrk="1" latinLnBrk="0" hangingPunct="1">
              <a:defRPr sz="1350" kern="1200">
                <a:solidFill>
                  <a:schemeClr val="lt1"/>
                </a:solidFill>
                <a:latin typeface="+mn-lt"/>
                <a:ea typeface="+mn-ea"/>
                <a:cs typeface="+mn-cs"/>
              </a:defRPr>
            </a:lvl7pPr>
            <a:lvl8pPr marL="2400300" algn="l" defTabSz="914400" rtl="0" eaLnBrk="1" latinLnBrk="0" hangingPunct="1">
              <a:defRPr sz="1350" kern="1200">
                <a:solidFill>
                  <a:schemeClr val="lt1"/>
                </a:solidFill>
                <a:latin typeface="+mn-lt"/>
                <a:ea typeface="+mn-ea"/>
                <a:cs typeface="+mn-cs"/>
              </a:defRPr>
            </a:lvl8pPr>
            <a:lvl9pPr marL="2743200" algn="l" defTabSz="914400" rtl="0" eaLnBrk="1" latinLnBrk="0" hangingPunct="1">
              <a:defRPr sz="1350" kern="1200">
                <a:solidFill>
                  <a:schemeClr val="lt1"/>
                </a:solidFill>
                <a:latin typeface="+mn-lt"/>
                <a:ea typeface="+mn-ea"/>
                <a:cs typeface="+mn-cs"/>
              </a:defRPr>
            </a:lvl9pPr>
          </a:lstStyle>
          <a:p>
            <a:pPr lvl="0"/>
            <a:r>
              <a:rPr>
                <a:sym typeface="+mn-ea"/>
              </a:rPr>
              <a:t>署名</a:t>
            </a:r>
            <a:endParaRPr>
              <a:sym typeface="+mn-ea"/>
            </a:endParaRPr>
          </a:p>
        </p:txBody>
      </p:sp>
      <p:sp>
        <p:nvSpPr>
          <p:cNvPr id="11" name="副标题 2"/>
          <p:cNvSpPr txBox="1">
            <a:spLocks noGrp="1"/>
          </p:cNvSpPr>
          <p:nvPr>
            <p:ph type="body" idx="1" hasCustomPrompt="1"/>
            <p:custDataLst>
              <p:tags r:id="rId10"/>
            </p:custDataLst>
          </p:nvPr>
        </p:nvSpPr>
        <p:spPr>
          <a:xfrm>
            <a:off x="2111375" y="2661602"/>
            <a:ext cx="7969250" cy="462280"/>
          </a:xfrm>
          <a:noFill/>
        </p:spPr>
        <p:txBody>
          <a:bodyPr wrap="square" rtlCol="0" anchor="ctr" anchorCtr="0">
            <a:normAutofit/>
          </a:bodyPr>
          <a:lstStyle>
            <a:defPPr>
              <a:defRPr lang="zh-CN"/>
            </a:defPPr>
            <a:lvl1pPr marL="0" marR="0" algn="ctr" defTabSz="914400" rtl="0" eaLnBrk="1" fontAlgn="auto" latinLnBrk="0" hangingPunct="1">
              <a:lnSpc>
                <a:spcPct val="100000"/>
              </a:lnSpc>
              <a:buClrTx/>
              <a:buSzTx/>
              <a:buFontTx/>
              <a:buNone/>
              <a:defRPr kumimoji="0" lang="zh-CN" altLang="en-US" sz="1800" b="1" i="0" u="none" strike="noStrike" kern="1200" cap="none" spc="0" normalizeH="0" baseline="0" noProof="1" dirty="0">
                <a:solidFill>
                  <a:schemeClr val="tx1"/>
                </a:solidFill>
                <a:uFillTx/>
                <a:latin typeface="+mn-lt"/>
                <a:ea typeface="+mn-ea"/>
                <a:cs typeface="微软雅黑" panose="020B0503020204020204" pitchFamily="34" charset="-122"/>
              </a:defRPr>
            </a:lvl1pPr>
            <a:lvl2pPr marL="342900" algn="l" defTabSz="914400" rtl="0" eaLnBrk="1" latinLnBrk="0" hangingPunct="1">
              <a:defRPr sz="1350" kern="1200">
                <a:solidFill>
                  <a:schemeClr val="tx1"/>
                </a:solidFill>
                <a:latin typeface="+mn-lt"/>
                <a:ea typeface="+mn-ea"/>
                <a:cs typeface="+mn-cs"/>
              </a:defRPr>
            </a:lvl2pPr>
            <a:lvl3pPr marL="685800" algn="l" defTabSz="914400" rtl="0" eaLnBrk="1" latinLnBrk="0" hangingPunct="1">
              <a:defRPr sz="1350" kern="1200">
                <a:solidFill>
                  <a:schemeClr val="tx1"/>
                </a:solidFill>
                <a:latin typeface="+mn-lt"/>
                <a:ea typeface="+mn-ea"/>
                <a:cs typeface="+mn-cs"/>
              </a:defRPr>
            </a:lvl3pPr>
            <a:lvl4pPr marL="1028700" algn="l" defTabSz="914400" rtl="0" eaLnBrk="1" latinLnBrk="0" hangingPunct="1">
              <a:defRPr sz="1350" kern="1200">
                <a:solidFill>
                  <a:schemeClr val="tx1"/>
                </a:solidFill>
                <a:latin typeface="+mn-lt"/>
                <a:ea typeface="+mn-ea"/>
                <a:cs typeface="+mn-cs"/>
              </a:defRPr>
            </a:lvl4pPr>
            <a:lvl5pPr marL="1371600" algn="l" defTabSz="914400" rtl="0" eaLnBrk="1" latinLnBrk="0" hangingPunct="1">
              <a:defRPr sz="1350" kern="1200">
                <a:solidFill>
                  <a:schemeClr val="tx1"/>
                </a:solidFill>
                <a:latin typeface="+mn-lt"/>
                <a:ea typeface="+mn-ea"/>
                <a:cs typeface="+mn-cs"/>
              </a:defRPr>
            </a:lvl5pPr>
            <a:lvl6pPr marL="1714500" algn="l" defTabSz="914400" rtl="0" eaLnBrk="1" latinLnBrk="0" hangingPunct="1">
              <a:defRPr sz="1350" kern="1200">
                <a:solidFill>
                  <a:schemeClr val="tx1"/>
                </a:solidFill>
                <a:latin typeface="+mn-lt"/>
                <a:ea typeface="+mn-ea"/>
                <a:cs typeface="+mn-cs"/>
              </a:defRPr>
            </a:lvl6pPr>
            <a:lvl7pPr marL="2057400" algn="l" defTabSz="914400" rtl="0" eaLnBrk="1" latinLnBrk="0" hangingPunct="1">
              <a:defRPr sz="1350" kern="1200">
                <a:solidFill>
                  <a:schemeClr val="tx1"/>
                </a:solidFill>
                <a:latin typeface="+mn-lt"/>
                <a:ea typeface="+mn-ea"/>
                <a:cs typeface="+mn-cs"/>
              </a:defRPr>
            </a:lvl7pPr>
            <a:lvl8pPr marL="2400300" algn="l" defTabSz="914400" rtl="0" eaLnBrk="1" latinLnBrk="0" hangingPunct="1">
              <a:defRPr sz="1350" kern="1200">
                <a:solidFill>
                  <a:schemeClr val="tx1"/>
                </a:solidFill>
                <a:latin typeface="+mn-lt"/>
                <a:ea typeface="+mn-ea"/>
                <a:cs typeface="+mn-cs"/>
              </a:defRPr>
            </a:lvl8pPr>
            <a:lvl9pPr marL="2743200" algn="l" defTabSz="914400" rtl="0" eaLnBrk="1" latinLnBrk="0" hangingPunct="1">
              <a:defRPr sz="1350" kern="1200">
                <a:solidFill>
                  <a:schemeClr val="tx1"/>
                </a:solidFill>
                <a:latin typeface="+mn-lt"/>
                <a:ea typeface="+mn-ea"/>
                <a:cs typeface="+mn-cs"/>
              </a:defRPr>
            </a:lvl9pPr>
          </a:lstStyle>
          <a:p>
            <a:pPr lvl="0"/>
            <a:r>
              <a:rPr>
                <a:sym typeface="+mn-ea"/>
              </a:rPr>
              <a:t>单击此处编辑副标题</a:t>
            </a:r>
            <a:endParaRPr>
              <a:sym typeface="+mn-ea"/>
            </a:endParaRPr>
          </a:p>
        </p:txBody>
      </p:sp>
      <p:sp>
        <p:nvSpPr>
          <p:cNvPr id="10" name="标题 1"/>
          <p:cNvSpPr txBox="1">
            <a:spLocks noGrp="1"/>
          </p:cNvSpPr>
          <p:nvPr>
            <p:ph type="ctrTitle" hasCustomPrompt="1"/>
            <p:custDataLst>
              <p:tags r:id="rId11"/>
            </p:custDataLst>
          </p:nvPr>
        </p:nvSpPr>
        <p:spPr>
          <a:xfrm>
            <a:off x="2111375" y="1458912"/>
            <a:ext cx="7969250" cy="1186180"/>
          </a:xfrm>
          <a:noFill/>
        </p:spPr>
        <p:txBody>
          <a:bodyPr wrap="square" rtlCol="0" anchor="ctr" anchorCtr="0">
            <a:normAutofit/>
          </a:bodyPr>
          <a:lstStyle>
            <a:defPPr>
              <a:defRPr lang="zh-CN"/>
            </a:defPPr>
            <a:lvl1pPr marL="0" marR="0" algn="ctr" defTabSz="914400" rtl="0" eaLnBrk="1" fontAlgn="auto" latinLnBrk="0" hangingPunct="1">
              <a:lnSpc>
                <a:spcPct val="100000"/>
              </a:lnSpc>
              <a:buClrTx/>
              <a:buSzTx/>
              <a:buFontTx/>
              <a:buNone/>
              <a:defRPr kumimoji="0" lang="en-US" altLang="en-US" sz="4500" b="1" i="0" u="none" strike="noStrike" kern="1200" cap="none" spc="0" normalizeH="0" baseline="0" noProof="0" dirty="0">
                <a:ln>
                  <a:noFill/>
                </a:ln>
                <a:gradFill>
                  <a:gsLst>
                    <a:gs pos="37000">
                      <a:schemeClr val="tx1"/>
                    </a:gs>
                    <a:gs pos="100000">
                      <a:schemeClr val="tx1">
                        <a:alpha val="0"/>
                      </a:schemeClr>
                    </a:gs>
                  </a:gsLst>
                  <a:lin ang="4800000" scaled="0"/>
                </a:gradFill>
                <a:effectLst/>
                <a:uLnTx/>
                <a:uFillTx/>
                <a:latin typeface="+mj-lt"/>
                <a:ea typeface="+mj-ea"/>
                <a:cs typeface="+mn-cs"/>
                <a:sym typeface="+mn-ea"/>
              </a:defRPr>
            </a:lvl1pPr>
            <a:lvl2pPr marL="342900" algn="l" defTabSz="914400" rtl="0" eaLnBrk="1" latinLnBrk="0" hangingPunct="1">
              <a:defRPr sz="1350" kern="1200">
                <a:solidFill>
                  <a:schemeClr val="tx1"/>
                </a:solidFill>
                <a:latin typeface="+mn-lt"/>
                <a:ea typeface="+mn-ea"/>
                <a:cs typeface="+mn-cs"/>
              </a:defRPr>
            </a:lvl2pPr>
            <a:lvl3pPr marL="685800" algn="l" defTabSz="914400" rtl="0" eaLnBrk="1" latinLnBrk="0" hangingPunct="1">
              <a:defRPr sz="1350" kern="1200">
                <a:solidFill>
                  <a:schemeClr val="tx1"/>
                </a:solidFill>
                <a:latin typeface="+mn-lt"/>
                <a:ea typeface="+mn-ea"/>
                <a:cs typeface="+mn-cs"/>
              </a:defRPr>
            </a:lvl3pPr>
            <a:lvl4pPr marL="1028700" algn="l" defTabSz="914400" rtl="0" eaLnBrk="1" latinLnBrk="0" hangingPunct="1">
              <a:defRPr sz="1350" kern="1200">
                <a:solidFill>
                  <a:schemeClr val="tx1"/>
                </a:solidFill>
                <a:latin typeface="+mn-lt"/>
                <a:ea typeface="+mn-ea"/>
                <a:cs typeface="+mn-cs"/>
              </a:defRPr>
            </a:lvl4pPr>
            <a:lvl5pPr marL="1371600" algn="l" defTabSz="914400" rtl="0" eaLnBrk="1" latinLnBrk="0" hangingPunct="1">
              <a:defRPr sz="1350" kern="1200">
                <a:solidFill>
                  <a:schemeClr val="tx1"/>
                </a:solidFill>
                <a:latin typeface="+mn-lt"/>
                <a:ea typeface="+mn-ea"/>
                <a:cs typeface="+mn-cs"/>
              </a:defRPr>
            </a:lvl5pPr>
            <a:lvl6pPr marL="1714500" algn="l" defTabSz="914400" rtl="0" eaLnBrk="1" latinLnBrk="0" hangingPunct="1">
              <a:defRPr sz="1350" kern="1200">
                <a:solidFill>
                  <a:schemeClr val="tx1"/>
                </a:solidFill>
                <a:latin typeface="+mn-lt"/>
                <a:ea typeface="+mn-ea"/>
                <a:cs typeface="+mn-cs"/>
              </a:defRPr>
            </a:lvl6pPr>
            <a:lvl7pPr marL="2057400" algn="l" defTabSz="914400" rtl="0" eaLnBrk="1" latinLnBrk="0" hangingPunct="1">
              <a:defRPr sz="1350" kern="1200">
                <a:solidFill>
                  <a:schemeClr val="tx1"/>
                </a:solidFill>
                <a:latin typeface="+mn-lt"/>
                <a:ea typeface="+mn-ea"/>
                <a:cs typeface="+mn-cs"/>
              </a:defRPr>
            </a:lvl7pPr>
            <a:lvl8pPr marL="2400300" algn="l" defTabSz="914400" rtl="0" eaLnBrk="1" latinLnBrk="0" hangingPunct="1">
              <a:defRPr sz="1350" kern="1200">
                <a:solidFill>
                  <a:schemeClr val="tx1"/>
                </a:solidFill>
                <a:latin typeface="+mn-lt"/>
                <a:ea typeface="+mn-ea"/>
                <a:cs typeface="+mn-cs"/>
              </a:defRPr>
            </a:lvl8pPr>
            <a:lvl9pPr marL="2743200" algn="l" defTabSz="914400" rtl="0" eaLnBrk="1" latinLnBrk="0" hangingPunct="1">
              <a:defRPr sz="1350" kern="1200">
                <a:solidFill>
                  <a:schemeClr val="tx1"/>
                </a:solidFill>
                <a:latin typeface="+mn-lt"/>
                <a:ea typeface="+mn-ea"/>
                <a:cs typeface="+mn-cs"/>
              </a:defRPr>
            </a:lvl9pPr>
          </a:lstStyle>
          <a:p>
            <a:pPr lvl="0"/>
            <a:r>
              <a:rPr>
                <a:sym typeface="+mn-ea"/>
              </a:rPr>
              <a:t>单击编辑母版标题</a:t>
            </a:r>
            <a:endParaRPr>
              <a:sym typeface="+mn-ea"/>
            </a:endParaRPr>
          </a:p>
        </p:txBody>
      </p:sp>
    </p:spTree>
  </p:cSld>
  <p:clrMapOvr>
    <a:overrideClrMapping bg1="dk1" tx1="lt1" bg2="dk2" tx2="lt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3" name="内容占位符 2"/>
          <p:cNvSpPr>
            <a:spLocks noGrp="1"/>
          </p:cNvSpPr>
          <p:nvPr>
            <p:ph idx="1"/>
            <p:custDataLst>
              <p:tags r:id="rId2"/>
            </p:custDataLst>
          </p:nvPr>
        </p:nvSpPr>
        <p:spPr>
          <a:xfrm>
            <a:off x="695960" y="1301749"/>
            <a:ext cx="10800000" cy="4873625"/>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
        <p:nvSpPr>
          <p:cNvPr id="7" name="标题 1"/>
          <p:cNvSpPr>
            <a:spLocks noGrp="1"/>
          </p:cNvSpPr>
          <p:nvPr>
            <p:ph type="title"/>
            <p:custDataLst>
              <p:tags r:id="rId6"/>
            </p:custDataLst>
          </p:nvPr>
        </p:nvSpPr>
        <p:spPr/>
        <p:txBody>
          <a:bodyPr/>
          <a:p>
            <a:r>
              <a:rPr lang="zh-CN" altLang="en-US" smtClean="0"/>
              <a:t>单击此处编辑母版标题样式</a:t>
            </a:r>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showMasterSp="0">
  <p:cSld name="目录">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图片 4" descr="图片包含 游戏机&#10;&#10;AI 生成的内容可能不正确。"/>
          <p:cNvPicPr>
            <a:picLocks noChangeAspect="1"/>
          </p:cNvPicPr>
          <p:nvPr>
            <p:custDataLst>
              <p:tags r:id="rId3"/>
            </p:custDataLst>
          </p:nvPr>
        </p:nvPicPr>
        <p:blipFill>
          <a:blip r:embed="rId4"/>
          <a:stretch>
            <a:fillRect/>
          </a:stretch>
        </p:blipFill>
        <p:spPr>
          <a:xfrm>
            <a:off x="-1" y="6470"/>
            <a:ext cx="12171621" cy="6833617"/>
          </a:xfrm>
          <a:prstGeom prst="rect">
            <a:avLst/>
          </a:prstGeom>
        </p:spPr>
      </p:pic>
      <p:sp>
        <p:nvSpPr>
          <p:cNvPr id="6" name="标题 1"/>
          <p:cNvSpPr>
            <a:spLocks noGrp="1"/>
          </p:cNvSpPr>
          <p:nvPr>
            <p:ph type="title" hasCustomPrompt="1"/>
            <p:custDataLst>
              <p:tags r:id="rId5"/>
            </p:custDataLst>
          </p:nvPr>
        </p:nvSpPr>
        <p:spPr>
          <a:xfrm>
            <a:off x="5132387" y="811262"/>
            <a:ext cx="1977755" cy="1081088"/>
          </a:xfrm>
        </p:spPr>
        <p:txBody>
          <a:bodyPr wrap="square" anchor="b">
            <a:normAutofit/>
          </a:bodyPr>
          <a:lstStyle>
            <a:lvl1pPr algn="ctr">
              <a:defRPr kumimoji="0" lang="zh-CN" altLang="en-GB" sz="4500" b="1" i="0" u="none" strike="noStrike" kern="1200" cap="none" spc="0" normalizeH="0" baseline="0" noProof="0" dirty="0">
                <a:ln>
                  <a:noFill/>
                </a:ln>
                <a:gradFill>
                  <a:gsLst>
                    <a:gs pos="37000">
                      <a:schemeClr val="tx1"/>
                    </a:gs>
                    <a:gs pos="100000">
                      <a:schemeClr val="tx1">
                        <a:alpha val="0"/>
                      </a:schemeClr>
                    </a:gs>
                  </a:gsLst>
                  <a:lin ang="4800000" scaled="0"/>
                </a:gradFill>
                <a:effectLst/>
                <a:uLnTx/>
                <a:uFillTx/>
                <a:latin typeface="+mj-lt"/>
                <a:ea typeface="+mj-ea"/>
                <a:cs typeface="+mn-cs"/>
                <a:sym typeface="Arial" panose="020B0604020202020204" pitchFamily="34" charset="0"/>
              </a:defRPr>
            </a:lvl1pPr>
          </a:lstStyle>
          <a:p>
            <a:r>
              <a:rPr lang="zh-CN" altLang="en-US" dirty="0"/>
              <a:t>标题</a:t>
            </a:r>
            <a:endParaRPr lang="zh-CN" altLang="en-US" dirty="0"/>
          </a:p>
        </p:txBody>
      </p:sp>
      <p:sp>
        <p:nvSpPr>
          <p:cNvPr id="9" name="灯片编号占位符 5"/>
          <p:cNvSpPr>
            <a:spLocks noGrp="1"/>
          </p:cNvSpPr>
          <p:nvPr>
            <p:ph type="sldNum" sz="quarter" idx="12"/>
            <p:custDataLst>
              <p:tags r:id="rId6"/>
            </p:custDataLst>
          </p:nvPr>
        </p:nvSpPr>
        <p:spPr/>
        <p:txBody>
          <a:bodyPr wrap="square">
            <a:normAutofit/>
          </a:bodyPr>
          <a:lstStyle/>
          <a:p>
            <a:fld id="{BE5F26B5-172A-4DC2-B0B7-181CFC56B87C}" type="slidenum">
              <a:rPr lang="zh-CN" altLang="en-US" smtClean="0"/>
            </a:fld>
            <a:endParaRPr lang="zh-CN" altLang="en-US"/>
          </a:p>
        </p:txBody>
      </p:sp>
      <p:sp>
        <p:nvSpPr>
          <p:cNvPr id="8" name="页脚占位符 4"/>
          <p:cNvSpPr>
            <a:spLocks noGrp="1"/>
          </p:cNvSpPr>
          <p:nvPr>
            <p:ph type="ftr" sz="quarter" idx="11"/>
            <p:custDataLst>
              <p:tags r:id="rId7"/>
            </p:custDataLst>
          </p:nvPr>
        </p:nvSpPr>
        <p:spPr/>
        <p:txBody>
          <a:bodyPr/>
          <a:lstStyle/>
          <a:p>
            <a:endParaRPr lang="zh-CN" altLang="en-US"/>
          </a:p>
        </p:txBody>
      </p:sp>
      <p:sp>
        <p:nvSpPr>
          <p:cNvPr id="7" name="日期占位符 3"/>
          <p:cNvSpPr>
            <a:spLocks noGrp="1"/>
          </p:cNvSpPr>
          <p:nvPr>
            <p:ph type="dt" sz="half" idx="10"/>
            <p:custDataLst>
              <p:tags r:id="rId8"/>
            </p:custDataLst>
          </p:nvPr>
        </p:nvSpPr>
        <p:spPr/>
        <p:txBody>
          <a:bodyPr wrap="square">
            <a:normAutofit/>
          </a:bodyPr>
          <a:lstStyle/>
          <a:p>
            <a:fld id="{5592522B-0F24-4480-B9DD-A9474A6880D6}" type="datetimeFigureOut">
              <a:rPr lang="zh-CN" altLang="en-US" smtClean="0"/>
            </a:fld>
            <a:endParaRPr lang="zh-CN" altLang="en-US"/>
          </a:p>
        </p:txBody>
      </p:sp>
    </p:spTree>
  </p:cSld>
  <p:clrMapOvr>
    <a:overrideClrMapping bg1="dk1" tx1="lt1" bg2="dk2" tx2="lt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showMasterSp="0">
  <p:cSld name="节标题">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图片 4" descr="图片包含 游戏机&#10;&#10;AI 生成的内容可能不正确。"/>
          <p:cNvPicPr>
            <a:picLocks noChangeAspect="1"/>
          </p:cNvPicPr>
          <p:nvPr>
            <p:custDataLst>
              <p:tags r:id="rId3"/>
            </p:custDataLst>
          </p:nvPr>
        </p:nvPicPr>
        <p:blipFill>
          <a:blip r:embed="rId4"/>
          <a:stretch>
            <a:fillRect/>
          </a:stretch>
        </p:blipFill>
        <p:spPr>
          <a:xfrm>
            <a:off x="-1" y="6470"/>
            <a:ext cx="12171621" cy="6833617"/>
          </a:xfrm>
          <a:prstGeom prst="rect">
            <a:avLst/>
          </a:prstGeom>
        </p:spPr>
      </p:pic>
      <p:sp>
        <p:nvSpPr>
          <p:cNvPr id="13" name="灯片编号占位符 6"/>
          <p:cNvSpPr>
            <a:spLocks noGrp="1"/>
          </p:cNvSpPr>
          <p:nvPr>
            <p:ph type="sldNum" sz="quarter" idx="12"/>
            <p:custDataLst>
              <p:tags r:id="rId5"/>
            </p:custDataLst>
          </p:nvPr>
        </p:nvSpPr>
        <p:spPr/>
        <p:txBody>
          <a:bodyPr wrap="square">
            <a:normAutofit/>
          </a:bodyPr>
          <a:lstStyle/>
          <a:p>
            <a:fld id="{BE5F26B5-172A-4DC2-B0B7-181CFC56B87C}" type="slidenum">
              <a:rPr lang="zh-CN" altLang="en-US" smtClean="0"/>
            </a:fld>
            <a:endParaRPr lang="zh-CN" altLang="en-US"/>
          </a:p>
        </p:txBody>
      </p:sp>
      <p:sp>
        <p:nvSpPr>
          <p:cNvPr id="12" name="页脚占位符 5"/>
          <p:cNvSpPr>
            <a:spLocks noGrp="1"/>
          </p:cNvSpPr>
          <p:nvPr>
            <p:ph type="ftr" sz="quarter" idx="11"/>
            <p:custDataLst>
              <p:tags r:id="rId6"/>
            </p:custDataLst>
          </p:nvPr>
        </p:nvSpPr>
        <p:spPr/>
        <p:txBody>
          <a:bodyPr/>
          <a:lstStyle/>
          <a:p>
            <a:endParaRPr lang="zh-CN" altLang="en-US"/>
          </a:p>
        </p:txBody>
      </p:sp>
      <p:sp>
        <p:nvSpPr>
          <p:cNvPr id="11" name="日期占位符 4"/>
          <p:cNvSpPr>
            <a:spLocks noGrp="1"/>
          </p:cNvSpPr>
          <p:nvPr>
            <p:ph type="dt" sz="half" idx="10"/>
            <p:custDataLst>
              <p:tags r:id="rId7"/>
            </p:custDataLst>
          </p:nvPr>
        </p:nvSpPr>
        <p:spPr/>
        <p:txBody>
          <a:bodyPr wrap="square">
            <a:normAutofit/>
          </a:bodyPr>
          <a:lstStyle/>
          <a:p>
            <a:fld id="{5592522B-0F24-4480-B9DD-A9474A6880D6}" type="datetimeFigureOut">
              <a:rPr lang="zh-CN" altLang="en-US" smtClean="0"/>
            </a:fld>
            <a:endParaRPr lang="zh-CN" altLang="en-US"/>
          </a:p>
        </p:txBody>
      </p:sp>
      <p:sp>
        <p:nvSpPr>
          <p:cNvPr id="10" name="节编号 3"/>
          <p:cNvSpPr>
            <a:spLocks noGrp="1"/>
          </p:cNvSpPr>
          <p:nvPr>
            <p:ph type="body" sz="quarter" idx="13" hasCustomPrompt="1"/>
            <p:custDataLst>
              <p:tags r:id="rId8"/>
            </p:custDataLst>
          </p:nvPr>
        </p:nvSpPr>
        <p:spPr>
          <a:xfrm>
            <a:off x="3104662" y="2083907"/>
            <a:ext cx="1008000" cy="1008000"/>
          </a:xfrm>
          <a:prstGeom prst="ellipse">
            <a:avLst/>
          </a:prstGeom>
          <a:solidFill>
            <a:schemeClr val="accent1"/>
          </a:solidFill>
          <a:ln w="12700">
            <a:solidFill>
              <a:srgbClr val="FFFFFF"/>
            </a:solidFill>
          </a:ln>
        </p:spPr>
        <p:txBody>
          <a:bodyPr wrap="none" anchor="ctr">
            <a:normAutofit/>
          </a:bodyPr>
          <a:lstStyle>
            <a:lvl1pPr marL="0" indent="0" algn="ctr">
              <a:buNone/>
              <a:defRPr sz="2700" b="1">
                <a:solidFill>
                  <a:srgbClr val="FFFFFF"/>
                </a:solidFill>
              </a:defRPr>
            </a:lvl1pPr>
          </a:lstStyle>
          <a:p>
            <a:pPr lvl="0"/>
            <a:r>
              <a:rPr lang="zh-CN" altLang="en-US" dirty="0"/>
              <a:t>节编号</a:t>
            </a:r>
            <a:endParaRPr lang="zh-CN" altLang="en-US" dirty="0"/>
          </a:p>
        </p:txBody>
      </p:sp>
      <p:sp>
        <p:nvSpPr>
          <p:cNvPr id="9" name="文本占位符 2"/>
          <p:cNvSpPr>
            <a:spLocks noGrp="1"/>
          </p:cNvSpPr>
          <p:nvPr>
            <p:ph type="body" idx="1" hasCustomPrompt="1"/>
            <p:custDataLst>
              <p:tags r:id="rId9"/>
            </p:custDataLst>
          </p:nvPr>
        </p:nvSpPr>
        <p:spPr>
          <a:xfrm>
            <a:off x="4523063" y="3131507"/>
            <a:ext cx="4564800" cy="561600"/>
          </a:xfrm>
        </p:spPr>
        <p:txBody>
          <a:bodyPr wrap="square">
            <a:normAutofit/>
          </a:bodyPr>
          <a:lstStyle>
            <a:lvl1pPr marL="0" indent="0" algn="l">
              <a:buNone/>
              <a:defRPr sz="1650" b="1">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dirty="0"/>
              <a:t>单击此处编辑副标题</a:t>
            </a:r>
            <a:endParaRPr lang="zh-CN" altLang="en-US" dirty="0"/>
          </a:p>
        </p:txBody>
      </p:sp>
      <p:sp>
        <p:nvSpPr>
          <p:cNvPr id="8" name="标题 1"/>
          <p:cNvSpPr>
            <a:spLocks noGrp="1"/>
          </p:cNvSpPr>
          <p:nvPr>
            <p:ph type="title" hasCustomPrompt="1"/>
            <p:custDataLst>
              <p:tags r:id="rId10"/>
            </p:custDataLst>
          </p:nvPr>
        </p:nvSpPr>
        <p:spPr>
          <a:xfrm>
            <a:off x="4472663" y="1641107"/>
            <a:ext cx="4604400" cy="1375200"/>
          </a:xfrm>
        </p:spPr>
        <p:txBody>
          <a:bodyPr wrap="square" anchor="b">
            <a:normAutofit/>
          </a:bodyPr>
          <a:lstStyle>
            <a:lvl1pPr algn="l">
              <a:defRPr kumimoji="0" lang="zh-CN" altLang="en-US" sz="4050" b="0" i="0" u="none" strike="noStrike" kern="1200" cap="none" spc="0" normalizeH="0" baseline="0" noProof="1" dirty="0">
                <a:ln>
                  <a:noFill/>
                </a:ln>
                <a:solidFill>
                  <a:schemeClr val="tx1"/>
                </a:solidFill>
                <a:effectLst/>
                <a:uLnTx/>
                <a:uFillTx/>
                <a:latin typeface="+mj-lt"/>
                <a:ea typeface="+mj-ea"/>
                <a:cs typeface="+mn-cs"/>
                <a:sym typeface="Arial" panose="020B0604020202020204" pitchFamily="34" charset="0"/>
              </a:defRPr>
            </a:lvl1pPr>
          </a:lstStyle>
          <a:p>
            <a:r>
              <a:rPr lang="zh-CN" altLang="en-US" dirty="0"/>
              <a:t>编辑母版标题</a:t>
            </a:r>
            <a:endParaRPr lang="zh-CN" alt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3" name="内容占位符 2"/>
          <p:cNvSpPr>
            <a:spLocks noGrp="1"/>
          </p:cNvSpPr>
          <p:nvPr>
            <p:ph sz="half" idx="1"/>
            <p:custDataLst>
              <p:tags r:id="rId2"/>
            </p:custDataLst>
          </p:nvPr>
        </p:nvSpPr>
        <p:spPr>
          <a:xfrm>
            <a:off x="695960" y="1301750"/>
            <a:ext cx="5323840" cy="487585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3"/>
            </p:custDataLst>
          </p:nvPr>
        </p:nvSpPr>
        <p:spPr>
          <a:xfrm>
            <a:off x="6172200" y="1301750"/>
            <a:ext cx="5323840" cy="487585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5"/>
            </p:custDataLst>
          </p:nvPr>
        </p:nvSpPr>
        <p:spPr/>
        <p:txBody>
          <a:bodyPr/>
          <a:lstStyle/>
          <a:p>
            <a:endParaRPr lang="zh-CN" altLang="en-US"/>
          </a:p>
        </p:txBody>
      </p:sp>
      <p:sp>
        <p:nvSpPr>
          <p:cNvPr id="7" name="灯片编号占位符 6"/>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
        <p:nvSpPr>
          <p:cNvPr id="8" name="标题 1"/>
          <p:cNvSpPr>
            <a:spLocks noGrp="1"/>
          </p:cNvSpPr>
          <p:nvPr>
            <p:ph type="title"/>
            <p:custDataLst>
              <p:tags r:id="rId7"/>
            </p:custDataLst>
          </p:nvPr>
        </p:nvSpPr>
        <p:spPr/>
        <p:txBody>
          <a:bodyPr/>
          <a:p>
            <a:r>
              <a:rPr lang="zh-CN" altLang="en-US" smtClean="0"/>
              <a:t>单击此处编辑母版标题样式</a:t>
            </a:r>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3" name="文本占位符 2"/>
          <p:cNvSpPr>
            <a:spLocks noGrp="1"/>
          </p:cNvSpPr>
          <p:nvPr>
            <p:ph type="body" idx="1"/>
            <p:custDataLst>
              <p:tags r:id="rId2"/>
            </p:custDataLst>
          </p:nvPr>
        </p:nvSpPr>
        <p:spPr>
          <a:xfrm>
            <a:off x="695960" y="1301750"/>
            <a:ext cx="5323840" cy="411303"/>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smtClean="0"/>
              <a:t>单击此处编辑母版文本样式</a:t>
            </a:r>
            <a:endParaRPr lang="zh-CN" altLang="en-US" smtClean="0"/>
          </a:p>
        </p:txBody>
      </p:sp>
      <p:sp>
        <p:nvSpPr>
          <p:cNvPr id="4" name="内容占位符 3"/>
          <p:cNvSpPr>
            <a:spLocks noGrp="1"/>
          </p:cNvSpPr>
          <p:nvPr>
            <p:ph sz="half" idx="2"/>
            <p:custDataLst>
              <p:tags r:id="rId3"/>
            </p:custDataLst>
          </p:nvPr>
        </p:nvSpPr>
        <p:spPr>
          <a:xfrm>
            <a:off x="695960" y="1875099"/>
            <a:ext cx="5323840" cy="4300276"/>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custDataLst>
              <p:tags r:id="rId4"/>
            </p:custDataLst>
          </p:nvPr>
        </p:nvSpPr>
        <p:spPr>
          <a:xfrm>
            <a:off x="6172200" y="1301750"/>
            <a:ext cx="5323840" cy="411303"/>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smtClean="0"/>
              <a:t>单击此处编辑母版文本样式</a:t>
            </a:r>
            <a:endParaRPr lang="zh-CN" altLang="en-US" smtClean="0"/>
          </a:p>
        </p:txBody>
      </p:sp>
      <p:sp>
        <p:nvSpPr>
          <p:cNvPr id="6" name="内容占位符 5"/>
          <p:cNvSpPr>
            <a:spLocks noGrp="1"/>
          </p:cNvSpPr>
          <p:nvPr>
            <p:ph sz="quarter" idx="4"/>
            <p:custDataLst>
              <p:tags r:id="rId5"/>
            </p:custDataLst>
          </p:nvPr>
        </p:nvSpPr>
        <p:spPr>
          <a:xfrm>
            <a:off x="6172200" y="1875099"/>
            <a:ext cx="5323840" cy="4300276"/>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6"/>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7"/>
            </p:custDataLst>
          </p:nvPr>
        </p:nvSpPr>
        <p:spPr/>
        <p:txBody>
          <a:bodyPr/>
          <a:lstStyle/>
          <a:p>
            <a:endParaRPr lang="zh-CN" altLang="en-US"/>
          </a:p>
        </p:txBody>
      </p:sp>
      <p:sp>
        <p:nvSpPr>
          <p:cNvPr id="9" name="灯片编号占位符 8"/>
          <p:cNvSpPr>
            <a:spLocks noGrp="1"/>
          </p:cNvSpPr>
          <p:nvPr>
            <p:ph type="sldNum" sz="quarter" idx="12"/>
            <p:custDataLst>
              <p:tags r:id="rId8"/>
            </p:custDataLst>
          </p:nvPr>
        </p:nvSpPr>
        <p:spPr/>
        <p:txBody>
          <a:bodyPr/>
          <a:lstStyle/>
          <a:p>
            <a:fld id="{49AE70B2-8BF9-45C0-BB95-33D1B9D3A854}" type="slidenum">
              <a:rPr lang="zh-CN" altLang="en-US" smtClean="0"/>
            </a:fld>
            <a:endParaRPr lang="zh-CN" altLang="en-US"/>
          </a:p>
        </p:txBody>
      </p:sp>
      <p:sp>
        <p:nvSpPr>
          <p:cNvPr id="10" name="标题 1"/>
          <p:cNvSpPr>
            <a:spLocks noGrp="1"/>
          </p:cNvSpPr>
          <p:nvPr>
            <p:ph type="title"/>
            <p:custDataLst>
              <p:tags r:id="rId9"/>
            </p:custDataLst>
          </p:nvPr>
        </p:nvSpPr>
        <p:spPr/>
        <p:txBody>
          <a:bodyPr/>
          <a:p>
            <a:r>
              <a:rPr lang="zh-CN" altLang="en-US" smtClean="0"/>
              <a:t>单击此处编辑母版标题样式</a:t>
            </a:r>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6" name="标题 1"/>
          <p:cNvSpPr>
            <a:spLocks noGrp="1"/>
          </p:cNvSpPr>
          <p:nvPr>
            <p:ph type="title"/>
            <p:custDataLst>
              <p:tags r:id="rId5"/>
            </p:custDataLst>
          </p:nvPr>
        </p:nvSpPr>
        <p:spPr/>
        <p:txBody>
          <a:bodyPr/>
          <a:p>
            <a:r>
              <a:rPr lang="zh-CN" altLang="en-US" smtClean="0"/>
              <a:t>单击此处编辑母版标题样式</a:t>
            </a:r>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 preserve="1">
  <p:cSld name="仅内容">
    <p:spTree>
      <p:nvGrpSpPr>
        <p:cNvPr id="1" name=""/>
        <p:cNvGrpSpPr/>
        <p:nvPr/>
      </p:nvGrpSpPr>
      <p:grpSpPr>
        <a:xfrm>
          <a:off x="0" y="0"/>
          <a:ext cx="0" cy="0"/>
          <a:chOff x="0" y="0"/>
          <a:chExt cx="0" cy="0"/>
        </a:xfrm>
      </p:grpSpPr>
      <p:sp>
        <p:nvSpPr>
          <p:cNvPr id="3" name="内容占位符 2"/>
          <p:cNvSpPr>
            <a:spLocks noGrp="1"/>
          </p:cNvSpPr>
          <p:nvPr>
            <p:ph idx="1"/>
            <p:custDataLst>
              <p:tags r:id="rId2"/>
            </p:custDataLst>
          </p:nvPr>
        </p:nvSpPr>
        <p:spPr>
          <a:xfrm>
            <a:off x="695960" y="360045"/>
            <a:ext cx="10801985" cy="581787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reserve="1">
  <p:cSld name="标题和副标题">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6" name="Text Placeholder 5"/>
          <p:cNvSpPr>
            <a:spLocks noGrp="1"/>
          </p:cNvSpPr>
          <p:nvPr>
            <p:ph type="body" idx="13" hasCustomPrompt="1"/>
            <p:custDataLst>
              <p:tags r:id="rId5"/>
            </p:custDataLst>
          </p:nvPr>
        </p:nvSpPr>
        <p:spPr>
          <a:xfrm>
            <a:off x="695960" y="1301750"/>
            <a:ext cx="10799088" cy="405553"/>
          </a:xfrm>
        </p:spPr>
        <p:txBody>
          <a:bodyPr/>
          <a:lstStyle>
            <a:lvl5pPr>
              <a:buNone/>
              <a:defRPr/>
            </a:lvl5pPr>
          </a:lstStyle>
          <a:p>
            <a:pPr lvl="0"/>
            <a:r>
              <a:rPr lang="zh-CN" altLang="en-US" smtClean="0"/>
              <a:t>单击此处编辑副标题</a:t>
            </a:r>
            <a:endParaRPr lang="zh-CN" altLang="en-US" smtClean="0"/>
          </a:p>
        </p:txBody>
      </p:sp>
      <p:sp>
        <p:nvSpPr>
          <p:cNvPr id="7" name="标题 1"/>
          <p:cNvSpPr>
            <a:spLocks noGrp="1"/>
          </p:cNvSpPr>
          <p:nvPr>
            <p:ph type="title"/>
            <p:custDataLst>
              <p:tags r:id="rId6"/>
            </p:custDataLst>
          </p:nvPr>
        </p:nvSpPr>
        <p:spPr/>
        <p:txBody>
          <a:bodyPr/>
          <a:p>
            <a:r>
              <a:rPr lang="zh-CN" altLang="en-US" smtClean="0"/>
              <a:t>单击此处编辑母版标题样式</a:t>
            </a:r>
            <a:endParaRPr lang="zh-CN" alt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showMasterSp="0" userDrawn="1">
  <p:cSld name="末尾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3" name="图片 12" descr="图片包含 游戏机&#10;&#10;AI 生成的内容可能不正确。"/>
          <p:cNvPicPr>
            <a:picLocks noChangeAspect="1"/>
          </p:cNvPicPr>
          <p:nvPr>
            <p:custDataLst>
              <p:tags r:id="rId3"/>
            </p:custDataLst>
          </p:nvPr>
        </p:nvPicPr>
        <p:blipFill>
          <a:blip r:embed="rId4"/>
          <a:stretch>
            <a:fillRect/>
          </a:stretch>
        </p:blipFill>
        <p:spPr>
          <a:xfrm>
            <a:off x="-1" y="6470"/>
            <a:ext cx="12171621" cy="6833617"/>
          </a:xfrm>
          <a:prstGeom prst="rect">
            <a:avLst/>
          </a:prstGeom>
        </p:spPr>
      </p:pic>
      <p:pic>
        <p:nvPicPr>
          <p:cNvPr id="6" name="图片 4"/>
          <p:cNvPicPr>
            <a:picLocks noChangeAspect="1"/>
          </p:cNvPicPr>
          <p:nvPr>
            <p:custDataLst>
              <p:tags r:id="rId5"/>
            </p:custDataLst>
          </p:nvPr>
        </p:nvPicPr>
        <p:blipFill>
          <a:blip r:embed="rId6">
            <a:extLst>
              <a:ext uri="{28A0092B-C50C-407E-A947-70E740481C1C}">
                <a14:useLocalDpi xmlns:a14="http://schemas.microsoft.com/office/drawing/2010/main" val="0"/>
              </a:ext>
            </a:extLst>
          </a:blip>
          <a:stretch>
            <a:fillRect/>
          </a:stretch>
        </p:blipFill>
        <p:spPr>
          <a:xfrm>
            <a:off x="3790950" y="5561126"/>
            <a:ext cx="4610100" cy="342900"/>
          </a:xfrm>
          <a:prstGeom prst="rect">
            <a:avLst/>
          </a:prstGeom>
        </p:spPr>
      </p:pic>
      <p:pic>
        <p:nvPicPr>
          <p:cNvPr id="9" name="图片 8" descr="手机屏幕的截图&#10;&#10;AI 生成的内容可能不正确。"/>
          <p:cNvPicPr>
            <a:picLocks noChangeAspect="1"/>
          </p:cNvPicPr>
          <p:nvPr>
            <p:custDataLst>
              <p:tags r:id="rId7"/>
            </p:custDataLst>
          </p:nvPr>
        </p:nvPicPr>
        <p:blipFill>
          <a:blip r:embed="rId8">
            <a:extLst>
              <a:ext uri="{28A0092B-C50C-407E-A947-70E740481C1C}">
                <a14:useLocalDpi xmlns:a14="http://schemas.microsoft.com/office/drawing/2010/main" val="0"/>
              </a:ext>
            </a:extLst>
          </a:blip>
          <a:stretch>
            <a:fillRect/>
          </a:stretch>
        </p:blipFill>
        <p:spPr>
          <a:xfrm>
            <a:off x="5143499" y="635311"/>
            <a:ext cx="1905000" cy="508000"/>
          </a:xfrm>
          <a:prstGeom prst="rect">
            <a:avLst/>
          </a:prstGeom>
        </p:spPr>
      </p:pic>
      <p:sp>
        <p:nvSpPr>
          <p:cNvPr id="8" name="署名占位符 10"/>
          <p:cNvSpPr>
            <a:spLocks noGrp="1"/>
          </p:cNvSpPr>
          <p:nvPr>
            <p:ph type="body" sz="quarter" idx="17" hasCustomPrompt="1"/>
            <p:custDataLst>
              <p:tags r:id="rId9"/>
            </p:custDataLst>
          </p:nvPr>
        </p:nvSpPr>
        <p:spPr>
          <a:xfrm>
            <a:off x="4925588" y="3291135"/>
            <a:ext cx="2340000" cy="468000"/>
          </a:xfrm>
          <a:prstGeom prst="roundRect">
            <a:avLst>
              <a:gd name="adj" fmla="val 50000"/>
            </a:avLst>
          </a:prstGeom>
          <a:ln w="12700">
            <a:solidFill>
              <a:schemeClr val="lt1">
                <a:lumMod val="100000"/>
              </a:schemeClr>
            </a:solid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71755" tIns="18000" rIns="71755" bIns="18000" numCol="1" spcCol="0" rtlCol="0" fromWordArt="0" anchor="ctr" anchorCtr="0" forceAA="0" compatLnSpc="1">
            <a:normAutofit/>
          </a:bodyPr>
          <a:lstStyle>
            <a:defPPr>
              <a:defRPr lang="zh-CN"/>
            </a:defPPr>
            <a:lvl1pPr marL="0" marR="0" algn="ctr" defTabSz="914400" rtl="0" eaLnBrk="1" fontAlgn="auto" latinLnBrk="0" hangingPunct="1">
              <a:lnSpc>
                <a:spcPct val="100000"/>
              </a:lnSpc>
              <a:buClrTx/>
              <a:buSzTx/>
              <a:buFontTx/>
              <a:buNone/>
              <a:defRPr kumimoji="0" lang="zh-CN" altLang="en-US" sz="1350" b="1" i="0" u="none" strike="noStrike" kern="1200" cap="none" spc="0" normalizeH="0" baseline="0" noProof="1" dirty="0">
                <a:solidFill>
                  <a:schemeClr val="lt1"/>
                </a:solidFill>
                <a:latin typeface="+mn-ea"/>
                <a:ea typeface="+mn-ea"/>
                <a:cs typeface="+mn-cs"/>
              </a:defRPr>
            </a:lvl1pPr>
            <a:lvl2pPr marL="342900" algn="l" defTabSz="914400" rtl="0" eaLnBrk="1" latinLnBrk="0" hangingPunct="1">
              <a:defRPr sz="1350" kern="1200">
                <a:solidFill>
                  <a:schemeClr val="lt1"/>
                </a:solidFill>
                <a:latin typeface="+mn-lt"/>
                <a:ea typeface="+mn-ea"/>
                <a:cs typeface="+mn-cs"/>
              </a:defRPr>
            </a:lvl2pPr>
            <a:lvl3pPr marL="685800" algn="l" defTabSz="914400" rtl="0" eaLnBrk="1" latinLnBrk="0" hangingPunct="1">
              <a:defRPr sz="1350" kern="1200">
                <a:solidFill>
                  <a:schemeClr val="lt1"/>
                </a:solidFill>
                <a:latin typeface="+mn-lt"/>
                <a:ea typeface="+mn-ea"/>
                <a:cs typeface="+mn-cs"/>
              </a:defRPr>
            </a:lvl3pPr>
            <a:lvl4pPr marL="1028700" algn="l" defTabSz="914400" rtl="0" eaLnBrk="1" latinLnBrk="0" hangingPunct="1">
              <a:defRPr sz="1350" kern="1200">
                <a:solidFill>
                  <a:schemeClr val="lt1"/>
                </a:solidFill>
                <a:latin typeface="+mn-lt"/>
                <a:ea typeface="+mn-ea"/>
                <a:cs typeface="+mn-cs"/>
              </a:defRPr>
            </a:lvl4pPr>
            <a:lvl5pPr marL="1371600" algn="l" defTabSz="914400" rtl="0" eaLnBrk="1" latinLnBrk="0" hangingPunct="1">
              <a:defRPr sz="1350" kern="1200">
                <a:solidFill>
                  <a:schemeClr val="lt1"/>
                </a:solidFill>
                <a:latin typeface="+mn-lt"/>
                <a:ea typeface="+mn-ea"/>
                <a:cs typeface="+mn-cs"/>
              </a:defRPr>
            </a:lvl5pPr>
            <a:lvl6pPr marL="1714500" algn="l" defTabSz="914400" rtl="0" eaLnBrk="1" latinLnBrk="0" hangingPunct="1">
              <a:defRPr sz="1350" kern="1200">
                <a:solidFill>
                  <a:schemeClr val="lt1"/>
                </a:solidFill>
                <a:latin typeface="+mn-lt"/>
                <a:ea typeface="+mn-ea"/>
                <a:cs typeface="+mn-cs"/>
              </a:defRPr>
            </a:lvl6pPr>
            <a:lvl7pPr marL="2057400" algn="l" defTabSz="914400" rtl="0" eaLnBrk="1" latinLnBrk="0" hangingPunct="1">
              <a:defRPr sz="1350" kern="1200">
                <a:solidFill>
                  <a:schemeClr val="lt1"/>
                </a:solidFill>
                <a:latin typeface="+mn-lt"/>
                <a:ea typeface="+mn-ea"/>
                <a:cs typeface="+mn-cs"/>
              </a:defRPr>
            </a:lvl7pPr>
            <a:lvl8pPr marL="2400300" algn="l" defTabSz="914400" rtl="0" eaLnBrk="1" latinLnBrk="0" hangingPunct="1">
              <a:defRPr sz="1350" kern="1200">
                <a:solidFill>
                  <a:schemeClr val="lt1"/>
                </a:solidFill>
                <a:latin typeface="+mn-lt"/>
                <a:ea typeface="+mn-ea"/>
                <a:cs typeface="+mn-cs"/>
              </a:defRPr>
            </a:lvl8pPr>
            <a:lvl9pPr marL="2743200" algn="l" defTabSz="914400" rtl="0" eaLnBrk="1" latinLnBrk="0" hangingPunct="1">
              <a:defRPr sz="1350" kern="1200">
                <a:solidFill>
                  <a:schemeClr val="lt1"/>
                </a:solidFill>
                <a:latin typeface="+mn-lt"/>
                <a:ea typeface="+mn-ea"/>
                <a:cs typeface="+mn-cs"/>
              </a:defRPr>
            </a:lvl9pPr>
          </a:lstStyle>
          <a:p>
            <a:pPr lvl="0"/>
            <a:r>
              <a:rPr>
                <a:sym typeface="+mn-ea"/>
              </a:rPr>
              <a:t>署名</a:t>
            </a:r>
            <a:endParaRPr>
              <a:sym typeface="+mn-ea"/>
            </a:endParaRPr>
          </a:p>
        </p:txBody>
      </p:sp>
      <p:sp>
        <p:nvSpPr>
          <p:cNvPr id="7" name="标题 6"/>
          <p:cNvSpPr txBox="1">
            <a:spLocks noGrp="1"/>
          </p:cNvSpPr>
          <p:nvPr>
            <p:ph type="ctrTitle" hasCustomPrompt="1"/>
            <p:custDataLst>
              <p:tags r:id="rId10"/>
            </p:custDataLst>
          </p:nvPr>
        </p:nvSpPr>
        <p:spPr>
          <a:xfrm>
            <a:off x="3112135" y="1575435"/>
            <a:ext cx="5968365" cy="1524635"/>
          </a:xfrm>
          <a:noFill/>
        </p:spPr>
        <p:txBody>
          <a:bodyPr wrap="square" rtlCol="0" anchor="ctr" anchorCtr="0">
            <a:normAutofit/>
          </a:bodyPr>
          <a:lstStyle>
            <a:defPPr>
              <a:defRPr lang="zh-CN"/>
            </a:defPPr>
            <a:lvl1pPr marL="0" marR="0" algn="ctr" defTabSz="914400" rtl="0" eaLnBrk="1" fontAlgn="auto" latinLnBrk="0" hangingPunct="1">
              <a:lnSpc>
                <a:spcPct val="100000"/>
              </a:lnSpc>
              <a:buClrTx/>
              <a:buSzTx/>
              <a:buFontTx/>
              <a:buNone/>
              <a:defRPr kumimoji="0" lang="en-US" altLang="zh-CN" sz="6600" b="1" i="0" u="none" strike="noStrike" kern="1200" cap="none" spc="0" normalizeH="0" baseline="0" noProof="1" dirty="0">
                <a:solidFill>
                  <a:schemeClr val="tx1"/>
                </a:solidFill>
                <a:uFillTx/>
                <a:latin typeface="+mn-lt"/>
                <a:ea typeface="+mn-ea"/>
                <a:cs typeface="微软雅黑" panose="020B0503020204020204" pitchFamily="34" charset="-122"/>
              </a:defRPr>
            </a:lvl1pPr>
            <a:lvl2pPr marL="342900" algn="l" defTabSz="914400" rtl="0" eaLnBrk="1" latinLnBrk="0" hangingPunct="1">
              <a:defRPr sz="1350" kern="1200">
                <a:solidFill>
                  <a:schemeClr val="tx1"/>
                </a:solidFill>
                <a:latin typeface="+mn-lt"/>
                <a:ea typeface="+mn-ea"/>
                <a:cs typeface="+mn-cs"/>
              </a:defRPr>
            </a:lvl2pPr>
            <a:lvl3pPr marL="685800" algn="l" defTabSz="914400" rtl="0" eaLnBrk="1" latinLnBrk="0" hangingPunct="1">
              <a:defRPr sz="1350" kern="1200">
                <a:solidFill>
                  <a:schemeClr val="tx1"/>
                </a:solidFill>
                <a:latin typeface="+mn-lt"/>
                <a:ea typeface="+mn-ea"/>
                <a:cs typeface="+mn-cs"/>
              </a:defRPr>
            </a:lvl3pPr>
            <a:lvl4pPr marL="1028700" algn="l" defTabSz="914400" rtl="0" eaLnBrk="1" latinLnBrk="0" hangingPunct="1">
              <a:defRPr sz="1350" kern="1200">
                <a:solidFill>
                  <a:schemeClr val="tx1"/>
                </a:solidFill>
                <a:latin typeface="+mn-lt"/>
                <a:ea typeface="+mn-ea"/>
                <a:cs typeface="+mn-cs"/>
              </a:defRPr>
            </a:lvl4pPr>
            <a:lvl5pPr marL="1371600" algn="l" defTabSz="914400" rtl="0" eaLnBrk="1" latinLnBrk="0" hangingPunct="1">
              <a:defRPr sz="1350" kern="1200">
                <a:solidFill>
                  <a:schemeClr val="tx1"/>
                </a:solidFill>
                <a:latin typeface="+mn-lt"/>
                <a:ea typeface="+mn-ea"/>
                <a:cs typeface="+mn-cs"/>
              </a:defRPr>
            </a:lvl5pPr>
            <a:lvl6pPr marL="1714500" algn="l" defTabSz="914400" rtl="0" eaLnBrk="1" latinLnBrk="0" hangingPunct="1">
              <a:defRPr sz="1350" kern="1200">
                <a:solidFill>
                  <a:schemeClr val="tx1"/>
                </a:solidFill>
                <a:latin typeface="+mn-lt"/>
                <a:ea typeface="+mn-ea"/>
                <a:cs typeface="+mn-cs"/>
              </a:defRPr>
            </a:lvl6pPr>
            <a:lvl7pPr marL="2057400" algn="l" defTabSz="914400" rtl="0" eaLnBrk="1" latinLnBrk="0" hangingPunct="1">
              <a:defRPr sz="1350" kern="1200">
                <a:solidFill>
                  <a:schemeClr val="tx1"/>
                </a:solidFill>
                <a:latin typeface="+mn-lt"/>
                <a:ea typeface="+mn-ea"/>
                <a:cs typeface="+mn-cs"/>
              </a:defRPr>
            </a:lvl7pPr>
            <a:lvl8pPr marL="2400300" algn="l" defTabSz="914400" rtl="0" eaLnBrk="1" latinLnBrk="0" hangingPunct="1">
              <a:defRPr sz="1350" kern="1200">
                <a:solidFill>
                  <a:schemeClr val="tx1"/>
                </a:solidFill>
                <a:latin typeface="+mn-lt"/>
                <a:ea typeface="+mn-ea"/>
                <a:cs typeface="+mn-cs"/>
              </a:defRPr>
            </a:lvl8pPr>
            <a:lvl9pPr marL="2743200" algn="l" defTabSz="914400" rtl="0" eaLnBrk="1" latinLnBrk="0" hangingPunct="1">
              <a:defRPr sz="1350" kern="1200">
                <a:solidFill>
                  <a:schemeClr val="tx1"/>
                </a:solidFill>
                <a:latin typeface="+mn-lt"/>
                <a:ea typeface="+mn-ea"/>
                <a:cs typeface="+mn-cs"/>
              </a:defRPr>
            </a:lvl9pPr>
          </a:lstStyle>
          <a:p>
            <a:pPr lvl="0"/>
            <a:r>
              <a:rPr dirty="0">
                <a:sym typeface="+mn-ea"/>
              </a:rPr>
              <a:t>编辑标题</a:t>
            </a:r>
            <a:endParaRPr dirty="0">
              <a:sym typeface="+mn-ea"/>
            </a:endParaRPr>
          </a:p>
        </p:txBody>
      </p:sp>
    </p:spTree>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6" Type="http://schemas.openxmlformats.org/officeDocument/2006/relationships/theme" Target="../theme/theme1.xml"/><Relationship Id="rId15" Type="http://schemas.openxmlformats.org/officeDocument/2006/relationships/image" Target="../media/image5.png"/><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3.xml"/><Relationship Id="rId8" Type="http://schemas.openxmlformats.org/officeDocument/2006/relationships/slideLayout" Target="../slideLayouts/slideLayout22.xml"/><Relationship Id="rId7" Type="http://schemas.openxmlformats.org/officeDocument/2006/relationships/slideLayout" Target="../slideLayouts/slideLayout21.xml"/><Relationship Id="rId6" Type="http://schemas.openxmlformats.org/officeDocument/2006/relationships/slideLayout" Target="../slideLayouts/slideLayout20.xml"/><Relationship Id="rId5" Type="http://schemas.openxmlformats.org/officeDocument/2006/relationships/slideLayout" Target="../slideLayouts/slideLayout19.xml"/><Relationship Id="rId4" Type="http://schemas.openxmlformats.org/officeDocument/2006/relationships/slideLayout" Target="../slideLayouts/slideLayout18.xml"/><Relationship Id="rId3" Type="http://schemas.openxmlformats.org/officeDocument/2006/relationships/slideLayout" Target="../slideLayouts/slideLayout17.xml"/><Relationship Id="rId27" Type="http://schemas.openxmlformats.org/officeDocument/2006/relationships/theme" Target="../theme/theme2.xml"/><Relationship Id="rId26" Type="http://schemas.openxmlformats.org/officeDocument/2006/relationships/tags" Target="../tags/tag71.xml"/><Relationship Id="rId25" Type="http://schemas.openxmlformats.org/officeDocument/2006/relationships/tags" Target="../tags/tag70.xml"/><Relationship Id="rId24" Type="http://schemas.openxmlformats.org/officeDocument/2006/relationships/tags" Target="../tags/tag69.xml"/><Relationship Id="rId23" Type="http://schemas.openxmlformats.org/officeDocument/2006/relationships/tags" Target="../tags/tag68.xml"/><Relationship Id="rId22" Type="http://schemas.openxmlformats.org/officeDocument/2006/relationships/tags" Target="../tags/tag67.xml"/><Relationship Id="rId21" Type="http://schemas.openxmlformats.org/officeDocument/2006/relationships/tags" Target="../tags/tag66.xml"/><Relationship Id="rId20" Type="http://schemas.openxmlformats.org/officeDocument/2006/relationships/tags" Target="../tags/tag65.xml"/><Relationship Id="rId2" Type="http://schemas.openxmlformats.org/officeDocument/2006/relationships/slideLayout" Target="../slideLayouts/slideLayout16.xml"/><Relationship Id="rId19" Type="http://schemas.openxmlformats.org/officeDocument/2006/relationships/tags" Target="../tags/tag64.xml"/><Relationship Id="rId18" Type="http://schemas.openxmlformats.org/officeDocument/2006/relationships/tags" Target="../tags/tag63.xml"/><Relationship Id="rId17" Type="http://schemas.openxmlformats.org/officeDocument/2006/relationships/tags" Target="../tags/tag62.xml"/><Relationship Id="rId16" Type="http://schemas.openxmlformats.org/officeDocument/2006/relationships/tags" Target="../tags/tag61.xml"/><Relationship Id="rId15" Type="http://schemas.openxmlformats.org/officeDocument/2006/relationships/image" Target="../media/image11.png"/><Relationship Id="rId14" Type="http://schemas.openxmlformats.org/officeDocument/2006/relationships/tags" Target="../tags/tag60.xml"/><Relationship Id="rId13" Type="http://schemas.openxmlformats.org/officeDocument/2006/relationships/image" Target="../media/image10.png"/><Relationship Id="rId12" Type="http://schemas.openxmlformats.org/officeDocument/2006/relationships/tags" Target="../tags/tag59.xml"/><Relationship Id="rId11" Type="http://schemas.openxmlformats.org/officeDocument/2006/relationships/slideLayout" Target="../slideLayouts/slideLayout25.xml"/><Relationship Id="rId10" Type="http://schemas.openxmlformats.org/officeDocument/2006/relationships/slideLayout" Target="../slideLayouts/slideLayout24.xml"/><Relationship Id="rId1"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gray">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gray">
          <a:xfrm>
            <a:off x="406400" y="1219200"/>
            <a:ext cx="11176000" cy="510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ltLang="zh-CN"/>
          </a:p>
        </p:txBody>
      </p:sp>
      <p:sp>
        <p:nvSpPr>
          <p:cNvPr id="1031" name="Rectangle 2"/>
          <p:cNvSpPr>
            <a:spLocks noGrp="1" noChangeArrowheads="1"/>
          </p:cNvSpPr>
          <p:nvPr>
            <p:ph type="title"/>
          </p:nvPr>
        </p:nvSpPr>
        <p:spPr bwMode="gray">
          <a:xfrm>
            <a:off x="440267" y="350838"/>
            <a:ext cx="10192329" cy="563562"/>
          </a:xfrm>
          <a:prstGeom prst="rect">
            <a:avLst/>
          </a:prstGeom>
          <a:noFill/>
          <a:ln>
            <a:noFill/>
          </a:ln>
          <a:effectLst>
            <a:outerShdw blurRad="63500" dist="29783" dir="1514402" algn="ctr" rotWithShape="0">
              <a:schemeClr val="bg1">
                <a:alpha val="50000"/>
              </a:scheme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en-US" dirty="0"/>
              <a:t>单击此处编辑母版标题样式</a:t>
            </a:r>
            <a:endParaRPr lang="en-US" altLang="zh-CN" dirty="0"/>
          </a:p>
        </p:txBody>
      </p:sp>
      <p:cxnSp>
        <p:nvCxnSpPr>
          <p:cNvPr id="7" name="Straight Connector 6"/>
          <p:cNvCxnSpPr/>
          <p:nvPr/>
        </p:nvCxnSpPr>
        <p:spPr>
          <a:xfrm>
            <a:off x="421793" y="1052513"/>
            <a:ext cx="11751733" cy="0"/>
          </a:xfrm>
          <a:prstGeom prst="line">
            <a:avLst/>
          </a:prstGeom>
          <a:ln>
            <a:solidFill>
              <a:srgbClr val="0070C0"/>
            </a:solidFill>
          </a:ln>
        </p:spPr>
        <p:style>
          <a:lnRef idx="1">
            <a:schemeClr val="accent1"/>
          </a:lnRef>
          <a:fillRef idx="0">
            <a:schemeClr val="accent1"/>
          </a:fillRef>
          <a:effectRef idx="0">
            <a:schemeClr val="accent1"/>
          </a:effectRef>
          <a:fontRef idx="minor">
            <a:schemeClr val="tx1"/>
          </a:fontRef>
        </p:style>
      </p:cxnSp>
      <p:pic>
        <p:nvPicPr>
          <p:cNvPr id="2050" name="Picture 2" descr="D:\00-DGWorkshop\04-Marketing\logo设计\御数坊LOGO无字.png"/>
          <p:cNvPicPr>
            <a:picLocks noChangeAspect="1" noChangeArrowheads="1"/>
          </p:cNvPicPr>
          <p:nvPr/>
        </p:nvPicPr>
        <p:blipFill>
          <a:blip r:embed="rId15" cstate="print">
            <a:extLst>
              <a:ext uri="{28A0092B-C50C-407E-A947-70E740481C1C}">
                <a14:useLocalDpi xmlns:a14="http://schemas.microsoft.com/office/drawing/2010/main" val="0"/>
              </a:ext>
            </a:extLst>
          </a:blip>
          <a:srcRect/>
          <a:stretch>
            <a:fillRect/>
          </a:stretch>
        </p:blipFill>
        <p:spPr bwMode="auto">
          <a:xfrm>
            <a:off x="10457848" y="-26581"/>
            <a:ext cx="1715679" cy="1001021"/>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Straight Connector 6"/>
          <p:cNvCxnSpPr/>
          <p:nvPr userDrawn="1"/>
        </p:nvCxnSpPr>
        <p:spPr>
          <a:xfrm>
            <a:off x="421793" y="6511204"/>
            <a:ext cx="11751733" cy="0"/>
          </a:xfrm>
          <a:prstGeom prst="line">
            <a:avLst/>
          </a:prstGeom>
          <a:ln>
            <a:solidFill>
              <a:srgbClr val="0070C0"/>
            </a:solidFill>
          </a:ln>
        </p:spPr>
        <p:style>
          <a:lnRef idx="1">
            <a:schemeClr val="accent1"/>
          </a:lnRef>
          <a:fillRef idx="0">
            <a:schemeClr val="accent1"/>
          </a:fillRef>
          <a:effectRef idx="0">
            <a:schemeClr val="accent1"/>
          </a:effectRef>
          <a:fontRef idx="minor">
            <a:schemeClr val="tx1"/>
          </a:fontRef>
        </p:style>
      </p:cxnSp>
      <p:sp>
        <p:nvSpPr>
          <p:cNvPr id="17" name="Footer Placeholder 3"/>
          <p:cNvSpPr txBox="1"/>
          <p:nvPr userDrawn="1"/>
        </p:nvSpPr>
        <p:spPr>
          <a:xfrm>
            <a:off x="4858815" y="6517020"/>
            <a:ext cx="2389313" cy="326571"/>
          </a:xfrm>
          <a:prstGeom prst="rect">
            <a:avLst/>
          </a:prstGeom>
        </p:spPr>
        <p:txBody>
          <a:bodyPr vert="horz" lIns="91440" tIns="45720" rIns="91440" bIns="45720" rtlCol="0" anchor="ctr"/>
          <a:lstStyle>
            <a:defPPr>
              <a:defRPr lang="zh-CN"/>
            </a:defPPr>
            <a:lvl1pPr marL="0" algn="l" defTabSz="914400" rtl="0" eaLnBrk="1" latinLnBrk="0" hangingPunct="1">
              <a:defRPr sz="900" kern="1200" baseline="0">
                <a:solidFill>
                  <a:schemeClr val="tx2"/>
                </a:solidFill>
                <a:latin typeface="+mn-lt"/>
                <a:ea typeface="微软雅黑" panose="020B0503020204020204" pitchFamily="34"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900" dirty="0">
                <a:solidFill>
                  <a:srgbClr val="666666"/>
                </a:solidFill>
                <a:ea typeface="+mn-ea"/>
                <a:cs typeface="Calibri" panose="020F0502020204030204" pitchFamily="34" charset="0"/>
              </a:rPr>
              <a:t>www.dgworkshop.com.cn</a:t>
            </a:r>
            <a:endParaRPr lang="en-US" altLang="zh-CN" sz="900" dirty="0">
              <a:solidFill>
                <a:srgbClr val="666666"/>
              </a:solidFill>
              <a:ea typeface="+mn-ea"/>
              <a:cs typeface="Calibri" panose="020F0502020204030204" pitchFamily="34" charset="0"/>
            </a:endParaRPr>
          </a:p>
        </p:txBody>
      </p:sp>
      <p:sp>
        <p:nvSpPr>
          <p:cNvPr id="18" name="Footer Placeholder 3"/>
          <p:cNvSpPr txBox="1"/>
          <p:nvPr userDrawn="1"/>
        </p:nvSpPr>
        <p:spPr>
          <a:xfrm>
            <a:off x="406400" y="6513114"/>
            <a:ext cx="2713269" cy="326571"/>
          </a:xfrm>
          <a:prstGeom prst="rect">
            <a:avLst/>
          </a:prstGeom>
        </p:spPr>
        <p:txBody>
          <a:bodyPr vert="horz" lIns="91440" tIns="45720" rIns="91440" bIns="45720" rtlCol="0" anchor="ctr"/>
          <a:lstStyle>
            <a:defPPr>
              <a:defRPr lang="zh-CN"/>
            </a:defPPr>
            <a:lvl1pPr marL="0" algn="l" defTabSz="914400" rtl="0" eaLnBrk="1" latinLnBrk="0" hangingPunct="1">
              <a:defRPr sz="900" kern="1200" baseline="0">
                <a:solidFill>
                  <a:schemeClr val="tx2"/>
                </a:solidFill>
                <a:latin typeface="+mn-lt"/>
                <a:ea typeface="微软雅黑" panose="020B0503020204020204" pitchFamily="34"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900" dirty="0">
                <a:solidFill>
                  <a:srgbClr val="666666"/>
                </a:solidFill>
                <a:ea typeface="+mn-ea"/>
                <a:cs typeface="Calibri" panose="020F0502020204030204" pitchFamily="34" charset="0"/>
              </a:rPr>
              <a:t>御数坊版权所有</a:t>
            </a:r>
            <a:r>
              <a:rPr lang="en-US" altLang="zh-CN" sz="900" dirty="0">
                <a:solidFill>
                  <a:srgbClr val="666666"/>
                </a:solidFill>
                <a:ea typeface="+mn-ea"/>
                <a:cs typeface="Calibri" panose="020F0502020204030204" pitchFamily="34" charset="0"/>
              </a:rPr>
              <a:t> </a:t>
            </a:r>
            <a:r>
              <a:rPr lang="en-US" altLang="zh-CN" sz="900">
                <a:solidFill>
                  <a:srgbClr val="666666"/>
                </a:solidFill>
                <a:ea typeface="+mn-ea"/>
                <a:cs typeface="Calibri" panose="020F0502020204030204" pitchFamily="34" charset="0"/>
              </a:rPr>
              <a:t>© 2014-2018</a:t>
            </a:r>
            <a:endParaRPr lang="en-US" altLang="zh-CN" sz="100" dirty="0">
              <a:solidFill>
                <a:srgbClr val="666666"/>
              </a:solidFill>
              <a:ea typeface="+mn-ea"/>
            </a:endParaRPr>
          </a:p>
        </p:txBody>
      </p:sp>
      <p:sp>
        <p:nvSpPr>
          <p:cNvPr id="19" name="Rectangle 6"/>
          <p:cNvSpPr>
            <a:spLocks noGrp="1" noChangeArrowheads="1"/>
          </p:cNvSpPr>
          <p:nvPr>
            <p:ph type="sldNum" sz="quarter" idx="4"/>
          </p:nvPr>
        </p:nvSpPr>
        <p:spPr>
          <a:xfrm>
            <a:off x="10871200" y="6569810"/>
            <a:ext cx="711200" cy="244475"/>
          </a:xfrm>
          <a:prstGeom prst="rect">
            <a:avLst/>
          </a:prstGeom>
        </p:spPr>
        <p:txBody>
          <a:bodyPr vert="horz" lIns="91440" tIns="45720" rIns="91440" bIns="45720" rtlCol="0" anchor="ctr"/>
          <a:lstStyle>
            <a:lvl1pPr>
              <a:defRPr lang="en-US" altLang="zh-CN" sz="1000" baseline="0" smtClean="0">
                <a:solidFill>
                  <a:srgbClr val="666666"/>
                </a:solidFill>
                <a:latin typeface="+mn-lt"/>
                <a:ea typeface="+mn-ea"/>
                <a:cs typeface="Calibri" panose="020F0502020204030204" pitchFamily="34" charset="0"/>
              </a:defRPr>
            </a:lvl1pPr>
          </a:lstStyle>
          <a:p>
            <a:pPr algn="ctr"/>
            <a:fld id="{51791624-A806-46AB-AB47-014D33233F7F}" type="slidenum">
              <a:rPr lang="en-US" altLang="zh-CN" smtClean="0"/>
            </a:fld>
            <a:endParaRPr lang="en-U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ransition/>
  <p:hf hdr="0" dt="0"/>
  <p:txStyles>
    <p:titleStyle>
      <a:lvl1pPr algn="l" rtl="0" eaLnBrk="1" fontAlgn="base" hangingPunct="1">
        <a:spcBef>
          <a:spcPct val="0"/>
        </a:spcBef>
        <a:spcAft>
          <a:spcPct val="0"/>
        </a:spcAft>
        <a:defRPr sz="2400" b="1">
          <a:solidFill>
            <a:srgbClr val="0070C0"/>
          </a:solidFill>
          <a:latin typeface="+mj-lt"/>
          <a:ea typeface="+mj-ea"/>
          <a:cs typeface="微软雅黑" panose="020B0503020204020204" pitchFamily="34" charset="-122"/>
        </a:defRPr>
      </a:lvl1pPr>
      <a:lvl2pPr algn="l" rtl="0" eaLnBrk="1" fontAlgn="base" hangingPunct="1">
        <a:spcBef>
          <a:spcPct val="0"/>
        </a:spcBef>
        <a:spcAft>
          <a:spcPct val="0"/>
        </a:spcAft>
        <a:defRPr sz="2800" b="1">
          <a:solidFill>
            <a:srgbClr val="000000"/>
          </a:solidFill>
          <a:latin typeface="微软雅黑" panose="020B0503020204020204" pitchFamily="34" charset="-122"/>
          <a:ea typeface="微软雅黑" panose="020B0503020204020204" pitchFamily="34" charset="-122"/>
          <a:cs typeface="MS PGothic" panose="020B0600070205080204" charset="-128"/>
        </a:defRPr>
      </a:lvl2pPr>
      <a:lvl3pPr algn="l" rtl="0" eaLnBrk="1" fontAlgn="base" hangingPunct="1">
        <a:spcBef>
          <a:spcPct val="0"/>
        </a:spcBef>
        <a:spcAft>
          <a:spcPct val="0"/>
        </a:spcAft>
        <a:defRPr sz="2800" b="1">
          <a:solidFill>
            <a:srgbClr val="000000"/>
          </a:solidFill>
          <a:latin typeface="微软雅黑" panose="020B0503020204020204" pitchFamily="34" charset="-122"/>
          <a:ea typeface="微软雅黑" panose="020B0503020204020204" pitchFamily="34" charset="-122"/>
          <a:cs typeface="MS PGothic" panose="020B0600070205080204" charset="-128"/>
        </a:defRPr>
      </a:lvl3pPr>
      <a:lvl4pPr algn="l" rtl="0" eaLnBrk="1" fontAlgn="base" hangingPunct="1">
        <a:spcBef>
          <a:spcPct val="0"/>
        </a:spcBef>
        <a:spcAft>
          <a:spcPct val="0"/>
        </a:spcAft>
        <a:defRPr sz="2800" b="1">
          <a:solidFill>
            <a:srgbClr val="000000"/>
          </a:solidFill>
          <a:latin typeface="微软雅黑" panose="020B0503020204020204" pitchFamily="34" charset="-122"/>
          <a:ea typeface="微软雅黑" panose="020B0503020204020204" pitchFamily="34" charset="-122"/>
          <a:cs typeface="MS PGothic" panose="020B0600070205080204" charset="-128"/>
        </a:defRPr>
      </a:lvl4pPr>
      <a:lvl5pPr algn="l" rtl="0" eaLnBrk="1" fontAlgn="base" hangingPunct="1">
        <a:spcBef>
          <a:spcPct val="0"/>
        </a:spcBef>
        <a:spcAft>
          <a:spcPct val="0"/>
        </a:spcAft>
        <a:defRPr sz="2800" b="1">
          <a:solidFill>
            <a:srgbClr val="000000"/>
          </a:solidFill>
          <a:latin typeface="微软雅黑" panose="020B0503020204020204" pitchFamily="34" charset="-122"/>
          <a:ea typeface="微软雅黑" panose="020B0503020204020204" pitchFamily="34" charset="-122"/>
          <a:cs typeface="MS PGothic" panose="020B0600070205080204" charset="-128"/>
        </a:defRPr>
      </a:lvl5pPr>
      <a:lvl6pPr marL="457200" algn="l" rtl="0" eaLnBrk="1" fontAlgn="base" hangingPunct="1">
        <a:spcBef>
          <a:spcPct val="0"/>
        </a:spcBef>
        <a:spcAft>
          <a:spcPct val="0"/>
        </a:spcAft>
        <a:defRPr sz="3200" b="1">
          <a:solidFill>
            <a:srgbClr val="000000"/>
          </a:solidFill>
          <a:latin typeface="Verdana" panose="020B0604030504040204" pitchFamily="34" charset="0"/>
        </a:defRPr>
      </a:lvl6pPr>
      <a:lvl7pPr marL="914400" algn="l" rtl="0" eaLnBrk="1" fontAlgn="base" hangingPunct="1">
        <a:spcBef>
          <a:spcPct val="0"/>
        </a:spcBef>
        <a:spcAft>
          <a:spcPct val="0"/>
        </a:spcAft>
        <a:defRPr sz="3200" b="1">
          <a:solidFill>
            <a:srgbClr val="000000"/>
          </a:solidFill>
          <a:latin typeface="Verdana" panose="020B0604030504040204" pitchFamily="34" charset="0"/>
        </a:defRPr>
      </a:lvl7pPr>
      <a:lvl8pPr marL="1371600" algn="l" rtl="0" eaLnBrk="1" fontAlgn="base" hangingPunct="1">
        <a:spcBef>
          <a:spcPct val="0"/>
        </a:spcBef>
        <a:spcAft>
          <a:spcPct val="0"/>
        </a:spcAft>
        <a:defRPr sz="3200" b="1">
          <a:solidFill>
            <a:srgbClr val="000000"/>
          </a:solidFill>
          <a:latin typeface="Verdana" panose="020B0604030504040204" pitchFamily="34" charset="0"/>
        </a:defRPr>
      </a:lvl8pPr>
      <a:lvl9pPr marL="1828800" algn="l" rtl="0" eaLnBrk="1" fontAlgn="base" hangingPunct="1">
        <a:spcBef>
          <a:spcPct val="0"/>
        </a:spcBef>
        <a:spcAft>
          <a:spcPct val="0"/>
        </a:spcAft>
        <a:defRPr sz="3200" b="1">
          <a:solidFill>
            <a:srgbClr val="000000"/>
          </a:solidFill>
          <a:latin typeface="Verdana" panose="020B0604030504040204" pitchFamily="34" charset="0"/>
        </a:defRPr>
      </a:lvl9pPr>
    </p:titleStyle>
    <p:bodyStyle>
      <a:lvl1pPr marL="342900" indent="-342900" algn="l" rtl="0" eaLnBrk="1" fontAlgn="base" hangingPunct="1">
        <a:spcBef>
          <a:spcPct val="20000"/>
        </a:spcBef>
        <a:spcAft>
          <a:spcPct val="0"/>
        </a:spcAft>
        <a:buClr>
          <a:schemeClr val="tx1"/>
        </a:buClr>
        <a:buFont typeface="Wingdings" panose="05000000000000000000" pitchFamily="2" charset="2"/>
        <a:buChar char="v"/>
        <a:defRPr sz="2000" b="1">
          <a:solidFill>
            <a:schemeClr val="bg1">
              <a:lumMod val="50000"/>
            </a:schemeClr>
          </a:solidFill>
          <a:latin typeface="+mn-lt"/>
          <a:ea typeface="+mn-ea"/>
          <a:cs typeface="微软雅黑" panose="020B0503020204020204" pitchFamily="34" charset="-122"/>
        </a:defRPr>
      </a:lvl1pPr>
      <a:lvl2pPr marL="742950" indent="-285750" algn="l" rtl="0" eaLnBrk="1" fontAlgn="base" hangingPunct="1">
        <a:spcBef>
          <a:spcPct val="20000"/>
        </a:spcBef>
        <a:spcAft>
          <a:spcPct val="0"/>
        </a:spcAft>
        <a:buFont typeface="Wingdings" panose="05000000000000000000" pitchFamily="2" charset="2"/>
        <a:buChar char="§"/>
        <a:defRPr sz="2000">
          <a:solidFill>
            <a:schemeClr val="bg1">
              <a:lumMod val="50000"/>
            </a:schemeClr>
          </a:solidFill>
          <a:latin typeface="+mn-lt"/>
          <a:ea typeface="+mn-ea"/>
        </a:defRPr>
      </a:lvl2pPr>
      <a:lvl3pPr marL="1143000" indent="-228600" algn="l" rtl="0" eaLnBrk="1" fontAlgn="base" hangingPunct="1">
        <a:spcBef>
          <a:spcPct val="20000"/>
        </a:spcBef>
        <a:spcAft>
          <a:spcPct val="0"/>
        </a:spcAft>
        <a:buChar char="•"/>
        <a:defRPr sz="1800">
          <a:solidFill>
            <a:schemeClr val="bg1">
              <a:lumMod val="50000"/>
            </a:schemeClr>
          </a:solidFill>
          <a:latin typeface="+mn-lt"/>
          <a:ea typeface="+mn-ea"/>
        </a:defRPr>
      </a:lvl3pPr>
      <a:lvl4pPr marL="1600200" indent="-228600" algn="l" rtl="0" eaLnBrk="1" fontAlgn="base" hangingPunct="1">
        <a:spcBef>
          <a:spcPct val="20000"/>
        </a:spcBef>
        <a:spcAft>
          <a:spcPct val="0"/>
        </a:spcAft>
        <a:buChar char="–"/>
        <a:defRPr sz="1600">
          <a:solidFill>
            <a:schemeClr val="bg1">
              <a:lumMod val="50000"/>
            </a:schemeClr>
          </a:solidFill>
          <a:latin typeface="+mn-lt"/>
          <a:ea typeface="+mn-ea"/>
        </a:defRPr>
      </a:lvl4pPr>
      <a:lvl5pPr marL="2057400" indent="-228600" algn="l" rtl="0" eaLnBrk="1" fontAlgn="base" hangingPunct="1">
        <a:spcBef>
          <a:spcPct val="20000"/>
        </a:spcBef>
        <a:spcAft>
          <a:spcPct val="0"/>
        </a:spcAft>
        <a:buChar char="»"/>
        <a:defRPr sz="1600">
          <a:solidFill>
            <a:schemeClr val="bg1">
              <a:lumMod val="50000"/>
            </a:schemeClr>
          </a:solidFill>
          <a:latin typeface="+mn-lt"/>
          <a:ea typeface="+mn-ea"/>
        </a:defRPr>
      </a:lvl5pPr>
      <a:lvl6pPr marL="2514600" indent="-228600" algn="l" rtl="0" eaLnBrk="1" fontAlgn="base" hangingPunct="1">
        <a:spcBef>
          <a:spcPct val="20000"/>
        </a:spcBef>
        <a:spcAft>
          <a:spcPct val="0"/>
        </a:spcAft>
        <a:buChar char="»"/>
        <a:defRPr sz="2000">
          <a:solidFill>
            <a:schemeClr val="tx1"/>
          </a:solidFill>
          <a:latin typeface="Arial" panose="020B0604020202020204" pitchFamily="34" charset="0"/>
        </a:defRPr>
      </a:lvl6pPr>
      <a:lvl7pPr marL="2971800" indent="-228600" algn="l" rtl="0" eaLnBrk="1" fontAlgn="base" hangingPunct="1">
        <a:spcBef>
          <a:spcPct val="20000"/>
        </a:spcBef>
        <a:spcAft>
          <a:spcPct val="0"/>
        </a:spcAft>
        <a:buChar char="»"/>
        <a:defRPr sz="2000">
          <a:solidFill>
            <a:schemeClr val="tx1"/>
          </a:solidFill>
          <a:latin typeface="Arial" panose="020B0604020202020204" pitchFamily="34" charset="0"/>
        </a:defRPr>
      </a:lvl7pPr>
      <a:lvl8pPr marL="3429000" indent="-228600" algn="l" rtl="0" eaLnBrk="1" fontAlgn="base" hangingPunct="1">
        <a:spcBef>
          <a:spcPct val="20000"/>
        </a:spcBef>
        <a:spcAft>
          <a:spcPct val="0"/>
        </a:spcAft>
        <a:buChar char="»"/>
        <a:defRPr sz="2000">
          <a:solidFill>
            <a:schemeClr val="tx1"/>
          </a:solidFill>
          <a:latin typeface="Arial" panose="020B0604020202020204" pitchFamily="34" charset="0"/>
        </a:defRPr>
      </a:lvl8pPr>
      <a:lvl9pPr marL="3886200" indent="-228600" algn="l" rtl="0" eaLnBrk="1" fontAlgn="base" hangingPunct="1">
        <a:spcBef>
          <a:spcPct val="20000"/>
        </a:spcBef>
        <a:spcAft>
          <a:spcPct val="0"/>
        </a:spcAft>
        <a:buChar char="»"/>
        <a:defRPr sz="2000">
          <a:solidFill>
            <a:schemeClr val="tx1"/>
          </a:solidFill>
          <a:latin typeface="Arial" panose="020B0604020202020204" pitchFamily="34" charset="0"/>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pic>
        <p:nvPicPr>
          <p:cNvPr id="7" name="图片 6" descr="图片包含 游戏机&#10;&#10;AI 生成的内容可能不正确。"/>
          <p:cNvPicPr>
            <a:picLocks noChangeAspect="1"/>
          </p:cNvPicPr>
          <p:nvPr>
            <p:custDataLst>
              <p:tags r:id="rId12"/>
            </p:custDataLst>
          </p:nvPr>
        </p:nvPicPr>
        <p:blipFill>
          <a:blip r:embed="rId13"/>
          <a:stretch>
            <a:fillRect/>
          </a:stretch>
        </p:blipFill>
        <p:spPr>
          <a:xfrm>
            <a:off x="-1" y="6470"/>
            <a:ext cx="12171621" cy="6833617"/>
          </a:xfrm>
          <a:prstGeom prst="rect">
            <a:avLst/>
          </a:prstGeom>
        </p:spPr>
      </p:pic>
      <p:pic>
        <p:nvPicPr>
          <p:cNvPr id="9" name="图片 8" descr="徽标&#10;&#10;AI 生成的内容可能不正确。"/>
          <p:cNvPicPr>
            <a:picLocks noChangeAspect="1"/>
          </p:cNvPicPr>
          <p:nvPr>
            <p:custDataLst>
              <p:tags r:id="rId14"/>
            </p:custDataLst>
          </p:nvPr>
        </p:nvPicPr>
        <p:blipFill>
          <a:blip r:embed="rId15"/>
          <a:stretch>
            <a:fillRect/>
          </a:stretch>
        </p:blipFill>
        <p:spPr>
          <a:xfrm>
            <a:off x="9575800" y="466136"/>
            <a:ext cx="2166258" cy="358185"/>
          </a:xfrm>
          <a:prstGeom prst="rect">
            <a:avLst/>
          </a:prstGeom>
        </p:spPr>
      </p:pic>
      <p:sp>
        <p:nvSpPr>
          <p:cNvPr id="12" name="矩形 11"/>
          <p:cNvSpPr/>
          <p:nvPr>
            <p:custDataLst>
              <p:tags r:id="rId16"/>
            </p:custDataLst>
          </p:nvPr>
        </p:nvSpPr>
        <p:spPr>
          <a:xfrm>
            <a:off x="10116820" y="-402590"/>
            <a:ext cx="329565" cy="329565"/>
          </a:xfrm>
          <a:prstGeom prst="rect">
            <a:avLst/>
          </a:prstGeom>
          <a:solidFill>
            <a:schemeClr val="accent6">
              <a:lumMod val="93711"/>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350"/>
          </a:p>
        </p:txBody>
      </p:sp>
      <p:sp>
        <p:nvSpPr>
          <p:cNvPr id="13" name="矩形 12"/>
          <p:cNvSpPr/>
          <p:nvPr>
            <p:custDataLst>
              <p:tags r:id="rId17"/>
            </p:custDataLst>
          </p:nvPr>
        </p:nvSpPr>
        <p:spPr>
          <a:xfrm>
            <a:off x="10446385" y="-402590"/>
            <a:ext cx="329565" cy="329565"/>
          </a:xfrm>
          <a:prstGeom prst="rect">
            <a:avLst/>
          </a:prstGeom>
          <a:solidFill>
            <a:schemeClr val="accent6">
              <a:lumMod val="78616"/>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350"/>
          </a:p>
        </p:txBody>
      </p:sp>
      <p:sp>
        <p:nvSpPr>
          <p:cNvPr id="14" name="矩形 13"/>
          <p:cNvSpPr/>
          <p:nvPr>
            <p:custDataLst>
              <p:tags r:id="rId18"/>
            </p:custDataLst>
          </p:nvPr>
        </p:nvSpPr>
        <p:spPr>
          <a:xfrm>
            <a:off x="10775950" y="-402590"/>
            <a:ext cx="329565" cy="329565"/>
          </a:xfrm>
          <a:prstGeom prst="rect">
            <a:avLst/>
          </a:prstGeom>
          <a:solidFill>
            <a:schemeClr val="accent6">
              <a:lumMod val="64467"/>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350"/>
          </a:p>
        </p:txBody>
      </p:sp>
      <p:sp>
        <p:nvSpPr>
          <p:cNvPr id="15" name="矩形 14"/>
          <p:cNvSpPr/>
          <p:nvPr>
            <p:custDataLst>
              <p:tags r:id="rId19"/>
            </p:custDataLst>
          </p:nvPr>
        </p:nvSpPr>
        <p:spPr>
          <a:xfrm>
            <a:off x="11105515" y="-402590"/>
            <a:ext cx="329565" cy="329565"/>
          </a:xfrm>
          <a:prstGeom prst="rect">
            <a:avLst/>
          </a:prstGeom>
          <a:solidFill>
            <a:schemeClr val="accent4">
              <a:lumMod val="62570"/>
              <a:lumOff val="3743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350"/>
          </a:p>
        </p:txBody>
      </p:sp>
      <p:sp>
        <p:nvSpPr>
          <p:cNvPr id="16" name="矩形 15"/>
          <p:cNvSpPr/>
          <p:nvPr>
            <p:custDataLst>
              <p:tags r:id="rId20"/>
            </p:custDataLst>
          </p:nvPr>
        </p:nvSpPr>
        <p:spPr>
          <a:xfrm>
            <a:off x="11435080" y="-402590"/>
            <a:ext cx="329565" cy="329565"/>
          </a:xfrm>
          <a:prstGeom prst="rect">
            <a:avLst/>
          </a:prstGeom>
          <a:solidFill>
            <a:schemeClr val="accent1">
              <a:lumMod val="94432"/>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350"/>
          </a:p>
        </p:txBody>
      </p:sp>
      <p:sp>
        <p:nvSpPr>
          <p:cNvPr id="17" name="矩形 16"/>
          <p:cNvSpPr/>
          <p:nvPr>
            <p:custDataLst>
              <p:tags r:id="rId21"/>
            </p:custDataLst>
          </p:nvPr>
        </p:nvSpPr>
        <p:spPr>
          <a:xfrm>
            <a:off x="11764645" y="-402590"/>
            <a:ext cx="329565" cy="329565"/>
          </a:xfrm>
          <a:prstGeom prst="rect">
            <a:avLst/>
          </a:prstGeom>
          <a:solidFill>
            <a:schemeClr val="accent6">
              <a:lumMod val="8585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350"/>
          </a:p>
        </p:txBody>
      </p:sp>
      <p:sp>
        <p:nvSpPr>
          <p:cNvPr id="6" name="灯片编号占位符 5"/>
          <p:cNvSpPr>
            <a:spLocks noGrp="1"/>
          </p:cNvSpPr>
          <p:nvPr>
            <p:ph type="sldNum" sz="quarter" idx="4"/>
            <p:custDataLst>
              <p:tags r:id="rId22"/>
            </p:custDataLst>
          </p:nvPr>
        </p:nvSpPr>
        <p:spPr>
          <a:xfrm>
            <a:off x="8753983" y="6356350"/>
            <a:ext cx="2743200" cy="365125"/>
          </a:xfrm>
          <a:prstGeom prst="rect">
            <a:avLst/>
          </a:prstGeom>
        </p:spPr>
        <p:txBody>
          <a:bodyPr vert="horz" lIns="91440" tIns="45720" rIns="91440" bIns="45720" rtlCol="0" anchor="ctr">
            <a:normAutofit/>
          </a:bodyPr>
          <a:lstStyle>
            <a:lvl1pPr algn="r">
              <a:defRPr sz="900">
                <a:solidFill>
                  <a:schemeClr val="tx1">
                    <a:tint val="75000"/>
                  </a:schemeClr>
                </a:solidFill>
              </a:defRPr>
            </a:lvl1pPr>
          </a:lstStyle>
          <a:p>
            <a:fld id="{49AE70B2-8BF9-45C0-BB95-33D1B9D3A854}" type="slidenum">
              <a:rPr lang="zh-CN" altLang="en-US" smtClean="0"/>
            </a:fld>
            <a:endParaRPr lang="zh-CN" altLang="en-US"/>
          </a:p>
        </p:txBody>
      </p:sp>
      <p:sp>
        <p:nvSpPr>
          <p:cNvPr id="5" name="页脚占位符 4"/>
          <p:cNvSpPr>
            <a:spLocks noGrp="1"/>
          </p:cNvSpPr>
          <p:nvPr>
            <p:ph type="ftr" sz="quarter" idx="3"/>
            <p:custDataLst>
              <p:tags r:id="rId23"/>
            </p:custDataLst>
          </p:nvPr>
        </p:nvSpPr>
        <p:spPr>
          <a:xfrm>
            <a:off x="4038600" y="6356350"/>
            <a:ext cx="4114800" cy="365125"/>
          </a:xfrm>
          <a:prstGeom prst="rect">
            <a:avLst/>
          </a:prstGeom>
        </p:spPr>
        <p:txBody>
          <a:bodyPr vert="horz" lIns="91440" tIns="45720" rIns="91440" bIns="45720" rtlCol="0" anchor="ctr">
            <a:normAutofit/>
          </a:bodyPr>
          <a:lstStyle>
            <a:lvl1pPr algn="ctr">
              <a:defRPr sz="900">
                <a:solidFill>
                  <a:schemeClr val="tx1">
                    <a:tint val="75000"/>
                  </a:schemeClr>
                </a:solidFill>
              </a:defRPr>
            </a:lvl1pPr>
          </a:lstStyle>
          <a:p>
            <a:endParaRPr lang="zh-CN" altLang="en-US"/>
          </a:p>
        </p:txBody>
      </p:sp>
      <p:sp>
        <p:nvSpPr>
          <p:cNvPr id="4" name="日期占位符 3"/>
          <p:cNvSpPr>
            <a:spLocks noGrp="1"/>
          </p:cNvSpPr>
          <p:nvPr>
            <p:ph type="dt" sz="half" idx="2"/>
            <p:custDataLst>
              <p:tags r:id="rId24"/>
            </p:custDataLst>
          </p:nvPr>
        </p:nvSpPr>
        <p:spPr>
          <a:xfrm>
            <a:off x="695960" y="6356350"/>
            <a:ext cx="2743200" cy="365125"/>
          </a:xfrm>
          <a:prstGeom prst="rect">
            <a:avLst/>
          </a:prstGeom>
        </p:spPr>
        <p:txBody>
          <a:bodyPr vert="horz" lIns="91440" tIns="45720" rIns="91440" bIns="45720" rtlCol="0" anchor="ctr">
            <a:normAutofit/>
          </a:bodyPr>
          <a:lstStyle>
            <a:lvl1pPr algn="l">
              <a:defRPr sz="900">
                <a:solidFill>
                  <a:schemeClr val="tx1">
                    <a:tint val="75000"/>
                  </a:schemeClr>
                </a:solidFill>
              </a:defRPr>
            </a:lvl1pPr>
          </a:lstStyle>
          <a:p>
            <a:fld id="{760FBDFE-C587-4B4C-A407-44438C67B59E}" type="datetimeFigureOut">
              <a:rPr lang="zh-CN" altLang="en-US" smtClean="0"/>
            </a:fld>
            <a:endParaRPr lang="zh-CN" altLang="en-US"/>
          </a:p>
        </p:txBody>
      </p:sp>
      <p:sp>
        <p:nvSpPr>
          <p:cNvPr id="3" name="文本占位符 2"/>
          <p:cNvSpPr>
            <a:spLocks noGrp="1"/>
          </p:cNvSpPr>
          <p:nvPr>
            <p:ph type="body" idx="1"/>
            <p:custDataLst>
              <p:tags r:id="rId25"/>
            </p:custDataLst>
          </p:nvPr>
        </p:nvSpPr>
        <p:spPr>
          <a:xfrm>
            <a:off x="695960" y="1301749"/>
            <a:ext cx="10800000" cy="4873625"/>
          </a:xfrm>
          <a:prstGeom prst="rect">
            <a:avLst/>
          </a:prstGeom>
        </p:spPr>
        <p:txBody>
          <a:bodyPr vert="horz" lIns="91440" tIns="45720" rIns="91440" bIns="4572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2" name="标题占位符 1"/>
          <p:cNvSpPr>
            <a:spLocks noGrp="1"/>
          </p:cNvSpPr>
          <p:nvPr>
            <p:ph type="title"/>
            <p:custDataLst>
              <p:tags r:id="rId26"/>
            </p:custDataLst>
          </p:nvPr>
        </p:nvSpPr>
        <p:spPr>
          <a:xfrm>
            <a:off x="695960" y="360000"/>
            <a:ext cx="10800000" cy="720000"/>
          </a:xfrm>
          <a:prstGeom prst="rect">
            <a:avLst/>
          </a:prstGeom>
        </p:spPr>
        <p:txBody>
          <a:bodyPr vert="horz" lIns="91440" tIns="45720" rIns="91440" bIns="45720" rtlCol="0" anchor="ctr">
            <a:normAutofit/>
          </a:bodyPr>
          <a:lstStyle/>
          <a:p>
            <a:r>
              <a:rPr lang="zh-CN" altLang="en-US" dirty="0"/>
              <a:t>单击此处编辑母版标题样式</a:t>
            </a:r>
            <a:endParaRPr lang="zh-CN" altLang="en-US" dirty="0"/>
          </a:p>
        </p:txBody>
      </p:sp>
    </p:spTree>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Lst>
  <p:txStyles>
    <p:titleStyle>
      <a:lvl1pPr algn="l" defTabSz="685800" rtl="0" eaLnBrk="1" latinLnBrk="0" hangingPunct="1">
        <a:lnSpc>
          <a:spcPct val="90000"/>
        </a:lnSpc>
        <a:spcBef>
          <a:spcPct val="0"/>
        </a:spcBef>
        <a:buNone/>
        <a:defRPr sz="2400" b="1" i="0" u="none" kern="1200" spc="0">
          <a:solidFill>
            <a:schemeClr val="accent6">
              <a:lumMod val="39309"/>
            </a:schemeClr>
          </a:solidFill>
          <a:effectLst>
            <a:outerShdw>
              <a:srgbClr val="FFFFFF"/>
            </a:outerShdw>
          </a:effectLst>
          <a:uFill>
            <a:solidFill>
              <a:srgbClr val="0059FA">
                <a:lumMod val="50000"/>
              </a:srgbClr>
            </a:solidFill>
          </a:uFill>
          <a:latin typeface="+mj-lt"/>
          <a:ea typeface="+mj-ea"/>
          <a:cs typeface="+mj-cs"/>
        </a:defRPr>
      </a:lvl1pPr>
    </p:titleStyle>
    <p:bodyStyle>
      <a:lvl1pPr marL="171450" indent="0" algn="l" defTabSz="685800" rtl="0" eaLnBrk="1" latinLnBrk="0" hangingPunct="1">
        <a:lnSpc>
          <a:spcPct val="130000"/>
        </a:lnSpc>
        <a:spcBef>
          <a:spcPts val="750"/>
        </a:spcBef>
        <a:buFont typeface="Arial" panose="020B0604020202020204" pitchFamily="34" charset="0"/>
        <a:buChar char="•"/>
        <a:defRPr sz="1800" kern="1200" spc="0">
          <a:solidFill>
            <a:schemeClr val="tx1"/>
          </a:solidFill>
          <a:latin typeface="+mn-lt"/>
          <a:ea typeface="+mn-ea"/>
          <a:cs typeface="+mn-cs"/>
        </a:defRPr>
      </a:lvl1pPr>
      <a:lvl2pPr marL="514350" indent="0" algn="l" defTabSz="685800" rtl="0" eaLnBrk="1" latinLnBrk="0" hangingPunct="1">
        <a:lnSpc>
          <a:spcPct val="130000"/>
        </a:lnSpc>
        <a:spcBef>
          <a:spcPts val="375"/>
        </a:spcBef>
        <a:buFont typeface="Arial" panose="020B0604020202020204" pitchFamily="34" charset="0"/>
        <a:buChar char="•"/>
        <a:defRPr sz="1500" kern="1200" spc="0">
          <a:solidFill>
            <a:schemeClr val="tx1"/>
          </a:solidFill>
          <a:latin typeface="+mn-lt"/>
          <a:ea typeface="+mn-ea"/>
          <a:cs typeface="+mn-cs"/>
        </a:defRPr>
      </a:lvl2pPr>
      <a:lvl3pPr marL="857250" indent="0" algn="l" defTabSz="685800" rtl="0" eaLnBrk="1" latinLnBrk="0" hangingPunct="1">
        <a:lnSpc>
          <a:spcPct val="130000"/>
        </a:lnSpc>
        <a:spcBef>
          <a:spcPts val="375"/>
        </a:spcBef>
        <a:buFont typeface="Arial" panose="020B0604020202020204" pitchFamily="34" charset="0"/>
        <a:buChar char="•"/>
        <a:defRPr sz="1350" kern="1200" spc="0">
          <a:solidFill>
            <a:schemeClr val="tx1"/>
          </a:solidFill>
          <a:latin typeface="+mn-lt"/>
          <a:ea typeface="+mn-ea"/>
          <a:cs typeface="+mn-cs"/>
        </a:defRPr>
      </a:lvl3pPr>
      <a:lvl4pPr marL="1200150" indent="0" algn="l" defTabSz="685800" rtl="0" eaLnBrk="1" latinLnBrk="0" hangingPunct="1">
        <a:lnSpc>
          <a:spcPct val="130000"/>
        </a:lnSpc>
        <a:spcBef>
          <a:spcPts val="375"/>
        </a:spcBef>
        <a:buFont typeface="Arial" panose="020B0604020202020204" pitchFamily="34" charset="0"/>
        <a:buChar char="•"/>
        <a:defRPr sz="1350" kern="1200" spc="0">
          <a:solidFill>
            <a:schemeClr val="tx1"/>
          </a:solidFill>
          <a:latin typeface="+mn-lt"/>
          <a:ea typeface="+mn-ea"/>
          <a:cs typeface="+mn-cs"/>
        </a:defRPr>
      </a:lvl4pPr>
      <a:lvl5pPr marL="1543050" indent="0" algn="l" defTabSz="685800" rtl="0" eaLnBrk="1" latinLnBrk="0" hangingPunct="1">
        <a:lnSpc>
          <a:spcPct val="130000"/>
        </a:lnSpc>
        <a:spcBef>
          <a:spcPts val="375"/>
        </a:spcBef>
        <a:buFont typeface="Arial" panose="020B0604020202020204" pitchFamily="34" charset="0"/>
        <a:buChar char="•"/>
        <a:defRPr sz="1350" kern="1200" spc="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15.xml"/><Relationship Id="rId3" Type="http://schemas.openxmlformats.org/officeDocument/2006/relationships/tags" Target="../tags/tag74.xml"/><Relationship Id="rId2" Type="http://schemas.openxmlformats.org/officeDocument/2006/relationships/tags" Target="../tags/tag73.xml"/><Relationship Id="rId1" Type="http://schemas.openxmlformats.org/officeDocument/2006/relationships/tags" Target="../tags/tag72.xml"/></Relationships>
</file>

<file path=ppt/slides/_rels/slide2.xml.rels><?xml version="1.0" encoding="UTF-8" standalone="yes"?>
<Relationships xmlns="http://schemas.openxmlformats.org/package/2006/relationships"><Relationship Id="rId9" Type="http://schemas.openxmlformats.org/officeDocument/2006/relationships/tags" Target="../tags/tag82.xml"/><Relationship Id="rId8" Type="http://schemas.openxmlformats.org/officeDocument/2006/relationships/tags" Target="../tags/tag81.xml"/><Relationship Id="rId7" Type="http://schemas.openxmlformats.org/officeDocument/2006/relationships/tags" Target="../tags/tag80.xml"/><Relationship Id="rId6" Type="http://schemas.openxmlformats.org/officeDocument/2006/relationships/tags" Target="../tags/tag79.xml"/><Relationship Id="rId5" Type="http://schemas.openxmlformats.org/officeDocument/2006/relationships/tags" Target="../tags/tag78.xml"/><Relationship Id="rId4" Type="http://schemas.openxmlformats.org/officeDocument/2006/relationships/tags" Target="../tags/tag77.xml"/><Relationship Id="rId3" Type="http://schemas.openxmlformats.org/officeDocument/2006/relationships/image" Target="../media/image12.png"/><Relationship Id="rId2" Type="http://schemas.openxmlformats.org/officeDocument/2006/relationships/tags" Target="../tags/tag76.xml"/><Relationship Id="rId11" Type="http://schemas.openxmlformats.org/officeDocument/2006/relationships/slideLayout" Target="../slideLayouts/slideLayout16.xml"/><Relationship Id="rId10" Type="http://schemas.openxmlformats.org/officeDocument/2006/relationships/tags" Target="../tags/tag83.xml"/><Relationship Id="rId1" Type="http://schemas.openxmlformats.org/officeDocument/2006/relationships/tags" Target="../tags/tag75.xml"/></Relationships>
</file>

<file path=ppt/slides/_rels/slide3.xml.rels><?xml version="1.0" encoding="UTF-8" standalone="yes"?>
<Relationships xmlns="http://schemas.openxmlformats.org/package/2006/relationships"><Relationship Id="rId6" Type="http://schemas.openxmlformats.org/officeDocument/2006/relationships/slideLayout" Target="../slideLayouts/slideLayout16.xml"/><Relationship Id="rId5" Type="http://schemas.openxmlformats.org/officeDocument/2006/relationships/tags" Target="../tags/tag88.xml"/><Relationship Id="rId4" Type="http://schemas.openxmlformats.org/officeDocument/2006/relationships/tags" Target="../tags/tag87.xml"/><Relationship Id="rId3" Type="http://schemas.openxmlformats.org/officeDocument/2006/relationships/tags" Target="../tags/tag86.xml"/><Relationship Id="rId2" Type="http://schemas.openxmlformats.org/officeDocument/2006/relationships/tags" Target="../tags/tag85.xml"/><Relationship Id="rId1" Type="http://schemas.openxmlformats.org/officeDocument/2006/relationships/tags" Target="../tags/tag84.xml"/></Relationships>
</file>

<file path=ppt/slides/_rels/slide4.xml.rels><?xml version="1.0" encoding="UTF-8" standalone="yes"?>
<Relationships xmlns="http://schemas.openxmlformats.org/package/2006/relationships"><Relationship Id="rId5" Type="http://schemas.openxmlformats.org/officeDocument/2006/relationships/notesSlide" Target="../notesSlides/notesSlide2.xml"/><Relationship Id="rId4" Type="http://schemas.openxmlformats.org/officeDocument/2006/relationships/slideLayout" Target="../slideLayouts/slideLayout16.xml"/><Relationship Id="rId3" Type="http://schemas.openxmlformats.org/officeDocument/2006/relationships/tags" Target="../tags/tag91.xml"/><Relationship Id="rId2" Type="http://schemas.openxmlformats.org/officeDocument/2006/relationships/tags" Target="../tags/tag90.xml"/><Relationship Id="rId1" Type="http://schemas.openxmlformats.org/officeDocument/2006/relationships/tags" Target="../tags/tag89.xml"/></Relationships>
</file>

<file path=ppt/slides/_rels/slide5.xml.rels><?xml version="1.0" encoding="UTF-8" standalone="yes"?>
<Relationships xmlns="http://schemas.openxmlformats.org/package/2006/relationships"><Relationship Id="rId7" Type="http://schemas.openxmlformats.org/officeDocument/2006/relationships/slideLayout" Target="../slideLayouts/slideLayout16.xml"/><Relationship Id="rId6" Type="http://schemas.openxmlformats.org/officeDocument/2006/relationships/tags" Target="../tags/tag96.xml"/><Relationship Id="rId5" Type="http://schemas.openxmlformats.org/officeDocument/2006/relationships/tags" Target="../tags/tag95.xml"/><Relationship Id="rId4" Type="http://schemas.openxmlformats.org/officeDocument/2006/relationships/tags" Target="../tags/tag94.xml"/><Relationship Id="rId3" Type="http://schemas.openxmlformats.org/officeDocument/2006/relationships/image" Target="../media/image13.png"/><Relationship Id="rId2" Type="http://schemas.openxmlformats.org/officeDocument/2006/relationships/tags" Target="../tags/tag93.xml"/><Relationship Id="rId1" Type="http://schemas.openxmlformats.org/officeDocument/2006/relationships/tags" Target="../tags/tag92.xml"/></Relationships>
</file>

<file path=ppt/slides/_rels/slide6.xml.rels><?xml version="1.0" encoding="UTF-8" standalone="yes"?>
<Relationships xmlns="http://schemas.openxmlformats.org/package/2006/relationships"><Relationship Id="rId8" Type="http://schemas.openxmlformats.org/officeDocument/2006/relationships/slideLayout" Target="../slideLayouts/slideLayout16.xml"/><Relationship Id="rId7" Type="http://schemas.openxmlformats.org/officeDocument/2006/relationships/tags" Target="../tags/tag102.xml"/><Relationship Id="rId6" Type="http://schemas.openxmlformats.org/officeDocument/2006/relationships/tags" Target="../tags/tag101.xml"/><Relationship Id="rId5" Type="http://schemas.openxmlformats.org/officeDocument/2006/relationships/tags" Target="../tags/tag100.xml"/><Relationship Id="rId4" Type="http://schemas.openxmlformats.org/officeDocument/2006/relationships/tags" Target="../tags/tag99.xml"/><Relationship Id="rId3" Type="http://schemas.openxmlformats.org/officeDocument/2006/relationships/image" Target="../media/image14.png"/><Relationship Id="rId2" Type="http://schemas.openxmlformats.org/officeDocument/2006/relationships/tags" Target="../tags/tag98.xml"/><Relationship Id="rId1" Type="http://schemas.openxmlformats.org/officeDocument/2006/relationships/tags" Target="../tags/tag97.xml"/></Relationships>
</file>

<file path=ppt/slides/_rels/slide7.xml.rels><?xml version="1.0" encoding="UTF-8" standalone="yes"?>
<Relationships xmlns="http://schemas.openxmlformats.org/package/2006/relationships"><Relationship Id="rId9" Type="http://schemas.openxmlformats.org/officeDocument/2006/relationships/slideLayout" Target="../slideLayouts/slideLayout16.xml"/><Relationship Id="rId8" Type="http://schemas.openxmlformats.org/officeDocument/2006/relationships/tags" Target="../tags/tag108.xml"/><Relationship Id="rId7" Type="http://schemas.openxmlformats.org/officeDocument/2006/relationships/tags" Target="../tags/tag107.xml"/><Relationship Id="rId6" Type="http://schemas.openxmlformats.org/officeDocument/2006/relationships/tags" Target="../tags/tag106.xml"/><Relationship Id="rId5" Type="http://schemas.openxmlformats.org/officeDocument/2006/relationships/image" Target="../media/image16.jpeg"/><Relationship Id="rId4" Type="http://schemas.openxmlformats.org/officeDocument/2006/relationships/tags" Target="../tags/tag105.xml"/><Relationship Id="rId3" Type="http://schemas.openxmlformats.org/officeDocument/2006/relationships/tags" Target="../tags/tag104.xml"/><Relationship Id="rId2" Type="http://schemas.openxmlformats.org/officeDocument/2006/relationships/image" Target="../media/image15.png"/><Relationship Id="rId10" Type="http://schemas.openxmlformats.org/officeDocument/2006/relationships/notesSlide" Target="../notesSlides/notesSlide3.xml"/><Relationship Id="rId1" Type="http://schemas.openxmlformats.org/officeDocument/2006/relationships/tags" Target="../tags/tag103.xml"/></Relationships>
</file>

<file path=ppt/slides/_rels/slide8.xml.rels><?xml version="1.0" encoding="UTF-8" standalone="yes"?>
<Relationships xmlns="http://schemas.openxmlformats.org/package/2006/relationships"><Relationship Id="rId9" Type="http://schemas.openxmlformats.org/officeDocument/2006/relationships/tags" Target="../tags/tag116.xml"/><Relationship Id="rId8" Type="http://schemas.openxmlformats.org/officeDocument/2006/relationships/tags" Target="../tags/tag115.xml"/><Relationship Id="rId7" Type="http://schemas.openxmlformats.org/officeDocument/2006/relationships/tags" Target="../tags/tag114.xml"/><Relationship Id="rId6" Type="http://schemas.openxmlformats.org/officeDocument/2006/relationships/tags" Target="../tags/tag113.xml"/><Relationship Id="rId5" Type="http://schemas.openxmlformats.org/officeDocument/2006/relationships/tags" Target="../tags/tag112.xml"/><Relationship Id="rId4" Type="http://schemas.openxmlformats.org/officeDocument/2006/relationships/tags" Target="../tags/tag111.xml"/><Relationship Id="rId3" Type="http://schemas.openxmlformats.org/officeDocument/2006/relationships/image" Target="../media/image17.png"/><Relationship Id="rId2" Type="http://schemas.openxmlformats.org/officeDocument/2006/relationships/tags" Target="../tags/tag110.xml"/><Relationship Id="rId14" Type="http://schemas.openxmlformats.org/officeDocument/2006/relationships/slideLayout" Target="../slideLayouts/slideLayout16.xml"/><Relationship Id="rId13" Type="http://schemas.openxmlformats.org/officeDocument/2006/relationships/tags" Target="../tags/tag120.xml"/><Relationship Id="rId12" Type="http://schemas.openxmlformats.org/officeDocument/2006/relationships/tags" Target="../tags/tag119.xml"/><Relationship Id="rId11" Type="http://schemas.openxmlformats.org/officeDocument/2006/relationships/tags" Target="../tags/tag118.xml"/><Relationship Id="rId10" Type="http://schemas.openxmlformats.org/officeDocument/2006/relationships/tags" Target="../tags/tag117.xml"/><Relationship Id="rId1" Type="http://schemas.openxmlformats.org/officeDocument/2006/relationships/tags" Target="../tags/tag109.xml"/></Relationships>
</file>

<file path=ppt/slides/_rels/slide9.xml.rels><?xml version="1.0" encoding="UTF-8" standalone="yes"?>
<Relationships xmlns="http://schemas.openxmlformats.org/package/2006/relationships"><Relationship Id="rId9" Type="http://schemas.openxmlformats.org/officeDocument/2006/relationships/tags" Target="../tags/tag129.xml"/><Relationship Id="rId8" Type="http://schemas.openxmlformats.org/officeDocument/2006/relationships/tags" Target="../tags/tag128.xml"/><Relationship Id="rId7" Type="http://schemas.openxmlformats.org/officeDocument/2006/relationships/tags" Target="../tags/tag127.xml"/><Relationship Id="rId6" Type="http://schemas.openxmlformats.org/officeDocument/2006/relationships/tags" Target="../tags/tag126.xml"/><Relationship Id="rId5" Type="http://schemas.openxmlformats.org/officeDocument/2006/relationships/tags" Target="../tags/tag125.xml"/><Relationship Id="rId4" Type="http://schemas.openxmlformats.org/officeDocument/2006/relationships/tags" Target="../tags/tag124.xml"/><Relationship Id="rId34" Type="http://schemas.openxmlformats.org/officeDocument/2006/relationships/slideLayout" Target="../slideLayouts/slideLayout16.xml"/><Relationship Id="rId33" Type="http://schemas.openxmlformats.org/officeDocument/2006/relationships/tags" Target="../tags/tag153.xml"/><Relationship Id="rId32" Type="http://schemas.openxmlformats.org/officeDocument/2006/relationships/tags" Target="../tags/tag152.xml"/><Relationship Id="rId31" Type="http://schemas.openxmlformats.org/officeDocument/2006/relationships/tags" Target="../tags/tag151.xml"/><Relationship Id="rId30" Type="http://schemas.openxmlformats.org/officeDocument/2006/relationships/tags" Target="../tags/tag150.xml"/><Relationship Id="rId3" Type="http://schemas.openxmlformats.org/officeDocument/2006/relationships/tags" Target="../tags/tag123.xml"/><Relationship Id="rId29" Type="http://schemas.openxmlformats.org/officeDocument/2006/relationships/tags" Target="../tags/tag149.xml"/><Relationship Id="rId28" Type="http://schemas.openxmlformats.org/officeDocument/2006/relationships/tags" Target="../tags/tag148.xml"/><Relationship Id="rId27" Type="http://schemas.openxmlformats.org/officeDocument/2006/relationships/tags" Target="../tags/tag147.xml"/><Relationship Id="rId26" Type="http://schemas.openxmlformats.org/officeDocument/2006/relationships/tags" Target="../tags/tag146.xml"/><Relationship Id="rId25" Type="http://schemas.openxmlformats.org/officeDocument/2006/relationships/tags" Target="../tags/tag145.xml"/><Relationship Id="rId24" Type="http://schemas.openxmlformats.org/officeDocument/2006/relationships/tags" Target="../tags/tag144.xml"/><Relationship Id="rId23" Type="http://schemas.openxmlformats.org/officeDocument/2006/relationships/tags" Target="../tags/tag143.xml"/><Relationship Id="rId22" Type="http://schemas.openxmlformats.org/officeDocument/2006/relationships/tags" Target="../tags/tag142.xml"/><Relationship Id="rId21" Type="http://schemas.openxmlformats.org/officeDocument/2006/relationships/tags" Target="../tags/tag141.xml"/><Relationship Id="rId20" Type="http://schemas.openxmlformats.org/officeDocument/2006/relationships/tags" Target="../tags/tag140.xml"/><Relationship Id="rId2" Type="http://schemas.openxmlformats.org/officeDocument/2006/relationships/tags" Target="../tags/tag122.xml"/><Relationship Id="rId19" Type="http://schemas.openxmlformats.org/officeDocument/2006/relationships/tags" Target="../tags/tag139.xml"/><Relationship Id="rId18" Type="http://schemas.openxmlformats.org/officeDocument/2006/relationships/tags" Target="../tags/tag138.xml"/><Relationship Id="rId17" Type="http://schemas.openxmlformats.org/officeDocument/2006/relationships/tags" Target="../tags/tag137.xml"/><Relationship Id="rId16" Type="http://schemas.openxmlformats.org/officeDocument/2006/relationships/tags" Target="../tags/tag136.xml"/><Relationship Id="rId15" Type="http://schemas.openxmlformats.org/officeDocument/2006/relationships/tags" Target="../tags/tag135.xml"/><Relationship Id="rId14" Type="http://schemas.openxmlformats.org/officeDocument/2006/relationships/tags" Target="../tags/tag134.xml"/><Relationship Id="rId13" Type="http://schemas.openxmlformats.org/officeDocument/2006/relationships/tags" Target="../tags/tag133.xml"/><Relationship Id="rId12" Type="http://schemas.openxmlformats.org/officeDocument/2006/relationships/tags" Target="../tags/tag132.xml"/><Relationship Id="rId11" Type="http://schemas.openxmlformats.org/officeDocument/2006/relationships/tags" Target="../tags/tag131.xml"/><Relationship Id="rId10" Type="http://schemas.openxmlformats.org/officeDocument/2006/relationships/tags" Target="../tags/tag130.xml"/><Relationship Id="rId1" Type="http://schemas.openxmlformats.org/officeDocument/2006/relationships/tags" Target="../tags/tag121.xml"/></Relationships>
</file>

<file path=ppt/slides/_rels/slide10.xml.rels><?xml version="1.0" encoding="UTF-8" standalone="yes"?>
<Relationships xmlns="http://schemas.openxmlformats.org/package/2006/relationships"><Relationship Id="rId9" Type="http://schemas.openxmlformats.org/officeDocument/2006/relationships/tags" Target="../tags/tag162.xml"/><Relationship Id="rId8" Type="http://schemas.openxmlformats.org/officeDocument/2006/relationships/tags" Target="../tags/tag161.xml"/><Relationship Id="rId7" Type="http://schemas.openxmlformats.org/officeDocument/2006/relationships/tags" Target="../tags/tag160.xml"/><Relationship Id="rId6" Type="http://schemas.openxmlformats.org/officeDocument/2006/relationships/tags" Target="../tags/tag159.xml"/><Relationship Id="rId5" Type="http://schemas.openxmlformats.org/officeDocument/2006/relationships/tags" Target="../tags/tag158.xml"/><Relationship Id="rId47" Type="http://schemas.openxmlformats.org/officeDocument/2006/relationships/slideLayout" Target="../slideLayouts/slideLayout16.xml"/><Relationship Id="rId46" Type="http://schemas.openxmlformats.org/officeDocument/2006/relationships/tags" Target="../tags/tag199.xml"/><Relationship Id="rId45" Type="http://schemas.openxmlformats.org/officeDocument/2006/relationships/tags" Target="../tags/tag198.xml"/><Relationship Id="rId44" Type="http://schemas.openxmlformats.org/officeDocument/2006/relationships/tags" Target="../tags/tag197.xml"/><Relationship Id="rId43" Type="http://schemas.openxmlformats.org/officeDocument/2006/relationships/tags" Target="../tags/tag196.xml"/><Relationship Id="rId42" Type="http://schemas.openxmlformats.org/officeDocument/2006/relationships/tags" Target="../tags/tag195.xml"/><Relationship Id="rId41" Type="http://schemas.openxmlformats.org/officeDocument/2006/relationships/tags" Target="../tags/tag194.xml"/><Relationship Id="rId40" Type="http://schemas.openxmlformats.org/officeDocument/2006/relationships/tags" Target="../tags/tag193.xml"/><Relationship Id="rId4" Type="http://schemas.openxmlformats.org/officeDocument/2006/relationships/tags" Target="../tags/tag157.xml"/><Relationship Id="rId39" Type="http://schemas.openxmlformats.org/officeDocument/2006/relationships/tags" Target="../tags/tag192.xml"/><Relationship Id="rId38" Type="http://schemas.openxmlformats.org/officeDocument/2006/relationships/tags" Target="../tags/tag191.xml"/><Relationship Id="rId37" Type="http://schemas.openxmlformats.org/officeDocument/2006/relationships/tags" Target="../tags/tag190.xml"/><Relationship Id="rId36" Type="http://schemas.openxmlformats.org/officeDocument/2006/relationships/tags" Target="../tags/tag189.xml"/><Relationship Id="rId35" Type="http://schemas.openxmlformats.org/officeDocument/2006/relationships/tags" Target="../tags/tag188.xml"/><Relationship Id="rId34" Type="http://schemas.openxmlformats.org/officeDocument/2006/relationships/tags" Target="../tags/tag187.xml"/><Relationship Id="rId33" Type="http://schemas.openxmlformats.org/officeDocument/2006/relationships/tags" Target="../tags/tag186.xml"/><Relationship Id="rId32" Type="http://schemas.openxmlformats.org/officeDocument/2006/relationships/tags" Target="../tags/tag185.xml"/><Relationship Id="rId31" Type="http://schemas.openxmlformats.org/officeDocument/2006/relationships/tags" Target="../tags/tag184.xml"/><Relationship Id="rId30" Type="http://schemas.openxmlformats.org/officeDocument/2006/relationships/tags" Target="../tags/tag183.xml"/><Relationship Id="rId3" Type="http://schemas.openxmlformats.org/officeDocument/2006/relationships/tags" Target="../tags/tag156.xml"/><Relationship Id="rId29" Type="http://schemas.openxmlformats.org/officeDocument/2006/relationships/tags" Target="../tags/tag182.xml"/><Relationship Id="rId28" Type="http://schemas.openxmlformats.org/officeDocument/2006/relationships/tags" Target="../tags/tag181.xml"/><Relationship Id="rId27" Type="http://schemas.openxmlformats.org/officeDocument/2006/relationships/tags" Target="../tags/tag180.xml"/><Relationship Id="rId26" Type="http://schemas.openxmlformats.org/officeDocument/2006/relationships/tags" Target="../tags/tag179.xml"/><Relationship Id="rId25" Type="http://schemas.openxmlformats.org/officeDocument/2006/relationships/tags" Target="../tags/tag178.xml"/><Relationship Id="rId24" Type="http://schemas.openxmlformats.org/officeDocument/2006/relationships/tags" Target="../tags/tag177.xml"/><Relationship Id="rId23" Type="http://schemas.openxmlformats.org/officeDocument/2006/relationships/tags" Target="../tags/tag176.xml"/><Relationship Id="rId22" Type="http://schemas.openxmlformats.org/officeDocument/2006/relationships/tags" Target="../tags/tag175.xml"/><Relationship Id="rId21" Type="http://schemas.openxmlformats.org/officeDocument/2006/relationships/tags" Target="../tags/tag174.xml"/><Relationship Id="rId20" Type="http://schemas.openxmlformats.org/officeDocument/2006/relationships/tags" Target="../tags/tag173.xml"/><Relationship Id="rId2" Type="http://schemas.openxmlformats.org/officeDocument/2006/relationships/tags" Target="../tags/tag155.xml"/><Relationship Id="rId19" Type="http://schemas.openxmlformats.org/officeDocument/2006/relationships/tags" Target="../tags/tag172.xml"/><Relationship Id="rId18" Type="http://schemas.openxmlformats.org/officeDocument/2006/relationships/tags" Target="../tags/tag171.xml"/><Relationship Id="rId17" Type="http://schemas.openxmlformats.org/officeDocument/2006/relationships/tags" Target="../tags/tag170.xml"/><Relationship Id="rId16" Type="http://schemas.openxmlformats.org/officeDocument/2006/relationships/tags" Target="../tags/tag169.xml"/><Relationship Id="rId15" Type="http://schemas.openxmlformats.org/officeDocument/2006/relationships/tags" Target="../tags/tag168.xml"/><Relationship Id="rId14" Type="http://schemas.openxmlformats.org/officeDocument/2006/relationships/tags" Target="../tags/tag167.xml"/><Relationship Id="rId13" Type="http://schemas.openxmlformats.org/officeDocument/2006/relationships/tags" Target="../tags/tag166.xml"/><Relationship Id="rId12" Type="http://schemas.openxmlformats.org/officeDocument/2006/relationships/tags" Target="../tags/tag165.xml"/><Relationship Id="rId11" Type="http://schemas.openxmlformats.org/officeDocument/2006/relationships/tags" Target="../tags/tag164.xml"/><Relationship Id="rId10" Type="http://schemas.openxmlformats.org/officeDocument/2006/relationships/tags" Target="../tags/tag163.xml"/><Relationship Id="rId1" Type="http://schemas.openxmlformats.org/officeDocument/2006/relationships/tags" Target="../tags/tag154.xml"/></Relationships>
</file>

<file path=ppt/slides/_rels/slide11.xml.rels><?xml version="1.0" encoding="UTF-8" standalone="yes"?>
<Relationships xmlns="http://schemas.openxmlformats.org/package/2006/relationships"><Relationship Id="rId6" Type="http://schemas.openxmlformats.org/officeDocument/2006/relationships/slideLayout" Target="../slideLayouts/slideLayout16.xml"/><Relationship Id="rId5" Type="http://schemas.openxmlformats.org/officeDocument/2006/relationships/tags" Target="../tags/tag204.xml"/><Relationship Id="rId4" Type="http://schemas.openxmlformats.org/officeDocument/2006/relationships/tags" Target="../tags/tag203.xml"/><Relationship Id="rId3" Type="http://schemas.openxmlformats.org/officeDocument/2006/relationships/tags" Target="../tags/tag202.xml"/><Relationship Id="rId2" Type="http://schemas.openxmlformats.org/officeDocument/2006/relationships/tags" Target="../tags/tag201.xml"/><Relationship Id="rId1" Type="http://schemas.openxmlformats.org/officeDocument/2006/relationships/tags" Target="../tags/tag200.xml"/></Relationships>
</file>

<file path=ppt/slides/_rels/slide12.xml.rels><?xml version="1.0" encoding="UTF-8" standalone="yes"?>
<Relationships xmlns="http://schemas.openxmlformats.org/package/2006/relationships"><Relationship Id="rId9" Type="http://schemas.openxmlformats.org/officeDocument/2006/relationships/slideLayout" Target="../slideLayouts/slideLayout16.xml"/><Relationship Id="rId8" Type="http://schemas.openxmlformats.org/officeDocument/2006/relationships/themeOverride" Target="../theme/themeOverride1.xml"/><Relationship Id="rId7" Type="http://schemas.openxmlformats.org/officeDocument/2006/relationships/tags" Target="../tags/tag210.xml"/><Relationship Id="rId6" Type="http://schemas.openxmlformats.org/officeDocument/2006/relationships/tags" Target="../tags/tag209.xml"/><Relationship Id="rId5" Type="http://schemas.openxmlformats.org/officeDocument/2006/relationships/image" Target="../media/image18.png"/><Relationship Id="rId4" Type="http://schemas.openxmlformats.org/officeDocument/2006/relationships/tags" Target="../tags/tag208.xml"/><Relationship Id="rId3" Type="http://schemas.openxmlformats.org/officeDocument/2006/relationships/tags" Target="../tags/tag207.xml"/><Relationship Id="rId2" Type="http://schemas.openxmlformats.org/officeDocument/2006/relationships/tags" Target="../tags/tag206.xml"/><Relationship Id="rId1" Type="http://schemas.openxmlformats.org/officeDocument/2006/relationships/tags" Target="../tags/tag205.xml"/></Relationships>
</file>

<file path=ppt/slides/_rels/slide13.xml.rels><?xml version="1.0" encoding="UTF-8" standalone="yes"?>
<Relationships xmlns="http://schemas.openxmlformats.org/package/2006/relationships"><Relationship Id="rId9" Type="http://schemas.openxmlformats.org/officeDocument/2006/relationships/tags" Target="../tags/tag219.xml"/><Relationship Id="rId8" Type="http://schemas.openxmlformats.org/officeDocument/2006/relationships/tags" Target="../tags/tag218.xml"/><Relationship Id="rId7" Type="http://schemas.openxmlformats.org/officeDocument/2006/relationships/tags" Target="../tags/tag217.xml"/><Relationship Id="rId63" Type="http://schemas.openxmlformats.org/officeDocument/2006/relationships/slideLayout" Target="../slideLayouts/slideLayout16.xml"/><Relationship Id="rId62" Type="http://schemas.openxmlformats.org/officeDocument/2006/relationships/tags" Target="../tags/tag272.xml"/><Relationship Id="rId61" Type="http://schemas.openxmlformats.org/officeDocument/2006/relationships/tags" Target="../tags/tag271.xml"/><Relationship Id="rId60" Type="http://schemas.openxmlformats.org/officeDocument/2006/relationships/tags" Target="../tags/tag270.xml"/><Relationship Id="rId6" Type="http://schemas.openxmlformats.org/officeDocument/2006/relationships/tags" Target="../tags/tag216.xml"/><Relationship Id="rId59" Type="http://schemas.openxmlformats.org/officeDocument/2006/relationships/tags" Target="../tags/tag269.xml"/><Relationship Id="rId58" Type="http://schemas.openxmlformats.org/officeDocument/2006/relationships/tags" Target="../tags/tag268.xml"/><Relationship Id="rId57" Type="http://schemas.openxmlformats.org/officeDocument/2006/relationships/tags" Target="../tags/tag267.xml"/><Relationship Id="rId56" Type="http://schemas.openxmlformats.org/officeDocument/2006/relationships/tags" Target="../tags/tag266.xml"/><Relationship Id="rId55" Type="http://schemas.openxmlformats.org/officeDocument/2006/relationships/tags" Target="../tags/tag265.xml"/><Relationship Id="rId54" Type="http://schemas.openxmlformats.org/officeDocument/2006/relationships/tags" Target="../tags/tag264.xml"/><Relationship Id="rId53" Type="http://schemas.openxmlformats.org/officeDocument/2006/relationships/tags" Target="../tags/tag263.xml"/><Relationship Id="rId52" Type="http://schemas.openxmlformats.org/officeDocument/2006/relationships/tags" Target="../tags/tag262.xml"/><Relationship Id="rId51" Type="http://schemas.openxmlformats.org/officeDocument/2006/relationships/tags" Target="../tags/tag261.xml"/><Relationship Id="rId50" Type="http://schemas.openxmlformats.org/officeDocument/2006/relationships/tags" Target="../tags/tag260.xml"/><Relationship Id="rId5" Type="http://schemas.openxmlformats.org/officeDocument/2006/relationships/tags" Target="../tags/tag215.xml"/><Relationship Id="rId49" Type="http://schemas.openxmlformats.org/officeDocument/2006/relationships/tags" Target="../tags/tag259.xml"/><Relationship Id="rId48" Type="http://schemas.openxmlformats.org/officeDocument/2006/relationships/tags" Target="../tags/tag258.xml"/><Relationship Id="rId47" Type="http://schemas.openxmlformats.org/officeDocument/2006/relationships/tags" Target="../tags/tag257.xml"/><Relationship Id="rId46" Type="http://schemas.openxmlformats.org/officeDocument/2006/relationships/tags" Target="../tags/tag256.xml"/><Relationship Id="rId45" Type="http://schemas.openxmlformats.org/officeDocument/2006/relationships/tags" Target="../tags/tag255.xml"/><Relationship Id="rId44" Type="http://schemas.openxmlformats.org/officeDocument/2006/relationships/tags" Target="../tags/tag254.xml"/><Relationship Id="rId43" Type="http://schemas.openxmlformats.org/officeDocument/2006/relationships/tags" Target="../tags/tag253.xml"/><Relationship Id="rId42" Type="http://schemas.openxmlformats.org/officeDocument/2006/relationships/tags" Target="../tags/tag252.xml"/><Relationship Id="rId41" Type="http://schemas.openxmlformats.org/officeDocument/2006/relationships/tags" Target="../tags/tag251.xml"/><Relationship Id="rId40" Type="http://schemas.openxmlformats.org/officeDocument/2006/relationships/tags" Target="../tags/tag250.xml"/><Relationship Id="rId4" Type="http://schemas.openxmlformats.org/officeDocument/2006/relationships/tags" Target="../tags/tag214.xml"/><Relationship Id="rId39" Type="http://schemas.openxmlformats.org/officeDocument/2006/relationships/tags" Target="../tags/tag249.xml"/><Relationship Id="rId38" Type="http://schemas.openxmlformats.org/officeDocument/2006/relationships/tags" Target="../tags/tag248.xml"/><Relationship Id="rId37" Type="http://schemas.openxmlformats.org/officeDocument/2006/relationships/tags" Target="../tags/tag247.xml"/><Relationship Id="rId36" Type="http://schemas.openxmlformats.org/officeDocument/2006/relationships/tags" Target="../tags/tag246.xml"/><Relationship Id="rId35" Type="http://schemas.openxmlformats.org/officeDocument/2006/relationships/tags" Target="../tags/tag245.xml"/><Relationship Id="rId34" Type="http://schemas.openxmlformats.org/officeDocument/2006/relationships/tags" Target="../tags/tag244.xml"/><Relationship Id="rId33" Type="http://schemas.openxmlformats.org/officeDocument/2006/relationships/tags" Target="../tags/tag243.xml"/><Relationship Id="rId32" Type="http://schemas.openxmlformats.org/officeDocument/2006/relationships/tags" Target="../tags/tag242.xml"/><Relationship Id="rId31" Type="http://schemas.openxmlformats.org/officeDocument/2006/relationships/tags" Target="../tags/tag241.xml"/><Relationship Id="rId30" Type="http://schemas.openxmlformats.org/officeDocument/2006/relationships/tags" Target="../tags/tag240.xml"/><Relationship Id="rId3" Type="http://schemas.openxmlformats.org/officeDocument/2006/relationships/tags" Target="../tags/tag213.xml"/><Relationship Id="rId29" Type="http://schemas.openxmlformats.org/officeDocument/2006/relationships/tags" Target="../tags/tag239.xml"/><Relationship Id="rId28" Type="http://schemas.openxmlformats.org/officeDocument/2006/relationships/tags" Target="../tags/tag238.xml"/><Relationship Id="rId27" Type="http://schemas.openxmlformats.org/officeDocument/2006/relationships/tags" Target="../tags/tag237.xml"/><Relationship Id="rId26" Type="http://schemas.openxmlformats.org/officeDocument/2006/relationships/tags" Target="../tags/tag236.xml"/><Relationship Id="rId25" Type="http://schemas.openxmlformats.org/officeDocument/2006/relationships/tags" Target="../tags/tag235.xml"/><Relationship Id="rId24" Type="http://schemas.openxmlformats.org/officeDocument/2006/relationships/tags" Target="../tags/tag234.xml"/><Relationship Id="rId23" Type="http://schemas.openxmlformats.org/officeDocument/2006/relationships/tags" Target="../tags/tag233.xml"/><Relationship Id="rId22" Type="http://schemas.openxmlformats.org/officeDocument/2006/relationships/tags" Target="../tags/tag232.xml"/><Relationship Id="rId21" Type="http://schemas.openxmlformats.org/officeDocument/2006/relationships/tags" Target="../tags/tag231.xml"/><Relationship Id="rId20" Type="http://schemas.openxmlformats.org/officeDocument/2006/relationships/tags" Target="../tags/tag230.xml"/><Relationship Id="rId2" Type="http://schemas.openxmlformats.org/officeDocument/2006/relationships/tags" Target="../tags/tag212.xml"/><Relationship Id="rId19" Type="http://schemas.openxmlformats.org/officeDocument/2006/relationships/tags" Target="../tags/tag229.xml"/><Relationship Id="rId18" Type="http://schemas.openxmlformats.org/officeDocument/2006/relationships/tags" Target="../tags/tag228.xml"/><Relationship Id="rId17" Type="http://schemas.openxmlformats.org/officeDocument/2006/relationships/tags" Target="../tags/tag227.xml"/><Relationship Id="rId16" Type="http://schemas.openxmlformats.org/officeDocument/2006/relationships/tags" Target="../tags/tag226.xml"/><Relationship Id="rId15" Type="http://schemas.openxmlformats.org/officeDocument/2006/relationships/tags" Target="../tags/tag225.xml"/><Relationship Id="rId14" Type="http://schemas.openxmlformats.org/officeDocument/2006/relationships/tags" Target="../tags/tag224.xml"/><Relationship Id="rId13" Type="http://schemas.openxmlformats.org/officeDocument/2006/relationships/tags" Target="../tags/tag223.xml"/><Relationship Id="rId12" Type="http://schemas.openxmlformats.org/officeDocument/2006/relationships/tags" Target="../tags/tag222.xml"/><Relationship Id="rId11" Type="http://schemas.openxmlformats.org/officeDocument/2006/relationships/tags" Target="../tags/tag221.xml"/><Relationship Id="rId10" Type="http://schemas.openxmlformats.org/officeDocument/2006/relationships/tags" Target="../tags/tag220.xml"/><Relationship Id="rId1" Type="http://schemas.openxmlformats.org/officeDocument/2006/relationships/tags" Target="../tags/tag211.xml"/></Relationships>
</file>

<file path=ppt/slides/_rels/slide14.xml.rels><?xml version="1.0" encoding="UTF-8" standalone="yes"?>
<Relationships xmlns="http://schemas.openxmlformats.org/package/2006/relationships"><Relationship Id="rId9" Type="http://schemas.openxmlformats.org/officeDocument/2006/relationships/image" Target="../media/image19.jpeg"/><Relationship Id="rId8" Type="http://schemas.openxmlformats.org/officeDocument/2006/relationships/tags" Target="../tags/tag280.xml"/><Relationship Id="rId7" Type="http://schemas.openxmlformats.org/officeDocument/2006/relationships/tags" Target="../tags/tag279.xml"/><Relationship Id="rId6" Type="http://schemas.openxmlformats.org/officeDocument/2006/relationships/tags" Target="../tags/tag278.xml"/><Relationship Id="rId5" Type="http://schemas.openxmlformats.org/officeDocument/2006/relationships/tags" Target="../tags/tag277.xml"/><Relationship Id="rId4" Type="http://schemas.openxmlformats.org/officeDocument/2006/relationships/tags" Target="../tags/tag276.xml"/><Relationship Id="rId3" Type="http://schemas.openxmlformats.org/officeDocument/2006/relationships/tags" Target="../tags/tag275.xml"/><Relationship Id="rId2" Type="http://schemas.openxmlformats.org/officeDocument/2006/relationships/tags" Target="../tags/tag274.xml"/><Relationship Id="rId12" Type="http://schemas.openxmlformats.org/officeDocument/2006/relationships/notesSlide" Target="../notesSlides/notesSlide4.xml"/><Relationship Id="rId11" Type="http://schemas.openxmlformats.org/officeDocument/2006/relationships/slideLayout" Target="../slideLayouts/slideLayout21.xml"/><Relationship Id="rId10" Type="http://schemas.openxmlformats.org/officeDocument/2006/relationships/tags" Target="../tags/tag281.xml"/><Relationship Id="rId1" Type="http://schemas.openxmlformats.org/officeDocument/2006/relationships/tags" Target="../tags/tag273.xml"/></Relationships>
</file>

<file path=ppt/slides/_rels/slide15.xml.rels><?xml version="1.0" encoding="UTF-8" standalone="yes"?>
<Relationships xmlns="http://schemas.openxmlformats.org/package/2006/relationships"><Relationship Id="rId9" Type="http://schemas.openxmlformats.org/officeDocument/2006/relationships/tags" Target="../tags/tag288.xml"/><Relationship Id="rId8" Type="http://schemas.openxmlformats.org/officeDocument/2006/relationships/image" Target="../media/image21.png"/><Relationship Id="rId7" Type="http://schemas.openxmlformats.org/officeDocument/2006/relationships/tags" Target="../tags/tag287.xml"/><Relationship Id="rId6" Type="http://schemas.openxmlformats.org/officeDocument/2006/relationships/tags" Target="../tags/tag286.xml"/><Relationship Id="rId5" Type="http://schemas.openxmlformats.org/officeDocument/2006/relationships/tags" Target="../tags/tag285.xml"/><Relationship Id="rId4" Type="http://schemas.openxmlformats.org/officeDocument/2006/relationships/tags" Target="../tags/tag284.xml"/><Relationship Id="rId3" Type="http://schemas.openxmlformats.org/officeDocument/2006/relationships/image" Target="../media/image20.png"/><Relationship Id="rId2" Type="http://schemas.openxmlformats.org/officeDocument/2006/relationships/tags" Target="../tags/tag283.xml"/><Relationship Id="rId10" Type="http://schemas.openxmlformats.org/officeDocument/2006/relationships/slideLayout" Target="../slideLayouts/slideLayout16.xml"/><Relationship Id="rId1" Type="http://schemas.openxmlformats.org/officeDocument/2006/relationships/tags" Target="../tags/tag282.xml"/></Relationships>
</file>

<file path=ppt/slides/_rels/slide16.xml.rels><?xml version="1.0" encoding="UTF-8" standalone="yes"?>
<Relationships xmlns="http://schemas.openxmlformats.org/package/2006/relationships"><Relationship Id="rId9" Type="http://schemas.openxmlformats.org/officeDocument/2006/relationships/tags" Target="../tags/tag297.xml"/><Relationship Id="rId8" Type="http://schemas.openxmlformats.org/officeDocument/2006/relationships/tags" Target="../tags/tag296.xml"/><Relationship Id="rId7" Type="http://schemas.openxmlformats.org/officeDocument/2006/relationships/tags" Target="../tags/tag295.xml"/><Relationship Id="rId6" Type="http://schemas.openxmlformats.org/officeDocument/2006/relationships/tags" Target="../tags/tag294.xml"/><Relationship Id="rId50" Type="http://schemas.openxmlformats.org/officeDocument/2006/relationships/notesSlide" Target="../notesSlides/notesSlide5.xml"/><Relationship Id="rId5" Type="http://schemas.openxmlformats.org/officeDocument/2006/relationships/tags" Target="../tags/tag293.xml"/><Relationship Id="rId49" Type="http://schemas.openxmlformats.org/officeDocument/2006/relationships/slideLayout" Target="../slideLayouts/slideLayout16.xml"/><Relationship Id="rId48" Type="http://schemas.openxmlformats.org/officeDocument/2006/relationships/tags" Target="../tags/tag336.xml"/><Relationship Id="rId47" Type="http://schemas.openxmlformats.org/officeDocument/2006/relationships/tags" Target="../tags/tag335.xml"/><Relationship Id="rId46" Type="http://schemas.openxmlformats.org/officeDocument/2006/relationships/tags" Target="../tags/tag334.xml"/><Relationship Id="rId45" Type="http://schemas.openxmlformats.org/officeDocument/2006/relationships/tags" Target="../tags/tag333.xml"/><Relationship Id="rId44" Type="http://schemas.openxmlformats.org/officeDocument/2006/relationships/tags" Target="../tags/tag332.xml"/><Relationship Id="rId43" Type="http://schemas.openxmlformats.org/officeDocument/2006/relationships/tags" Target="../tags/tag331.xml"/><Relationship Id="rId42" Type="http://schemas.openxmlformats.org/officeDocument/2006/relationships/tags" Target="../tags/tag330.xml"/><Relationship Id="rId41" Type="http://schemas.openxmlformats.org/officeDocument/2006/relationships/tags" Target="../tags/tag329.xml"/><Relationship Id="rId40" Type="http://schemas.openxmlformats.org/officeDocument/2006/relationships/tags" Target="../tags/tag328.xml"/><Relationship Id="rId4" Type="http://schemas.openxmlformats.org/officeDocument/2006/relationships/tags" Target="../tags/tag292.xml"/><Relationship Id="rId39" Type="http://schemas.openxmlformats.org/officeDocument/2006/relationships/tags" Target="../tags/tag327.xml"/><Relationship Id="rId38" Type="http://schemas.openxmlformats.org/officeDocument/2006/relationships/tags" Target="../tags/tag326.xml"/><Relationship Id="rId37" Type="http://schemas.openxmlformats.org/officeDocument/2006/relationships/tags" Target="../tags/tag325.xml"/><Relationship Id="rId36" Type="http://schemas.openxmlformats.org/officeDocument/2006/relationships/tags" Target="../tags/tag324.xml"/><Relationship Id="rId35" Type="http://schemas.openxmlformats.org/officeDocument/2006/relationships/tags" Target="../tags/tag323.xml"/><Relationship Id="rId34" Type="http://schemas.openxmlformats.org/officeDocument/2006/relationships/tags" Target="../tags/tag322.xml"/><Relationship Id="rId33" Type="http://schemas.openxmlformats.org/officeDocument/2006/relationships/tags" Target="../tags/tag321.xml"/><Relationship Id="rId32" Type="http://schemas.openxmlformats.org/officeDocument/2006/relationships/tags" Target="../tags/tag320.xml"/><Relationship Id="rId31" Type="http://schemas.openxmlformats.org/officeDocument/2006/relationships/tags" Target="../tags/tag319.xml"/><Relationship Id="rId30" Type="http://schemas.openxmlformats.org/officeDocument/2006/relationships/tags" Target="../tags/tag318.xml"/><Relationship Id="rId3" Type="http://schemas.openxmlformats.org/officeDocument/2006/relationships/tags" Target="../tags/tag291.xml"/><Relationship Id="rId29" Type="http://schemas.openxmlformats.org/officeDocument/2006/relationships/tags" Target="../tags/tag317.xml"/><Relationship Id="rId28" Type="http://schemas.openxmlformats.org/officeDocument/2006/relationships/tags" Target="../tags/tag316.xml"/><Relationship Id="rId27" Type="http://schemas.openxmlformats.org/officeDocument/2006/relationships/tags" Target="../tags/tag315.xml"/><Relationship Id="rId26" Type="http://schemas.openxmlformats.org/officeDocument/2006/relationships/tags" Target="../tags/tag314.xml"/><Relationship Id="rId25" Type="http://schemas.openxmlformats.org/officeDocument/2006/relationships/tags" Target="../tags/tag313.xml"/><Relationship Id="rId24" Type="http://schemas.openxmlformats.org/officeDocument/2006/relationships/tags" Target="../tags/tag312.xml"/><Relationship Id="rId23" Type="http://schemas.openxmlformats.org/officeDocument/2006/relationships/tags" Target="../tags/tag311.xml"/><Relationship Id="rId22" Type="http://schemas.openxmlformats.org/officeDocument/2006/relationships/tags" Target="../tags/tag310.xml"/><Relationship Id="rId21" Type="http://schemas.openxmlformats.org/officeDocument/2006/relationships/tags" Target="../tags/tag309.xml"/><Relationship Id="rId20" Type="http://schemas.openxmlformats.org/officeDocument/2006/relationships/tags" Target="../tags/tag308.xml"/><Relationship Id="rId2" Type="http://schemas.openxmlformats.org/officeDocument/2006/relationships/tags" Target="../tags/tag290.xml"/><Relationship Id="rId19" Type="http://schemas.openxmlformats.org/officeDocument/2006/relationships/tags" Target="../tags/tag307.xml"/><Relationship Id="rId18" Type="http://schemas.openxmlformats.org/officeDocument/2006/relationships/tags" Target="../tags/tag306.xml"/><Relationship Id="rId17" Type="http://schemas.openxmlformats.org/officeDocument/2006/relationships/tags" Target="../tags/tag305.xml"/><Relationship Id="rId16" Type="http://schemas.openxmlformats.org/officeDocument/2006/relationships/tags" Target="../tags/tag304.xml"/><Relationship Id="rId15" Type="http://schemas.openxmlformats.org/officeDocument/2006/relationships/tags" Target="../tags/tag303.xml"/><Relationship Id="rId14" Type="http://schemas.openxmlformats.org/officeDocument/2006/relationships/tags" Target="../tags/tag302.xml"/><Relationship Id="rId13" Type="http://schemas.openxmlformats.org/officeDocument/2006/relationships/tags" Target="../tags/tag301.xml"/><Relationship Id="rId12" Type="http://schemas.openxmlformats.org/officeDocument/2006/relationships/tags" Target="../tags/tag300.xml"/><Relationship Id="rId11" Type="http://schemas.openxmlformats.org/officeDocument/2006/relationships/tags" Target="../tags/tag299.xml"/><Relationship Id="rId10" Type="http://schemas.openxmlformats.org/officeDocument/2006/relationships/tags" Target="../tags/tag298.xml"/><Relationship Id="rId1" Type="http://schemas.openxmlformats.org/officeDocument/2006/relationships/tags" Target="../tags/tag289.xml"/></Relationships>
</file>

<file path=ppt/slides/_rels/slide17.xml.rels><?xml version="1.0" encoding="UTF-8" standalone="yes"?>
<Relationships xmlns="http://schemas.openxmlformats.org/package/2006/relationships"><Relationship Id="rId5" Type="http://schemas.openxmlformats.org/officeDocument/2006/relationships/notesSlide" Target="../notesSlides/notesSlide6.xml"/><Relationship Id="rId4" Type="http://schemas.openxmlformats.org/officeDocument/2006/relationships/slideLayout" Target="../slideLayouts/slideLayout21.xml"/><Relationship Id="rId3" Type="http://schemas.openxmlformats.org/officeDocument/2006/relationships/tags" Target="../tags/tag339.xml"/><Relationship Id="rId2" Type="http://schemas.openxmlformats.org/officeDocument/2006/relationships/tags" Target="../tags/tag338.xml"/><Relationship Id="rId1" Type="http://schemas.openxmlformats.org/officeDocument/2006/relationships/tags" Target="../tags/tag337.xml"/></Relationships>
</file>

<file path=ppt/slides/_rels/slide18.xml.rels><?xml version="1.0" encoding="UTF-8" standalone="yes"?>
<Relationships xmlns="http://schemas.openxmlformats.org/package/2006/relationships"><Relationship Id="rId9" Type="http://schemas.openxmlformats.org/officeDocument/2006/relationships/tags" Target="../tags/tag348.xml"/><Relationship Id="rId8" Type="http://schemas.openxmlformats.org/officeDocument/2006/relationships/tags" Target="../tags/tag347.xml"/><Relationship Id="rId7" Type="http://schemas.openxmlformats.org/officeDocument/2006/relationships/tags" Target="../tags/tag346.xml"/><Relationship Id="rId6" Type="http://schemas.openxmlformats.org/officeDocument/2006/relationships/tags" Target="../tags/tag345.xml"/><Relationship Id="rId5" Type="http://schemas.openxmlformats.org/officeDocument/2006/relationships/tags" Target="../tags/tag344.xml"/><Relationship Id="rId4" Type="http://schemas.openxmlformats.org/officeDocument/2006/relationships/tags" Target="../tags/tag343.xml"/><Relationship Id="rId32" Type="http://schemas.openxmlformats.org/officeDocument/2006/relationships/notesSlide" Target="../notesSlides/notesSlide7.xml"/><Relationship Id="rId31" Type="http://schemas.openxmlformats.org/officeDocument/2006/relationships/slideLayout" Target="../slideLayouts/slideLayout16.xml"/><Relationship Id="rId30" Type="http://schemas.openxmlformats.org/officeDocument/2006/relationships/tags" Target="../tags/tag369.xml"/><Relationship Id="rId3" Type="http://schemas.openxmlformats.org/officeDocument/2006/relationships/tags" Target="../tags/tag342.xml"/><Relationship Id="rId29" Type="http://schemas.openxmlformats.org/officeDocument/2006/relationships/tags" Target="../tags/tag368.xml"/><Relationship Id="rId28" Type="http://schemas.openxmlformats.org/officeDocument/2006/relationships/tags" Target="../tags/tag367.xml"/><Relationship Id="rId27" Type="http://schemas.openxmlformats.org/officeDocument/2006/relationships/tags" Target="../tags/tag366.xml"/><Relationship Id="rId26" Type="http://schemas.openxmlformats.org/officeDocument/2006/relationships/tags" Target="../tags/tag365.xml"/><Relationship Id="rId25" Type="http://schemas.openxmlformats.org/officeDocument/2006/relationships/tags" Target="../tags/tag364.xml"/><Relationship Id="rId24" Type="http://schemas.openxmlformats.org/officeDocument/2006/relationships/tags" Target="../tags/tag363.xml"/><Relationship Id="rId23" Type="http://schemas.openxmlformats.org/officeDocument/2006/relationships/tags" Target="../tags/tag362.xml"/><Relationship Id="rId22" Type="http://schemas.openxmlformats.org/officeDocument/2006/relationships/tags" Target="../tags/tag361.xml"/><Relationship Id="rId21" Type="http://schemas.openxmlformats.org/officeDocument/2006/relationships/tags" Target="../tags/tag360.xml"/><Relationship Id="rId20" Type="http://schemas.openxmlformats.org/officeDocument/2006/relationships/tags" Target="../tags/tag359.xml"/><Relationship Id="rId2" Type="http://schemas.openxmlformats.org/officeDocument/2006/relationships/tags" Target="../tags/tag341.xml"/><Relationship Id="rId19" Type="http://schemas.openxmlformats.org/officeDocument/2006/relationships/tags" Target="../tags/tag358.xml"/><Relationship Id="rId18" Type="http://schemas.openxmlformats.org/officeDocument/2006/relationships/tags" Target="../tags/tag357.xml"/><Relationship Id="rId17" Type="http://schemas.openxmlformats.org/officeDocument/2006/relationships/tags" Target="../tags/tag356.xml"/><Relationship Id="rId16" Type="http://schemas.openxmlformats.org/officeDocument/2006/relationships/tags" Target="../tags/tag355.xml"/><Relationship Id="rId15" Type="http://schemas.openxmlformats.org/officeDocument/2006/relationships/tags" Target="../tags/tag354.xml"/><Relationship Id="rId14" Type="http://schemas.openxmlformats.org/officeDocument/2006/relationships/tags" Target="../tags/tag353.xml"/><Relationship Id="rId13" Type="http://schemas.openxmlformats.org/officeDocument/2006/relationships/tags" Target="../tags/tag352.xml"/><Relationship Id="rId12" Type="http://schemas.openxmlformats.org/officeDocument/2006/relationships/tags" Target="../tags/tag351.xml"/><Relationship Id="rId11" Type="http://schemas.openxmlformats.org/officeDocument/2006/relationships/tags" Target="../tags/tag350.xml"/><Relationship Id="rId10" Type="http://schemas.openxmlformats.org/officeDocument/2006/relationships/tags" Target="../tags/tag349.xml"/><Relationship Id="rId1" Type="http://schemas.openxmlformats.org/officeDocument/2006/relationships/tags" Target="../tags/tag340.xml"/></Relationships>
</file>

<file path=ppt/slides/_rels/slide19.xml.rels><?xml version="1.0" encoding="UTF-8" standalone="yes"?>
<Relationships xmlns="http://schemas.openxmlformats.org/package/2006/relationships"><Relationship Id="rId9" Type="http://schemas.openxmlformats.org/officeDocument/2006/relationships/tags" Target="../tags/tag378.xml"/><Relationship Id="rId8" Type="http://schemas.openxmlformats.org/officeDocument/2006/relationships/tags" Target="../tags/tag377.xml"/><Relationship Id="rId7" Type="http://schemas.openxmlformats.org/officeDocument/2006/relationships/tags" Target="../tags/tag376.xml"/><Relationship Id="rId64" Type="http://schemas.openxmlformats.org/officeDocument/2006/relationships/slideLayout" Target="../slideLayouts/slideLayout16.xml"/><Relationship Id="rId63" Type="http://schemas.openxmlformats.org/officeDocument/2006/relationships/tags" Target="../tags/tag432.xml"/><Relationship Id="rId62" Type="http://schemas.openxmlformats.org/officeDocument/2006/relationships/tags" Target="../tags/tag431.xml"/><Relationship Id="rId61" Type="http://schemas.openxmlformats.org/officeDocument/2006/relationships/tags" Target="../tags/tag430.xml"/><Relationship Id="rId60" Type="http://schemas.openxmlformats.org/officeDocument/2006/relationships/tags" Target="../tags/tag429.xml"/><Relationship Id="rId6" Type="http://schemas.openxmlformats.org/officeDocument/2006/relationships/tags" Target="../tags/tag375.xml"/><Relationship Id="rId59" Type="http://schemas.openxmlformats.org/officeDocument/2006/relationships/tags" Target="../tags/tag428.xml"/><Relationship Id="rId58" Type="http://schemas.openxmlformats.org/officeDocument/2006/relationships/tags" Target="../tags/tag427.xml"/><Relationship Id="rId57" Type="http://schemas.openxmlformats.org/officeDocument/2006/relationships/tags" Target="../tags/tag426.xml"/><Relationship Id="rId56" Type="http://schemas.openxmlformats.org/officeDocument/2006/relationships/tags" Target="../tags/tag425.xml"/><Relationship Id="rId55" Type="http://schemas.openxmlformats.org/officeDocument/2006/relationships/tags" Target="../tags/tag424.xml"/><Relationship Id="rId54" Type="http://schemas.openxmlformats.org/officeDocument/2006/relationships/tags" Target="../tags/tag423.xml"/><Relationship Id="rId53" Type="http://schemas.openxmlformats.org/officeDocument/2006/relationships/tags" Target="../tags/tag422.xml"/><Relationship Id="rId52" Type="http://schemas.openxmlformats.org/officeDocument/2006/relationships/tags" Target="../tags/tag421.xml"/><Relationship Id="rId51" Type="http://schemas.openxmlformats.org/officeDocument/2006/relationships/tags" Target="../tags/tag420.xml"/><Relationship Id="rId50" Type="http://schemas.openxmlformats.org/officeDocument/2006/relationships/tags" Target="../tags/tag419.xml"/><Relationship Id="rId5" Type="http://schemas.openxmlformats.org/officeDocument/2006/relationships/tags" Target="../tags/tag374.xml"/><Relationship Id="rId49" Type="http://schemas.openxmlformats.org/officeDocument/2006/relationships/tags" Target="../tags/tag418.xml"/><Relationship Id="rId48" Type="http://schemas.openxmlformats.org/officeDocument/2006/relationships/tags" Target="../tags/tag417.xml"/><Relationship Id="rId47" Type="http://schemas.openxmlformats.org/officeDocument/2006/relationships/tags" Target="../tags/tag416.xml"/><Relationship Id="rId46" Type="http://schemas.openxmlformats.org/officeDocument/2006/relationships/tags" Target="../tags/tag415.xml"/><Relationship Id="rId45" Type="http://schemas.openxmlformats.org/officeDocument/2006/relationships/tags" Target="../tags/tag414.xml"/><Relationship Id="rId44" Type="http://schemas.openxmlformats.org/officeDocument/2006/relationships/tags" Target="../tags/tag413.xml"/><Relationship Id="rId43" Type="http://schemas.openxmlformats.org/officeDocument/2006/relationships/tags" Target="../tags/tag412.xml"/><Relationship Id="rId42" Type="http://schemas.openxmlformats.org/officeDocument/2006/relationships/tags" Target="../tags/tag411.xml"/><Relationship Id="rId41" Type="http://schemas.openxmlformats.org/officeDocument/2006/relationships/tags" Target="../tags/tag410.xml"/><Relationship Id="rId40" Type="http://schemas.openxmlformats.org/officeDocument/2006/relationships/tags" Target="../tags/tag409.xml"/><Relationship Id="rId4" Type="http://schemas.openxmlformats.org/officeDocument/2006/relationships/tags" Target="../tags/tag373.xml"/><Relationship Id="rId39" Type="http://schemas.openxmlformats.org/officeDocument/2006/relationships/tags" Target="../tags/tag408.xml"/><Relationship Id="rId38" Type="http://schemas.openxmlformats.org/officeDocument/2006/relationships/tags" Target="../tags/tag407.xml"/><Relationship Id="rId37" Type="http://schemas.openxmlformats.org/officeDocument/2006/relationships/tags" Target="../tags/tag406.xml"/><Relationship Id="rId36" Type="http://schemas.openxmlformats.org/officeDocument/2006/relationships/tags" Target="../tags/tag405.xml"/><Relationship Id="rId35" Type="http://schemas.openxmlformats.org/officeDocument/2006/relationships/tags" Target="../tags/tag404.xml"/><Relationship Id="rId34" Type="http://schemas.openxmlformats.org/officeDocument/2006/relationships/tags" Target="../tags/tag403.xml"/><Relationship Id="rId33" Type="http://schemas.openxmlformats.org/officeDocument/2006/relationships/tags" Target="../tags/tag402.xml"/><Relationship Id="rId32" Type="http://schemas.openxmlformats.org/officeDocument/2006/relationships/tags" Target="../tags/tag401.xml"/><Relationship Id="rId31" Type="http://schemas.openxmlformats.org/officeDocument/2006/relationships/tags" Target="../tags/tag400.xml"/><Relationship Id="rId30" Type="http://schemas.openxmlformats.org/officeDocument/2006/relationships/tags" Target="../tags/tag399.xml"/><Relationship Id="rId3" Type="http://schemas.openxmlformats.org/officeDocument/2006/relationships/tags" Target="../tags/tag372.xml"/><Relationship Id="rId29" Type="http://schemas.openxmlformats.org/officeDocument/2006/relationships/tags" Target="../tags/tag398.xml"/><Relationship Id="rId28" Type="http://schemas.openxmlformats.org/officeDocument/2006/relationships/tags" Target="../tags/tag397.xml"/><Relationship Id="rId27" Type="http://schemas.openxmlformats.org/officeDocument/2006/relationships/tags" Target="../tags/tag396.xml"/><Relationship Id="rId26" Type="http://schemas.openxmlformats.org/officeDocument/2006/relationships/tags" Target="../tags/tag395.xml"/><Relationship Id="rId25" Type="http://schemas.openxmlformats.org/officeDocument/2006/relationships/tags" Target="../tags/tag394.xml"/><Relationship Id="rId24" Type="http://schemas.openxmlformats.org/officeDocument/2006/relationships/tags" Target="../tags/tag393.xml"/><Relationship Id="rId23" Type="http://schemas.openxmlformats.org/officeDocument/2006/relationships/tags" Target="../tags/tag392.xml"/><Relationship Id="rId22" Type="http://schemas.openxmlformats.org/officeDocument/2006/relationships/tags" Target="../tags/tag391.xml"/><Relationship Id="rId21" Type="http://schemas.openxmlformats.org/officeDocument/2006/relationships/tags" Target="../tags/tag390.xml"/><Relationship Id="rId20" Type="http://schemas.openxmlformats.org/officeDocument/2006/relationships/tags" Target="../tags/tag389.xml"/><Relationship Id="rId2" Type="http://schemas.openxmlformats.org/officeDocument/2006/relationships/tags" Target="../tags/tag371.xml"/><Relationship Id="rId19" Type="http://schemas.openxmlformats.org/officeDocument/2006/relationships/tags" Target="../tags/tag388.xml"/><Relationship Id="rId18" Type="http://schemas.openxmlformats.org/officeDocument/2006/relationships/tags" Target="../tags/tag387.xml"/><Relationship Id="rId17" Type="http://schemas.openxmlformats.org/officeDocument/2006/relationships/tags" Target="../tags/tag386.xml"/><Relationship Id="rId16" Type="http://schemas.openxmlformats.org/officeDocument/2006/relationships/tags" Target="../tags/tag385.xml"/><Relationship Id="rId15" Type="http://schemas.openxmlformats.org/officeDocument/2006/relationships/tags" Target="../tags/tag384.xml"/><Relationship Id="rId14" Type="http://schemas.openxmlformats.org/officeDocument/2006/relationships/tags" Target="../tags/tag383.xml"/><Relationship Id="rId13" Type="http://schemas.openxmlformats.org/officeDocument/2006/relationships/tags" Target="../tags/tag382.xml"/><Relationship Id="rId12" Type="http://schemas.openxmlformats.org/officeDocument/2006/relationships/tags" Target="../tags/tag381.xml"/><Relationship Id="rId11" Type="http://schemas.openxmlformats.org/officeDocument/2006/relationships/tags" Target="../tags/tag380.xml"/><Relationship Id="rId10" Type="http://schemas.openxmlformats.org/officeDocument/2006/relationships/tags" Target="../tags/tag379.xml"/><Relationship Id="rId1" Type="http://schemas.openxmlformats.org/officeDocument/2006/relationships/tags" Target="../tags/tag370.xml"/></Relationships>
</file>

<file path=ppt/slides/_rels/slide20.xml.rels><?xml version="1.0" encoding="UTF-8" standalone="yes"?>
<Relationships xmlns="http://schemas.openxmlformats.org/package/2006/relationships"><Relationship Id="rId7" Type="http://schemas.openxmlformats.org/officeDocument/2006/relationships/slideLayout" Target="../slideLayouts/slideLayout16.xml"/><Relationship Id="rId6" Type="http://schemas.openxmlformats.org/officeDocument/2006/relationships/tags" Target="../tags/tag436.xml"/><Relationship Id="rId5" Type="http://schemas.openxmlformats.org/officeDocument/2006/relationships/image" Target="../media/image23.png"/><Relationship Id="rId4" Type="http://schemas.openxmlformats.org/officeDocument/2006/relationships/image" Target="../media/image22.png"/><Relationship Id="rId3" Type="http://schemas.openxmlformats.org/officeDocument/2006/relationships/tags" Target="../tags/tag435.xml"/><Relationship Id="rId2" Type="http://schemas.openxmlformats.org/officeDocument/2006/relationships/tags" Target="../tags/tag434.xml"/><Relationship Id="rId1" Type="http://schemas.openxmlformats.org/officeDocument/2006/relationships/tags" Target="../tags/tag433.xml"/></Relationships>
</file>

<file path=ppt/slides/_rels/slide21.xml.rels><?xml version="1.0" encoding="UTF-8" standalone="yes"?>
<Relationships xmlns="http://schemas.openxmlformats.org/package/2006/relationships"><Relationship Id="rId9" Type="http://schemas.openxmlformats.org/officeDocument/2006/relationships/tags" Target="../tags/tag445.xml"/><Relationship Id="rId8" Type="http://schemas.openxmlformats.org/officeDocument/2006/relationships/tags" Target="../tags/tag444.xml"/><Relationship Id="rId7" Type="http://schemas.openxmlformats.org/officeDocument/2006/relationships/tags" Target="../tags/tag443.xml"/><Relationship Id="rId6" Type="http://schemas.openxmlformats.org/officeDocument/2006/relationships/tags" Target="../tags/tag442.xml"/><Relationship Id="rId5" Type="http://schemas.openxmlformats.org/officeDocument/2006/relationships/tags" Target="../tags/tag441.xml"/><Relationship Id="rId4" Type="http://schemas.openxmlformats.org/officeDocument/2006/relationships/tags" Target="../tags/tag440.xml"/><Relationship Id="rId3" Type="http://schemas.openxmlformats.org/officeDocument/2006/relationships/tags" Target="../tags/tag439.xml"/><Relationship Id="rId22" Type="http://schemas.openxmlformats.org/officeDocument/2006/relationships/slideLayout" Target="../slideLayouts/slideLayout21.xml"/><Relationship Id="rId21" Type="http://schemas.openxmlformats.org/officeDocument/2006/relationships/tags" Target="../tags/tag456.xml"/><Relationship Id="rId20" Type="http://schemas.openxmlformats.org/officeDocument/2006/relationships/image" Target="../media/image22.png"/><Relationship Id="rId2" Type="http://schemas.openxmlformats.org/officeDocument/2006/relationships/tags" Target="../tags/tag438.xml"/><Relationship Id="rId19" Type="http://schemas.openxmlformats.org/officeDocument/2006/relationships/tags" Target="../tags/tag455.xml"/><Relationship Id="rId18" Type="http://schemas.openxmlformats.org/officeDocument/2006/relationships/tags" Target="../tags/tag454.xml"/><Relationship Id="rId17" Type="http://schemas.openxmlformats.org/officeDocument/2006/relationships/tags" Target="../tags/tag453.xml"/><Relationship Id="rId16" Type="http://schemas.openxmlformats.org/officeDocument/2006/relationships/tags" Target="../tags/tag452.xml"/><Relationship Id="rId15" Type="http://schemas.openxmlformats.org/officeDocument/2006/relationships/tags" Target="../tags/tag451.xml"/><Relationship Id="rId14" Type="http://schemas.openxmlformats.org/officeDocument/2006/relationships/tags" Target="../tags/tag450.xml"/><Relationship Id="rId13" Type="http://schemas.openxmlformats.org/officeDocument/2006/relationships/tags" Target="../tags/tag449.xml"/><Relationship Id="rId12" Type="http://schemas.openxmlformats.org/officeDocument/2006/relationships/tags" Target="../tags/tag448.xml"/><Relationship Id="rId11" Type="http://schemas.openxmlformats.org/officeDocument/2006/relationships/tags" Target="../tags/tag447.xml"/><Relationship Id="rId10" Type="http://schemas.openxmlformats.org/officeDocument/2006/relationships/tags" Target="../tags/tag446.xml"/><Relationship Id="rId1" Type="http://schemas.openxmlformats.org/officeDocument/2006/relationships/tags" Target="../tags/tag437.xml"/></Relationships>
</file>

<file path=ppt/slides/_rels/slide22.xml.rels><?xml version="1.0" encoding="UTF-8" standalone="yes"?>
<Relationships xmlns="http://schemas.openxmlformats.org/package/2006/relationships"><Relationship Id="rId9" Type="http://schemas.openxmlformats.org/officeDocument/2006/relationships/slideLayout" Target="../slideLayouts/slideLayout16.xml"/><Relationship Id="rId8" Type="http://schemas.openxmlformats.org/officeDocument/2006/relationships/tags" Target="../tags/tag460.xml"/><Relationship Id="rId7" Type="http://schemas.openxmlformats.org/officeDocument/2006/relationships/image" Target="../media/image26.png"/><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2.png"/><Relationship Id="rId3" Type="http://schemas.openxmlformats.org/officeDocument/2006/relationships/tags" Target="../tags/tag459.xml"/><Relationship Id="rId2" Type="http://schemas.openxmlformats.org/officeDocument/2006/relationships/tags" Target="../tags/tag458.xml"/><Relationship Id="rId1" Type="http://schemas.openxmlformats.org/officeDocument/2006/relationships/tags" Target="../tags/tag457.xml"/></Relationships>
</file>

<file path=ppt/slides/_rels/slide23.xml.rels><?xml version="1.0" encoding="UTF-8" standalone="yes"?>
<Relationships xmlns="http://schemas.openxmlformats.org/package/2006/relationships"><Relationship Id="rId9" Type="http://schemas.openxmlformats.org/officeDocument/2006/relationships/tags" Target="../tags/tag468.xml"/><Relationship Id="rId8" Type="http://schemas.openxmlformats.org/officeDocument/2006/relationships/tags" Target="../tags/tag467.xml"/><Relationship Id="rId7" Type="http://schemas.openxmlformats.org/officeDocument/2006/relationships/tags" Target="../tags/tag466.xml"/><Relationship Id="rId6" Type="http://schemas.openxmlformats.org/officeDocument/2006/relationships/tags" Target="../tags/tag465.xml"/><Relationship Id="rId5" Type="http://schemas.openxmlformats.org/officeDocument/2006/relationships/tags" Target="../tags/tag464.xml"/><Relationship Id="rId4" Type="http://schemas.openxmlformats.org/officeDocument/2006/relationships/tags" Target="../tags/tag463.xml"/><Relationship Id="rId3" Type="http://schemas.openxmlformats.org/officeDocument/2006/relationships/image" Target="../media/image27.png"/><Relationship Id="rId2" Type="http://schemas.openxmlformats.org/officeDocument/2006/relationships/tags" Target="../tags/tag462.xml"/><Relationship Id="rId11" Type="http://schemas.openxmlformats.org/officeDocument/2006/relationships/notesSlide" Target="../notesSlides/notesSlide8.xml"/><Relationship Id="rId10" Type="http://schemas.openxmlformats.org/officeDocument/2006/relationships/slideLayout" Target="../slideLayouts/slideLayout16.xml"/><Relationship Id="rId1" Type="http://schemas.openxmlformats.org/officeDocument/2006/relationships/tags" Target="../tags/tag461.xml"/></Relationships>
</file>

<file path=ppt/slides/_rels/slide24.xml.rels><?xml version="1.0" encoding="UTF-8" standalone="yes"?>
<Relationships xmlns="http://schemas.openxmlformats.org/package/2006/relationships"><Relationship Id="rId7" Type="http://schemas.openxmlformats.org/officeDocument/2006/relationships/slideLayout" Target="../slideLayouts/slideLayout21.xml"/><Relationship Id="rId6" Type="http://schemas.openxmlformats.org/officeDocument/2006/relationships/tags" Target="../tags/tag473.xml"/><Relationship Id="rId5" Type="http://schemas.openxmlformats.org/officeDocument/2006/relationships/tags" Target="../tags/tag472.xml"/><Relationship Id="rId4" Type="http://schemas.openxmlformats.org/officeDocument/2006/relationships/tags" Target="../tags/tag471.xml"/><Relationship Id="rId3" Type="http://schemas.openxmlformats.org/officeDocument/2006/relationships/image" Target="../media/image28.png"/><Relationship Id="rId2" Type="http://schemas.openxmlformats.org/officeDocument/2006/relationships/tags" Target="../tags/tag470.xml"/><Relationship Id="rId1" Type="http://schemas.openxmlformats.org/officeDocument/2006/relationships/tags" Target="../tags/tag469.xml"/></Relationships>
</file>

<file path=ppt/slides/_rels/slide25.xml.rels><?xml version="1.0" encoding="UTF-8" standalone="yes"?>
<Relationships xmlns="http://schemas.openxmlformats.org/package/2006/relationships"><Relationship Id="rId9" Type="http://schemas.openxmlformats.org/officeDocument/2006/relationships/slideLayout" Target="../slideLayouts/slideLayout16.xml"/><Relationship Id="rId8" Type="http://schemas.openxmlformats.org/officeDocument/2006/relationships/tags" Target="../tags/tag476.xml"/><Relationship Id="rId7" Type="http://schemas.microsoft.com/office/2007/relationships/diagramDrawing" Target="../diagrams/drawing1.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 Id="rId3" Type="http://schemas.openxmlformats.org/officeDocument/2006/relationships/diagramData" Target="../diagrams/data1.xml"/><Relationship Id="rId2" Type="http://schemas.openxmlformats.org/officeDocument/2006/relationships/tags" Target="../tags/tag475.xml"/><Relationship Id="rId1" Type="http://schemas.openxmlformats.org/officeDocument/2006/relationships/tags" Target="../tags/tag474.xml"/></Relationships>
</file>

<file path=ppt/slides/_rels/slide26.xml.rels><?xml version="1.0" encoding="UTF-8" standalone="yes"?>
<Relationships xmlns="http://schemas.openxmlformats.org/package/2006/relationships"><Relationship Id="rId9" Type="http://schemas.openxmlformats.org/officeDocument/2006/relationships/tags" Target="../tags/tag485.xml"/><Relationship Id="rId8" Type="http://schemas.openxmlformats.org/officeDocument/2006/relationships/tags" Target="../tags/tag484.xml"/><Relationship Id="rId7" Type="http://schemas.openxmlformats.org/officeDocument/2006/relationships/tags" Target="../tags/tag483.xml"/><Relationship Id="rId6" Type="http://schemas.openxmlformats.org/officeDocument/2006/relationships/tags" Target="../tags/tag482.xml"/><Relationship Id="rId5" Type="http://schemas.openxmlformats.org/officeDocument/2006/relationships/tags" Target="../tags/tag481.xml"/><Relationship Id="rId4" Type="http://schemas.openxmlformats.org/officeDocument/2006/relationships/tags" Target="../tags/tag480.xml"/><Relationship Id="rId3" Type="http://schemas.openxmlformats.org/officeDocument/2006/relationships/tags" Target="../tags/tag479.xml"/><Relationship Id="rId24" Type="http://schemas.openxmlformats.org/officeDocument/2006/relationships/notesSlide" Target="../notesSlides/notesSlide9.xml"/><Relationship Id="rId23" Type="http://schemas.openxmlformats.org/officeDocument/2006/relationships/slideLayout" Target="../slideLayouts/slideLayout16.xml"/><Relationship Id="rId22" Type="http://schemas.openxmlformats.org/officeDocument/2006/relationships/tags" Target="../tags/tag498.xml"/><Relationship Id="rId21" Type="http://schemas.openxmlformats.org/officeDocument/2006/relationships/tags" Target="../tags/tag497.xml"/><Relationship Id="rId20" Type="http://schemas.openxmlformats.org/officeDocument/2006/relationships/tags" Target="../tags/tag496.xml"/><Relationship Id="rId2" Type="http://schemas.openxmlformats.org/officeDocument/2006/relationships/tags" Target="../tags/tag478.xml"/><Relationship Id="rId19" Type="http://schemas.openxmlformats.org/officeDocument/2006/relationships/tags" Target="../tags/tag495.xml"/><Relationship Id="rId18" Type="http://schemas.openxmlformats.org/officeDocument/2006/relationships/tags" Target="../tags/tag494.xml"/><Relationship Id="rId17" Type="http://schemas.openxmlformats.org/officeDocument/2006/relationships/tags" Target="../tags/tag493.xml"/><Relationship Id="rId16" Type="http://schemas.openxmlformats.org/officeDocument/2006/relationships/tags" Target="../tags/tag492.xml"/><Relationship Id="rId15" Type="http://schemas.openxmlformats.org/officeDocument/2006/relationships/tags" Target="../tags/tag491.xml"/><Relationship Id="rId14" Type="http://schemas.openxmlformats.org/officeDocument/2006/relationships/tags" Target="../tags/tag490.xml"/><Relationship Id="rId13" Type="http://schemas.openxmlformats.org/officeDocument/2006/relationships/tags" Target="../tags/tag489.xml"/><Relationship Id="rId12" Type="http://schemas.openxmlformats.org/officeDocument/2006/relationships/tags" Target="../tags/tag488.xml"/><Relationship Id="rId11" Type="http://schemas.openxmlformats.org/officeDocument/2006/relationships/tags" Target="../tags/tag487.xml"/><Relationship Id="rId10" Type="http://schemas.openxmlformats.org/officeDocument/2006/relationships/tags" Target="../tags/tag486.xml"/><Relationship Id="rId1" Type="http://schemas.openxmlformats.org/officeDocument/2006/relationships/tags" Target="../tags/tag477.xml"/></Relationships>
</file>

<file path=ppt/slides/_rels/slide27.xml.rels><?xml version="1.0" encoding="UTF-8" standalone="yes"?>
<Relationships xmlns="http://schemas.openxmlformats.org/package/2006/relationships"><Relationship Id="rId9" Type="http://schemas.openxmlformats.org/officeDocument/2006/relationships/tags" Target="../tags/tag505.xml"/><Relationship Id="rId8" Type="http://schemas.openxmlformats.org/officeDocument/2006/relationships/tags" Target="../tags/tag504.xml"/><Relationship Id="rId7" Type="http://schemas.openxmlformats.org/officeDocument/2006/relationships/tags" Target="../tags/tag503.xml"/><Relationship Id="rId6" Type="http://schemas.openxmlformats.org/officeDocument/2006/relationships/image" Target="../media/image30.jpeg"/><Relationship Id="rId5" Type="http://schemas.openxmlformats.org/officeDocument/2006/relationships/tags" Target="../tags/tag502.xml"/><Relationship Id="rId4" Type="http://schemas.openxmlformats.org/officeDocument/2006/relationships/image" Target="../media/image29.GIF"/><Relationship Id="rId3" Type="http://schemas.openxmlformats.org/officeDocument/2006/relationships/tags" Target="../tags/tag501.xml"/><Relationship Id="rId2" Type="http://schemas.openxmlformats.org/officeDocument/2006/relationships/tags" Target="../tags/tag500.xml"/><Relationship Id="rId12" Type="http://schemas.openxmlformats.org/officeDocument/2006/relationships/slideLayout" Target="../slideLayouts/slideLayout16.xml"/><Relationship Id="rId11" Type="http://schemas.openxmlformats.org/officeDocument/2006/relationships/tags" Target="../tags/tag507.xml"/><Relationship Id="rId10" Type="http://schemas.openxmlformats.org/officeDocument/2006/relationships/tags" Target="../tags/tag506.xml"/><Relationship Id="rId1" Type="http://schemas.openxmlformats.org/officeDocument/2006/relationships/tags" Target="../tags/tag499.xml"/></Relationships>
</file>

<file path=ppt/slides/_rels/slide28.xml.rels><?xml version="1.0" encoding="UTF-8" standalone="yes"?>
<Relationships xmlns="http://schemas.openxmlformats.org/package/2006/relationships"><Relationship Id="rId9" Type="http://schemas.openxmlformats.org/officeDocument/2006/relationships/tags" Target="../tags/tag515.xml"/><Relationship Id="rId8" Type="http://schemas.openxmlformats.org/officeDocument/2006/relationships/tags" Target="../tags/tag514.xml"/><Relationship Id="rId7" Type="http://schemas.openxmlformats.org/officeDocument/2006/relationships/tags" Target="../tags/tag513.xml"/><Relationship Id="rId6" Type="http://schemas.openxmlformats.org/officeDocument/2006/relationships/tags" Target="../tags/tag512.xml"/><Relationship Id="rId5" Type="http://schemas.openxmlformats.org/officeDocument/2006/relationships/tags" Target="../tags/tag511.xml"/><Relationship Id="rId4" Type="http://schemas.openxmlformats.org/officeDocument/2006/relationships/image" Target="../media/image31.emf"/><Relationship Id="rId3" Type="http://schemas.openxmlformats.org/officeDocument/2006/relationships/tags" Target="../tags/tag510.xml"/><Relationship Id="rId2" Type="http://schemas.openxmlformats.org/officeDocument/2006/relationships/tags" Target="../tags/tag509.xml"/><Relationship Id="rId17" Type="http://schemas.openxmlformats.org/officeDocument/2006/relationships/notesSlide" Target="../notesSlides/notesSlide10.xml"/><Relationship Id="rId16" Type="http://schemas.openxmlformats.org/officeDocument/2006/relationships/slideLayout" Target="../slideLayouts/slideLayout22.xml"/><Relationship Id="rId15" Type="http://schemas.openxmlformats.org/officeDocument/2006/relationships/tags" Target="../tags/tag521.xml"/><Relationship Id="rId14" Type="http://schemas.openxmlformats.org/officeDocument/2006/relationships/tags" Target="../tags/tag520.xml"/><Relationship Id="rId13" Type="http://schemas.openxmlformats.org/officeDocument/2006/relationships/tags" Target="../tags/tag519.xml"/><Relationship Id="rId12" Type="http://schemas.openxmlformats.org/officeDocument/2006/relationships/tags" Target="../tags/tag518.xml"/><Relationship Id="rId11" Type="http://schemas.openxmlformats.org/officeDocument/2006/relationships/tags" Target="../tags/tag517.xml"/><Relationship Id="rId10" Type="http://schemas.openxmlformats.org/officeDocument/2006/relationships/tags" Target="../tags/tag516.xml"/><Relationship Id="rId1" Type="http://schemas.openxmlformats.org/officeDocument/2006/relationships/tags" Target="../tags/tag508.xml"/></Relationships>
</file>

<file path=ppt/slides/_rels/slide29.xml.rels><?xml version="1.0" encoding="UTF-8" standalone="yes"?>
<Relationships xmlns="http://schemas.openxmlformats.org/package/2006/relationships"><Relationship Id="rId9" Type="http://schemas.openxmlformats.org/officeDocument/2006/relationships/tags" Target="../tags/tag527.xml"/><Relationship Id="rId8" Type="http://schemas.openxmlformats.org/officeDocument/2006/relationships/tags" Target="../tags/tag526.xml"/><Relationship Id="rId7" Type="http://schemas.openxmlformats.org/officeDocument/2006/relationships/tags" Target="../tags/tag525.xml"/><Relationship Id="rId6" Type="http://schemas.openxmlformats.org/officeDocument/2006/relationships/image" Target="../media/image34.png"/><Relationship Id="rId5" Type="http://schemas.openxmlformats.org/officeDocument/2006/relationships/tags" Target="../tags/tag524.xml"/><Relationship Id="rId4" Type="http://schemas.openxmlformats.org/officeDocument/2006/relationships/image" Target="../media/image33.png"/><Relationship Id="rId3" Type="http://schemas.openxmlformats.org/officeDocument/2006/relationships/tags" Target="../tags/tag523.xml"/><Relationship Id="rId2" Type="http://schemas.openxmlformats.org/officeDocument/2006/relationships/image" Target="../media/image32.png"/><Relationship Id="rId19" Type="http://schemas.openxmlformats.org/officeDocument/2006/relationships/slideLayout" Target="../slideLayouts/slideLayout16.xml"/><Relationship Id="rId18" Type="http://schemas.openxmlformats.org/officeDocument/2006/relationships/tags" Target="../tags/tag534.xml"/><Relationship Id="rId17" Type="http://schemas.openxmlformats.org/officeDocument/2006/relationships/tags" Target="../tags/tag533.xml"/><Relationship Id="rId16" Type="http://schemas.openxmlformats.org/officeDocument/2006/relationships/tags" Target="../tags/tag532.xml"/><Relationship Id="rId15" Type="http://schemas.openxmlformats.org/officeDocument/2006/relationships/tags" Target="../tags/tag531.xml"/><Relationship Id="rId14" Type="http://schemas.openxmlformats.org/officeDocument/2006/relationships/image" Target="../media/image36.png"/><Relationship Id="rId13" Type="http://schemas.openxmlformats.org/officeDocument/2006/relationships/tags" Target="../tags/tag530.xml"/><Relationship Id="rId12" Type="http://schemas.openxmlformats.org/officeDocument/2006/relationships/tags" Target="../tags/tag529.xml"/><Relationship Id="rId11" Type="http://schemas.openxmlformats.org/officeDocument/2006/relationships/tags" Target="../tags/tag528.xml"/><Relationship Id="rId10" Type="http://schemas.openxmlformats.org/officeDocument/2006/relationships/image" Target="../media/image35.png"/><Relationship Id="rId1" Type="http://schemas.openxmlformats.org/officeDocument/2006/relationships/tags" Target="../tags/tag522.xml"/></Relationships>
</file>

<file path=ppt/slides/_rels/slide30.xml.rels><?xml version="1.0" encoding="UTF-8" standalone="yes"?>
<Relationships xmlns="http://schemas.openxmlformats.org/package/2006/relationships"><Relationship Id="rId9" Type="http://schemas.openxmlformats.org/officeDocument/2006/relationships/tags" Target="../tags/tag540.xml"/><Relationship Id="rId8" Type="http://schemas.openxmlformats.org/officeDocument/2006/relationships/tags" Target="../tags/tag539.xml"/><Relationship Id="rId7" Type="http://schemas.openxmlformats.org/officeDocument/2006/relationships/image" Target="../media/image34.png"/><Relationship Id="rId6" Type="http://schemas.openxmlformats.org/officeDocument/2006/relationships/tags" Target="../tags/tag538.xml"/><Relationship Id="rId5" Type="http://schemas.openxmlformats.org/officeDocument/2006/relationships/image" Target="../media/image38.png"/><Relationship Id="rId4" Type="http://schemas.openxmlformats.org/officeDocument/2006/relationships/tags" Target="../tags/tag537.xml"/><Relationship Id="rId3" Type="http://schemas.openxmlformats.org/officeDocument/2006/relationships/tags" Target="../tags/tag536.xml"/><Relationship Id="rId2" Type="http://schemas.openxmlformats.org/officeDocument/2006/relationships/image" Target="../media/image37.png"/><Relationship Id="rId14" Type="http://schemas.openxmlformats.org/officeDocument/2006/relationships/notesSlide" Target="../notesSlides/notesSlide11.xml"/><Relationship Id="rId13" Type="http://schemas.openxmlformats.org/officeDocument/2006/relationships/slideLayout" Target="../slideLayouts/slideLayout16.xml"/><Relationship Id="rId12" Type="http://schemas.openxmlformats.org/officeDocument/2006/relationships/tags" Target="../tags/tag543.xml"/><Relationship Id="rId11" Type="http://schemas.openxmlformats.org/officeDocument/2006/relationships/tags" Target="../tags/tag542.xml"/><Relationship Id="rId10" Type="http://schemas.openxmlformats.org/officeDocument/2006/relationships/tags" Target="../tags/tag541.xml"/><Relationship Id="rId1" Type="http://schemas.openxmlformats.org/officeDocument/2006/relationships/tags" Target="../tags/tag535.xml"/></Relationships>
</file>

<file path=ppt/slides/_rels/slide31.xml.rels><?xml version="1.0" encoding="UTF-8" standalone="yes"?>
<Relationships xmlns="http://schemas.openxmlformats.org/package/2006/relationships"><Relationship Id="rId8" Type="http://schemas.openxmlformats.org/officeDocument/2006/relationships/notesSlide" Target="../notesSlides/notesSlide12.xml"/><Relationship Id="rId7" Type="http://schemas.openxmlformats.org/officeDocument/2006/relationships/slideLayout" Target="../slideLayouts/slideLayout16.xml"/><Relationship Id="rId6" Type="http://schemas.openxmlformats.org/officeDocument/2006/relationships/tags" Target="../tags/tag548.xml"/><Relationship Id="rId5" Type="http://schemas.openxmlformats.org/officeDocument/2006/relationships/tags" Target="../tags/tag547.xml"/><Relationship Id="rId4" Type="http://schemas.openxmlformats.org/officeDocument/2006/relationships/tags" Target="../tags/tag546.xml"/><Relationship Id="rId3" Type="http://schemas.openxmlformats.org/officeDocument/2006/relationships/image" Target="../media/image32.png"/><Relationship Id="rId2" Type="http://schemas.openxmlformats.org/officeDocument/2006/relationships/tags" Target="../tags/tag545.xml"/><Relationship Id="rId1" Type="http://schemas.openxmlformats.org/officeDocument/2006/relationships/tags" Target="../tags/tag544.xml"/></Relationships>
</file>

<file path=ppt/slides/_rels/slide32.xml.rels><?xml version="1.0" encoding="UTF-8" standalone="yes"?>
<Relationships xmlns="http://schemas.openxmlformats.org/package/2006/relationships"><Relationship Id="rId9" Type="http://schemas.openxmlformats.org/officeDocument/2006/relationships/tags" Target="../tags/tag557.xml"/><Relationship Id="rId8" Type="http://schemas.openxmlformats.org/officeDocument/2006/relationships/tags" Target="../tags/tag556.xml"/><Relationship Id="rId7" Type="http://schemas.openxmlformats.org/officeDocument/2006/relationships/tags" Target="../tags/tag555.xml"/><Relationship Id="rId6" Type="http://schemas.openxmlformats.org/officeDocument/2006/relationships/tags" Target="../tags/tag554.xml"/><Relationship Id="rId50" Type="http://schemas.openxmlformats.org/officeDocument/2006/relationships/slideLayout" Target="../slideLayouts/slideLayout22.xml"/><Relationship Id="rId5" Type="http://schemas.openxmlformats.org/officeDocument/2006/relationships/tags" Target="../tags/tag553.xml"/><Relationship Id="rId49" Type="http://schemas.openxmlformats.org/officeDocument/2006/relationships/tags" Target="../tags/tag595.xml"/><Relationship Id="rId48" Type="http://schemas.openxmlformats.org/officeDocument/2006/relationships/tags" Target="../tags/tag594.xml"/><Relationship Id="rId47" Type="http://schemas.openxmlformats.org/officeDocument/2006/relationships/tags" Target="../tags/tag593.xml"/><Relationship Id="rId46" Type="http://schemas.openxmlformats.org/officeDocument/2006/relationships/tags" Target="../tags/tag592.xml"/><Relationship Id="rId45" Type="http://schemas.openxmlformats.org/officeDocument/2006/relationships/tags" Target="../tags/tag591.xml"/><Relationship Id="rId44" Type="http://schemas.openxmlformats.org/officeDocument/2006/relationships/tags" Target="../tags/tag590.xml"/><Relationship Id="rId43" Type="http://schemas.openxmlformats.org/officeDocument/2006/relationships/image" Target="../media/image40.png"/><Relationship Id="rId42" Type="http://schemas.openxmlformats.org/officeDocument/2006/relationships/tags" Target="../tags/tag589.xml"/><Relationship Id="rId41" Type="http://schemas.openxmlformats.org/officeDocument/2006/relationships/tags" Target="../tags/tag588.xml"/><Relationship Id="rId40" Type="http://schemas.openxmlformats.org/officeDocument/2006/relationships/tags" Target="../tags/tag587.xml"/><Relationship Id="rId4" Type="http://schemas.openxmlformats.org/officeDocument/2006/relationships/tags" Target="../tags/tag552.xml"/><Relationship Id="rId39" Type="http://schemas.openxmlformats.org/officeDocument/2006/relationships/tags" Target="../tags/tag586.xml"/><Relationship Id="rId38" Type="http://schemas.openxmlformats.org/officeDocument/2006/relationships/tags" Target="../tags/tag585.xml"/><Relationship Id="rId37" Type="http://schemas.openxmlformats.org/officeDocument/2006/relationships/image" Target="../media/image39.png"/><Relationship Id="rId36" Type="http://schemas.openxmlformats.org/officeDocument/2006/relationships/tags" Target="../tags/tag584.xml"/><Relationship Id="rId35" Type="http://schemas.openxmlformats.org/officeDocument/2006/relationships/tags" Target="../tags/tag583.xml"/><Relationship Id="rId34" Type="http://schemas.openxmlformats.org/officeDocument/2006/relationships/tags" Target="../tags/tag582.xml"/><Relationship Id="rId33" Type="http://schemas.openxmlformats.org/officeDocument/2006/relationships/tags" Target="../tags/tag581.xml"/><Relationship Id="rId32" Type="http://schemas.openxmlformats.org/officeDocument/2006/relationships/tags" Target="../tags/tag580.xml"/><Relationship Id="rId31" Type="http://schemas.openxmlformats.org/officeDocument/2006/relationships/tags" Target="../tags/tag579.xml"/><Relationship Id="rId30" Type="http://schemas.openxmlformats.org/officeDocument/2006/relationships/tags" Target="../tags/tag578.xml"/><Relationship Id="rId3" Type="http://schemas.openxmlformats.org/officeDocument/2006/relationships/tags" Target="../tags/tag551.xml"/><Relationship Id="rId29" Type="http://schemas.openxmlformats.org/officeDocument/2006/relationships/tags" Target="../tags/tag577.xml"/><Relationship Id="rId28" Type="http://schemas.openxmlformats.org/officeDocument/2006/relationships/tags" Target="../tags/tag576.xml"/><Relationship Id="rId27" Type="http://schemas.openxmlformats.org/officeDocument/2006/relationships/tags" Target="../tags/tag575.xml"/><Relationship Id="rId26" Type="http://schemas.openxmlformats.org/officeDocument/2006/relationships/tags" Target="../tags/tag574.xml"/><Relationship Id="rId25" Type="http://schemas.openxmlformats.org/officeDocument/2006/relationships/tags" Target="../tags/tag573.xml"/><Relationship Id="rId24" Type="http://schemas.openxmlformats.org/officeDocument/2006/relationships/tags" Target="../tags/tag572.xml"/><Relationship Id="rId23" Type="http://schemas.openxmlformats.org/officeDocument/2006/relationships/tags" Target="../tags/tag571.xml"/><Relationship Id="rId22" Type="http://schemas.openxmlformats.org/officeDocument/2006/relationships/tags" Target="../tags/tag570.xml"/><Relationship Id="rId21" Type="http://schemas.openxmlformats.org/officeDocument/2006/relationships/tags" Target="../tags/tag569.xml"/><Relationship Id="rId20" Type="http://schemas.openxmlformats.org/officeDocument/2006/relationships/tags" Target="../tags/tag568.xml"/><Relationship Id="rId2" Type="http://schemas.openxmlformats.org/officeDocument/2006/relationships/tags" Target="../tags/tag550.xml"/><Relationship Id="rId19" Type="http://schemas.openxmlformats.org/officeDocument/2006/relationships/tags" Target="../tags/tag567.xml"/><Relationship Id="rId18" Type="http://schemas.openxmlformats.org/officeDocument/2006/relationships/tags" Target="../tags/tag566.xml"/><Relationship Id="rId17" Type="http://schemas.openxmlformats.org/officeDocument/2006/relationships/tags" Target="../tags/tag565.xml"/><Relationship Id="rId16" Type="http://schemas.openxmlformats.org/officeDocument/2006/relationships/tags" Target="../tags/tag564.xml"/><Relationship Id="rId15" Type="http://schemas.openxmlformats.org/officeDocument/2006/relationships/tags" Target="../tags/tag563.xml"/><Relationship Id="rId14" Type="http://schemas.openxmlformats.org/officeDocument/2006/relationships/tags" Target="../tags/tag562.xml"/><Relationship Id="rId13" Type="http://schemas.openxmlformats.org/officeDocument/2006/relationships/tags" Target="../tags/tag561.xml"/><Relationship Id="rId12" Type="http://schemas.openxmlformats.org/officeDocument/2006/relationships/tags" Target="../tags/tag560.xml"/><Relationship Id="rId11" Type="http://schemas.openxmlformats.org/officeDocument/2006/relationships/tags" Target="../tags/tag559.xml"/><Relationship Id="rId10" Type="http://schemas.openxmlformats.org/officeDocument/2006/relationships/tags" Target="../tags/tag558.xml"/><Relationship Id="rId1" Type="http://schemas.openxmlformats.org/officeDocument/2006/relationships/tags" Target="../tags/tag549.xml"/></Relationships>
</file>

<file path=ppt/slides/_rels/slide33.xml.rels><?xml version="1.0" encoding="UTF-8" standalone="yes"?>
<Relationships xmlns="http://schemas.openxmlformats.org/package/2006/relationships"><Relationship Id="rId5" Type="http://schemas.openxmlformats.org/officeDocument/2006/relationships/slideLayout" Target="../slideLayouts/slideLayout16.xml"/><Relationship Id="rId4" Type="http://schemas.openxmlformats.org/officeDocument/2006/relationships/tags" Target="../tags/tag598.xml"/><Relationship Id="rId3" Type="http://schemas.openxmlformats.org/officeDocument/2006/relationships/image" Target="../media/image41.png"/><Relationship Id="rId2" Type="http://schemas.openxmlformats.org/officeDocument/2006/relationships/tags" Target="../tags/tag597.xml"/><Relationship Id="rId1" Type="http://schemas.openxmlformats.org/officeDocument/2006/relationships/tags" Target="../tags/tag596.xml"/></Relationships>
</file>

<file path=ppt/slides/_rels/slide34.xml.rels><?xml version="1.0" encoding="UTF-8" standalone="yes"?>
<Relationships xmlns="http://schemas.openxmlformats.org/package/2006/relationships"><Relationship Id="rId9" Type="http://schemas.openxmlformats.org/officeDocument/2006/relationships/tags" Target="../tags/tag607.xml"/><Relationship Id="rId8" Type="http://schemas.openxmlformats.org/officeDocument/2006/relationships/tags" Target="../tags/tag606.xml"/><Relationship Id="rId7" Type="http://schemas.openxmlformats.org/officeDocument/2006/relationships/tags" Target="../tags/tag605.xml"/><Relationship Id="rId66" Type="http://schemas.openxmlformats.org/officeDocument/2006/relationships/notesSlide" Target="../notesSlides/notesSlide13.xml"/><Relationship Id="rId65" Type="http://schemas.openxmlformats.org/officeDocument/2006/relationships/vmlDrawing" Target="../drawings/vmlDrawing1.vml"/><Relationship Id="rId64" Type="http://schemas.openxmlformats.org/officeDocument/2006/relationships/slideLayout" Target="../slideLayouts/slideLayout16.xml"/><Relationship Id="rId63" Type="http://schemas.openxmlformats.org/officeDocument/2006/relationships/tags" Target="../tags/tag654.xml"/><Relationship Id="rId62" Type="http://schemas.openxmlformats.org/officeDocument/2006/relationships/tags" Target="../tags/tag653.xml"/><Relationship Id="rId61" Type="http://schemas.openxmlformats.org/officeDocument/2006/relationships/tags" Target="../tags/tag652.xml"/><Relationship Id="rId60" Type="http://schemas.openxmlformats.org/officeDocument/2006/relationships/tags" Target="../tags/tag651.xml"/><Relationship Id="rId6" Type="http://schemas.openxmlformats.org/officeDocument/2006/relationships/tags" Target="../tags/tag604.xml"/><Relationship Id="rId59" Type="http://schemas.openxmlformats.org/officeDocument/2006/relationships/tags" Target="../tags/tag650.xml"/><Relationship Id="rId58" Type="http://schemas.openxmlformats.org/officeDocument/2006/relationships/image" Target="../media/image46.png"/><Relationship Id="rId57" Type="http://schemas.openxmlformats.org/officeDocument/2006/relationships/tags" Target="../tags/tag649.xml"/><Relationship Id="rId56" Type="http://schemas.openxmlformats.org/officeDocument/2006/relationships/image" Target="../media/image45.png"/><Relationship Id="rId55" Type="http://schemas.openxmlformats.org/officeDocument/2006/relationships/tags" Target="../tags/tag648.xml"/><Relationship Id="rId54" Type="http://schemas.openxmlformats.org/officeDocument/2006/relationships/image" Target="../media/image44.png"/><Relationship Id="rId53" Type="http://schemas.openxmlformats.org/officeDocument/2006/relationships/tags" Target="../tags/tag647.xml"/><Relationship Id="rId52" Type="http://schemas.openxmlformats.org/officeDocument/2006/relationships/tags" Target="../tags/tag646.xml"/><Relationship Id="rId51" Type="http://schemas.openxmlformats.org/officeDocument/2006/relationships/tags" Target="../tags/tag645.xml"/><Relationship Id="rId50" Type="http://schemas.openxmlformats.org/officeDocument/2006/relationships/tags" Target="../tags/tag644.xml"/><Relationship Id="rId5" Type="http://schemas.openxmlformats.org/officeDocument/2006/relationships/tags" Target="../tags/tag603.xml"/><Relationship Id="rId49" Type="http://schemas.openxmlformats.org/officeDocument/2006/relationships/tags" Target="../tags/tag643.xml"/><Relationship Id="rId48" Type="http://schemas.openxmlformats.org/officeDocument/2006/relationships/tags" Target="../tags/tag642.xml"/><Relationship Id="rId47" Type="http://schemas.openxmlformats.org/officeDocument/2006/relationships/tags" Target="../tags/tag641.xml"/><Relationship Id="rId46" Type="http://schemas.openxmlformats.org/officeDocument/2006/relationships/tags" Target="../tags/tag640.xml"/><Relationship Id="rId45" Type="http://schemas.openxmlformats.org/officeDocument/2006/relationships/tags" Target="../tags/tag639.xml"/><Relationship Id="rId44" Type="http://schemas.openxmlformats.org/officeDocument/2006/relationships/tags" Target="../tags/tag638.xml"/><Relationship Id="rId43" Type="http://schemas.openxmlformats.org/officeDocument/2006/relationships/tags" Target="../tags/tag637.xml"/><Relationship Id="rId42" Type="http://schemas.openxmlformats.org/officeDocument/2006/relationships/tags" Target="../tags/tag636.xml"/><Relationship Id="rId41" Type="http://schemas.openxmlformats.org/officeDocument/2006/relationships/tags" Target="../tags/tag635.xml"/><Relationship Id="rId40" Type="http://schemas.openxmlformats.org/officeDocument/2006/relationships/tags" Target="../tags/tag634.xml"/><Relationship Id="rId4" Type="http://schemas.openxmlformats.org/officeDocument/2006/relationships/tags" Target="../tags/tag602.xml"/><Relationship Id="rId39" Type="http://schemas.openxmlformats.org/officeDocument/2006/relationships/tags" Target="../tags/tag633.xml"/><Relationship Id="rId38" Type="http://schemas.openxmlformats.org/officeDocument/2006/relationships/tags" Target="../tags/tag632.xml"/><Relationship Id="rId37" Type="http://schemas.openxmlformats.org/officeDocument/2006/relationships/tags" Target="../tags/tag631.xml"/><Relationship Id="rId36" Type="http://schemas.openxmlformats.org/officeDocument/2006/relationships/tags" Target="../tags/tag630.xml"/><Relationship Id="rId35" Type="http://schemas.openxmlformats.org/officeDocument/2006/relationships/tags" Target="../tags/tag629.xml"/><Relationship Id="rId34" Type="http://schemas.openxmlformats.org/officeDocument/2006/relationships/tags" Target="../tags/tag628.xml"/><Relationship Id="rId33" Type="http://schemas.openxmlformats.org/officeDocument/2006/relationships/tags" Target="../tags/tag627.xml"/><Relationship Id="rId32" Type="http://schemas.openxmlformats.org/officeDocument/2006/relationships/tags" Target="../tags/tag626.xml"/><Relationship Id="rId31" Type="http://schemas.openxmlformats.org/officeDocument/2006/relationships/tags" Target="../tags/tag625.xml"/><Relationship Id="rId30" Type="http://schemas.openxmlformats.org/officeDocument/2006/relationships/tags" Target="../tags/tag624.xml"/><Relationship Id="rId3" Type="http://schemas.openxmlformats.org/officeDocument/2006/relationships/tags" Target="../tags/tag601.xml"/><Relationship Id="rId29" Type="http://schemas.openxmlformats.org/officeDocument/2006/relationships/tags" Target="../tags/tag623.xml"/><Relationship Id="rId28" Type="http://schemas.openxmlformats.org/officeDocument/2006/relationships/tags" Target="../tags/tag622.xml"/><Relationship Id="rId27" Type="http://schemas.openxmlformats.org/officeDocument/2006/relationships/tags" Target="../tags/tag621.xml"/><Relationship Id="rId26" Type="http://schemas.openxmlformats.org/officeDocument/2006/relationships/tags" Target="../tags/tag620.xml"/><Relationship Id="rId25" Type="http://schemas.openxmlformats.org/officeDocument/2006/relationships/tags" Target="../tags/tag619.xml"/><Relationship Id="rId24" Type="http://schemas.openxmlformats.org/officeDocument/2006/relationships/tags" Target="../tags/tag618.xml"/><Relationship Id="rId23" Type="http://schemas.openxmlformats.org/officeDocument/2006/relationships/image" Target="../media/image43.wmf"/><Relationship Id="rId22" Type="http://schemas.openxmlformats.org/officeDocument/2006/relationships/oleObject" Target="../embeddings/oleObject2.bin"/><Relationship Id="rId21" Type="http://schemas.openxmlformats.org/officeDocument/2006/relationships/tags" Target="../tags/tag617.xml"/><Relationship Id="rId20" Type="http://schemas.openxmlformats.org/officeDocument/2006/relationships/tags" Target="../tags/tag616.xml"/><Relationship Id="rId2" Type="http://schemas.openxmlformats.org/officeDocument/2006/relationships/tags" Target="../tags/tag600.xml"/><Relationship Id="rId19" Type="http://schemas.openxmlformats.org/officeDocument/2006/relationships/image" Target="../media/image42.wmf"/><Relationship Id="rId18" Type="http://schemas.openxmlformats.org/officeDocument/2006/relationships/oleObject" Target="../embeddings/oleObject1.bin"/><Relationship Id="rId17" Type="http://schemas.openxmlformats.org/officeDocument/2006/relationships/tags" Target="../tags/tag615.xml"/><Relationship Id="rId16" Type="http://schemas.openxmlformats.org/officeDocument/2006/relationships/tags" Target="../tags/tag614.xml"/><Relationship Id="rId15" Type="http://schemas.openxmlformats.org/officeDocument/2006/relationships/tags" Target="../tags/tag613.xml"/><Relationship Id="rId14" Type="http://schemas.openxmlformats.org/officeDocument/2006/relationships/tags" Target="../tags/tag612.xml"/><Relationship Id="rId13" Type="http://schemas.openxmlformats.org/officeDocument/2006/relationships/tags" Target="../tags/tag611.xml"/><Relationship Id="rId12" Type="http://schemas.openxmlformats.org/officeDocument/2006/relationships/tags" Target="../tags/tag610.xml"/><Relationship Id="rId11" Type="http://schemas.openxmlformats.org/officeDocument/2006/relationships/tags" Target="../tags/tag609.xml"/><Relationship Id="rId10" Type="http://schemas.openxmlformats.org/officeDocument/2006/relationships/tags" Target="../tags/tag608.xml"/><Relationship Id="rId1" Type="http://schemas.openxmlformats.org/officeDocument/2006/relationships/tags" Target="../tags/tag599.xml"/></Relationships>
</file>

<file path=ppt/slides/_rels/slide35.xml.rels><?xml version="1.0" encoding="UTF-8" standalone="yes"?>
<Relationships xmlns="http://schemas.openxmlformats.org/package/2006/relationships"><Relationship Id="rId7" Type="http://schemas.openxmlformats.org/officeDocument/2006/relationships/slideLayout" Target="../slideLayouts/slideLayout16.xml"/><Relationship Id="rId6" Type="http://schemas.openxmlformats.org/officeDocument/2006/relationships/tags" Target="../tags/tag659.xml"/><Relationship Id="rId5" Type="http://schemas.openxmlformats.org/officeDocument/2006/relationships/tags" Target="../tags/tag658.xml"/><Relationship Id="rId4" Type="http://schemas.openxmlformats.org/officeDocument/2006/relationships/image" Target="../media/image47.png"/><Relationship Id="rId3" Type="http://schemas.openxmlformats.org/officeDocument/2006/relationships/tags" Target="../tags/tag657.xml"/><Relationship Id="rId2" Type="http://schemas.openxmlformats.org/officeDocument/2006/relationships/tags" Target="../tags/tag656.xml"/><Relationship Id="rId1" Type="http://schemas.openxmlformats.org/officeDocument/2006/relationships/tags" Target="../tags/tag655.xml"/></Relationships>
</file>

<file path=ppt/slides/_rels/slide36.xml.rels><?xml version="1.0" encoding="UTF-8" standalone="yes"?>
<Relationships xmlns="http://schemas.openxmlformats.org/package/2006/relationships"><Relationship Id="rId9" Type="http://schemas.openxmlformats.org/officeDocument/2006/relationships/slideLayout" Target="../slideLayouts/slideLayout16.xml"/><Relationship Id="rId8" Type="http://schemas.openxmlformats.org/officeDocument/2006/relationships/tags" Target="../tags/tag667.xml"/><Relationship Id="rId7" Type="http://schemas.openxmlformats.org/officeDocument/2006/relationships/tags" Target="../tags/tag666.xml"/><Relationship Id="rId6" Type="http://schemas.openxmlformats.org/officeDocument/2006/relationships/tags" Target="../tags/tag665.xml"/><Relationship Id="rId5" Type="http://schemas.openxmlformats.org/officeDocument/2006/relationships/tags" Target="../tags/tag664.xml"/><Relationship Id="rId4" Type="http://schemas.openxmlformats.org/officeDocument/2006/relationships/tags" Target="../tags/tag663.xml"/><Relationship Id="rId3" Type="http://schemas.openxmlformats.org/officeDocument/2006/relationships/tags" Target="../tags/tag662.xml"/><Relationship Id="rId2" Type="http://schemas.openxmlformats.org/officeDocument/2006/relationships/tags" Target="../tags/tag661.xml"/><Relationship Id="rId1" Type="http://schemas.openxmlformats.org/officeDocument/2006/relationships/tags" Target="../tags/tag660.xml"/></Relationships>
</file>

<file path=ppt/slides/_rels/slide37.xml.rels><?xml version="1.0" encoding="UTF-8" standalone="yes"?>
<Relationships xmlns="http://schemas.openxmlformats.org/package/2006/relationships"><Relationship Id="rId7" Type="http://schemas.openxmlformats.org/officeDocument/2006/relationships/notesSlide" Target="../notesSlides/notesSlide14.xml"/><Relationship Id="rId6" Type="http://schemas.openxmlformats.org/officeDocument/2006/relationships/slideLayout" Target="../slideLayouts/slideLayout16.xml"/><Relationship Id="rId5" Type="http://schemas.openxmlformats.org/officeDocument/2006/relationships/tags" Target="../tags/tag672.xml"/><Relationship Id="rId4" Type="http://schemas.openxmlformats.org/officeDocument/2006/relationships/tags" Target="../tags/tag671.xml"/><Relationship Id="rId3" Type="http://schemas.openxmlformats.org/officeDocument/2006/relationships/tags" Target="../tags/tag670.xml"/><Relationship Id="rId2" Type="http://schemas.openxmlformats.org/officeDocument/2006/relationships/tags" Target="../tags/tag669.xml"/><Relationship Id="rId1" Type="http://schemas.openxmlformats.org/officeDocument/2006/relationships/tags" Target="../tags/tag668.xml"/></Relationships>
</file>

<file path=ppt/slides/_rels/slide38.xml.rels><?xml version="1.0" encoding="UTF-8" standalone="yes"?>
<Relationships xmlns="http://schemas.openxmlformats.org/package/2006/relationships"><Relationship Id="rId6" Type="http://schemas.openxmlformats.org/officeDocument/2006/relationships/notesSlide" Target="../notesSlides/notesSlide15.xml"/><Relationship Id="rId5" Type="http://schemas.openxmlformats.org/officeDocument/2006/relationships/slideLayout" Target="../slideLayouts/slideLayout21.xml"/><Relationship Id="rId4" Type="http://schemas.openxmlformats.org/officeDocument/2006/relationships/tags" Target="../tags/tag674.xml"/><Relationship Id="rId3" Type="http://schemas.openxmlformats.org/officeDocument/2006/relationships/image" Target="../media/image49.png"/><Relationship Id="rId2" Type="http://schemas.openxmlformats.org/officeDocument/2006/relationships/image" Target="../media/image48.wmf"/><Relationship Id="rId1" Type="http://schemas.openxmlformats.org/officeDocument/2006/relationships/tags" Target="../tags/tag673.xml"/></Relationships>
</file>

<file path=ppt/slides/_rels/slide39.xml.rels><?xml version="1.0" encoding="UTF-8" standalone="yes"?>
<Relationships xmlns="http://schemas.openxmlformats.org/package/2006/relationships"><Relationship Id="rId9" Type="http://schemas.openxmlformats.org/officeDocument/2006/relationships/tags" Target="../tags/tag683.xml"/><Relationship Id="rId8" Type="http://schemas.openxmlformats.org/officeDocument/2006/relationships/tags" Target="../tags/tag682.xml"/><Relationship Id="rId7" Type="http://schemas.openxmlformats.org/officeDocument/2006/relationships/tags" Target="../tags/tag681.xml"/><Relationship Id="rId6" Type="http://schemas.openxmlformats.org/officeDocument/2006/relationships/tags" Target="../tags/tag680.xml"/><Relationship Id="rId5" Type="http://schemas.openxmlformats.org/officeDocument/2006/relationships/tags" Target="../tags/tag679.xml"/><Relationship Id="rId44" Type="http://schemas.openxmlformats.org/officeDocument/2006/relationships/slideLayout" Target="../slideLayouts/slideLayout16.xml"/><Relationship Id="rId43" Type="http://schemas.openxmlformats.org/officeDocument/2006/relationships/tags" Target="../tags/tag717.xml"/><Relationship Id="rId42" Type="http://schemas.openxmlformats.org/officeDocument/2006/relationships/tags" Target="../tags/tag716.xml"/><Relationship Id="rId41" Type="http://schemas.openxmlformats.org/officeDocument/2006/relationships/tags" Target="../tags/tag715.xml"/><Relationship Id="rId40" Type="http://schemas.openxmlformats.org/officeDocument/2006/relationships/tags" Target="../tags/tag714.xml"/><Relationship Id="rId4" Type="http://schemas.openxmlformats.org/officeDocument/2006/relationships/tags" Target="../tags/tag678.xml"/><Relationship Id="rId39" Type="http://schemas.openxmlformats.org/officeDocument/2006/relationships/tags" Target="../tags/tag713.xml"/><Relationship Id="rId38" Type="http://schemas.openxmlformats.org/officeDocument/2006/relationships/tags" Target="../tags/tag712.xml"/><Relationship Id="rId37" Type="http://schemas.openxmlformats.org/officeDocument/2006/relationships/tags" Target="../tags/tag711.xml"/><Relationship Id="rId36" Type="http://schemas.openxmlformats.org/officeDocument/2006/relationships/tags" Target="../tags/tag710.xml"/><Relationship Id="rId35" Type="http://schemas.openxmlformats.org/officeDocument/2006/relationships/tags" Target="../tags/tag709.xml"/><Relationship Id="rId34" Type="http://schemas.openxmlformats.org/officeDocument/2006/relationships/tags" Target="../tags/tag708.xml"/><Relationship Id="rId33" Type="http://schemas.openxmlformats.org/officeDocument/2006/relationships/tags" Target="../tags/tag707.xml"/><Relationship Id="rId32" Type="http://schemas.openxmlformats.org/officeDocument/2006/relationships/tags" Target="../tags/tag706.xml"/><Relationship Id="rId31" Type="http://schemas.openxmlformats.org/officeDocument/2006/relationships/tags" Target="../tags/tag705.xml"/><Relationship Id="rId30" Type="http://schemas.openxmlformats.org/officeDocument/2006/relationships/tags" Target="../tags/tag704.xml"/><Relationship Id="rId3" Type="http://schemas.openxmlformats.org/officeDocument/2006/relationships/tags" Target="../tags/tag677.xml"/><Relationship Id="rId29" Type="http://schemas.openxmlformats.org/officeDocument/2006/relationships/tags" Target="../tags/tag703.xml"/><Relationship Id="rId28" Type="http://schemas.openxmlformats.org/officeDocument/2006/relationships/tags" Target="../tags/tag702.xml"/><Relationship Id="rId27" Type="http://schemas.openxmlformats.org/officeDocument/2006/relationships/tags" Target="../tags/tag701.xml"/><Relationship Id="rId26" Type="http://schemas.openxmlformats.org/officeDocument/2006/relationships/tags" Target="../tags/tag700.xml"/><Relationship Id="rId25" Type="http://schemas.openxmlformats.org/officeDocument/2006/relationships/tags" Target="../tags/tag699.xml"/><Relationship Id="rId24" Type="http://schemas.openxmlformats.org/officeDocument/2006/relationships/tags" Target="../tags/tag698.xml"/><Relationship Id="rId23" Type="http://schemas.openxmlformats.org/officeDocument/2006/relationships/tags" Target="../tags/tag697.xml"/><Relationship Id="rId22" Type="http://schemas.openxmlformats.org/officeDocument/2006/relationships/tags" Target="../tags/tag696.xml"/><Relationship Id="rId21" Type="http://schemas.openxmlformats.org/officeDocument/2006/relationships/tags" Target="../tags/tag695.xml"/><Relationship Id="rId20" Type="http://schemas.openxmlformats.org/officeDocument/2006/relationships/tags" Target="../tags/tag694.xml"/><Relationship Id="rId2" Type="http://schemas.openxmlformats.org/officeDocument/2006/relationships/tags" Target="../tags/tag676.xml"/><Relationship Id="rId19" Type="http://schemas.openxmlformats.org/officeDocument/2006/relationships/tags" Target="../tags/tag693.xml"/><Relationship Id="rId18" Type="http://schemas.openxmlformats.org/officeDocument/2006/relationships/tags" Target="../tags/tag692.xml"/><Relationship Id="rId17" Type="http://schemas.openxmlformats.org/officeDocument/2006/relationships/tags" Target="../tags/tag691.xml"/><Relationship Id="rId16" Type="http://schemas.openxmlformats.org/officeDocument/2006/relationships/tags" Target="../tags/tag690.xml"/><Relationship Id="rId15" Type="http://schemas.openxmlformats.org/officeDocument/2006/relationships/tags" Target="../tags/tag689.xml"/><Relationship Id="rId14" Type="http://schemas.openxmlformats.org/officeDocument/2006/relationships/tags" Target="../tags/tag688.xml"/><Relationship Id="rId13" Type="http://schemas.openxmlformats.org/officeDocument/2006/relationships/tags" Target="../tags/tag687.xml"/><Relationship Id="rId12" Type="http://schemas.openxmlformats.org/officeDocument/2006/relationships/tags" Target="../tags/tag686.xml"/><Relationship Id="rId11" Type="http://schemas.openxmlformats.org/officeDocument/2006/relationships/tags" Target="../tags/tag685.xml"/><Relationship Id="rId10" Type="http://schemas.openxmlformats.org/officeDocument/2006/relationships/tags" Target="../tags/tag684.xml"/><Relationship Id="rId1" Type="http://schemas.openxmlformats.org/officeDocument/2006/relationships/tags" Target="../tags/tag675.xml"/></Relationships>
</file>

<file path=ppt/slides/_rels/slide40.xml.rels><?xml version="1.0" encoding="UTF-8" standalone="yes"?>
<Relationships xmlns="http://schemas.openxmlformats.org/package/2006/relationships"><Relationship Id="rId9" Type="http://schemas.openxmlformats.org/officeDocument/2006/relationships/tags" Target="../tags/tag725.xml"/><Relationship Id="rId8" Type="http://schemas.openxmlformats.org/officeDocument/2006/relationships/tags" Target="../tags/tag724.xml"/><Relationship Id="rId78" Type="http://schemas.openxmlformats.org/officeDocument/2006/relationships/notesSlide" Target="../notesSlides/notesSlide16.xml"/><Relationship Id="rId77" Type="http://schemas.openxmlformats.org/officeDocument/2006/relationships/slideLayout" Target="../slideLayouts/slideLayout16.xml"/><Relationship Id="rId76" Type="http://schemas.openxmlformats.org/officeDocument/2006/relationships/tags" Target="../tags/tag788.xml"/><Relationship Id="rId75" Type="http://schemas.openxmlformats.org/officeDocument/2006/relationships/tags" Target="../tags/tag787.xml"/><Relationship Id="rId74" Type="http://schemas.openxmlformats.org/officeDocument/2006/relationships/tags" Target="../tags/tag786.xml"/><Relationship Id="rId73" Type="http://schemas.openxmlformats.org/officeDocument/2006/relationships/tags" Target="../tags/tag785.xml"/><Relationship Id="rId72" Type="http://schemas.openxmlformats.org/officeDocument/2006/relationships/tags" Target="../tags/tag784.xml"/><Relationship Id="rId71" Type="http://schemas.openxmlformats.org/officeDocument/2006/relationships/tags" Target="../tags/tag783.xml"/><Relationship Id="rId70" Type="http://schemas.openxmlformats.org/officeDocument/2006/relationships/tags" Target="../tags/tag782.xml"/><Relationship Id="rId7" Type="http://schemas.openxmlformats.org/officeDocument/2006/relationships/tags" Target="../tags/tag723.xml"/><Relationship Id="rId69" Type="http://schemas.openxmlformats.org/officeDocument/2006/relationships/tags" Target="../tags/tag781.xml"/><Relationship Id="rId68" Type="http://schemas.openxmlformats.org/officeDocument/2006/relationships/tags" Target="../tags/tag780.xml"/><Relationship Id="rId67" Type="http://schemas.openxmlformats.org/officeDocument/2006/relationships/tags" Target="../tags/tag779.xml"/><Relationship Id="rId66" Type="http://schemas.openxmlformats.org/officeDocument/2006/relationships/tags" Target="../tags/tag778.xml"/><Relationship Id="rId65" Type="http://schemas.openxmlformats.org/officeDocument/2006/relationships/tags" Target="../tags/tag777.xml"/><Relationship Id="rId64" Type="http://schemas.openxmlformats.org/officeDocument/2006/relationships/tags" Target="../tags/tag776.xml"/><Relationship Id="rId63" Type="http://schemas.openxmlformats.org/officeDocument/2006/relationships/tags" Target="../tags/tag775.xml"/><Relationship Id="rId62" Type="http://schemas.openxmlformats.org/officeDocument/2006/relationships/tags" Target="../tags/tag774.xml"/><Relationship Id="rId61" Type="http://schemas.openxmlformats.org/officeDocument/2006/relationships/tags" Target="../tags/tag773.xml"/><Relationship Id="rId60" Type="http://schemas.openxmlformats.org/officeDocument/2006/relationships/tags" Target="../tags/tag772.xml"/><Relationship Id="rId6" Type="http://schemas.openxmlformats.org/officeDocument/2006/relationships/tags" Target="../tags/tag722.xml"/><Relationship Id="rId59" Type="http://schemas.openxmlformats.org/officeDocument/2006/relationships/tags" Target="../tags/tag771.xml"/><Relationship Id="rId58" Type="http://schemas.openxmlformats.org/officeDocument/2006/relationships/tags" Target="../tags/tag770.xml"/><Relationship Id="rId57" Type="http://schemas.openxmlformats.org/officeDocument/2006/relationships/tags" Target="../tags/tag769.xml"/><Relationship Id="rId56" Type="http://schemas.openxmlformats.org/officeDocument/2006/relationships/tags" Target="../tags/tag768.xml"/><Relationship Id="rId55" Type="http://schemas.openxmlformats.org/officeDocument/2006/relationships/tags" Target="../tags/tag767.xml"/><Relationship Id="rId54" Type="http://schemas.openxmlformats.org/officeDocument/2006/relationships/tags" Target="../tags/tag766.xml"/><Relationship Id="rId53" Type="http://schemas.openxmlformats.org/officeDocument/2006/relationships/tags" Target="../tags/tag765.xml"/><Relationship Id="rId52" Type="http://schemas.openxmlformats.org/officeDocument/2006/relationships/tags" Target="../tags/tag764.xml"/><Relationship Id="rId51" Type="http://schemas.openxmlformats.org/officeDocument/2006/relationships/tags" Target="../tags/tag763.xml"/><Relationship Id="rId50" Type="http://schemas.openxmlformats.org/officeDocument/2006/relationships/tags" Target="../tags/tag762.xml"/><Relationship Id="rId5" Type="http://schemas.openxmlformats.org/officeDocument/2006/relationships/tags" Target="../tags/tag721.xml"/><Relationship Id="rId49" Type="http://schemas.openxmlformats.org/officeDocument/2006/relationships/tags" Target="../tags/tag761.xml"/><Relationship Id="rId48" Type="http://schemas.openxmlformats.org/officeDocument/2006/relationships/tags" Target="../tags/tag760.xml"/><Relationship Id="rId47" Type="http://schemas.openxmlformats.org/officeDocument/2006/relationships/tags" Target="../tags/tag759.xml"/><Relationship Id="rId46" Type="http://schemas.openxmlformats.org/officeDocument/2006/relationships/tags" Target="../tags/tag758.xml"/><Relationship Id="rId45" Type="http://schemas.openxmlformats.org/officeDocument/2006/relationships/tags" Target="../tags/tag757.xml"/><Relationship Id="rId44" Type="http://schemas.openxmlformats.org/officeDocument/2006/relationships/tags" Target="../tags/tag756.xml"/><Relationship Id="rId43" Type="http://schemas.openxmlformats.org/officeDocument/2006/relationships/tags" Target="../tags/tag755.xml"/><Relationship Id="rId42" Type="http://schemas.openxmlformats.org/officeDocument/2006/relationships/tags" Target="../tags/tag754.xml"/><Relationship Id="rId41" Type="http://schemas.openxmlformats.org/officeDocument/2006/relationships/tags" Target="../tags/tag753.xml"/><Relationship Id="rId40" Type="http://schemas.openxmlformats.org/officeDocument/2006/relationships/tags" Target="../tags/tag752.xml"/><Relationship Id="rId4" Type="http://schemas.openxmlformats.org/officeDocument/2006/relationships/image" Target="../media/image50.png"/><Relationship Id="rId39" Type="http://schemas.openxmlformats.org/officeDocument/2006/relationships/tags" Target="../tags/tag751.xml"/><Relationship Id="rId38" Type="http://schemas.openxmlformats.org/officeDocument/2006/relationships/tags" Target="../tags/tag750.xml"/><Relationship Id="rId37" Type="http://schemas.openxmlformats.org/officeDocument/2006/relationships/tags" Target="../tags/tag749.xml"/><Relationship Id="rId36" Type="http://schemas.openxmlformats.org/officeDocument/2006/relationships/tags" Target="../tags/tag748.xml"/><Relationship Id="rId35" Type="http://schemas.openxmlformats.org/officeDocument/2006/relationships/tags" Target="../tags/tag747.xml"/><Relationship Id="rId34" Type="http://schemas.openxmlformats.org/officeDocument/2006/relationships/tags" Target="../tags/tag746.xml"/><Relationship Id="rId33" Type="http://schemas.openxmlformats.org/officeDocument/2006/relationships/tags" Target="../tags/tag745.xml"/><Relationship Id="rId32" Type="http://schemas.openxmlformats.org/officeDocument/2006/relationships/tags" Target="../tags/tag744.xml"/><Relationship Id="rId31" Type="http://schemas.openxmlformats.org/officeDocument/2006/relationships/tags" Target="../tags/tag743.xml"/><Relationship Id="rId30" Type="http://schemas.openxmlformats.org/officeDocument/2006/relationships/tags" Target="../tags/tag742.xml"/><Relationship Id="rId3" Type="http://schemas.openxmlformats.org/officeDocument/2006/relationships/tags" Target="../tags/tag720.xml"/><Relationship Id="rId29" Type="http://schemas.openxmlformats.org/officeDocument/2006/relationships/tags" Target="../tags/tag741.xml"/><Relationship Id="rId28" Type="http://schemas.openxmlformats.org/officeDocument/2006/relationships/tags" Target="../tags/tag740.xml"/><Relationship Id="rId27" Type="http://schemas.openxmlformats.org/officeDocument/2006/relationships/tags" Target="../tags/tag739.xml"/><Relationship Id="rId26" Type="http://schemas.openxmlformats.org/officeDocument/2006/relationships/tags" Target="../tags/tag738.xml"/><Relationship Id="rId25" Type="http://schemas.openxmlformats.org/officeDocument/2006/relationships/tags" Target="../tags/tag737.xml"/><Relationship Id="rId24" Type="http://schemas.openxmlformats.org/officeDocument/2006/relationships/tags" Target="../tags/tag736.xml"/><Relationship Id="rId23" Type="http://schemas.openxmlformats.org/officeDocument/2006/relationships/tags" Target="../tags/tag735.xml"/><Relationship Id="rId22" Type="http://schemas.openxmlformats.org/officeDocument/2006/relationships/tags" Target="../tags/tag734.xml"/><Relationship Id="rId21" Type="http://schemas.openxmlformats.org/officeDocument/2006/relationships/image" Target="../media/image54.png"/><Relationship Id="rId20" Type="http://schemas.openxmlformats.org/officeDocument/2006/relationships/tags" Target="../tags/tag733.xml"/><Relationship Id="rId2" Type="http://schemas.openxmlformats.org/officeDocument/2006/relationships/tags" Target="../tags/tag719.xml"/><Relationship Id="rId19" Type="http://schemas.openxmlformats.org/officeDocument/2006/relationships/tags" Target="../tags/tag732.xml"/><Relationship Id="rId18" Type="http://schemas.openxmlformats.org/officeDocument/2006/relationships/tags" Target="../tags/tag731.xml"/><Relationship Id="rId17" Type="http://schemas.openxmlformats.org/officeDocument/2006/relationships/image" Target="../media/image53.png"/><Relationship Id="rId16" Type="http://schemas.openxmlformats.org/officeDocument/2006/relationships/tags" Target="../tags/tag730.xml"/><Relationship Id="rId15" Type="http://schemas.openxmlformats.org/officeDocument/2006/relationships/tags" Target="../tags/tag729.xml"/><Relationship Id="rId14" Type="http://schemas.openxmlformats.org/officeDocument/2006/relationships/tags" Target="../tags/tag728.xml"/><Relationship Id="rId13" Type="http://schemas.openxmlformats.org/officeDocument/2006/relationships/tags" Target="../tags/tag727.xml"/><Relationship Id="rId12" Type="http://schemas.openxmlformats.org/officeDocument/2006/relationships/image" Target="../media/image52.png"/><Relationship Id="rId11" Type="http://schemas.openxmlformats.org/officeDocument/2006/relationships/tags" Target="../tags/tag726.xml"/><Relationship Id="rId10" Type="http://schemas.openxmlformats.org/officeDocument/2006/relationships/image" Target="../media/image51.png"/><Relationship Id="rId1" Type="http://schemas.openxmlformats.org/officeDocument/2006/relationships/tags" Target="../tags/tag718.xml"/></Relationships>
</file>

<file path=ppt/slides/_rels/slide41.xml.rels><?xml version="1.0" encoding="UTF-8" standalone="yes"?>
<Relationships xmlns="http://schemas.openxmlformats.org/package/2006/relationships"><Relationship Id="rId8" Type="http://schemas.openxmlformats.org/officeDocument/2006/relationships/slideLayout" Target="../slideLayouts/slideLayout16.xml"/><Relationship Id="rId7" Type="http://schemas.openxmlformats.org/officeDocument/2006/relationships/tags" Target="../tags/tag794.xml"/><Relationship Id="rId6" Type="http://schemas.openxmlformats.org/officeDocument/2006/relationships/tags" Target="../tags/tag793.xml"/><Relationship Id="rId5" Type="http://schemas.openxmlformats.org/officeDocument/2006/relationships/tags" Target="../tags/tag792.xml"/><Relationship Id="rId4" Type="http://schemas.openxmlformats.org/officeDocument/2006/relationships/image" Target="../media/image55.png"/><Relationship Id="rId3" Type="http://schemas.openxmlformats.org/officeDocument/2006/relationships/tags" Target="../tags/tag791.xml"/><Relationship Id="rId2" Type="http://schemas.openxmlformats.org/officeDocument/2006/relationships/tags" Target="../tags/tag790.xml"/><Relationship Id="rId1" Type="http://schemas.openxmlformats.org/officeDocument/2006/relationships/tags" Target="../tags/tag789.xml"/></Relationships>
</file>

<file path=ppt/slides/_rels/slide42.xml.rels><?xml version="1.0" encoding="UTF-8" standalone="yes"?>
<Relationships xmlns="http://schemas.openxmlformats.org/package/2006/relationships"><Relationship Id="rId5" Type="http://schemas.openxmlformats.org/officeDocument/2006/relationships/notesSlide" Target="../notesSlides/notesSlide17.xml"/><Relationship Id="rId4" Type="http://schemas.openxmlformats.org/officeDocument/2006/relationships/slideLayout" Target="../slideLayouts/slideLayout16.xml"/><Relationship Id="rId3" Type="http://schemas.openxmlformats.org/officeDocument/2006/relationships/tags" Target="../tags/tag797.xml"/><Relationship Id="rId2" Type="http://schemas.openxmlformats.org/officeDocument/2006/relationships/tags" Target="../tags/tag796.xml"/><Relationship Id="rId1" Type="http://schemas.openxmlformats.org/officeDocument/2006/relationships/tags" Target="../tags/tag795.xml"/></Relationships>
</file>

<file path=ppt/slides/_rels/slide43.xml.rels><?xml version="1.0" encoding="UTF-8" standalone="yes"?>
<Relationships xmlns="http://schemas.openxmlformats.org/package/2006/relationships"><Relationship Id="rId9" Type="http://schemas.openxmlformats.org/officeDocument/2006/relationships/tags" Target="../tags/tag804.xml"/><Relationship Id="rId8" Type="http://schemas.openxmlformats.org/officeDocument/2006/relationships/tags" Target="../tags/tag803.xml"/><Relationship Id="rId7" Type="http://schemas.openxmlformats.org/officeDocument/2006/relationships/tags" Target="../tags/tag802.xml"/><Relationship Id="rId6" Type="http://schemas.openxmlformats.org/officeDocument/2006/relationships/tags" Target="../tags/tag801.xml"/><Relationship Id="rId5" Type="http://schemas.openxmlformats.org/officeDocument/2006/relationships/image" Target="../media/image57.jpeg"/><Relationship Id="rId4" Type="http://schemas.openxmlformats.org/officeDocument/2006/relationships/image" Target="../media/image56.png"/><Relationship Id="rId3" Type="http://schemas.openxmlformats.org/officeDocument/2006/relationships/tags" Target="../tags/tag800.xml"/><Relationship Id="rId20" Type="http://schemas.openxmlformats.org/officeDocument/2006/relationships/slideLayout" Target="../slideLayouts/slideLayout16.xml"/><Relationship Id="rId2" Type="http://schemas.openxmlformats.org/officeDocument/2006/relationships/tags" Target="../tags/tag799.xml"/><Relationship Id="rId19" Type="http://schemas.openxmlformats.org/officeDocument/2006/relationships/tags" Target="../tags/tag809.xml"/><Relationship Id="rId18" Type="http://schemas.openxmlformats.org/officeDocument/2006/relationships/image" Target="../media/image23.png"/><Relationship Id="rId17" Type="http://schemas.openxmlformats.org/officeDocument/2006/relationships/tags" Target="../tags/tag808.xml"/><Relationship Id="rId16" Type="http://schemas.openxmlformats.org/officeDocument/2006/relationships/image" Target="../media/image61.jpeg"/><Relationship Id="rId15" Type="http://schemas.openxmlformats.org/officeDocument/2006/relationships/tags" Target="../tags/tag807.xml"/><Relationship Id="rId14" Type="http://schemas.openxmlformats.org/officeDocument/2006/relationships/image" Target="../media/image60.jpeg"/><Relationship Id="rId13" Type="http://schemas.openxmlformats.org/officeDocument/2006/relationships/tags" Target="../tags/tag806.xml"/><Relationship Id="rId12" Type="http://schemas.openxmlformats.org/officeDocument/2006/relationships/image" Target="../media/image59.png"/><Relationship Id="rId11" Type="http://schemas.openxmlformats.org/officeDocument/2006/relationships/tags" Target="../tags/tag805.xml"/><Relationship Id="rId10" Type="http://schemas.openxmlformats.org/officeDocument/2006/relationships/image" Target="../media/image58.jpeg"/><Relationship Id="rId1" Type="http://schemas.openxmlformats.org/officeDocument/2006/relationships/tags" Target="../tags/tag798.xml"/></Relationships>
</file>

<file path=ppt/slides/_rels/slide44.xml.rels><?xml version="1.0" encoding="UTF-8" standalone="yes"?>
<Relationships xmlns="http://schemas.openxmlformats.org/package/2006/relationships"><Relationship Id="rId9" Type="http://schemas.openxmlformats.org/officeDocument/2006/relationships/tags" Target="../tags/tag817.xml"/><Relationship Id="rId8" Type="http://schemas.openxmlformats.org/officeDocument/2006/relationships/tags" Target="../tags/tag816.xml"/><Relationship Id="rId7" Type="http://schemas.openxmlformats.org/officeDocument/2006/relationships/tags" Target="../tags/tag815.xml"/><Relationship Id="rId6" Type="http://schemas.openxmlformats.org/officeDocument/2006/relationships/tags" Target="../tags/tag814.xml"/><Relationship Id="rId5" Type="http://schemas.openxmlformats.org/officeDocument/2006/relationships/tags" Target="../tags/tag813.xml"/><Relationship Id="rId4" Type="http://schemas.openxmlformats.org/officeDocument/2006/relationships/tags" Target="../tags/tag812.xml"/><Relationship Id="rId3" Type="http://schemas.openxmlformats.org/officeDocument/2006/relationships/image" Target="../media/image62.png"/><Relationship Id="rId2" Type="http://schemas.openxmlformats.org/officeDocument/2006/relationships/tags" Target="../tags/tag811.xml"/><Relationship Id="rId13" Type="http://schemas.openxmlformats.org/officeDocument/2006/relationships/slideLayout" Target="../slideLayouts/slideLayout21.xml"/><Relationship Id="rId12" Type="http://schemas.openxmlformats.org/officeDocument/2006/relationships/tags" Target="../tags/tag820.xml"/><Relationship Id="rId11" Type="http://schemas.openxmlformats.org/officeDocument/2006/relationships/tags" Target="../tags/tag819.xml"/><Relationship Id="rId10" Type="http://schemas.openxmlformats.org/officeDocument/2006/relationships/tags" Target="../tags/tag818.xml"/><Relationship Id="rId1" Type="http://schemas.openxmlformats.org/officeDocument/2006/relationships/tags" Target="../tags/tag810.xml"/></Relationships>
</file>

<file path=ppt/slides/_rels/slide45.xml.rels><?xml version="1.0" encoding="UTF-8" standalone="yes"?>
<Relationships xmlns="http://schemas.openxmlformats.org/package/2006/relationships"><Relationship Id="rId9" Type="http://schemas.openxmlformats.org/officeDocument/2006/relationships/tags" Target="../tags/tag829.xml"/><Relationship Id="rId8" Type="http://schemas.openxmlformats.org/officeDocument/2006/relationships/tags" Target="../tags/tag828.xml"/><Relationship Id="rId7" Type="http://schemas.openxmlformats.org/officeDocument/2006/relationships/tags" Target="../tags/tag827.xml"/><Relationship Id="rId6" Type="http://schemas.openxmlformats.org/officeDocument/2006/relationships/tags" Target="../tags/tag826.xml"/><Relationship Id="rId5" Type="http://schemas.openxmlformats.org/officeDocument/2006/relationships/tags" Target="../tags/tag825.xml"/><Relationship Id="rId4" Type="http://schemas.openxmlformats.org/officeDocument/2006/relationships/tags" Target="../tags/tag824.xml"/><Relationship Id="rId36" Type="http://schemas.openxmlformats.org/officeDocument/2006/relationships/slideLayout" Target="../slideLayouts/slideLayout16.xml"/><Relationship Id="rId35" Type="http://schemas.openxmlformats.org/officeDocument/2006/relationships/tags" Target="../tags/tag853.xml"/><Relationship Id="rId34" Type="http://schemas.openxmlformats.org/officeDocument/2006/relationships/tags" Target="../tags/tag852.xml"/><Relationship Id="rId33" Type="http://schemas.openxmlformats.org/officeDocument/2006/relationships/tags" Target="../tags/tag851.xml"/><Relationship Id="rId32" Type="http://schemas.openxmlformats.org/officeDocument/2006/relationships/tags" Target="../tags/tag850.xml"/><Relationship Id="rId31" Type="http://schemas.openxmlformats.org/officeDocument/2006/relationships/image" Target="../media/image64.png"/><Relationship Id="rId30" Type="http://schemas.openxmlformats.org/officeDocument/2006/relationships/tags" Target="../tags/tag849.xml"/><Relationship Id="rId3" Type="http://schemas.openxmlformats.org/officeDocument/2006/relationships/tags" Target="../tags/tag823.xml"/><Relationship Id="rId29" Type="http://schemas.openxmlformats.org/officeDocument/2006/relationships/tags" Target="../tags/tag848.xml"/><Relationship Id="rId28" Type="http://schemas.openxmlformats.org/officeDocument/2006/relationships/tags" Target="../tags/tag847.xml"/><Relationship Id="rId27" Type="http://schemas.openxmlformats.org/officeDocument/2006/relationships/tags" Target="../tags/tag846.xml"/><Relationship Id="rId26" Type="http://schemas.openxmlformats.org/officeDocument/2006/relationships/tags" Target="../tags/tag845.xml"/><Relationship Id="rId25" Type="http://schemas.openxmlformats.org/officeDocument/2006/relationships/tags" Target="../tags/tag844.xml"/><Relationship Id="rId24" Type="http://schemas.openxmlformats.org/officeDocument/2006/relationships/tags" Target="../tags/tag843.xml"/><Relationship Id="rId23" Type="http://schemas.openxmlformats.org/officeDocument/2006/relationships/tags" Target="../tags/tag842.xml"/><Relationship Id="rId22" Type="http://schemas.openxmlformats.org/officeDocument/2006/relationships/tags" Target="../tags/tag841.xml"/><Relationship Id="rId21" Type="http://schemas.openxmlformats.org/officeDocument/2006/relationships/tags" Target="../tags/tag840.xml"/><Relationship Id="rId20" Type="http://schemas.openxmlformats.org/officeDocument/2006/relationships/tags" Target="../tags/tag839.xml"/><Relationship Id="rId2" Type="http://schemas.openxmlformats.org/officeDocument/2006/relationships/tags" Target="../tags/tag822.xml"/><Relationship Id="rId19" Type="http://schemas.openxmlformats.org/officeDocument/2006/relationships/tags" Target="../tags/tag838.xml"/><Relationship Id="rId18" Type="http://schemas.openxmlformats.org/officeDocument/2006/relationships/image" Target="../media/image63.png"/><Relationship Id="rId17" Type="http://schemas.openxmlformats.org/officeDocument/2006/relationships/tags" Target="../tags/tag837.xml"/><Relationship Id="rId16" Type="http://schemas.openxmlformats.org/officeDocument/2006/relationships/tags" Target="../tags/tag836.xml"/><Relationship Id="rId15" Type="http://schemas.openxmlformats.org/officeDocument/2006/relationships/tags" Target="../tags/tag835.xml"/><Relationship Id="rId14" Type="http://schemas.openxmlformats.org/officeDocument/2006/relationships/tags" Target="../tags/tag834.xml"/><Relationship Id="rId13" Type="http://schemas.openxmlformats.org/officeDocument/2006/relationships/tags" Target="../tags/tag833.xml"/><Relationship Id="rId12" Type="http://schemas.openxmlformats.org/officeDocument/2006/relationships/tags" Target="../tags/tag832.xml"/><Relationship Id="rId11" Type="http://schemas.openxmlformats.org/officeDocument/2006/relationships/tags" Target="../tags/tag831.xml"/><Relationship Id="rId10" Type="http://schemas.openxmlformats.org/officeDocument/2006/relationships/tags" Target="../tags/tag830.xml"/><Relationship Id="rId1" Type="http://schemas.openxmlformats.org/officeDocument/2006/relationships/tags" Target="../tags/tag821.xml"/></Relationships>
</file>

<file path=ppt/slides/_rels/slide46.xml.rels><?xml version="1.0" encoding="UTF-8" standalone="yes"?>
<Relationships xmlns="http://schemas.openxmlformats.org/package/2006/relationships"><Relationship Id="rId9" Type="http://schemas.openxmlformats.org/officeDocument/2006/relationships/tags" Target="../tags/tag862.xml"/><Relationship Id="rId8" Type="http://schemas.openxmlformats.org/officeDocument/2006/relationships/tags" Target="../tags/tag861.xml"/><Relationship Id="rId7" Type="http://schemas.openxmlformats.org/officeDocument/2006/relationships/tags" Target="../tags/tag860.xml"/><Relationship Id="rId6" Type="http://schemas.openxmlformats.org/officeDocument/2006/relationships/tags" Target="../tags/tag859.xml"/><Relationship Id="rId5" Type="http://schemas.openxmlformats.org/officeDocument/2006/relationships/tags" Target="../tags/tag858.xml"/><Relationship Id="rId4" Type="http://schemas.openxmlformats.org/officeDocument/2006/relationships/tags" Target="../tags/tag857.xml"/><Relationship Id="rId3" Type="http://schemas.openxmlformats.org/officeDocument/2006/relationships/tags" Target="../tags/tag856.xml"/><Relationship Id="rId2" Type="http://schemas.openxmlformats.org/officeDocument/2006/relationships/tags" Target="../tags/tag855.xml"/><Relationship Id="rId15" Type="http://schemas.openxmlformats.org/officeDocument/2006/relationships/slideLayout" Target="../slideLayouts/slideLayout21.xml"/><Relationship Id="rId14" Type="http://schemas.openxmlformats.org/officeDocument/2006/relationships/tags" Target="../tags/tag867.xml"/><Relationship Id="rId13" Type="http://schemas.openxmlformats.org/officeDocument/2006/relationships/tags" Target="../tags/tag866.xml"/><Relationship Id="rId12" Type="http://schemas.openxmlformats.org/officeDocument/2006/relationships/tags" Target="../tags/tag865.xml"/><Relationship Id="rId11" Type="http://schemas.openxmlformats.org/officeDocument/2006/relationships/tags" Target="../tags/tag864.xml"/><Relationship Id="rId10" Type="http://schemas.openxmlformats.org/officeDocument/2006/relationships/tags" Target="../tags/tag863.xml"/><Relationship Id="rId1" Type="http://schemas.openxmlformats.org/officeDocument/2006/relationships/tags" Target="../tags/tag854.xml"/></Relationships>
</file>

<file path=ppt/slides/_rels/slide47.xml.rels><?xml version="1.0" encoding="UTF-8" standalone="yes"?>
<Relationships xmlns="http://schemas.openxmlformats.org/package/2006/relationships"><Relationship Id="rId3" Type="http://schemas.openxmlformats.org/officeDocument/2006/relationships/slideLayout" Target="../slideLayouts/slideLayout25.xml"/><Relationship Id="rId2" Type="http://schemas.openxmlformats.org/officeDocument/2006/relationships/tags" Target="../tags/tag869.xml"/><Relationship Id="rId1" Type="http://schemas.openxmlformats.org/officeDocument/2006/relationships/tags" Target="../tags/tag86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2"/>
          <p:cNvSpPr>
            <a:spLocks noGrp="1"/>
          </p:cNvSpPr>
          <p:nvPr>
            <p:ph type="body" idx="1"/>
            <p:custDataLst>
              <p:tags r:id="rId1"/>
            </p:custDataLst>
          </p:nvPr>
        </p:nvSpPr>
        <p:spPr/>
        <p:txBody>
          <a:bodyPr>
            <a:noAutofit/>
          </a:bodyPr>
          <a:p>
            <a:pPr marL="0" indent="0" algn="ctr">
              <a:lnSpc>
                <a:spcPct val="100000"/>
              </a:lnSpc>
              <a:spcBef>
                <a:spcPts val="0"/>
              </a:spcBef>
              <a:spcAft>
                <a:spcPts val="0"/>
              </a:spcAft>
              <a:buSzPct val="100000"/>
            </a:pPr>
            <a:r>
              <a:rPr sz="3200">
                <a:sym typeface="+mn-ea"/>
              </a:rPr>
              <a:t>数据治理与管理体系概述</a:t>
            </a:r>
            <a:endParaRPr altLang="en-US" sz="3200">
              <a:sym typeface="+mn-ea"/>
            </a:endParaRPr>
          </a:p>
        </p:txBody>
      </p:sp>
      <p:sp>
        <p:nvSpPr>
          <p:cNvPr id="6" name="Title 1"/>
          <p:cNvSpPr>
            <a:spLocks noGrp="1"/>
          </p:cNvSpPr>
          <p:nvPr>
            <p:ph type="ctrTitle"/>
            <p:custDataLst>
              <p:tags r:id="rId2"/>
            </p:custDataLst>
          </p:nvPr>
        </p:nvSpPr>
        <p:spPr/>
        <p:txBody>
          <a:bodyPr>
            <a:normAutofit/>
          </a:bodyPr>
          <a:p>
            <a:pPr marL="0" indent="0" algn="ctr">
              <a:lnSpc>
                <a:spcPct val="100000"/>
              </a:lnSpc>
              <a:spcBef>
                <a:spcPts val="0"/>
              </a:spcBef>
              <a:spcAft>
                <a:spcPts val="0"/>
              </a:spcAft>
              <a:buSzPct val="100000"/>
            </a:pPr>
            <a:r>
              <a:rPr altLang="en-US" sz="3555"/>
              <a:t>企业数据管理理论与实践培训</a:t>
            </a:r>
            <a:endParaRPr altLang="en-US" sz="3555"/>
          </a:p>
        </p:txBody>
      </p:sp>
    </p:spTree>
    <p:custDataLst>
      <p:tags r:id="rId3"/>
    </p:custData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3"/>
          <p:cNvSpPr>
            <a:spLocks noGrp="1"/>
          </p:cNvSpPr>
          <p:nvPr>
            <p:custDataLst>
              <p:tags r:id="rId1"/>
            </p:custDataLst>
          </p:nvPr>
        </p:nvSpPr>
        <p:spPr>
          <a:xfrm>
            <a:off x="10134600" y="6607175"/>
            <a:ext cx="533400" cy="244475"/>
          </a:xfrm>
          <a:prstGeom prst="rect">
            <a:avLst/>
          </a:prstGeom>
        </p:spPr>
        <p:txBody>
          <a:bodyPr vert="horz" lIns="91440" tIns="45720" rIns="91440" bIns="45720" rtlCol="0" anchor="ctr"/>
          <a:lstStyle>
            <a:defPPr>
              <a:defRPr lang="zh-CN"/>
            </a:defPPr>
            <a:lvl1pPr marL="0" algn="l" defTabSz="914400" rtl="0" eaLnBrk="1" latinLnBrk="0" hangingPunct="1">
              <a:defRPr lang="en-US" altLang="zh-CN" sz="1000" kern="1200" baseline="0" smtClean="0">
                <a:solidFill>
                  <a:srgbClr val="666666"/>
                </a:solidFill>
                <a:latin typeface="微软雅黑" panose="020B0503020204020204" pitchFamily="34" charset="-122"/>
                <a:ea typeface="微软雅黑" panose="020B0503020204020204" pitchFamily="34" charset="-122"/>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5D86DFE6-83D9-4FE3-A95C-808B4CBE7F92}" type="slidenum">
              <a:rPr lang="en-US" altLang="zh-CN" smtClean="0">
                <a:solidFill>
                  <a:schemeClr val="tx1"/>
                </a:solidFill>
              </a:rPr>
            </a:fld>
            <a:endParaRPr lang="en-US" altLang="zh-CN" smtClean="0">
              <a:solidFill>
                <a:schemeClr val="tx1"/>
              </a:solidFill>
            </a:endParaRPr>
          </a:p>
        </p:txBody>
      </p:sp>
      <p:pic>
        <p:nvPicPr>
          <p:cNvPr id="1026" name="Picture 2"/>
          <p:cNvPicPr>
            <a:picLocks noChangeAspect="1" noChangeArrowheads="1"/>
          </p:cNvPicPr>
          <p:nvPr>
            <p:custDataLst>
              <p:tags r:id="rId2"/>
            </p:custDataLst>
          </p:nvPr>
        </p:nvPicPr>
        <p:blipFill>
          <a:blip r:embed="rId3">
            <a:extLst>
              <a:ext uri="{28A0092B-C50C-407E-A947-70E740481C1C}">
                <a14:useLocalDpi xmlns:a14="http://schemas.microsoft.com/office/drawing/2010/main" val="0"/>
              </a:ext>
            </a:extLst>
          </a:blip>
          <a:srcRect/>
          <a:stretch>
            <a:fillRect/>
          </a:stretch>
        </p:blipFill>
        <p:spPr bwMode="auto">
          <a:xfrm>
            <a:off x="2261681" y="1196752"/>
            <a:ext cx="7934325" cy="5295900"/>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圆柱形 2"/>
          <p:cNvSpPr/>
          <p:nvPr>
            <p:custDataLst>
              <p:tags r:id="rId4"/>
            </p:custDataLst>
          </p:nvPr>
        </p:nvSpPr>
        <p:spPr bwMode="auto">
          <a:xfrm>
            <a:off x="6456040" y="1772816"/>
            <a:ext cx="3168352" cy="3960440"/>
          </a:xfrm>
          <a:prstGeom prst="can">
            <a:avLst>
              <a:gd name="adj" fmla="val 14418"/>
            </a:avLst>
          </a:prstGeom>
          <a:solidFill>
            <a:schemeClr val="accent3">
              <a:alpha val="3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0" lang="zh-CN" altLang="en-US" sz="3200" b="1"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endParaRPr>
          </a:p>
        </p:txBody>
      </p:sp>
      <p:sp>
        <p:nvSpPr>
          <p:cNvPr id="11" name="矩形 10"/>
          <p:cNvSpPr/>
          <p:nvPr>
            <p:custDataLst>
              <p:tags r:id="rId5"/>
            </p:custDataLst>
          </p:nvPr>
        </p:nvSpPr>
        <p:spPr>
          <a:xfrm>
            <a:off x="7706253" y="3132241"/>
            <a:ext cx="2515830" cy="706755"/>
          </a:xfrm>
          <a:prstGeom prst="rect">
            <a:avLst/>
          </a:prstGeom>
        </p:spPr>
        <p:txBody>
          <a:bodyPr wrap="square" anchor="ctr">
            <a:spAutoFit/>
          </a:bodyPr>
          <a:lstStyle/>
          <a:p>
            <a:r>
              <a:rPr lang="zh-CN" altLang="en-US" sz="2000" b="1" dirty="0">
                <a:solidFill>
                  <a:schemeClr val="tx1"/>
                </a:solidFill>
              </a:rPr>
              <a:t>数据重复定义</a:t>
            </a:r>
            <a:endParaRPr lang="en-US" altLang="zh-CN" sz="2000" b="1" dirty="0">
              <a:solidFill>
                <a:schemeClr val="tx1"/>
              </a:solidFill>
            </a:endParaRPr>
          </a:p>
          <a:p>
            <a:r>
              <a:rPr lang="zh-CN" altLang="en-US" sz="2000" b="1" dirty="0">
                <a:solidFill>
                  <a:schemeClr val="tx1"/>
                </a:solidFill>
              </a:rPr>
              <a:t>数据路径不清</a:t>
            </a:r>
            <a:endParaRPr lang="zh-CN" altLang="en-US" sz="2000" b="1" dirty="0">
              <a:solidFill>
                <a:schemeClr val="tx1"/>
              </a:solidFill>
            </a:endParaRPr>
          </a:p>
        </p:txBody>
      </p:sp>
      <p:sp>
        <p:nvSpPr>
          <p:cNvPr id="12" name="左箭头 11"/>
          <p:cNvSpPr/>
          <p:nvPr>
            <p:custDataLst>
              <p:tags r:id="rId6"/>
            </p:custDataLst>
          </p:nvPr>
        </p:nvSpPr>
        <p:spPr bwMode="auto">
          <a:xfrm>
            <a:off x="7104112" y="3304409"/>
            <a:ext cx="576064" cy="200636"/>
          </a:xfrm>
          <a:prstGeom prst="leftArrow">
            <a:avLst/>
          </a:prstGeom>
          <a:solidFill>
            <a:schemeClr val="accent2"/>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indent="0" algn="r"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a:ln>
                <a:noFill/>
              </a:ln>
              <a:solidFill>
                <a:schemeClr val="tx1"/>
              </a:solidFill>
              <a:effectLst/>
              <a:latin typeface="Arial" panose="020B0604020202020204" pitchFamily="34" charset="0"/>
            </a:endParaRPr>
          </a:p>
        </p:txBody>
      </p:sp>
      <p:sp>
        <p:nvSpPr>
          <p:cNvPr id="13" name="左箭头 12"/>
          <p:cNvSpPr/>
          <p:nvPr>
            <p:custDataLst>
              <p:tags r:id="rId7"/>
            </p:custDataLst>
          </p:nvPr>
        </p:nvSpPr>
        <p:spPr bwMode="auto">
          <a:xfrm rot="18791291">
            <a:off x="7218395" y="3994685"/>
            <a:ext cx="777275" cy="188870"/>
          </a:xfrm>
          <a:prstGeom prst="leftArrow">
            <a:avLst/>
          </a:prstGeom>
          <a:solidFill>
            <a:schemeClr val="accent2"/>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indent="0" algn="r"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a:ln>
                <a:noFill/>
              </a:ln>
              <a:solidFill>
                <a:schemeClr val="tx1"/>
              </a:solidFill>
              <a:effectLst/>
              <a:latin typeface="Arial" panose="020B0604020202020204" pitchFamily="34" charset="0"/>
            </a:endParaRPr>
          </a:p>
        </p:txBody>
      </p:sp>
      <p:sp>
        <p:nvSpPr>
          <p:cNvPr id="14" name="矩形 13"/>
          <p:cNvSpPr/>
          <p:nvPr>
            <p:custDataLst>
              <p:tags r:id="rId8"/>
            </p:custDataLst>
          </p:nvPr>
        </p:nvSpPr>
        <p:spPr>
          <a:xfrm>
            <a:off x="6636376" y="1988840"/>
            <a:ext cx="2844000" cy="768350"/>
          </a:xfrm>
          <a:prstGeom prst="rect">
            <a:avLst/>
          </a:prstGeom>
          <a:gradFill>
            <a:gsLst>
              <a:gs pos="0">
                <a:schemeClr val="accent1">
                  <a:hueOff val="-2520000"/>
                </a:schemeClr>
              </a:gs>
              <a:gs pos="100000">
                <a:schemeClr val="accent1"/>
              </a:gs>
            </a:gsLst>
          </a:gradFill>
          <a:ln>
            <a:solidFill>
              <a:schemeClr val="accent1"/>
            </a:solidFill>
          </a:ln>
        </p:spPr>
        <p:style>
          <a:lnRef idx="1">
            <a:schemeClr val="accent5"/>
          </a:lnRef>
          <a:fillRef idx="3">
            <a:schemeClr val="accent5"/>
          </a:fillRef>
          <a:effectRef idx="2">
            <a:schemeClr val="accent5"/>
          </a:effectRef>
          <a:fontRef idx="minor">
            <a:schemeClr val="lt1"/>
          </a:fontRef>
        </p:style>
        <p:txBody>
          <a:bodyPr wrap="square">
            <a:spAutoFit/>
          </a:bodyPr>
          <a:lstStyle/>
          <a:p>
            <a:pPr algn="ctr" fontAlgn="base">
              <a:spcBef>
                <a:spcPct val="0"/>
              </a:spcBef>
              <a:spcAft>
                <a:spcPct val="0"/>
              </a:spcAft>
            </a:pPr>
            <a:r>
              <a:rPr lang="zh-CN" altLang="en-US" sz="2800" b="1" dirty="0">
                <a:solidFill>
                  <a:schemeClr val="tx1"/>
                </a:solidFill>
              </a:rPr>
              <a:t>大数据平台</a:t>
            </a:r>
            <a:endParaRPr lang="en-US" altLang="zh-CN" sz="2800" b="1" dirty="0">
              <a:solidFill>
                <a:schemeClr val="tx1"/>
              </a:solidFill>
            </a:endParaRPr>
          </a:p>
          <a:p>
            <a:pPr algn="ctr" fontAlgn="base">
              <a:spcBef>
                <a:spcPct val="0"/>
              </a:spcBef>
              <a:spcAft>
                <a:spcPct val="0"/>
              </a:spcAft>
            </a:pPr>
            <a:r>
              <a:rPr lang="zh-CN" altLang="en-US" sz="1600" b="1" dirty="0">
                <a:solidFill>
                  <a:schemeClr val="tx1"/>
                </a:solidFill>
              </a:rPr>
              <a:t>建设，接数，大干快上</a:t>
            </a:r>
            <a:endParaRPr lang="zh-CN" altLang="en-US" sz="1600" b="1" dirty="0">
              <a:solidFill>
                <a:schemeClr val="tx1"/>
              </a:solidFill>
            </a:endParaRPr>
          </a:p>
        </p:txBody>
      </p:sp>
      <p:sp>
        <p:nvSpPr>
          <p:cNvPr id="18" name="标题 17"/>
          <p:cNvSpPr>
            <a:spLocks noGrp="1"/>
          </p:cNvSpPr>
          <p:nvPr>
            <p:ph type="title"/>
            <p:custDataLst>
              <p:tags r:id="rId9"/>
            </p:custDataLst>
          </p:nvPr>
        </p:nvSpPr>
        <p:spPr/>
        <p:txBody>
          <a:bodyPr vert="horz" lIns="91440" tIns="45720" rIns="91440" bIns="45720" rtlCol="0" anchor="ctr">
            <a:normAutofit/>
          </a:bodyPr>
          <a:p>
            <a:pPr lvl="0" algn="l">
              <a:buClrTx/>
              <a:buSzTx/>
              <a:buFontTx/>
            </a:pPr>
            <a:r>
              <a:rPr lang="zh-CN" altLang="en-US" smtClean="0">
                <a:sym typeface="+mn-ea"/>
              </a:rPr>
              <a:t>热身话题：找路</a:t>
            </a:r>
            <a:r>
              <a:rPr lang="zh-CN" altLang="en-US" smtClean="0">
                <a:sym typeface="+mn-ea"/>
              </a:rPr>
              <a:t> vs </a:t>
            </a:r>
            <a:r>
              <a:rPr lang="zh-CN" altLang="en-US" smtClean="0">
                <a:sym typeface="+mn-ea"/>
              </a:rPr>
              <a:t>找数</a:t>
            </a:r>
            <a:endParaRPr lang="zh-CN" altLang="en-US" smtClean="0">
              <a:sym typeface="+mn-ea"/>
            </a:endParaRPr>
          </a:p>
        </p:txBody>
      </p:sp>
    </p:spTree>
    <p:custDataLst>
      <p:tags r:id="rId10"/>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5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500"/>
                                        <p:tgtEl>
                                          <p:spTgt spid="11"/>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2"/>
                                        </p:tgtEl>
                                        <p:attrNameLst>
                                          <p:attrName>style.visibility</p:attrName>
                                        </p:attrNameLst>
                                      </p:cBhvr>
                                      <p:to>
                                        <p:strVal val="visible"/>
                                      </p:to>
                                    </p:set>
                                    <p:animEffect transition="in" filter="fade">
                                      <p:cBhvr>
                                        <p:cTn id="20" dur="500"/>
                                        <p:tgtEl>
                                          <p:spTgt spid="12"/>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fade">
                                      <p:cBhvr>
                                        <p:cTn id="23"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P spid="11" grpId="0"/>
      <p:bldP spid="12" grpId="0" bldLvl="0" animBg="1"/>
      <p:bldP spid="13" grpId="0" bldLvl="0" animBg="1"/>
      <p:bldP spid="14" grpId="0" bldLvl="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圆角矩形 5"/>
          <p:cNvSpPr/>
          <p:nvPr>
            <p:custDataLst>
              <p:tags r:id="rId1"/>
            </p:custDataLst>
          </p:nvPr>
        </p:nvSpPr>
        <p:spPr bwMode="auto">
          <a:xfrm>
            <a:off x="1991360" y="1553845"/>
            <a:ext cx="8214995" cy="1254760"/>
          </a:xfrm>
          <a:prstGeom prst="roundRect">
            <a:avLst>
              <a:gd name="adj" fmla="val 10254"/>
            </a:avLst>
          </a:prstGeom>
          <a:solidFill>
            <a:schemeClr val="bg2">
              <a:lumMod val="50000"/>
            </a:schemeClr>
          </a:solidFill>
          <a:ln>
            <a:solidFill>
              <a:schemeClr val="accent1"/>
            </a:solidFill>
            <a:headEnd type="none" w="med" len="med"/>
            <a:tailEnd type="none" w="med" len="med"/>
          </a:ln>
        </p:spPr>
        <p:style>
          <a:lnRef idx="1">
            <a:schemeClr val="accent5"/>
          </a:lnRef>
          <a:fillRef idx="2">
            <a:schemeClr val="accent5"/>
          </a:fillRef>
          <a:effectRef idx="1">
            <a:schemeClr val="accent5"/>
          </a:effectRef>
          <a:fontRef idx="minor">
            <a:schemeClr val="dk1"/>
          </a:fontRef>
        </p:style>
        <p:txBody>
          <a:bodyPr vert="horz" wrap="square" lIns="91440" tIns="45720" rIns="91440" bIns="45720" numCol="1" rtlCol="0" anchor="t" anchorCtr="0" compatLnSpc="1"/>
          <a:lstStyle/>
          <a:p>
            <a:pPr marL="0" marR="0" indent="0" algn="r" defTabSz="914400" rtl="0" eaLnBrk="1" fontAlgn="base" latinLnBrk="0" hangingPunct="1">
              <a:lnSpc>
                <a:spcPct val="100000"/>
              </a:lnSpc>
              <a:spcBef>
                <a:spcPct val="0"/>
              </a:spcBef>
              <a:spcAft>
                <a:spcPct val="0"/>
              </a:spcAft>
              <a:buClrTx/>
              <a:buSzTx/>
              <a:buFontTx/>
              <a:buNone/>
            </a:pPr>
            <a:endParaRPr kumimoji="0" lang="zh-CN" altLang="en-US" sz="2000" b="1" i="0" u="none" strike="noStrike" cap="none" normalizeH="0" baseline="0">
              <a:ln>
                <a:noFill/>
              </a:ln>
              <a:solidFill>
                <a:schemeClr val="bg1"/>
              </a:solidFill>
              <a:effectLst/>
              <a:latin typeface="微软雅黑" panose="020B0503020204020204" pitchFamily="34" charset="-122"/>
              <a:ea typeface="微软雅黑" panose="020B0503020204020204" pitchFamily="34" charset="-122"/>
            </a:endParaRPr>
          </a:p>
        </p:txBody>
      </p:sp>
      <p:sp>
        <p:nvSpPr>
          <p:cNvPr id="8" name="内容占位符 2"/>
          <p:cNvSpPr>
            <a:spLocks noGrp="1"/>
          </p:cNvSpPr>
          <p:nvPr>
            <p:custDataLst>
              <p:tags r:id="rId2"/>
            </p:custDataLst>
          </p:nvPr>
        </p:nvSpPr>
        <p:spPr>
          <a:xfrm>
            <a:off x="1900555" y="1617345"/>
            <a:ext cx="8382000" cy="4904105"/>
          </a:xfrm>
          <a:prstGeom prst="rect">
            <a:avLst/>
          </a:prstGeom>
          <a:noFill/>
          <a:ln>
            <a:noFill/>
          </a:ln>
        </p:spPr>
        <p:txBody>
          <a:bodyPr vert="horz" wrap="square" lIns="91440" tIns="45720" rIns="91440" bIns="45720" numCol="1" anchor="t" anchorCtr="0" compatLnSpc="1">
            <a:normAutofit/>
          </a:bodyPr>
          <a:lstStyle>
            <a:lvl1pPr marL="342900" indent="-342900" algn="l" rtl="0" eaLnBrk="1" fontAlgn="base" hangingPunct="1">
              <a:spcBef>
                <a:spcPct val="20000"/>
              </a:spcBef>
              <a:spcAft>
                <a:spcPct val="0"/>
              </a:spcAft>
              <a:buClr>
                <a:schemeClr val="tx1"/>
              </a:buClr>
              <a:buFont typeface="Wingdings" panose="05000000000000000000" pitchFamily="2" charset="2"/>
              <a:buChar char="v"/>
              <a:defRPr sz="2000" b="1">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defRPr>
            </a:lvl1pPr>
            <a:lvl2pPr marL="742950" indent="-285750" algn="l" rtl="0" eaLnBrk="1" fontAlgn="base" hangingPunct="1">
              <a:spcBef>
                <a:spcPct val="20000"/>
              </a:spcBef>
              <a:spcAft>
                <a:spcPct val="0"/>
              </a:spcAft>
              <a:buFont typeface="Wingdings" panose="05000000000000000000" pitchFamily="2" charset="2"/>
              <a:buChar char="§"/>
              <a:defRPr sz="2000">
                <a:solidFill>
                  <a:schemeClr val="bg1">
                    <a:lumMod val="50000"/>
                  </a:schemeClr>
                </a:solidFill>
                <a:latin typeface="微软雅黑" panose="020B0503020204020204" pitchFamily="34" charset="-122"/>
                <a:ea typeface="微软雅黑" panose="020B0503020204020204" pitchFamily="34" charset="-122"/>
              </a:defRPr>
            </a:lvl2pPr>
            <a:lvl3pPr marL="1143000" indent="-228600" algn="l" rtl="0" eaLnBrk="1" fontAlgn="base" hangingPunct="1">
              <a:spcBef>
                <a:spcPct val="20000"/>
              </a:spcBef>
              <a:spcAft>
                <a:spcPct val="0"/>
              </a:spcAft>
              <a:buChar char="•"/>
              <a:defRPr sz="1800">
                <a:solidFill>
                  <a:schemeClr val="bg1">
                    <a:lumMod val="50000"/>
                  </a:schemeClr>
                </a:solidFill>
                <a:latin typeface="微软雅黑" panose="020B0503020204020204" pitchFamily="34" charset="-122"/>
                <a:ea typeface="微软雅黑" panose="020B0503020204020204" pitchFamily="34" charset="-122"/>
              </a:defRPr>
            </a:lvl3pPr>
            <a:lvl4pPr marL="1600200" indent="-228600" algn="l" rtl="0" eaLnBrk="1" fontAlgn="base" hangingPunct="1">
              <a:spcBef>
                <a:spcPct val="20000"/>
              </a:spcBef>
              <a:spcAft>
                <a:spcPct val="0"/>
              </a:spcAft>
              <a:buChar char="–"/>
              <a:defRPr sz="1600">
                <a:solidFill>
                  <a:schemeClr val="bg1">
                    <a:lumMod val="50000"/>
                  </a:schemeClr>
                </a:solidFill>
                <a:latin typeface="微软雅黑" panose="020B0503020204020204" pitchFamily="34" charset="-122"/>
                <a:ea typeface="微软雅黑" panose="020B0503020204020204" pitchFamily="34" charset="-122"/>
              </a:defRPr>
            </a:lvl4pPr>
            <a:lvl5pPr marL="2057400" indent="-228600" algn="l" rtl="0" eaLnBrk="1" fontAlgn="base" hangingPunct="1">
              <a:spcBef>
                <a:spcPct val="20000"/>
              </a:spcBef>
              <a:spcAft>
                <a:spcPct val="0"/>
              </a:spcAft>
              <a:buChar char="»"/>
              <a:defRPr sz="1600">
                <a:solidFill>
                  <a:schemeClr val="bg1">
                    <a:lumMod val="50000"/>
                  </a:schemeClr>
                </a:solidFill>
                <a:latin typeface="微软雅黑" panose="020B0503020204020204" pitchFamily="34" charset="-122"/>
                <a:ea typeface="微软雅黑" panose="020B0503020204020204" pitchFamily="34" charset="-122"/>
              </a:defRPr>
            </a:lvl5pPr>
            <a:lvl6pPr marL="2514600" indent="-228600" algn="l" rtl="0" eaLnBrk="1" fontAlgn="base" hangingPunct="1">
              <a:spcBef>
                <a:spcPct val="20000"/>
              </a:spcBef>
              <a:spcAft>
                <a:spcPct val="0"/>
              </a:spcAft>
              <a:buChar char="»"/>
              <a:defRPr sz="2000">
                <a:solidFill>
                  <a:schemeClr val="tx1"/>
                </a:solidFill>
                <a:latin typeface="Arial" panose="020B0604020202020204" pitchFamily="34" charset="0"/>
              </a:defRPr>
            </a:lvl6pPr>
            <a:lvl7pPr marL="2971800" indent="-228600" algn="l" rtl="0" eaLnBrk="1" fontAlgn="base" hangingPunct="1">
              <a:spcBef>
                <a:spcPct val="20000"/>
              </a:spcBef>
              <a:spcAft>
                <a:spcPct val="0"/>
              </a:spcAft>
              <a:buChar char="»"/>
              <a:defRPr sz="2000">
                <a:solidFill>
                  <a:schemeClr val="tx1"/>
                </a:solidFill>
                <a:latin typeface="Arial" panose="020B0604020202020204" pitchFamily="34" charset="0"/>
              </a:defRPr>
            </a:lvl7pPr>
            <a:lvl8pPr marL="3429000" indent="-228600" algn="l" rtl="0" eaLnBrk="1" fontAlgn="base" hangingPunct="1">
              <a:spcBef>
                <a:spcPct val="20000"/>
              </a:spcBef>
              <a:spcAft>
                <a:spcPct val="0"/>
              </a:spcAft>
              <a:buChar char="»"/>
              <a:defRPr sz="2000">
                <a:solidFill>
                  <a:schemeClr val="tx1"/>
                </a:solidFill>
                <a:latin typeface="Arial" panose="020B0604020202020204" pitchFamily="34" charset="0"/>
              </a:defRPr>
            </a:lvl8pPr>
            <a:lvl9pPr marL="3886200" indent="-228600" algn="l" rtl="0" eaLnBrk="1" fontAlgn="base" hangingPunct="1">
              <a:spcBef>
                <a:spcPct val="20000"/>
              </a:spcBef>
              <a:spcAft>
                <a:spcPct val="0"/>
              </a:spcAft>
              <a:buChar char="»"/>
              <a:defRPr sz="2000">
                <a:solidFill>
                  <a:schemeClr val="tx1"/>
                </a:solidFill>
                <a:latin typeface="Arial" panose="020B0604020202020204" pitchFamily="34" charset="0"/>
              </a:defRPr>
            </a:lvl9pPr>
          </a:lstStyle>
          <a:p>
            <a:r>
              <a:rPr lang="zh-CN" altLang="en-US" b="1" dirty="0">
                <a:solidFill>
                  <a:schemeClr val="bg1"/>
                </a:solidFill>
              </a:rPr>
              <a:t>什么是大数据？</a:t>
            </a:r>
            <a:endParaRPr lang="en-US" altLang="zh-CN" b="1" dirty="0">
              <a:solidFill>
                <a:schemeClr val="bg1"/>
              </a:solidFill>
            </a:endParaRPr>
          </a:p>
          <a:p>
            <a:pPr lvl="1"/>
            <a:r>
              <a:rPr lang="zh-CN" altLang="en-US" b="1" dirty="0">
                <a:solidFill>
                  <a:schemeClr val="bg1"/>
                </a:solidFill>
              </a:rPr>
              <a:t>概念</a:t>
            </a:r>
            <a:endParaRPr lang="en-US" altLang="zh-CN" b="1" dirty="0">
              <a:solidFill>
                <a:schemeClr val="bg1"/>
              </a:solidFill>
            </a:endParaRPr>
          </a:p>
          <a:p>
            <a:pPr lvl="1"/>
            <a:r>
              <a:rPr lang="zh-CN" altLang="en-US" b="1" dirty="0">
                <a:solidFill>
                  <a:schemeClr val="bg1"/>
                </a:solidFill>
              </a:rPr>
              <a:t>思考</a:t>
            </a:r>
            <a:endParaRPr lang="en-US" altLang="zh-CN" b="1" dirty="0">
              <a:solidFill>
                <a:schemeClr val="bg1"/>
              </a:solidFill>
            </a:endParaRPr>
          </a:p>
          <a:p>
            <a:endParaRPr lang="zh-CN" altLang="en-US" b="1" dirty="0">
              <a:solidFill>
                <a:schemeClr val="tx1"/>
              </a:solidFill>
            </a:endParaRPr>
          </a:p>
          <a:p>
            <a:r>
              <a:rPr lang="zh-CN" altLang="en-US" b="1" dirty="0">
                <a:solidFill>
                  <a:schemeClr val="tx1"/>
                </a:solidFill>
              </a:rPr>
              <a:t>什么是数据治理？</a:t>
            </a:r>
            <a:endParaRPr lang="en-US" altLang="zh-CN" b="1" dirty="0">
              <a:solidFill>
                <a:schemeClr val="tx1"/>
              </a:solidFill>
            </a:endParaRPr>
          </a:p>
          <a:p>
            <a:pPr lvl="1"/>
            <a:r>
              <a:rPr lang="zh-CN" altLang="en-US" b="1" dirty="0">
                <a:solidFill>
                  <a:schemeClr val="tx1"/>
                </a:solidFill>
              </a:rPr>
              <a:t>基本概念</a:t>
            </a:r>
            <a:endParaRPr lang="en-US" altLang="zh-CN" b="1" dirty="0">
              <a:solidFill>
                <a:schemeClr val="tx1"/>
              </a:solidFill>
            </a:endParaRPr>
          </a:p>
          <a:p>
            <a:pPr lvl="1"/>
            <a:r>
              <a:rPr lang="zh-CN" altLang="en-US" b="1" dirty="0">
                <a:solidFill>
                  <a:schemeClr val="tx1"/>
                </a:solidFill>
              </a:rPr>
              <a:t>数据治理实践回顾</a:t>
            </a:r>
            <a:endParaRPr lang="en-US" altLang="zh-CN" b="1" dirty="0">
              <a:solidFill>
                <a:schemeClr val="tx1"/>
              </a:solidFill>
            </a:endParaRPr>
          </a:p>
          <a:p>
            <a:endParaRPr lang="zh-CN" altLang="en-US" b="1" dirty="0">
              <a:solidFill>
                <a:schemeClr val="tx1"/>
              </a:solidFill>
            </a:endParaRPr>
          </a:p>
          <a:p>
            <a:r>
              <a:rPr lang="zh-CN" altLang="en-US" b="1" dirty="0">
                <a:solidFill>
                  <a:schemeClr val="tx1"/>
                </a:solidFill>
              </a:rPr>
              <a:t>行动建议</a:t>
            </a:r>
            <a:endParaRPr lang="zh-CN" altLang="en-US" b="1" dirty="0">
              <a:solidFill>
                <a:schemeClr val="tx1"/>
              </a:solidFill>
            </a:endParaRPr>
          </a:p>
        </p:txBody>
      </p:sp>
      <p:sp>
        <p:nvSpPr>
          <p:cNvPr id="7" name="灯片编号占位符 3"/>
          <p:cNvSpPr>
            <a:spLocks noGrp="1"/>
          </p:cNvSpPr>
          <p:nvPr>
            <p:custDataLst>
              <p:tags r:id="rId3"/>
            </p:custDataLst>
          </p:nvPr>
        </p:nvSpPr>
        <p:spPr>
          <a:xfrm>
            <a:off x="10206355" y="7110730"/>
            <a:ext cx="533400" cy="195580"/>
          </a:xfrm>
          <a:prstGeom prst="rect">
            <a:avLst/>
          </a:prstGeom>
        </p:spPr>
        <p:txBody>
          <a:bodyPr vert="horz" lIns="91440" tIns="45720" rIns="91440" bIns="45720" rtlCol="0" anchor="ctr"/>
          <a:lstStyle>
            <a:defPPr>
              <a:defRPr lang="zh-CN"/>
            </a:defPPr>
            <a:lvl1pPr marL="0" algn="l" defTabSz="914400" rtl="0" eaLnBrk="1" latinLnBrk="0" hangingPunct="1">
              <a:defRPr lang="en-US" altLang="zh-CN" sz="1000" kern="1200" baseline="0" smtClean="0">
                <a:solidFill>
                  <a:srgbClr val="666666"/>
                </a:solidFill>
                <a:latin typeface="微软雅黑" panose="020B0503020204020204" pitchFamily="34" charset="-122"/>
                <a:ea typeface="微软雅黑" panose="020B0503020204020204" pitchFamily="34" charset="-122"/>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5D86DFE6-83D9-4FE3-A95C-808B4CBE7F92}" type="slidenum">
              <a:rPr lang="en-US" altLang="zh-CN" smtClean="0">
                <a:solidFill>
                  <a:schemeClr val="tx1"/>
                </a:solidFill>
              </a:rPr>
            </a:fld>
            <a:endParaRPr lang="en-US" altLang="zh-CN" smtClean="0">
              <a:solidFill>
                <a:schemeClr val="tx1"/>
              </a:solidFill>
            </a:endParaRPr>
          </a:p>
        </p:txBody>
      </p:sp>
      <p:sp>
        <p:nvSpPr>
          <p:cNvPr id="16" name="标题 15"/>
          <p:cNvSpPr>
            <a:spLocks noGrp="1"/>
          </p:cNvSpPr>
          <p:nvPr>
            <p:ph type="title"/>
            <p:custDataLst>
              <p:tags r:id="rId4"/>
            </p:custDataLst>
          </p:nvPr>
        </p:nvSpPr>
        <p:spPr/>
        <p:txBody>
          <a:bodyPr vert="horz" lIns="91440" tIns="45720" rIns="91440" bIns="45720" rtlCol="0" anchor="ctr">
            <a:normAutofit/>
          </a:bodyPr>
          <a:p>
            <a:pPr lvl="0" algn="l">
              <a:buClrTx/>
              <a:buSzTx/>
              <a:buFontTx/>
            </a:pPr>
            <a:r>
              <a:rPr lang="zh-CN" altLang="en-US" smtClean="0">
                <a:sym typeface="+mn-ea"/>
              </a:rPr>
              <a:t>议题</a:t>
            </a:r>
            <a:endParaRPr lang="zh-CN" altLang="en-US" smtClean="0">
              <a:sym typeface="+mn-ea"/>
            </a:endParaRPr>
          </a:p>
        </p:txBody>
      </p:sp>
    </p:spTree>
    <p:custDataLst>
      <p:tags r:id="rId5"/>
    </p:custData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内容占位符 2"/>
          <p:cNvSpPr>
            <a:spLocks noGrp="1"/>
          </p:cNvSpPr>
          <p:nvPr>
            <p:custDataLst>
              <p:tags r:id="rId1"/>
            </p:custDataLst>
          </p:nvPr>
        </p:nvSpPr>
        <p:spPr>
          <a:xfrm>
            <a:off x="1828800" y="1219200"/>
            <a:ext cx="8382000" cy="5105400"/>
          </a:xfrm>
          <a:prstGeom prst="rect">
            <a:avLst/>
          </a:prstGeom>
          <a:noFill/>
          <a:ln>
            <a:noFill/>
          </a:ln>
        </p:spPr>
        <p:txBody>
          <a:bodyPr vert="horz" wrap="square" lIns="91440" tIns="45720" rIns="91440" bIns="45720" numCol="1" anchor="t" anchorCtr="0" compatLnSpc="1">
            <a:normAutofit/>
          </a:bodyPr>
          <a:lstStyle>
            <a:lvl1pPr marL="342900" indent="-342900" algn="l" rtl="0" eaLnBrk="1" fontAlgn="base" hangingPunct="1">
              <a:spcBef>
                <a:spcPct val="20000"/>
              </a:spcBef>
              <a:spcAft>
                <a:spcPct val="0"/>
              </a:spcAft>
              <a:buClr>
                <a:schemeClr val="tx1"/>
              </a:buClr>
              <a:buFont typeface="Wingdings" panose="05000000000000000000" pitchFamily="2" charset="2"/>
              <a:buChar char="v"/>
              <a:defRPr sz="2000" b="1">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defRPr>
            </a:lvl1pPr>
            <a:lvl2pPr marL="742950" indent="-285750" algn="l" rtl="0" eaLnBrk="1" fontAlgn="base" hangingPunct="1">
              <a:spcBef>
                <a:spcPct val="20000"/>
              </a:spcBef>
              <a:spcAft>
                <a:spcPct val="0"/>
              </a:spcAft>
              <a:buFont typeface="Wingdings" panose="05000000000000000000" pitchFamily="2" charset="2"/>
              <a:buChar char="§"/>
              <a:defRPr sz="2000">
                <a:solidFill>
                  <a:schemeClr val="bg1">
                    <a:lumMod val="50000"/>
                  </a:schemeClr>
                </a:solidFill>
                <a:latin typeface="微软雅黑" panose="020B0503020204020204" pitchFamily="34" charset="-122"/>
                <a:ea typeface="微软雅黑" panose="020B0503020204020204" pitchFamily="34" charset="-122"/>
              </a:defRPr>
            </a:lvl2pPr>
            <a:lvl3pPr marL="1143000" indent="-228600" algn="l" rtl="0" eaLnBrk="1" fontAlgn="base" hangingPunct="1">
              <a:spcBef>
                <a:spcPct val="20000"/>
              </a:spcBef>
              <a:spcAft>
                <a:spcPct val="0"/>
              </a:spcAft>
              <a:buChar char="•"/>
              <a:defRPr sz="1800">
                <a:solidFill>
                  <a:schemeClr val="bg1">
                    <a:lumMod val="50000"/>
                  </a:schemeClr>
                </a:solidFill>
                <a:latin typeface="微软雅黑" panose="020B0503020204020204" pitchFamily="34" charset="-122"/>
                <a:ea typeface="微软雅黑" panose="020B0503020204020204" pitchFamily="34" charset="-122"/>
              </a:defRPr>
            </a:lvl3pPr>
            <a:lvl4pPr marL="1600200" indent="-228600" algn="l" rtl="0" eaLnBrk="1" fontAlgn="base" hangingPunct="1">
              <a:spcBef>
                <a:spcPct val="20000"/>
              </a:spcBef>
              <a:spcAft>
                <a:spcPct val="0"/>
              </a:spcAft>
              <a:buChar char="–"/>
              <a:defRPr sz="1600">
                <a:solidFill>
                  <a:schemeClr val="bg1">
                    <a:lumMod val="50000"/>
                  </a:schemeClr>
                </a:solidFill>
                <a:latin typeface="微软雅黑" panose="020B0503020204020204" pitchFamily="34" charset="-122"/>
                <a:ea typeface="微软雅黑" panose="020B0503020204020204" pitchFamily="34" charset="-122"/>
              </a:defRPr>
            </a:lvl4pPr>
            <a:lvl5pPr marL="2057400" indent="-228600" algn="l" rtl="0" eaLnBrk="1" fontAlgn="base" hangingPunct="1">
              <a:spcBef>
                <a:spcPct val="20000"/>
              </a:spcBef>
              <a:spcAft>
                <a:spcPct val="0"/>
              </a:spcAft>
              <a:buChar char="»"/>
              <a:defRPr sz="1600">
                <a:solidFill>
                  <a:schemeClr val="bg1">
                    <a:lumMod val="50000"/>
                  </a:schemeClr>
                </a:solidFill>
                <a:latin typeface="微软雅黑" panose="020B0503020204020204" pitchFamily="34" charset="-122"/>
                <a:ea typeface="微软雅黑" panose="020B0503020204020204" pitchFamily="34" charset="-122"/>
              </a:defRPr>
            </a:lvl5pPr>
            <a:lvl6pPr marL="2514600" indent="-228600" algn="l" rtl="0" eaLnBrk="1" fontAlgn="base" hangingPunct="1">
              <a:spcBef>
                <a:spcPct val="20000"/>
              </a:spcBef>
              <a:spcAft>
                <a:spcPct val="0"/>
              </a:spcAft>
              <a:buChar char="»"/>
              <a:defRPr sz="2000">
                <a:solidFill>
                  <a:schemeClr val="tx1"/>
                </a:solidFill>
                <a:latin typeface="Arial" panose="020B0604020202020204" pitchFamily="34" charset="0"/>
              </a:defRPr>
            </a:lvl6pPr>
            <a:lvl7pPr marL="2971800" indent="-228600" algn="l" rtl="0" eaLnBrk="1" fontAlgn="base" hangingPunct="1">
              <a:spcBef>
                <a:spcPct val="20000"/>
              </a:spcBef>
              <a:spcAft>
                <a:spcPct val="0"/>
              </a:spcAft>
              <a:buChar char="»"/>
              <a:defRPr sz="2000">
                <a:solidFill>
                  <a:schemeClr val="tx1"/>
                </a:solidFill>
                <a:latin typeface="Arial" panose="020B0604020202020204" pitchFamily="34" charset="0"/>
              </a:defRPr>
            </a:lvl7pPr>
            <a:lvl8pPr marL="3429000" indent="-228600" algn="l" rtl="0" eaLnBrk="1" fontAlgn="base" hangingPunct="1">
              <a:spcBef>
                <a:spcPct val="20000"/>
              </a:spcBef>
              <a:spcAft>
                <a:spcPct val="0"/>
              </a:spcAft>
              <a:buChar char="»"/>
              <a:defRPr sz="2000">
                <a:solidFill>
                  <a:schemeClr val="tx1"/>
                </a:solidFill>
                <a:latin typeface="Arial" panose="020B0604020202020204" pitchFamily="34" charset="0"/>
              </a:defRPr>
            </a:lvl8pPr>
            <a:lvl9pPr marL="3886200" indent="-228600" algn="l" rtl="0" eaLnBrk="1" fontAlgn="base" hangingPunct="1">
              <a:spcBef>
                <a:spcPct val="20000"/>
              </a:spcBef>
              <a:spcAft>
                <a:spcPct val="0"/>
              </a:spcAft>
              <a:buChar char="»"/>
              <a:defRPr sz="2000">
                <a:solidFill>
                  <a:schemeClr val="tx1"/>
                </a:solidFill>
                <a:latin typeface="Arial" panose="020B0604020202020204" pitchFamily="34" charset="0"/>
              </a:defRPr>
            </a:lvl9pPr>
          </a:lstStyle>
          <a:p>
            <a:endParaRPr lang="en-US" altLang="zh-CN" dirty="0">
              <a:solidFill>
                <a:schemeClr val="tx1">
                  <a:lumMod val="50000"/>
                  <a:lumOff val="50000"/>
                </a:schemeClr>
              </a:solidFill>
              <a:latin typeface="+mn-lt"/>
              <a:ea typeface="+mn-ea"/>
            </a:endParaRPr>
          </a:p>
        </p:txBody>
      </p:sp>
      <p:sp>
        <p:nvSpPr>
          <p:cNvPr id="16" name="标题 15"/>
          <p:cNvSpPr>
            <a:spLocks noGrp="1"/>
          </p:cNvSpPr>
          <p:nvPr>
            <p:ph type="title"/>
            <p:custDataLst>
              <p:tags r:id="rId2"/>
            </p:custDataLst>
          </p:nvPr>
        </p:nvSpPr>
        <p:spPr/>
        <p:txBody>
          <a:bodyPr vert="horz" lIns="91440" tIns="45720" rIns="91440" bIns="45720" rtlCol="0" anchor="ctr">
            <a:normAutofit/>
          </a:bodyPr>
          <a:p>
            <a:pPr lvl="0" algn="l">
              <a:buClrTx/>
              <a:buSzTx/>
              <a:buFontTx/>
            </a:pPr>
            <a:r>
              <a:rPr lang="zh-CN" altLang="en-US" smtClean="0">
                <a:sym typeface="+mn-ea"/>
              </a:rPr>
              <a:t>大数据：在众说纷纭中，不断变换着概念内涵</a:t>
            </a:r>
            <a:endParaRPr lang="zh-CN" altLang="en-US" smtClean="0">
              <a:sym typeface="+mn-ea"/>
            </a:endParaRPr>
          </a:p>
        </p:txBody>
      </p:sp>
      <p:sp>
        <p:nvSpPr>
          <p:cNvPr id="38" name="文本框 37"/>
          <p:cNvSpPr txBox="1"/>
          <p:nvPr/>
        </p:nvSpPr>
        <p:spPr>
          <a:xfrm>
            <a:off x="1903730" y="1127760"/>
            <a:ext cx="9424670" cy="1581150"/>
          </a:xfrm>
          <a:prstGeom prst="rect">
            <a:avLst/>
          </a:prstGeom>
          <a:noFill/>
          <a:ln w="6350">
            <a:solidFill>
              <a:srgbClr val="2D6FA0"/>
            </a:solidFill>
            <a:prstDash val="sysDash"/>
          </a:ln>
        </p:spPr>
        <p:txBody>
          <a:bodyPr wrap="square" rtlCol="0" anchor="ctr" anchorCtr="0">
            <a:noAutofit/>
          </a:bodyPr>
          <a:p>
            <a:pPr marL="285750" indent="-285750" algn="just" fontAlgn="ctr">
              <a:lnSpc>
                <a:spcPct val="150000"/>
              </a:lnSpc>
              <a:spcBef>
                <a:spcPts val="0"/>
              </a:spcBef>
              <a:spcAft>
                <a:spcPts val="0"/>
              </a:spcAft>
              <a:buFont typeface="Wingdings" panose="05000000000000000000" charset="0"/>
              <a:buChar char="Ø"/>
            </a:pPr>
            <a:r>
              <a:rPr lang="zh-CN" altLang="en-US" sz="1300" b="1" dirty="0">
                <a:solidFill>
                  <a:schemeClr val="tx1"/>
                </a:solidFill>
                <a:latin typeface="微软雅黑" panose="020B0503020204020204" pitchFamily="34" charset="-122"/>
                <a:ea typeface="微软雅黑" panose="020B0503020204020204" pitchFamily="34" charset="-122"/>
              </a:rPr>
              <a:t>3V：体量大，类型多，速度快</a:t>
            </a:r>
            <a:endParaRPr lang="zh-CN" altLang="en-US" sz="1300" b="1" dirty="0">
              <a:solidFill>
                <a:schemeClr val="tx1"/>
              </a:solidFill>
              <a:latin typeface="微软雅黑" panose="020B0503020204020204" pitchFamily="34" charset="-122"/>
              <a:ea typeface="微软雅黑" panose="020B0503020204020204" pitchFamily="34" charset="-122"/>
            </a:endParaRPr>
          </a:p>
          <a:p>
            <a:pPr marL="285750" indent="-285750" algn="just" fontAlgn="ctr">
              <a:lnSpc>
                <a:spcPct val="150000"/>
              </a:lnSpc>
              <a:spcBef>
                <a:spcPts val="0"/>
              </a:spcBef>
              <a:spcAft>
                <a:spcPts val="0"/>
              </a:spcAft>
              <a:buFont typeface="Wingdings" panose="05000000000000000000" charset="0"/>
              <a:buChar char="Ø"/>
            </a:pPr>
            <a:r>
              <a:rPr lang="zh-CN" altLang="en-US" sz="1300" b="1" dirty="0">
                <a:solidFill>
                  <a:schemeClr val="tx1"/>
                </a:solidFill>
                <a:effectLst/>
                <a:latin typeface="微软雅黑" panose="020B0503020204020204" pitchFamily="34" charset="-122"/>
                <a:ea typeface="微软雅黑" panose="020B0503020204020204" pitchFamily="34" charset="-122"/>
              </a:rPr>
              <a:t>4V：体量大，类型多，速度快，价值密度低</a:t>
            </a:r>
            <a:endParaRPr lang="zh-CN" altLang="en-US" sz="1300" b="1" dirty="0">
              <a:solidFill>
                <a:schemeClr val="tx1"/>
              </a:solidFill>
              <a:effectLst/>
              <a:latin typeface="微软雅黑" panose="020B0503020204020204" pitchFamily="34" charset="-122"/>
              <a:ea typeface="微软雅黑" panose="020B0503020204020204" pitchFamily="34" charset="-122"/>
            </a:endParaRPr>
          </a:p>
          <a:p>
            <a:pPr marL="285750" indent="-285750" algn="just" fontAlgn="ctr">
              <a:lnSpc>
                <a:spcPct val="150000"/>
              </a:lnSpc>
              <a:spcBef>
                <a:spcPts val="0"/>
              </a:spcBef>
              <a:spcAft>
                <a:spcPts val="0"/>
              </a:spcAft>
              <a:buFont typeface="Wingdings" panose="05000000000000000000" charset="0"/>
              <a:buChar char="Ø"/>
            </a:pPr>
            <a:r>
              <a:rPr lang="zh-CN" altLang="en-US" sz="1300" b="1" dirty="0">
                <a:solidFill>
                  <a:schemeClr val="tx1"/>
                </a:solidFill>
                <a:effectLst/>
                <a:latin typeface="微软雅黑" panose="020B0503020204020204" pitchFamily="34" charset="-122"/>
                <a:ea typeface="微软雅黑" panose="020B0503020204020204" pitchFamily="34" charset="-122"/>
              </a:rPr>
              <a:t>4V+1C：体量大，类型多，速度快，价值密度低，复杂性</a:t>
            </a:r>
            <a:endParaRPr lang="zh-CN" altLang="en-US" sz="1300" b="1" dirty="0">
              <a:solidFill>
                <a:schemeClr val="tx1"/>
              </a:solidFill>
              <a:effectLst/>
              <a:latin typeface="微软雅黑" panose="020B0503020204020204" pitchFamily="34" charset="-122"/>
              <a:ea typeface="微软雅黑" panose="020B0503020204020204" pitchFamily="34" charset="-122"/>
            </a:endParaRPr>
          </a:p>
          <a:p>
            <a:pPr marL="285750" indent="-285750" algn="just" fontAlgn="ctr">
              <a:lnSpc>
                <a:spcPct val="150000"/>
              </a:lnSpc>
              <a:spcBef>
                <a:spcPts val="0"/>
              </a:spcBef>
              <a:spcAft>
                <a:spcPts val="0"/>
              </a:spcAft>
              <a:buFont typeface="Wingdings" panose="05000000000000000000" charset="0"/>
              <a:buChar char="Ø"/>
            </a:pPr>
            <a:r>
              <a:rPr lang="zh-CN" altLang="en-US" sz="1300" b="1" dirty="0">
                <a:solidFill>
                  <a:schemeClr val="tx1"/>
                </a:solidFill>
                <a:effectLst/>
                <a:latin typeface="微软雅黑" panose="020B0503020204020204" pitchFamily="34" charset="-122"/>
                <a:ea typeface="微软雅黑" panose="020B0503020204020204" pitchFamily="34" charset="-122"/>
              </a:rPr>
              <a:t>5V：体量大，类型多，速度快，价值密度低，真实性</a:t>
            </a:r>
            <a:endParaRPr lang="zh-CN" altLang="en-US" sz="1300" b="1" dirty="0">
              <a:solidFill>
                <a:schemeClr val="tx1"/>
              </a:solidFill>
              <a:effectLst/>
              <a:latin typeface="微软雅黑" panose="020B0503020204020204" pitchFamily="34" charset="-122"/>
              <a:ea typeface="微软雅黑" panose="020B0503020204020204" pitchFamily="34" charset="-122"/>
            </a:endParaRPr>
          </a:p>
          <a:p>
            <a:pPr marL="285750" indent="-285750" algn="just" fontAlgn="ctr">
              <a:lnSpc>
                <a:spcPct val="150000"/>
              </a:lnSpc>
              <a:spcBef>
                <a:spcPts val="0"/>
              </a:spcBef>
              <a:spcAft>
                <a:spcPts val="0"/>
              </a:spcAft>
              <a:buFont typeface="Wingdings" panose="05000000000000000000" charset="0"/>
              <a:buChar char="Ø"/>
            </a:pPr>
            <a:r>
              <a:rPr lang="en-US" altLang="zh-CN" sz="1300" b="1" dirty="0">
                <a:solidFill>
                  <a:schemeClr val="tx1"/>
                </a:solidFill>
                <a:effectLst/>
                <a:latin typeface="微软雅黑" panose="020B0503020204020204" pitchFamily="34" charset="-122"/>
                <a:ea typeface="微软雅黑" panose="020B0503020204020204" pitchFamily="34" charset="-122"/>
              </a:rPr>
              <a:t>6V</a:t>
            </a:r>
            <a:r>
              <a:rPr lang="zh-CN" altLang="en-US" sz="1300" b="1" dirty="0">
                <a:solidFill>
                  <a:schemeClr val="tx1"/>
                </a:solidFill>
                <a:effectLst/>
                <a:latin typeface="微软雅黑" panose="020B0503020204020204" pitchFamily="34" charset="-122"/>
                <a:ea typeface="微软雅黑" panose="020B0503020204020204" pitchFamily="34" charset="-122"/>
              </a:rPr>
              <a:t>、</a:t>
            </a:r>
            <a:r>
              <a:rPr lang="en-US" altLang="zh-CN" sz="1300" b="1" dirty="0">
                <a:solidFill>
                  <a:schemeClr val="tx1"/>
                </a:solidFill>
                <a:effectLst/>
                <a:latin typeface="微软雅黑" panose="020B0503020204020204" pitchFamily="34" charset="-122"/>
                <a:ea typeface="微软雅黑" panose="020B0503020204020204" pitchFamily="34" charset="-122"/>
              </a:rPr>
              <a:t>7V</a:t>
            </a:r>
            <a:r>
              <a:rPr lang="zh-CN" altLang="en-US" sz="1300" b="1" dirty="0">
                <a:solidFill>
                  <a:schemeClr val="tx1"/>
                </a:solidFill>
                <a:effectLst/>
                <a:latin typeface="微软雅黑" panose="020B0503020204020204" pitchFamily="34" charset="-122"/>
                <a:ea typeface="微软雅黑" panose="020B0503020204020204" pitchFamily="34" charset="-122"/>
              </a:rPr>
              <a:t>、</a:t>
            </a:r>
            <a:r>
              <a:rPr lang="en-US" altLang="zh-CN" sz="1300" b="1" dirty="0">
                <a:solidFill>
                  <a:schemeClr val="tx1"/>
                </a:solidFill>
                <a:effectLst/>
                <a:latin typeface="微软雅黑" panose="020B0503020204020204" pitchFamily="34" charset="-122"/>
                <a:ea typeface="微软雅黑" panose="020B0503020204020204" pitchFamily="34" charset="-122"/>
              </a:rPr>
              <a:t>8V</a:t>
            </a:r>
            <a:r>
              <a:rPr lang="zh-CN" altLang="en-US" sz="1300" b="1" dirty="0">
                <a:solidFill>
                  <a:schemeClr val="tx1"/>
                </a:solidFill>
                <a:effectLst/>
                <a:latin typeface="微软雅黑" panose="020B0503020204020204" pitchFamily="34" charset="-122"/>
                <a:ea typeface="微软雅黑" panose="020B0503020204020204" pitchFamily="34" charset="-122"/>
              </a:rPr>
              <a:t>：增加了准确性，动态性，可视性，合法性。</a:t>
            </a:r>
            <a:endParaRPr lang="zh-CN" altLang="en-US" sz="1300" b="1" dirty="0">
              <a:solidFill>
                <a:schemeClr val="tx1"/>
              </a:solidFill>
              <a:effectLst/>
              <a:latin typeface="微软雅黑" panose="020B0503020204020204" pitchFamily="34" charset="-122"/>
              <a:ea typeface="微软雅黑" panose="020B0503020204020204" pitchFamily="34" charset="-122"/>
            </a:endParaRPr>
          </a:p>
        </p:txBody>
      </p:sp>
      <p:sp>
        <p:nvSpPr>
          <p:cNvPr id="39" name="矩形 38"/>
          <p:cNvSpPr/>
          <p:nvPr/>
        </p:nvSpPr>
        <p:spPr>
          <a:xfrm>
            <a:off x="839470" y="1124585"/>
            <a:ext cx="916940" cy="1584325"/>
          </a:xfrm>
          <a:prstGeom prst="rect">
            <a:avLst/>
          </a:prstGeom>
          <a:solidFill>
            <a:srgbClr val="2D6FA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600" b="1">
                <a:solidFill>
                  <a:schemeClr val="bg1"/>
                </a:solidFill>
                <a:latin typeface="微软雅黑" panose="020B0503020204020204" pitchFamily="34" charset="-122"/>
                <a:ea typeface="微软雅黑" panose="020B0503020204020204" pitchFamily="34" charset="-122"/>
              </a:rPr>
              <a:t>大数据特性</a:t>
            </a:r>
            <a:endParaRPr lang="zh-CN" altLang="en-US" sz="1600" b="1">
              <a:solidFill>
                <a:schemeClr val="bg1"/>
              </a:solidFill>
              <a:latin typeface="微软雅黑" panose="020B0503020204020204" pitchFamily="34" charset="-122"/>
              <a:ea typeface="微软雅黑" panose="020B0503020204020204" pitchFamily="34" charset="-122"/>
            </a:endParaRPr>
          </a:p>
        </p:txBody>
      </p:sp>
      <p:sp>
        <p:nvSpPr>
          <p:cNvPr id="40" name="矩形 39"/>
          <p:cNvSpPr/>
          <p:nvPr/>
        </p:nvSpPr>
        <p:spPr>
          <a:xfrm>
            <a:off x="983615" y="3143885"/>
            <a:ext cx="1080135" cy="720090"/>
          </a:xfrm>
          <a:prstGeom prst="rect">
            <a:avLst/>
          </a:prstGeom>
          <a:gradFill>
            <a:gsLst>
              <a:gs pos="50000">
                <a:srgbClr val="29B6F4"/>
              </a:gs>
              <a:gs pos="0">
                <a:srgbClr val="82D1F6"/>
              </a:gs>
              <a:gs pos="99000">
                <a:srgbClr val="0089CD"/>
              </a:gs>
            </a:gsLst>
            <a:lin ang="16200000" scaled="0"/>
          </a:gradFill>
          <a:ln>
            <a:no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a:t>规模大</a:t>
            </a:r>
            <a:endParaRPr lang="zh-CN" altLang="en-US"/>
          </a:p>
        </p:txBody>
      </p:sp>
      <p:sp>
        <p:nvSpPr>
          <p:cNvPr id="41" name="矩形 40"/>
          <p:cNvSpPr/>
          <p:nvPr/>
        </p:nvSpPr>
        <p:spPr>
          <a:xfrm>
            <a:off x="10251440" y="3143885"/>
            <a:ext cx="1080135" cy="720090"/>
          </a:xfrm>
          <a:prstGeom prst="rect">
            <a:avLst/>
          </a:prstGeom>
          <a:gradFill>
            <a:gsLst>
              <a:gs pos="50000">
                <a:srgbClr val="29B6F4"/>
              </a:gs>
              <a:gs pos="0">
                <a:srgbClr val="82D1F6"/>
              </a:gs>
              <a:gs pos="99000">
                <a:srgbClr val="0089CD"/>
              </a:gs>
            </a:gsLst>
            <a:lin ang="16200000" scaled="0"/>
          </a:gradFill>
          <a:ln>
            <a:no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a:t>合法化</a:t>
            </a:r>
            <a:endParaRPr lang="zh-CN" altLang="en-US"/>
          </a:p>
        </p:txBody>
      </p:sp>
      <p:sp>
        <p:nvSpPr>
          <p:cNvPr id="42" name="矩形 41"/>
          <p:cNvSpPr/>
          <p:nvPr/>
        </p:nvSpPr>
        <p:spPr>
          <a:xfrm>
            <a:off x="2307590" y="3143885"/>
            <a:ext cx="1080135" cy="720090"/>
          </a:xfrm>
          <a:prstGeom prst="rect">
            <a:avLst/>
          </a:prstGeom>
          <a:gradFill>
            <a:gsLst>
              <a:gs pos="50000">
                <a:srgbClr val="29B6F4"/>
              </a:gs>
              <a:gs pos="0">
                <a:srgbClr val="82D1F6"/>
              </a:gs>
              <a:gs pos="99000">
                <a:srgbClr val="0089CD"/>
              </a:gs>
            </a:gsLst>
            <a:lin ang="16200000" scaled="0"/>
          </a:gradFill>
          <a:ln>
            <a:no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a:t>多样化</a:t>
            </a:r>
            <a:endParaRPr lang="zh-CN" altLang="en-US"/>
          </a:p>
        </p:txBody>
      </p:sp>
      <p:sp>
        <p:nvSpPr>
          <p:cNvPr id="43" name="矩形 42"/>
          <p:cNvSpPr/>
          <p:nvPr/>
        </p:nvSpPr>
        <p:spPr>
          <a:xfrm>
            <a:off x="3631565" y="3143885"/>
            <a:ext cx="1080135" cy="720090"/>
          </a:xfrm>
          <a:prstGeom prst="rect">
            <a:avLst/>
          </a:prstGeom>
          <a:gradFill>
            <a:gsLst>
              <a:gs pos="50000">
                <a:srgbClr val="29B6F4"/>
              </a:gs>
              <a:gs pos="0">
                <a:srgbClr val="82D1F6"/>
              </a:gs>
              <a:gs pos="99000">
                <a:srgbClr val="0089CD"/>
              </a:gs>
            </a:gsLst>
            <a:lin ang="16200000" scaled="0"/>
          </a:gradFill>
          <a:ln>
            <a:no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a:t>高速型</a:t>
            </a:r>
            <a:endParaRPr lang="zh-CN" altLang="en-US"/>
          </a:p>
        </p:txBody>
      </p:sp>
      <p:sp>
        <p:nvSpPr>
          <p:cNvPr id="44" name="矩形 43"/>
          <p:cNvSpPr/>
          <p:nvPr/>
        </p:nvSpPr>
        <p:spPr>
          <a:xfrm>
            <a:off x="4955540" y="3143885"/>
            <a:ext cx="1080135" cy="720090"/>
          </a:xfrm>
          <a:prstGeom prst="rect">
            <a:avLst/>
          </a:prstGeom>
          <a:gradFill>
            <a:gsLst>
              <a:gs pos="50000">
                <a:srgbClr val="29B6F4"/>
              </a:gs>
              <a:gs pos="0">
                <a:srgbClr val="82D1F6"/>
              </a:gs>
              <a:gs pos="99000">
                <a:srgbClr val="0089CD"/>
              </a:gs>
            </a:gsLst>
            <a:lin ang="16200000" scaled="0"/>
          </a:gradFill>
          <a:ln>
            <a:no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a:t>价值化</a:t>
            </a:r>
            <a:endParaRPr lang="zh-CN" altLang="en-US"/>
          </a:p>
        </p:txBody>
      </p:sp>
      <p:sp>
        <p:nvSpPr>
          <p:cNvPr id="48" name="矩形 47"/>
          <p:cNvSpPr/>
          <p:nvPr/>
        </p:nvSpPr>
        <p:spPr>
          <a:xfrm>
            <a:off x="6279515" y="3143885"/>
            <a:ext cx="1080135" cy="720090"/>
          </a:xfrm>
          <a:prstGeom prst="rect">
            <a:avLst/>
          </a:prstGeom>
          <a:gradFill>
            <a:gsLst>
              <a:gs pos="50000">
                <a:srgbClr val="29B6F4"/>
              </a:gs>
              <a:gs pos="0">
                <a:srgbClr val="82D1F6"/>
              </a:gs>
              <a:gs pos="99000">
                <a:srgbClr val="0089CD"/>
              </a:gs>
            </a:gsLst>
            <a:lin ang="16200000" scaled="0"/>
          </a:gradFill>
          <a:ln>
            <a:no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a:t>准确性</a:t>
            </a:r>
            <a:endParaRPr lang="zh-CN" altLang="en-US"/>
          </a:p>
        </p:txBody>
      </p:sp>
      <p:sp>
        <p:nvSpPr>
          <p:cNvPr id="49" name="矩形 48"/>
          <p:cNvSpPr/>
          <p:nvPr/>
        </p:nvSpPr>
        <p:spPr>
          <a:xfrm>
            <a:off x="7603490" y="3143885"/>
            <a:ext cx="1080135" cy="720090"/>
          </a:xfrm>
          <a:prstGeom prst="rect">
            <a:avLst/>
          </a:prstGeom>
          <a:gradFill>
            <a:gsLst>
              <a:gs pos="50000">
                <a:srgbClr val="29B6F4"/>
              </a:gs>
              <a:gs pos="0">
                <a:srgbClr val="82D1F6"/>
              </a:gs>
              <a:gs pos="99000">
                <a:srgbClr val="0089CD"/>
              </a:gs>
            </a:gsLst>
            <a:lin ang="16200000" scaled="0"/>
          </a:gradFill>
          <a:ln>
            <a:no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a:t>动态性</a:t>
            </a:r>
            <a:endParaRPr lang="zh-CN" altLang="en-US"/>
          </a:p>
        </p:txBody>
      </p:sp>
      <p:sp>
        <p:nvSpPr>
          <p:cNvPr id="50" name="矩形 49"/>
          <p:cNvSpPr/>
          <p:nvPr/>
        </p:nvSpPr>
        <p:spPr>
          <a:xfrm>
            <a:off x="8927465" y="3143885"/>
            <a:ext cx="1080135" cy="720090"/>
          </a:xfrm>
          <a:prstGeom prst="rect">
            <a:avLst/>
          </a:prstGeom>
          <a:gradFill>
            <a:gsLst>
              <a:gs pos="50000">
                <a:srgbClr val="29B6F4"/>
              </a:gs>
              <a:gs pos="0">
                <a:srgbClr val="82D1F6"/>
              </a:gs>
              <a:gs pos="99000">
                <a:srgbClr val="0089CD"/>
              </a:gs>
            </a:gsLst>
            <a:lin ang="16200000" scaled="0"/>
          </a:gradFill>
          <a:ln>
            <a:no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a:t>可视化</a:t>
            </a:r>
            <a:endParaRPr lang="zh-CN" altLang="en-US"/>
          </a:p>
        </p:txBody>
      </p:sp>
      <p:sp>
        <p:nvSpPr>
          <p:cNvPr id="52" name="左大括号 51"/>
          <p:cNvSpPr/>
          <p:nvPr/>
        </p:nvSpPr>
        <p:spPr>
          <a:xfrm rot="16200000">
            <a:off x="2713990" y="2132965"/>
            <a:ext cx="280670" cy="3886200"/>
          </a:xfrm>
          <a:prstGeom prst="leftBrace">
            <a:avLst>
              <a:gd name="adj1" fmla="val 48293"/>
              <a:gd name="adj2" fmla="val 50308"/>
            </a:avLst>
          </a:prstGeom>
          <a:noFill/>
          <a:ln w="3175">
            <a:solidFill>
              <a:srgbClr val="2D6FA0"/>
            </a:solidFill>
            <a:prstDash val="sysDash"/>
          </a:ln>
          <a:extLst>
            <a:ext uri="{909E8E84-426E-40DD-AFC4-6F175D3DCCD1}">
              <a14:hiddenFill xmlns:a14="http://schemas.microsoft.com/office/drawing/2010/main">
                <a:solidFill>
                  <a:srgbClr val="2D6FA0"/>
                </a:solidFill>
              </a14:hiddenFill>
            </a:ext>
          </a:extLst>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53" name="左大括号 52"/>
          <p:cNvSpPr/>
          <p:nvPr/>
        </p:nvSpPr>
        <p:spPr>
          <a:xfrm rot="16200000">
            <a:off x="3367405" y="1912620"/>
            <a:ext cx="272415" cy="5184140"/>
          </a:xfrm>
          <a:prstGeom prst="leftBrace">
            <a:avLst>
              <a:gd name="adj1" fmla="val 48293"/>
              <a:gd name="adj2" fmla="val 50308"/>
            </a:avLst>
          </a:prstGeom>
          <a:noFill/>
          <a:ln w="3175">
            <a:solidFill>
              <a:srgbClr val="2D6FA0"/>
            </a:solidFill>
            <a:prstDash val="sysDash"/>
          </a:ln>
          <a:extLst>
            <a:ext uri="{909E8E84-426E-40DD-AFC4-6F175D3DCCD1}">
              <a14:hiddenFill xmlns:a14="http://schemas.microsoft.com/office/drawing/2010/main">
                <a:solidFill>
                  <a:srgbClr val="2D6FA0"/>
                </a:solidFill>
              </a14:hiddenFill>
            </a:ext>
          </a:extLst>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54" name="左大括号 53"/>
          <p:cNvSpPr/>
          <p:nvPr/>
        </p:nvSpPr>
        <p:spPr>
          <a:xfrm rot="16200000">
            <a:off x="4036695" y="1676400"/>
            <a:ext cx="272415" cy="6522085"/>
          </a:xfrm>
          <a:prstGeom prst="leftBrace">
            <a:avLst>
              <a:gd name="adj1" fmla="val 48293"/>
              <a:gd name="adj2" fmla="val 50308"/>
            </a:avLst>
          </a:prstGeom>
          <a:noFill/>
          <a:ln w="3175">
            <a:solidFill>
              <a:srgbClr val="2D6FA0"/>
            </a:solidFill>
            <a:prstDash val="sysDash"/>
          </a:ln>
          <a:extLst>
            <a:ext uri="{909E8E84-426E-40DD-AFC4-6F175D3DCCD1}">
              <a14:hiddenFill xmlns:a14="http://schemas.microsoft.com/office/drawing/2010/main">
                <a:solidFill>
                  <a:srgbClr val="2D6FA0"/>
                </a:solidFill>
              </a14:hiddenFill>
            </a:ext>
          </a:extLst>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55" name="左大括号 54"/>
          <p:cNvSpPr/>
          <p:nvPr/>
        </p:nvSpPr>
        <p:spPr>
          <a:xfrm rot="16200000">
            <a:off x="4688205" y="1456690"/>
            <a:ext cx="272415" cy="7825105"/>
          </a:xfrm>
          <a:prstGeom prst="leftBrace">
            <a:avLst>
              <a:gd name="adj1" fmla="val 48293"/>
              <a:gd name="adj2" fmla="val 50308"/>
            </a:avLst>
          </a:prstGeom>
          <a:noFill/>
          <a:ln w="3175">
            <a:solidFill>
              <a:srgbClr val="2D6FA0"/>
            </a:solidFill>
            <a:prstDash val="sysDash"/>
          </a:ln>
          <a:extLst>
            <a:ext uri="{909E8E84-426E-40DD-AFC4-6F175D3DCCD1}">
              <a14:hiddenFill xmlns:a14="http://schemas.microsoft.com/office/drawing/2010/main">
                <a:solidFill>
                  <a:srgbClr val="2D6FA0"/>
                </a:solidFill>
              </a14:hiddenFill>
            </a:ext>
          </a:extLst>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56" name="左大括号 55"/>
          <p:cNvSpPr/>
          <p:nvPr/>
        </p:nvSpPr>
        <p:spPr>
          <a:xfrm rot="16200000">
            <a:off x="5336540" y="1340485"/>
            <a:ext cx="272415" cy="9122410"/>
          </a:xfrm>
          <a:prstGeom prst="leftBrace">
            <a:avLst>
              <a:gd name="adj1" fmla="val 48293"/>
              <a:gd name="adj2" fmla="val 50308"/>
            </a:avLst>
          </a:prstGeom>
          <a:noFill/>
          <a:ln w="3175">
            <a:solidFill>
              <a:srgbClr val="2D6FA0"/>
            </a:solidFill>
            <a:prstDash val="sysDash"/>
          </a:ln>
          <a:extLst>
            <a:ext uri="{909E8E84-426E-40DD-AFC4-6F175D3DCCD1}">
              <a14:hiddenFill xmlns:a14="http://schemas.microsoft.com/office/drawing/2010/main">
                <a:solidFill>
                  <a:srgbClr val="2D6FA0"/>
                </a:solidFill>
              </a14:hiddenFill>
            </a:ext>
          </a:extLst>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57" name="左大括号 56"/>
          <p:cNvSpPr/>
          <p:nvPr/>
        </p:nvSpPr>
        <p:spPr>
          <a:xfrm rot="16200000">
            <a:off x="6054725" y="1131570"/>
            <a:ext cx="272415" cy="10558145"/>
          </a:xfrm>
          <a:prstGeom prst="leftBrace">
            <a:avLst>
              <a:gd name="adj1" fmla="val 48293"/>
              <a:gd name="adj2" fmla="val 50308"/>
            </a:avLst>
          </a:prstGeom>
          <a:noFill/>
          <a:ln w="3175">
            <a:solidFill>
              <a:srgbClr val="2D6FA0"/>
            </a:solidFill>
            <a:prstDash val="sysDash"/>
          </a:ln>
          <a:extLst>
            <a:ext uri="{909E8E84-426E-40DD-AFC4-6F175D3DCCD1}">
              <a14:hiddenFill xmlns:a14="http://schemas.microsoft.com/office/drawing/2010/main">
                <a:solidFill>
                  <a:srgbClr val="2D6FA0"/>
                </a:solidFill>
              </a14:hiddenFill>
            </a:ext>
          </a:extLst>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58" name="矩形 57"/>
          <p:cNvSpPr/>
          <p:nvPr/>
        </p:nvSpPr>
        <p:spPr>
          <a:xfrm>
            <a:off x="2468880" y="4249420"/>
            <a:ext cx="742315" cy="25781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nchorCtr="0"/>
          <a:p>
            <a:pPr algn="ctr"/>
            <a:r>
              <a:rPr lang="en-US" altLang="zh-CN" sz="1600" b="1">
                <a:solidFill>
                  <a:schemeClr val="tx1"/>
                </a:solidFill>
                <a:latin typeface="微软雅黑" panose="020B0503020204020204" pitchFamily="34" charset="-122"/>
                <a:ea typeface="微软雅黑" panose="020B0503020204020204" pitchFamily="34" charset="-122"/>
              </a:rPr>
              <a:t>3V</a:t>
            </a:r>
            <a:endParaRPr lang="en-US" altLang="zh-CN" sz="1600" b="1">
              <a:solidFill>
                <a:schemeClr val="tx1"/>
              </a:solidFill>
              <a:latin typeface="微软雅黑" panose="020B0503020204020204" pitchFamily="34" charset="-122"/>
              <a:ea typeface="微软雅黑" panose="020B0503020204020204" pitchFamily="34" charset="-122"/>
            </a:endParaRPr>
          </a:p>
        </p:txBody>
      </p:sp>
      <p:sp>
        <p:nvSpPr>
          <p:cNvPr id="60" name="矩形 59"/>
          <p:cNvSpPr/>
          <p:nvPr/>
        </p:nvSpPr>
        <p:spPr>
          <a:xfrm>
            <a:off x="3132455" y="4685665"/>
            <a:ext cx="742315" cy="25781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nchorCtr="0"/>
          <a:p>
            <a:pPr algn="ctr"/>
            <a:r>
              <a:rPr lang="en-US" altLang="zh-CN" sz="1600" b="1">
                <a:solidFill>
                  <a:schemeClr val="tx1"/>
                </a:solidFill>
                <a:latin typeface="微软雅黑" panose="020B0503020204020204" pitchFamily="34" charset="-122"/>
                <a:ea typeface="微软雅黑" panose="020B0503020204020204" pitchFamily="34" charset="-122"/>
              </a:rPr>
              <a:t>4V</a:t>
            </a:r>
            <a:endParaRPr lang="en-US" altLang="zh-CN" sz="1600" b="1">
              <a:solidFill>
                <a:schemeClr val="tx1"/>
              </a:solidFill>
              <a:latin typeface="微软雅黑" panose="020B0503020204020204" pitchFamily="34" charset="-122"/>
              <a:ea typeface="微软雅黑" panose="020B0503020204020204" pitchFamily="34" charset="-122"/>
            </a:endParaRPr>
          </a:p>
        </p:txBody>
      </p:sp>
      <p:sp>
        <p:nvSpPr>
          <p:cNvPr id="61" name="矩形 60"/>
          <p:cNvSpPr/>
          <p:nvPr/>
        </p:nvSpPr>
        <p:spPr>
          <a:xfrm>
            <a:off x="3791585" y="5121910"/>
            <a:ext cx="742315" cy="25781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nchorCtr="0"/>
          <a:p>
            <a:pPr algn="ctr"/>
            <a:r>
              <a:rPr lang="en-US" altLang="zh-CN" sz="1600" b="1">
                <a:solidFill>
                  <a:schemeClr val="tx1"/>
                </a:solidFill>
                <a:latin typeface="微软雅黑" panose="020B0503020204020204" pitchFamily="34" charset="-122"/>
                <a:ea typeface="微软雅黑" panose="020B0503020204020204" pitchFamily="34" charset="-122"/>
              </a:rPr>
              <a:t>5V</a:t>
            </a:r>
            <a:endParaRPr lang="en-US" altLang="zh-CN" sz="1600" b="1">
              <a:solidFill>
                <a:schemeClr val="tx1"/>
              </a:solidFill>
              <a:latin typeface="微软雅黑" panose="020B0503020204020204" pitchFamily="34" charset="-122"/>
              <a:ea typeface="微软雅黑" panose="020B0503020204020204" pitchFamily="34" charset="-122"/>
            </a:endParaRPr>
          </a:p>
        </p:txBody>
      </p:sp>
      <p:sp>
        <p:nvSpPr>
          <p:cNvPr id="62" name="矩形 61"/>
          <p:cNvSpPr/>
          <p:nvPr/>
        </p:nvSpPr>
        <p:spPr>
          <a:xfrm>
            <a:off x="4511675" y="5586730"/>
            <a:ext cx="742315" cy="25781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nchorCtr="0"/>
          <a:p>
            <a:pPr algn="ctr"/>
            <a:r>
              <a:rPr lang="en-US" altLang="zh-CN" sz="1600" b="1">
                <a:solidFill>
                  <a:schemeClr val="tx1"/>
                </a:solidFill>
                <a:latin typeface="微软雅黑" panose="020B0503020204020204" pitchFamily="34" charset="-122"/>
                <a:ea typeface="微软雅黑" panose="020B0503020204020204" pitchFamily="34" charset="-122"/>
              </a:rPr>
              <a:t>6V</a:t>
            </a:r>
            <a:endParaRPr lang="en-US" altLang="zh-CN" sz="1600" b="1">
              <a:solidFill>
                <a:schemeClr val="tx1"/>
              </a:solidFill>
              <a:latin typeface="微软雅黑" panose="020B0503020204020204" pitchFamily="34" charset="-122"/>
              <a:ea typeface="微软雅黑" panose="020B0503020204020204" pitchFamily="34" charset="-122"/>
            </a:endParaRPr>
          </a:p>
        </p:txBody>
      </p:sp>
      <p:sp>
        <p:nvSpPr>
          <p:cNvPr id="63" name="矩形 62"/>
          <p:cNvSpPr/>
          <p:nvPr/>
        </p:nvSpPr>
        <p:spPr>
          <a:xfrm>
            <a:off x="5124450" y="6097270"/>
            <a:ext cx="742315" cy="25781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nchorCtr="0"/>
          <a:p>
            <a:pPr algn="ctr"/>
            <a:r>
              <a:rPr lang="en-US" altLang="zh-CN" sz="1600" b="1">
                <a:solidFill>
                  <a:schemeClr val="tx1"/>
                </a:solidFill>
                <a:latin typeface="微软雅黑" panose="020B0503020204020204" pitchFamily="34" charset="-122"/>
                <a:ea typeface="微软雅黑" panose="020B0503020204020204" pitchFamily="34" charset="-122"/>
              </a:rPr>
              <a:t>7V</a:t>
            </a:r>
            <a:endParaRPr lang="en-US" altLang="zh-CN" sz="1600" b="1">
              <a:solidFill>
                <a:schemeClr val="tx1"/>
              </a:solidFill>
              <a:latin typeface="微软雅黑" panose="020B0503020204020204" pitchFamily="34" charset="-122"/>
              <a:ea typeface="微软雅黑" panose="020B0503020204020204" pitchFamily="34" charset="-122"/>
            </a:endParaRPr>
          </a:p>
        </p:txBody>
      </p:sp>
      <p:sp>
        <p:nvSpPr>
          <p:cNvPr id="64" name="矩形 63"/>
          <p:cNvSpPr/>
          <p:nvPr/>
        </p:nvSpPr>
        <p:spPr>
          <a:xfrm>
            <a:off x="5880100" y="6618605"/>
            <a:ext cx="742315" cy="25781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nchorCtr="0"/>
          <a:p>
            <a:pPr algn="ctr"/>
            <a:r>
              <a:rPr lang="en-US" altLang="zh-CN" sz="1600" b="1">
                <a:solidFill>
                  <a:schemeClr val="tx1"/>
                </a:solidFill>
                <a:latin typeface="微软雅黑" panose="020B0503020204020204" pitchFamily="34" charset="-122"/>
                <a:ea typeface="微软雅黑" panose="020B0503020204020204" pitchFamily="34" charset="-122"/>
              </a:rPr>
              <a:t>8V</a:t>
            </a:r>
            <a:endParaRPr lang="en-US" altLang="zh-CN" sz="1600" b="1">
              <a:solidFill>
                <a:schemeClr val="tx1"/>
              </a:solidFill>
              <a:latin typeface="微软雅黑" panose="020B0503020204020204" pitchFamily="34" charset="-122"/>
              <a:ea typeface="微软雅黑" panose="020B0503020204020204" pitchFamily="34" charset="-122"/>
            </a:endParaRPr>
          </a:p>
        </p:txBody>
      </p:sp>
    </p:spTree>
    <p:custDataLst>
      <p:tags r:id="rId3"/>
    </p:custData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3"/>
          <p:cNvSpPr>
            <a:spLocks noGrp="1"/>
          </p:cNvSpPr>
          <p:nvPr>
            <p:custDataLst>
              <p:tags r:id="rId1"/>
            </p:custDataLst>
          </p:nvPr>
        </p:nvSpPr>
        <p:spPr>
          <a:xfrm>
            <a:off x="10134600" y="6607175"/>
            <a:ext cx="533400" cy="244475"/>
          </a:xfrm>
          <a:prstGeom prst="rect">
            <a:avLst/>
          </a:prstGeom>
        </p:spPr>
        <p:txBody>
          <a:bodyPr vert="horz" lIns="91440" tIns="45720" rIns="91440" bIns="45720" rtlCol="0" anchor="ctr"/>
          <a:lstStyle>
            <a:defPPr>
              <a:defRPr lang="zh-CN"/>
            </a:defPPr>
            <a:lvl1pPr marL="0" algn="l" defTabSz="914400" rtl="0" eaLnBrk="1" latinLnBrk="0" hangingPunct="1">
              <a:defRPr lang="en-US" altLang="zh-CN" sz="1000" kern="1200" baseline="0" smtClean="0">
                <a:solidFill>
                  <a:srgbClr val="666666"/>
                </a:solidFill>
                <a:latin typeface="微软雅黑" panose="020B0503020204020204" pitchFamily="34" charset="-122"/>
                <a:ea typeface="微软雅黑" panose="020B0503020204020204" pitchFamily="34" charset="-122"/>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5D86DFE6-83D9-4FE3-A95C-808B4CBE7F92}" type="slidenum">
              <a:rPr lang="en-US" altLang="zh-CN" smtClean="0">
                <a:solidFill>
                  <a:schemeClr val="tx1"/>
                </a:solidFill>
              </a:rPr>
            </a:fld>
            <a:endParaRPr lang="en-US" altLang="zh-CN" smtClean="0">
              <a:solidFill>
                <a:schemeClr val="tx1"/>
              </a:solidFill>
            </a:endParaRPr>
          </a:p>
        </p:txBody>
      </p:sp>
      <p:pic>
        <p:nvPicPr>
          <p:cNvPr id="2050" name="Picture 2" descr="http://vision.bi/wp-content/uploads/2013/09/BIG-DATA.png"/>
          <p:cNvPicPr>
            <a:picLocks noChangeAspect="1" noChangeArrowheads="1"/>
          </p:cNvPicPr>
          <p:nvPr>
            <p:custDataLst>
              <p:tags r:id="rId2"/>
            </p:custDataLst>
          </p:nvPr>
        </p:nvPicPr>
        <p:blipFill>
          <a:blip r:embed="rId3">
            <a:extLst>
              <a:ext uri="{28A0092B-C50C-407E-A947-70E740481C1C}">
                <a14:useLocalDpi xmlns:a14="http://schemas.microsoft.com/office/drawing/2010/main" val="0"/>
              </a:ext>
            </a:extLst>
          </a:blip>
          <a:srcRect/>
          <a:stretch>
            <a:fillRect/>
          </a:stretch>
        </p:blipFill>
        <p:spPr bwMode="auto">
          <a:xfrm>
            <a:off x="695325" y="1004570"/>
            <a:ext cx="10793095" cy="5479415"/>
          </a:xfrm>
          <a:prstGeom prst="rect">
            <a:avLst/>
          </a:prstGeom>
          <a:noFill/>
          <a:extLst>
            <a:ext uri="{909E8E84-426E-40DD-AFC4-6F175D3DCCD1}">
              <a14:hiddenFill xmlns:a14="http://schemas.microsoft.com/office/drawing/2010/main">
                <a:solidFill>
                  <a:srgbClr val="FFFFFF"/>
                </a:solidFill>
              </a14:hiddenFill>
            </a:ext>
          </a:extLst>
        </p:spPr>
      </p:pic>
      <p:sp>
        <p:nvSpPr>
          <p:cNvPr id="6" name="矩形 5"/>
          <p:cNvSpPr/>
          <p:nvPr>
            <p:custDataLst>
              <p:tags r:id="rId4"/>
            </p:custDataLst>
          </p:nvPr>
        </p:nvSpPr>
        <p:spPr>
          <a:xfrm>
            <a:off x="2095254" y="2924944"/>
            <a:ext cx="8223250" cy="645160"/>
          </a:xfrm>
          <a:prstGeom prst="rect">
            <a:avLst/>
          </a:prstGeom>
          <a:gradFill>
            <a:gsLst>
              <a:gs pos="0">
                <a:schemeClr val="accent1"/>
              </a:gs>
              <a:gs pos="100000">
                <a:schemeClr val="accent1"/>
              </a:gs>
            </a:gsLst>
          </a:gradFill>
          <a:ln>
            <a:solidFill>
              <a:schemeClr val="accent1"/>
            </a:solidFill>
          </a:ln>
        </p:spPr>
        <p:style>
          <a:lnRef idx="1">
            <a:schemeClr val="accent3"/>
          </a:lnRef>
          <a:fillRef idx="2">
            <a:schemeClr val="accent3"/>
          </a:fillRef>
          <a:effectRef idx="1">
            <a:schemeClr val="accent3"/>
          </a:effectRef>
          <a:fontRef idx="minor">
            <a:schemeClr val="dk1"/>
          </a:fontRef>
        </p:style>
        <p:txBody>
          <a:bodyPr wrap="none">
            <a:spAutoFit/>
          </a:bodyPr>
          <a:lstStyle/>
          <a:p>
            <a:pPr marL="3175" lvl="1" algn="ctr"/>
            <a:r>
              <a:rPr lang="zh-CN" altLang="en-US" sz="3600" b="1" i="1" dirty="0">
                <a:solidFill>
                  <a:schemeClr val="tx1"/>
                </a:solidFill>
              </a:rPr>
              <a:t>思考</a:t>
            </a:r>
            <a:r>
              <a:rPr lang="en-US" altLang="zh-CN" sz="3600" b="1" i="1" dirty="0">
                <a:solidFill>
                  <a:schemeClr val="tx1"/>
                </a:solidFill>
              </a:rPr>
              <a:t>1</a:t>
            </a:r>
            <a:r>
              <a:rPr lang="zh-CN" altLang="en-US" sz="3600" b="1" i="1" dirty="0">
                <a:solidFill>
                  <a:schemeClr val="tx1"/>
                </a:solidFill>
              </a:rPr>
              <a:t>：您的大数据技术投资论证了吗？</a:t>
            </a:r>
            <a:endParaRPr lang="zh-CN" altLang="en-US" sz="3600" b="1" i="1" dirty="0">
              <a:solidFill>
                <a:schemeClr val="tx1"/>
              </a:solidFill>
            </a:endParaRPr>
          </a:p>
        </p:txBody>
      </p:sp>
      <p:sp>
        <p:nvSpPr>
          <p:cNvPr id="14" name="标题 13"/>
          <p:cNvSpPr>
            <a:spLocks noGrp="1"/>
          </p:cNvSpPr>
          <p:nvPr>
            <p:ph type="title"/>
            <p:custDataLst>
              <p:tags r:id="rId5"/>
            </p:custDataLst>
          </p:nvPr>
        </p:nvSpPr>
        <p:spPr/>
        <p:txBody>
          <a:bodyPr vert="horz" lIns="91440" tIns="45720" rIns="91440" bIns="45720" rtlCol="0" anchor="ctr">
            <a:normAutofit/>
          </a:bodyPr>
          <a:p>
            <a:pPr lvl="0" algn="l">
              <a:buClrTx/>
              <a:buSzTx/>
              <a:buFontTx/>
            </a:pPr>
            <a:r>
              <a:rPr lang="zh-CN" altLang="en-US" smtClean="0">
                <a:sym typeface="+mn-ea"/>
              </a:rPr>
              <a:t>讨论热点</a:t>
            </a:r>
            <a:r>
              <a:rPr lang="zh-CN" altLang="en-US" smtClean="0">
                <a:sym typeface="+mn-ea"/>
              </a:rPr>
              <a:t>1</a:t>
            </a:r>
            <a:r>
              <a:rPr lang="zh-CN" altLang="en-US" smtClean="0">
                <a:sym typeface="+mn-ea"/>
              </a:rPr>
              <a:t>：大数据技术</a:t>
            </a:r>
            <a:endParaRPr lang="zh-CN" altLang="en-US" smtClean="0">
              <a:sym typeface="+mn-ea"/>
            </a:endParaRPr>
          </a:p>
        </p:txBody>
      </p:sp>
    </p:spTree>
    <p:custDataLst>
      <p:tags r:id="rId6"/>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3"/>
          <p:cNvSpPr>
            <a:spLocks noGrp="1"/>
          </p:cNvSpPr>
          <p:nvPr>
            <p:custDataLst>
              <p:tags r:id="rId1"/>
            </p:custDataLst>
          </p:nvPr>
        </p:nvSpPr>
        <p:spPr>
          <a:xfrm>
            <a:off x="10134600" y="6607175"/>
            <a:ext cx="533400" cy="244475"/>
          </a:xfrm>
          <a:prstGeom prst="rect">
            <a:avLst/>
          </a:prstGeom>
        </p:spPr>
        <p:txBody>
          <a:bodyPr vert="horz" lIns="91440" tIns="45720" rIns="91440" bIns="45720" rtlCol="0" anchor="ctr"/>
          <a:lstStyle>
            <a:defPPr>
              <a:defRPr lang="zh-CN"/>
            </a:defPPr>
            <a:lvl1pPr marL="0" algn="l" defTabSz="914400" rtl="0" eaLnBrk="1" latinLnBrk="0" hangingPunct="1">
              <a:defRPr lang="en-US" altLang="zh-CN" sz="1000" kern="1200" baseline="0" smtClean="0">
                <a:solidFill>
                  <a:srgbClr val="666666"/>
                </a:solidFill>
                <a:latin typeface="微软雅黑" panose="020B0503020204020204" pitchFamily="34" charset="-122"/>
                <a:ea typeface="微软雅黑" panose="020B0503020204020204" pitchFamily="34" charset="-122"/>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5D86DFE6-83D9-4FE3-A95C-808B4CBE7F92}" type="slidenum">
              <a:rPr lang="en-US" altLang="zh-CN" smtClean="0">
                <a:solidFill>
                  <a:schemeClr val="tx1"/>
                </a:solidFill>
              </a:rPr>
            </a:fld>
            <a:endParaRPr lang="en-US" altLang="zh-CN" smtClean="0">
              <a:solidFill>
                <a:schemeClr val="tx1"/>
              </a:solidFill>
            </a:endParaRPr>
          </a:p>
        </p:txBody>
      </p:sp>
      <p:pic>
        <p:nvPicPr>
          <p:cNvPr id="2050" name="Picture 2"/>
          <p:cNvPicPr>
            <a:picLocks noChangeAspect="1" noChangeArrowheads="1"/>
          </p:cNvPicPr>
          <p:nvPr>
            <p:custDataLst>
              <p:tags r:id="rId2"/>
            </p:custDataLst>
          </p:nvPr>
        </p:nvPicPr>
        <p:blipFill>
          <a:blip r:embed="rId3">
            <a:extLst>
              <a:ext uri="{28A0092B-C50C-407E-A947-70E740481C1C}">
                <a14:useLocalDpi xmlns:a14="http://schemas.microsoft.com/office/drawing/2010/main" val="0"/>
              </a:ext>
            </a:extLst>
          </a:blip>
          <a:srcRect/>
          <a:stretch>
            <a:fillRect/>
          </a:stretch>
        </p:blipFill>
        <p:spPr bwMode="auto">
          <a:xfrm>
            <a:off x="824230" y="1124585"/>
            <a:ext cx="10353675" cy="504063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矩形 7"/>
          <p:cNvSpPr/>
          <p:nvPr>
            <p:custDataLst>
              <p:tags r:id="rId4"/>
            </p:custDataLst>
          </p:nvPr>
        </p:nvSpPr>
        <p:spPr>
          <a:xfrm>
            <a:off x="2351584" y="6165502"/>
            <a:ext cx="7738324" cy="460375"/>
          </a:xfrm>
          <a:prstGeom prst="rect">
            <a:avLst/>
          </a:prstGeom>
        </p:spPr>
        <p:txBody>
          <a:bodyPr wrap="square">
            <a:spAutoFit/>
          </a:bodyPr>
          <a:lstStyle/>
          <a:p>
            <a:r>
              <a:rPr lang="zh-CN" altLang="en-US" sz="1200" i="1" dirty="0">
                <a:solidFill>
                  <a:schemeClr val="tx1"/>
                </a:solidFill>
              </a:rPr>
              <a:t>注：以上摘自公开资料，</a:t>
            </a:r>
            <a:r>
              <a:rPr lang="en-US" altLang="zh-CN" sz="1200" i="1" dirty="0">
                <a:solidFill>
                  <a:schemeClr val="tx1"/>
                </a:solidFill>
              </a:rPr>
              <a:t>BCG</a:t>
            </a:r>
            <a:r>
              <a:rPr lang="zh-CN" altLang="en-US" sz="1200" i="1" dirty="0">
                <a:solidFill>
                  <a:schemeClr val="tx1"/>
                </a:solidFill>
              </a:rPr>
              <a:t>波士顿咨询</a:t>
            </a:r>
            <a:r>
              <a:rPr lang="en-US" altLang="zh-CN" sz="1200" i="1" dirty="0">
                <a:solidFill>
                  <a:schemeClr val="tx1"/>
                </a:solidFill>
              </a:rPr>
              <a:t>《</a:t>
            </a:r>
            <a:r>
              <a:rPr lang="zh-CN" altLang="en-US" sz="1200" i="1" dirty="0">
                <a:solidFill>
                  <a:schemeClr val="tx1"/>
                </a:solidFill>
              </a:rPr>
              <a:t>互联网金融生态系统</a:t>
            </a:r>
            <a:r>
              <a:rPr lang="en-US" altLang="zh-CN" sz="1200" i="1" dirty="0">
                <a:solidFill>
                  <a:schemeClr val="tx1"/>
                </a:solidFill>
              </a:rPr>
              <a:t>2020</a:t>
            </a:r>
            <a:r>
              <a:rPr lang="zh-CN" altLang="en-US" sz="1200" i="1" dirty="0">
                <a:solidFill>
                  <a:schemeClr val="tx1"/>
                </a:solidFill>
              </a:rPr>
              <a:t>系列报告之大数据篇：回归“价值”本源：金融机构如何驾驭大数据？</a:t>
            </a:r>
            <a:r>
              <a:rPr lang="en-US" altLang="zh-CN" sz="1200" i="1" dirty="0">
                <a:solidFill>
                  <a:schemeClr val="tx1"/>
                </a:solidFill>
              </a:rPr>
              <a:t>》</a:t>
            </a:r>
            <a:endParaRPr lang="en-US" altLang="zh-CN" sz="1200" i="1" dirty="0">
              <a:solidFill>
                <a:schemeClr val="tx1"/>
              </a:solidFill>
            </a:endParaRPr>
          </a:p>
        </p:txBody>
      </p:sp>
      <p:sp>
        <p:nvSpPr>
          <p:cNvPr id="7" name="矩形 6"/>
          <p:cNvSpPr/>
          <p:nvPr>
            <p:custDataLst>
              <p:tags r:id="rId5"/>
            </p:custDataLst>
          </p:nvPr>
        </p:nvSpPr>
        <p:spPr>
          <a:xfrm>
            <a:off x="1880202" y="3212976"/>
            <a:ext cx="8681085" cy="645160"/>
          </a:xfrm>
          <a:prstGeom prst="rect">
            <a:avLst/>
          </a:prstGeom>
          <a:gradFill>
            <a:gsLst>
              <a:gs pos="0">
                <a:schemeClr val="accent1"/>
              </a:gs>
              <a:gs pos="100000">
                <a:schemeClr val="accent1"/>
              </a:gs>
            </a:gsLst>
          </a:gradFill>
          <a:ln>
            <a:solidFill>
              <a:schemeClr val="accent1"/>
            </a:solidFill>
          </a:ln>
        </p:spPr>
        <p:style>
          <a:lnRef idx="1">
            <a:schemeClr val="accent3"/>
          </a:lnRef>
          <a:fillRef idx="2">
            <a:schemeClr val="accent3"/>
          </a:fillRef>
          <a:effectRef idx="1">
            <a:schemeClr val="accent3"/>
          </a:effectRef>
          <a:fontRef idx="minor">
            <a:schemeClr val="dk1"/>
          </a:fontRef>
        </p:style>
        <p:txBody>
          <a:bodyPr wrap="none">
            <a:spAutoFit/>
          </a:bodyPr>
          <a:lstStyle/>
          <a:p>
            <a:pPr marL="3175" lvl="1" algn="ctr"/>
            <a:r>
              <a:rPr lang="zh-CN" altLang="en-US" sz="3600" b="1" i="1" dirty="0">
                <a:solidFill>
                  <a:schemeClr val="tx1"/>
                </a:solidFill>
              </a:rPr>
              <a:t>思考</a:t>
            </a:r>
            <a:r>
              <a:rPr lang="en-US" altLang="zh-CN" sz="3600" b="1" i="1" dirty="0">
                <a:solidFill>
                  <a:schemeClr val="tx1"/>
                </a:solidFill>
              </a:rPr>
              <a:t>2</a:t>
            </a:r>
            <a:r>
              <a:rPr lang="zh-CN" altLang="en-US" sz="3600" b="1" i="1" dirty="0">
                <a:solidFill>
                  <a:schemeClr val="tx1"/>
                </a:solidFill>
              </a:rPr>
              <a:t>：您的大数据业务场景想清楚了吗？</a:t>
            </a:r>
            <a:endParaRPr lang="zh-CN" altLang="en-US" sz="3600" b="1" i="1" dirty="0">
              <a:solidFill>
                <a:schemeClr val="tx1"/>
              </a:solidFill>
            </a:endParaRPr>
          </a:p>
        </p:txBody>
      </p:sp>
      <p:sp>
        <p:nvSpPr>
          <p:cNvPr id="13" name="标题 12"/>
          <p:cNvSpPr>
            <a:spLocks noGrp="1"/>
          </p:cNvSpPr>
          <p:nvPr>
            <p:ph type="title"/>
            <p:custDataLst>
              <p:tags r:id="rId6"/>
            </p:custDataLst>
          </p:nvPr>
        </p:nvSpPr>
        <p:spPr/>
        <p:txBody>
          <a:bodyPr vert="horz" lIns="91440" tIns="45720" rIns="91440" bIns="45720" rtlCol="0" anchor="ctr">
            <a:normAutofit/>
          </a:bodyPr>
          <a:p>
            <a:pPr lvl="0" algn="l">
              <a:buClrTx/>
              <a:buSzTx/>
              <a:buFontTx/>
            </a:pPr>
            <a:r>
              <a:rPr lang="zh-CN" altLang="en-US" smtClean="0">
                <a:sym typeface="+mn-ea"/>
              </a:rPr>
              <a:t>讨论热点</a:t>
            </a:r>
            <a:r>
              <a:rPr lang="zh-CN" altLang="en-US" smtClean="0">
                <a:sym typeface="+mn-ea"/>
              </a:rPr>
              <a:t>2</a:t>
            </a:r>
            <a:r>
              <a:rPr lang="zh-CN" altLang="en-US" smtClean="0">
                <a:sym typeface="+mn-ea"/>
              </a:rPr>
              <a:t>：大数据应用</a:t>
            </a:r>
            <a:endParaRPr lang="zh-CN" altLang="en-US" smtClean="0">
              <a:sym typeface="+mn-ea"/>
            </a:endParaRPr>
          </a:p>
        </p:txBody>
      </p:sp>
    </p:spTree>
    <p:custDataLst>
      <p:tags r:id="rId7"/>
    </p:custData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2"/>
          <p:cNvPicPr>
            <a:picLocks noChangeAspect="1" noChangeArrowheads="1"/>
          </p:cNvPicPr>
          <p:nvPr>
            <p:custDataLst>
              <p:tags r:id="rId1"/>
            </p:custDataLst>
          </p:nvPr>
        </p:nvPicPr>
        <p:blipFill>
          <a:blip r:embed="rId2">
            <a:extLst>
              <a:ext uri="{28A0092B-C50C-407E-A947-70E740481C1C}">
                <a14:useLocalDpi xmlns:a14="http://schemas.microsoft.com/office/drawing/2010/main" val="0"/>
              </a:ext>
            </a:extLst>
          </a:blip>
          <a:srcRect/>
          <a:stretch>
            <a:fillRect/>
          </a:stretch>
        </p:blipFill>
        <p:spPr bwMode="auto">
          <a:xfrm>
            <a:off x="695960" y="3004185"/>
            <a:ext cx="6767195" cy="35483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矩形 4"/>
          <p:cNvSpPr>
            <a:spLocks noChangeArrowheads="1"/>
          </p:cNvSpPr>
          <p:nvPr>
            <p:custDataLst>
              <p:tags r:id="rId3"/>
            </p:custDataLst>
          </p:nvPr>
        </p:nvSpPr>
        <p:spPr bwMode="auto">
          <a:xfrm>
            <a:off x="595630" y="1257935"/>
            <a:ext cx="6907530" cy="1414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Char char="•"/>
              <a:defRPr sz="2800">
                <a:solidFill>
                  <a:schemeClr val="tx1"/>
                </a:solidFill>
                <a:latin typeface="微软雅黑" panose="020B0503020204020204" pitchFamily="34" charset="-122"/>
                <a:ea typeface="微软雅黑" panose="020B0503020204020204" pitchFamily="34" charset="-122"/>
              </a:defRPr>
            </a:lvl1pPr>
            <a:lvl2pPr marL="800100" indent="-342900" eaLnBrk="0" hangingPunct="0">
              <a:spcBef>
                <a:spcPct val="20000"/>
              </a:spcBef>
              <a:buChar char="–"/>
              <a:defRPr sz="2400">
                <a:solidFill>
                  <a:schemeClr val="tx1"/>
                </a:solidFill>
                <a:latin typeface="微软雅黑" panose="020B0503020204020204" pitchFamily="34" charset="-122"/>
                <a:ea typeface="微软雅黑" panose="020B0503020204020204" pitchFamily="34" charset="-122"/>
              </a:defRPr>
            </a:lvl2pPr>
            <a:lvl3pPr marL="1143000" indent="-228600" eaLnBrk="0" hangingPunct="0">
              <a:spcBef>
                <a:spcPct val="20000"/>
              </a:spcBef>
              <a:buChar char="•"/>
              <a:defRPr sz="2000">
                <a:solidFill>
                  <a:schemeClr val="tx1"/>
                </a:solidFill>
                <a:latin typeface="微软雅黑" panose="020B0503020204020204" pitchFamily="34" charset="-122"/>
                <a:ea typeface="微软雅黑" panose="020B0503020204020204" pitchFamily="34" charset="-122"/>
              </a:defRPr>
            </a:lvl3pPr>
            <a:lvl4pPr marL="1600200" indent="-228600" eaLnBrk="0" hangingPunct="0">
              <a:spcBef>
                <a:spcPct val="20000"/>
              </a:spcBef>
              <a:buChar char="–"/>
              <a:defRPr>
                <a:solidFill>
                  <a:schemeClr val="tx1"/>
                </a:solidFill>
                <a:latin typeface="微软雅黑" panose="020B0503020204020204" pitchFamily="34" charset="-122"/>
                <a:ea typeface="微软雅黑" panose="020B0503020204020204" pitchFamily="34" charset="-122"/>
              </a:defRPr>
            </a:lvl4pPr>
            <a:lvl5pPr marL="2057400" indent="-228600" eaLnBrk="0" hangingPunct="0">
              <a:spcBef>
                <a:spcPct val="20000"/>
              </a:spcBef>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a:solidFill>
                  <a:schemeClr val="tx1"/>
                </a:solidFill>
                <a:latin typeface="微软雅黑" panose="020B0503020204020204" pitchFamily="34" charset="-122"/>
                <a:ea typeface="微软雅黑" panose="020B0503020204020204" pitchFamily="34" charset="-122"/>
              </a:defRPr>
            </a:lvl9pPr>
          </a:lstStyle>
          <a:p>
            <a:pPr eaLnBrk="1" hangingPunct="1">
              <a:spcBef>
                <a:spcPct val="0"/>
              </a:spcBef>
              <a:buFontTx/>
              <a:buNone/>
            </a:pPr>
            <a:r>
              <a:rPr lang="zh-CN" altLang="zh-CN" sz="1600" b="1" dirty="0">
                <a:solidFill>
                  <a:schemeClr val="bg2">
                    <a:lumMod val="50000"/>
                  </a:schemeClr>
                </a:solidFill>
                <a:cs typeface="微软雅黑" panose="020B0503020204020204" pitchFamily="34" charset="-122"/>
              </a:rPr>
              <a:t>“做什么”——</a:t>
            </a:r>
            <a:r>
              <a:rPr lang="en-US" altLang="zh-CN" sz="1600" b="1" dirty="0">
                <a:solidFill>
                  <a:schemeClr val="bg2">
                    <a:lumMod val="50000"/>
                  </a:schemeClr>
                </a:solidFill>
                <a:cs typeface="微软雅黑" panose="020B0503020204020204" pitchFamily="34" charset="-122"/>
              </a:rPr>
              <a:t> CDO</a:t>
            </a:r>
            <a:r>
              <a:rPr lang="zh-CN" altLang="en-US" sz="1600" b="1" dirty="0">
                <a:solidFill>
                  <a:schemeClr val="bg2">
                    <a:lumMod val="50000"/>
                  </a:schemeClr>
                </a:solidFill>
                <a:cs typeface="微软雅黑" panose="020B0503020204020204" pitchFamily="34" charset="-122"/>
              </a:rPr>
              <a:t>的主要职责</a:t>
            </a:r>
            <a:endParaRPr lang="en-US" altLang="zh-CN" sz="1600" b="1" dirty="0">
              <a:solidFill>
                <a:schemeClr val="bg2">
                  <a:lumMod val="50000"/>
                </a:schemeClr>
              </a:solidFill>
              <a:cs typeface="微软雅黑" panose="020B0503020204020204" pitchFamily="34" charset="-122"/>
            </a:endParaRPr>
          </a:p>
          <a:p>
            <a:pPr lvl="1" eaLnBrk="1" hangingPunct="1">
              <a:lnSpc>
                <a:spcPct val="125000"/>
              </a:lnSpc>
              <a:spcBef>
                <a:spcPts val="0"/>
              </a:spcBef>
              <a:spcAft>
                <a:spcPts val="0"/>
              </a:spcAft>
              <a:buFont typeface="Arial" panose="020B0604020202020204" pitchFamily="34" charset="0"/>
              <a:buChar char="•"/>
            </a:pPr>
            <a:r>
              <a:rPr lang="zh-CN" altLang="zh-CN" sz="1400" dirty="0">
                <a:solidFill>
                  <a:schemeClr val="tx1"/>
                </a:solidFill>
                <a:cs typeface="微软雅黑" panose="020B0503020204020204" pitchFamily="34" charset="-122"/>
              </a:rPr>
              <a:t>负责企业级数据架构工作</a:t>
            </a:r>
            <a:endParaRPr lang="en-US" altLang="zh-CN" sz="1400" dirty="0">
              <a:solidFill>
                <a:schemeClr val="tx1"/>
              </a:solidFill>
              <a:cs typeface="微软雅黑" panose="020B0503020204020204" pitchFamily="34" charset="-122"/>
            </a:endParaRPr>
          </a:p>
          <a:p>
            <a:pPr lvl="1" eaLnBrk="1" hangingPunct="1">
              <a:lnSpc>
                <a:spcPct val="125000"/>
              </a:lnSpc>
              <a:spcBef>
                <a:spcPts val="0"/>
              </a:spcBef>
              <a:spcAft>
                <a:spcPts val="0"/>
              </a:spcAft>
              <a:buFont typeface="Arial" panose="020B0604020202020204" pitchFamily="34" charset="0"/>
              <a:buChar char="•"/>
            </a:pPr>
            <a:r>
              <a:rPr lang="zh-CN" altLang="en-US" sz="1400" dirty="0">
                <a:solidFill>
                  <a:schemeClr val="tx1"/>
                </a:solidFill>
                <a:cs typeface="微软雅黑" panose="020B0503020204020204" pitchFamily="34" charset="-122"/>
              </a:rPr>
              <a:t>负责企业的数据交付网络、提升交付效率</a:t>
            </a:r>
            <a:endParaRPr lang="en-US" altLang="zh-CN" sz="1400" dirty="0">
              <a:solidFill>
                <a:schemeClr val="tx1"/>
              </a:solidFill>
              <a:cs typeface="微软雅黑" panose="020B0503020204020204" pitchFamily="34" charset="-122"/>
            </a:endParaRPr>
          </a:p>
          <a:p>
            <a:pPr lvl="1" eaLnBrk="1" hangingPunct="1">
              <a:lnSpc>
                <a:spcPct val="125000"/>
              </a:lnSpc>
              <a:spcBef>
                <a:spcPts val="0"/>
              </a:spcBef>
              <a:spcAft>
                <a:spcPts val="0"/>
              </a:spcAft>
              <a:buFont typeface="Arial" panose="020B0604020202020204" pitchFamily="34" charset="0"/>
              <a:buChar char="•"/>
            </a:pPr>
            <a:r>
              <a:rPr lang="zh-CN" altLang="en-US" sz="1400" dirty="0">
                <a:solidFill>
                  <a:schemeClr val="tx1"/>
                </a:solidFill>
                <a:cs typeface="微软雅黑" panose="020B0503020204020204" pitchFamily="34" charset="-122"/>
              </a:rPr>
              <a:t>数据团队建设、人员培养、能力提升</a:t>
            </a:r>
            <a:endParaRPr lang="en-US" altLang="zh-CN" sz="1400" dirty="0">
              <a:solidFill>
                <a:schemeClr val="tx1"/>
              </a:solidFill>
              <a:cs typeface="微软雅黑" panose="020B0503020204020204" pitchFamily="34" charset="-122"/>
            </a:endParaRPr>
          </a:p>
          <a:p>
            <a:pPr lvl="1" eaLnBrk="1" hangingPunct="1">
              <a:lnSpc>
                <a:spcPct val="125000"/>
              </a:lnSpc>
              <a:spcBef>
                <a:spcPts val="0"/>
              </a:spcBef>
              <a:spcAft>
                <a:spcPts val="0"/>
              </a:spcAft>
              <a:buFont typeface="Arial" panose="020B0604020202020204" pitchFamily="34" charset="0"/>
              <a:buChar char="•"/>
            </a:pPr>
            <a:r>
              <a:rPr lang="zh-CN" altLang="zh-CN" sz="1400" dirty="0">
                <a:solidFill>
                  <a:schemeClr val="tx1"/>
                </a:solidFill>
                <a:cs typeface="微软雅黑" panose="020B0503020204020204" pitchFamily="34" charset="-122"/>
              </a:rPr>
              <a:t>治理真实数据和元数据的数据架构和完整性</a:t>
            </a:r>
            <a:endParaRPr lang="zh-CN" altLang="zh-CN" sz="1400" dirty="0">
              <a:solidFill>
                <a:schemeClr val="tx1"/>
              </a:solidFill>
              <a:cs typeface="微软雅黑" panose="020B0503020204020204" pitchFamily="34" charset="-122"/>
            </a:endParaRPr>
          </a:p>
        </p:txBody>
      </p:sp>
      <p:pic>
        <p:nvPicPr>
          <p:cNvPr id="8" name="Picture 2" descr="D:\00-DGWorkshop\01-Publishing\00-CDO\封面.jpg"/>
          <p:cNvPicPr>
            <a:picLocks noChangeAspect="1" noChangeArrowheads="1"/>
          </p:cNvPicPr>
          <p:nvPr>
            <p:custDataLst>
              <p:tags r:id="rId4"/>
            </p:custDataLst>
          </p:nvPr>
        </p:nvPicPr>
        <p:blipFill>
          <a:blip r:embed="rId5" cstate="print">
            <a:extLst>
              <a:ext uri="{28A0092B-C50C-407E-A947-70E740481C1C}">
                <a14:useLocalDpi xmlns:a14="http://schemas.microsoft.com/office/drawing/2010/main" val="0"/>
              </a:ext>
            </a:extLst>
          </a:blip>
          <a:srcRect/>
          <a:stretch>
            <a:fillRect/>
          </a:stretch>
        </p:blipFill>
        <p:spPr bwMode="auto">
          <a:xfrm>
            <a:off x="7860030" y="1257935"/>
            <a:ext cx="3834130" cy="52984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矩形 8"/>
          <p:cNvSpPr/>
          <p:nvPr>
            <p:custDataLst>
              <p:tags r:id="rId6"/>
            </p:custDataLst>
          </p:nvPr>
        </p:nvSpPr>
        <p:spPr>
          <a:xfrm>
            <a:off x="4655988" y="-964137"/>
            <a:ext cx="6899910" cy="645160"/>
          </a:xfrm>
          <a:prstGeom prst="rect">
            <a:avLst/>
          </a:prstGeom>
          <a:gradFill>
            <a:gsLst>
              <a:gs pos="0">
                <a:schemeClr val="accent1"/>
              </a:gs>
              <a:gs pos="100000">
                <a:schemeClr val="accent1"/>
              </a:gs>
            </a:gsLst>
          </a:gradFill>
          <a:ln>
            <a:solidFill>
              <a:schemeClr val="accent1"/>
            </a:solidFill>
          </a:ln>
        </p:spPr>
        <p:style>
          <a:lnRef idx="1">
            <a:schemeClr val="accent3"/>
          </a:lnRef>
          <a:fillRef idx="2">
            <a:schemeClr val="accent3"/>
          </a:fillRef>
          <a:effectRef idx="1">
            <a:schemeClr val="accent3"/>
          </a:effectRef>
          <a:fontRef idx="minor">
            <a:schemeClr val="dk1"/>
          </a:fontRef>
        </p:style>
        <p:txBody>
          <a:bodyPr wrap="none">
            <a:spAutoFit/>
          </a:bodyPr>
          <a:lstStyle/>
          <a:p>
            <a:pPr marL="3175" lvl="1" algn="ctr"/>
            <a:r>
              <a:rPr lang="zh-CN" altLang="en-US" sz="3600" b="1" i="1" dirty="0">
                <a:solidFill>
                  <a:schemeClr val="tx1"/>
                </a:solidFill>
              </a:rPr>
              <a:t>思考</a:t>
            </a:r>
            <a:r>
              <a:rPr lang="en-US" altLang="zh-CN" sz="3600" b="1" i="1" dirty="0">
                <a:solidFill>
                  <a:schemeClr val="tx1"/>
                </a:solidFill>
              </a:rPr>
              <a:t>4</a:t>
            </a:r>
            <a:r>
              <a:rPr lang="zh-CN" altLang="en-US" sz="3600" b="1" i="1" dirty="0">
                <a:solidFill>
                  <a:schemeClr val="tx1"/>
                </a:solidFill>
              </a:rPr>
              <a:t>：数据治理，职责</a:t>
            </a:r>
            <a:r>
              <a:rPr lang="en-US" altLang="zh-CN" sz="3600" b="1" i="1" dirty="0">
                <a:solidFill>
                  <a:schemeClr val="tx1"/>
                </a:solidFill>
              </a:rPr>
              <a:t>vs</a:t>
            </a:r>
            <a:r>
              <a:rPr lang="zh-CN" altLang="en-US" sz="3600" b="1" i="1" dirty="0">
                <a:solidFill>
                  <a:schemeClr val="tx1"/>
                </a:solidFill>
              </a:rPr>
              <a:t>职位？</a:t>
            </a:r>
            <a:endParaRPr lang="zh-CN" altLang="en-US" sz="3600" b="1" i="1" dirty="0">
              <a:solidFill>
                <a:schemeClr val="tx1"/>
              </a:solidFill>
            </a:endParaRPr>
          </a:p>
        </p:txBody>
      </p:sp>
      <p:sp>
        <p:nvSpPr>
          <p:cNvPr id="13" name="标题 12"/>
          <p:cNvSpPr>
            <a:spLocks noGrp="1"/>
          </p:cNvSpPr>
          <p:nvPr>
            <p:ph type="title"/>
            <p:custDataLst>
              <p:tags r:id="rId7"/>
            </p:custDataLst>
          </p:nvPr>
        </p:nvSpPr>
        <p:spPr/>
        <p:txBody>
          <a:bodyPr vert="horz" lIns="91440" tIns="45720" rIns="91440" bIns="45720" rtlCol="0" anchor="ctr">
            <a:normAutofit/>
          </a:bodyPr>
          <a:p>
            <a:pPr lvl="0" algn="l">
              <a:buClrTx/>
              <a:buSzTx/>
              <a:buFontTx/>
            </a:pPr>
            <a:r>
              <a:rPr lang="zh-CN" altLang="en-US" smtClean="0">
                <a:sym typeface="+mn-ea"/>
              </a:rPr>
              <a:t>讨论要点</a:t>
            </a:r>
            <a:r>
              <a:rPr lang="zh-CN" altLang="en-US" smtClean="0">
                <a:sym typeface="+mn-ea"/>
              </a:rPr>
              <a:t>4</a:t>
            </a:r>
            <a:r>
              <a:rPr lang="zh-CN" altLang="en-US" smtClean="0">
                <a:sym typeface="+mn-ea"/>
              </a:rPr>
              <a:t>：CDO首席数据官</a:t>
            </a:r>
            <a:endParaRPr lang="zh-CN" altLang="en-US" smtClean="0">
              <a:sym typeface="+mn-ea"/>
            </a:endParaRPr>
          </a:p>
        </p:txBody>
      </p:sp>
    </p:spTree>
    <p:custDataLst>
      <p:tags r:id="rId8"/>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ldLvl="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custDataLst>
              <p:tags r:id="rId1"/>
            </p:custDataLst>
          </p:nvPr>
        </p:nvSpPr>
        <p:spPr>
          <a:xfrm>
            <a:off x="10134600" y="6607175"/>
            <a:ext cx="533400" cy="244475"/>
          </a:xfrm>
          <a:prstGeom prst="rect">
            <a:avLst/>
          </a:prstGeom>
        </p:spPr>
        <p:txBody>
          <a:bodyPr vert="horz" lIns="91440" tIns="45720" rIns="91440" bIns="45720" rtlCol="0" anchor="ctr"/>
          <a:lstStyle>
            <a:defPPr>
              <a:defRPr lang="zh-CN"/>
            </a:defPPr>
            <a:lvl1pPr marL="0" algn="l" defTabSz="914400" rtl="0" eaLnBrk="1" latinLnBrk="0" hangingPunct="1">
              <a:defRPr lang="en-US" altLang="zh-CN" sz="1000" kern="1200" baseline="0" smtClean="0">
                <a:solidFill>
                  <a:srgbClr val="666666"/>
                </a:solidFill>
                <a:latin typeface="微软雅黑" panose="020B0503020204020204" pitchFamily="34" charset="-122"/>
                <a:ea typeface="微软雅黑" panose="020B0503020204020204" pitchFamily="34" charset="-122"/>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5D86DFE6-83D9-4FE3-A95C-808B4CBE7F92}" type="slidenum">
              <a:rPr lang="en-US" altLang="zh-CN" smtClean="0">
                <a:solidFill>
                  <a:schemeClr val="tx1"/>
                </a:solidFill>
              </a:rPr>
            </a:fld>
            <a:endParaRPr lang="en-US" altLang="zh-CN" smtClean="0">
              <a:solidFill>
                <a:schemeClr val="tx1"/>
              </a:solidFill>
            </a:endParaRPr>
          </a:p>
        </p:txBody>
      </p:sp>
      <p:pic>
        <p:nvPicPr>
          <p:cNvPr id="6" name="Picture 2"/>
          <p:cNvPicPr>
            <a:picLocks noChangeAspect="1" noChangeArrowheads="1"/>
          </p:cNvPicPr>
          <p:nvPr>
            <p:custDataLst>
              <p:tags r:id="rId2"/>
            </p:custDataLst>
          </p:nvPr>
        </p:nvPicPr>
        <p:blipFill>
          <a:blip r:embed="rId3">
            <a:extLst>
              <a:ext uri="{28A0092B-C50C-407E-A947-70E740481C1C}">
                <a14:useLocalDpi xmlns:a14="http://schemas.microsoft.com/office/drawing/2010/main" val="0"/>
              </a:ext>
            </a:extLst>
          </a:blip>
          <a:srcRect/>
          <a:stretch>
            <a:fillRect/>
          </a:stretch>
        </p:blipFill>
        <p:spPr bwMode="auto">
          <a:xfrm>
            <a:off x="565785" y="3043555"/>
            <a:ext cx="5962015" cy="338709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aphicFrame>
        <p:nvGraphicFramePr>
          <p:cNvPr id="3" name="表格 2"/>
          <p:cNvGraphicFramePr>
            <a:graphicFrameLocks noGrp="1"/>
          </p:cNvGraphicFramePr>
          <p:nvPr>
            <p:custDataLst>
              <p:tags r:id="rId4"/>
            </p:custDataLst>
          </p:nvPr>
        </p:nvGraphicFramePr>
        <p:xfrm>
          <a:off x="7320280" y="1340485"/>
          <a:ext cx="4228465" cy="5298440"/>
        </p:xfrm>
        <a:graphic>
          <a:graphicData uri="http://schemas.openxmlformats.org/drawingml/2006/table">
            <a:tbl>
              <a:tblPr firstRow="1" bandRow="1">
                <a:tableStyleId>{95636D20-5F6B-4691-8CA5-634A83CF8594}</a:tableStyleId>
              </a:tblPr>
              <a:tblGrid>
                <a:gridCol w="824865"/>
                <a:gridCol w="3403600"/>
              </a:tblGrid>
              <a:tr h="378460">
                <a:tc>
                  <a:txBody>
                    <a:bodyPr/>
                    <a:lstStyle/>
                    <a:p>
                      <a:pPr algn="ctr"/>
                      <a:r>
                        <a:rPr lang="zh-CN" altLang="en-US" sz="1600" dirty="0"/>
                        <a:t>编号</a:t>
                      </a:r>
                      <a:endParaRPr lang="zh-CN" altLang="en-US" sz="1600" dirty="0"/>
                    </a:p>
                  </a:txBody>
                  <a:tcPr anchor="ctr"/>
                </a:tc>
                <a:tc>
                  <a:txBody>
                    <a:bodyPr/>
                    <a:lstStyle/>
                    <a:p>
                      <a:pPr algn="ctr"/>
                      <a:r>
                        <a:rPr lang="zh-CN" altLang="en-US" sz="1600" dirty="0"/>
                        <a:t>大数据交易所（部分）</a:t>
                      </a:r>
                      <a:endParaRPr lang="zh-CN" altLang="en-US" sz="1600" dirty="0"/>
                    </a:p>
                  </a:txBody>
                  <a:tcPr anchor="ctr"/>
                </a:tc>
              </a:tr>
              <a:tr h="378460">
                <a:tc>
                  <a:txBody>
                    <a:bodyPr/>
                    <a:lstStyle/>
                    <a:p>
                      <a:pPr algn="ctr"/>
                      <a:r>
                        <a:rPr lang="en-US" altLang="zh-CN" sz="1600" dirty="0"/>
                        <a:t>1</a:t>
                      </a:r>
                      <a:endParaRPr lang="en-US" altLang="zh-CN" sz="1600" dirty="0"/>
                    </a:p>
                  </a:txBody>
                  <a:tcPr anchor="ctr"/>
                </a:tc>
                <a:tc>
                  <a:txBody>
                    <a:bodyPr/>
                    <a:lstStyle/>
                    <a:p>
                      <a:pPr algn="ctr"/>
                      <a:r>
                        <a:rPr lang="zh-CN" altLang="en-US" sz="1600" kern="1200" dirty="0">
                          <a:effectLst/>
                        </a:rPr>
                        <a:t>贵阳大数据交易所</a:t>
                      </a:r>
                      <a:endParaRPr lang="zh-CN" altLang="en-US" sz="1600" kern="1200" dirty="0">
                        <a:effectLst/>
                      </a:endParaRPr>
                    </a:p>
                  </a:txBody>
                  <a:tcPr anchor="ctr"/>
                </a:tc>
              </a:tr>
              <a:tr h="378460">
                <a:tc>
                  <a:txBody>
                    <a:bodyPr/>
                    <a:lstStyle/>
                    <a:p>
                      <a:pPr algn="ctr"/>
                      <a:r>
                        <a:rPr lang="en-US" altLang="zh-CN" sz="1600" dirty="0"/>
                        <a:t>2</a:t>
                      </a:r>
                      <a:endParaRPr lang="en-US" altLang="zh-CN" sz="1600" dirty="0"/>
                    </a:p>
                  </a:txBody>
                  <a:tcPr anchor="ctr"/>
                </a:tc>
                <a:tc>
                  <a:txBody>
                    <a:bodyPr/>
                    <a:lstStyle/>
                    <a:p>
                      <a:pPr algn="ctr"/>
                      <a:r>
                        <a:rPr lang="zh-CN" altLang="en-US" sz="1600" kern="1200" dirty="0">
                          <a:effectLst/>
                        </a:rPr>
                        <a:t>贵阳现代农业大数据交易中心</a:t>
                      </a:r>
                      <a:endParaRPr lang="zh-CN" altLang="en-US" sz="1600" kern="1200" dirty="0">
                        <a:effectLst/>
                      </a:endParaRPr>
                    </a:p>
                  </a:txBody>
                  <a:tcPr anchor="ctr"/>
                </a:tc>
              </a:tr>
              <a:tr h="378460">
                <a:tc>
                  <a:txBody>
                    <a:bodyPr/>
                    <a:lstStyle/>
                    <a:p>
                      <a:pPr algn="ctr"/>
                      <a:r>
                        <a:rPr lang="en-US" altLang="zh-CN" sz="1600" dirty="0"/>
                        <a:t>3</a:t>
                      </a:r>
                      <a:endParaRPr lang="en-US" altLang="zh-CN" sz="1600" dirty="0"/>
                    </a:p>
                  </a:txBody>
                  <a:tcPr anchor="ctr"/>
                </a:tc>
                <a:tc>
                  <a:txBody>
                    <a:bodyPr/>
                    <a:lstStyle/>
                    <a:p>
                      <a:pPr algn="ctr"/>
                      <a:r>
                        <a:rPr lang="zh-CN" altLang="en-US" sz="1600" kern="1200" dirty="0">
                          <a:effectLst/>
                        </a:rPr>
                        <a:t>上海数据交易中心</a:t>
                      </a:r>
                      <a:endParaRPr lang="zh-CN" altLang="en-US" sz="1600" kern="1200" dirty="0">
                        <a:effectLst/>
                      </a:endParaRPr>
                    </a:p>
                  </a:txBody>
                  <a:tcPr anchor="ctr"/>
                </a:tc>
              </a:tr>
              <a:tr h="378460">
                <a:tc>
                  <a:txBody>
                    <a:bodyPr/>
                    <a:lstStyle/>
                    <a:p>
                      <a:pPr algn="ctr"/>
                      <a:r>
                        <a:rPr lang="en-US" altLang="zh-CN" sz="1600" dirty="0"/>
                        <a:t>4</a:t>
                      </a:r>
                      <a:endParaRPr lang="en-US" altLang="zh-CN" sz="1600" dirty="0"/>
                    </a:p>
                  </a:txBody>
                  <a:tcPr anchor="ctr"/>
                </a:tc>
                <a:tc>
                  <a:txBody>
                    <a:bodyPr/>
                    <a:lstStyle/>
                    <a:p>
                      <a:pPr algn="ctr"/>
                      <a:r>
                        <a:rPr lang="zh-CN" altLang="en-US" sz="1600" kern="1200" dirty="0">
                          <a:effectLst/>
                        </a:rPr>
                        <a:t>武汉东湖大数据交易中心</a:t>
                      </a:r>
                      <a:endParaRPr lang="zh-CN" altLang="en-US" sz="1600" kern="1200" dirty="0">
                        <a:effectLst/>
                      </a:endParaRPr>
                    </a:p>
                  </a:txBody>
                  <a:tcPr anchor="ctr"/>
                </a:tc>
              </a:tr>
              <a:tr h="378460">
                <a:tc>
                  <a:txBody>
                    <a:bodyPr/>
                    <a:lstStyle/>
                    <a:p>
                      <a:pPr algn="ctr"/>
                      <a:r>
                        <a:rPr lang="en-US" altLang="zh-CN" sz="1600" dirty="0"/>
                        <a:t>5</a:t>
                      </a:r>
                      <a:endParaRPr lang="en-US" altLang="zh-CN" sz="1600" dirty="0"/>
                    </a:p>
                  </a:txBody>
                  <a:tcPr anchor="ctr"/>
                </a:tc>
                <a:tc>
                  <a:txBody>
                    <a:bodyPr/>
                    <a:lstStyle/>
                    <a:p>
                      <a:pPr algn="ctr"/>
                      <a:r>
                        <a:rPr lang="zh-CN" altLang="en-US" sz="1600" kern="1200" dirty="0">
                          <a:effectLst/>
                        </a:rPr>
                        <a:t>武汉长江大数据交易中心</a:t>
                      </a:r>
                      <a:endParaRPr lang="zh-CN" altLang="en-US" sz="1600" kern="1200" dirty="0">
                        <a:effectLst/>
                      </a:endParaRPr>
                    </a:p>
                  </a:txBody>
                  <a:tcPr anchor="ctr"/>
                </a:tc>
              </a:tr>
              <a:tr h="378460">
                <a:tc>
                  <a:txBody>
                    <a:bodyPr/>
                    <a:lstStyle/>
                    <a:p>
                      <a:pPr algn="ctr"/>
                      <a:r>
                        <a:rPr lang="en-US" altLang="zh-CN" sz="1600" dirty="0"/>
                        <a:t>6</a:t>
                      </a:r>
                      <a:endParaRPr lang="en-US" altLang="zh-CN" sz="1600" dirty="0"/>
                    </a:p>
                  </a:txBody>
                  <a:tcPr anchor="ctr"/>
                </a:tc>
                <a:tc>
                  <a:txBody>
                    <a:bodyPr/>
                    <a:lstStyle/>
                    <a:p>
                      <a:pPr algn="ctr"/>
                      <a:r>
                        <a:rPr lang="zh-CN" altLang="en-US" sz="1600" kern="1200" dirty="0">
                          <a:effectLst/>
                        </a:rPr>
                        <a:t>华东江苏大数据交易平台</a:t>
                      </a:r>
                      <a:endParaRPr lang="zh-CN" altLang="en-US" sz="1600" kern="1200" dirty="0">
                        <a:effectLst/>
                      </a:endParaRPr>
                    </a:p>
                  </a:txBody>
                  <a:tcPr anchor="ctr"/>
                </a:tc>
              </a:tr>
              <a:tr h="378460">
                <a:tc>
                  <a:txBody>
                    <a:bodyPr/>
                    <a:lstStyle/>
                    <a:p>
                      <a:pPr algn="ctr"/>
                      <a:r>
                        <a:rPr lang="en-US" altLang="zh-CN" sz="1600" dirty="0"/>
                        <a:t>7</a:t>
                      </a:r>
                      <a:endParaRPr lang="en-US" altLang="zh-CN" sz="1600" dirty="0"/>
                    </a:p>
                  </a:txBody>
                  <a:tcPr anchor="ctr"/>
                </a:tc>
                <a:tc>
                  <a:txBody>
                    <a:bodyPr/>
                    <a:lstStyle/>
                    <a:p>
                      <a:pPr algn="ctr"/>
                      <a:r>
                        <a:rPr lang="zh-CN" altLang="en-US" sz="1600" kern="1200" dirty="0">
                          <a:effectLst/>
                        </a:rPr>
                        <a:t>安徽淮南数海大数据交易平台</a:t>
                      </a:r>
                      <a:endParaRPr lang="zh-CN" altLang="en-US" sz="1600" kern="1200" dirty="0">
                        <a:effectLst/>
                      </a:endParaRPr>
                    </a:p>
                  </a:txBody>
                  <a:tcPr anchor="ctr"/>
                </a:tc>
              </a:tr>
              <a:tr h="378460">
                <a:tc>
                  <a:txBody>
                    <a:bodyPr/>
                    <a:lstStyle/>
                    <a:p>
                      <a:pPr algn="ctr"/>
                      <a:r>
                        <a:rPr lang="en-US" altLang="zh-CN" sz="1600" dirty="0"/>
                        <a:t>8</a:t>
                      </a:r>
                      <a:endParaRPr lang="en-US" altLang="zh-CN" sz="1600" dirty="0"/>
                    </a:p>
                  </a:txBody>
                  <a:tcPr anchor="ctr"/>
                </a:tc>
                <a:tc>
                  <a:txBody>
                    <a:bodyPr/>
                    <a:lstStyle/>
                    <a:p>
                      <a:pPr algn="ctr"/>
                      <a:r>
                        <a:rPr lang="zh-CN" altLang="en-US" sz="1600" kern="1200" dirty="0">
                          <a:effectLst/>
                        </a:rPr>
                        <a:t>浙江大数据交易中心</a:t>
                      </a:r>
                      <a:endParaRPr lang="zh-CN" altLang="en-US" sz="1600" kern="1200" dirty="0">
                        <a:effectLst/>
                      </a:endParaRPr>
                    </a:p>
                  </a:txBody>
                  <a:tcPr anchor="ctr"/>
                </a:tc>
              </a:tr>
              <a:tr h="378460">
                <a:tc>
                  <a:txBody>
                    <a:bodyPr/>
                    <a:lstStyle/>
                    <a:p>
                      <a:pPr algn="ctr"/>
                      <a:r>
                        <a:rPr lang="en-US" altLang="zh-CN" sz="1600" dirty="0"/>
                        <a:t>9</a:t>
                      </a:r>
                      <a:endParaRPr lang="en-US" altLang="zh-CN" sz="1600" dirty="0"/>
                    </a:p>
                  </a:txBody>
                  <a:tcPr anchor="ctr"/>
                </a:tc>
                <a:tc>
                  <a:txBody>
                    <a:bodyPr/>
                    <a:lstStyle/>
                    <a:p>
                      <a:pPr algn="ctr"/>
                      <a:r>
                        <a:rPr lang="zh-CN" altLang="en-US" sz="1600" kern="1200" dirty="0">
                          <a:effectLst/>
                        </a:rPr>
                        <a:t>哈尔滨数据交易中心</a:t>
                      </a:r>
                      <a:endParaRPr lang="zh-CN" altLang="en-US" sz="1600" kern="1200" dirty="0">
                        <a:effectLst/>
                      </a:endParaRPr>
                    </a:p>
                  </a:txBody>
                  <a:tcPr anchor="ctr"/>
                </a:tc>
              </a:tr>
              <a:tr h="378460">
                <a:tc>
                  <a:txBody>
                    <a:bodyPr/>
                    <a:lstStyle/>
                    <a:p>
                      <a:pPr algn="ctr"/>
                      <a:r>
                        <a:rPr lang="en-US" altLang="zh-CN" sz="1600" dirty="0"/>
                        <a:t>10</a:t>
                      </a:r>
                      <a:endParaRPr lang="en-US" altLang="zh-CN" sz="1600" dirty="0"/>
                    </a:p>
                  </a:txBody>
                  <a:tcPr anchor="ctr"/>
                </a:tc>
                <a:tc>
                  <a:txBody>
                    <a:bodyPr/>
                    <a:lstStyle/>
                    <a:p>
                      <a:pPr algn="ctr"/>
                      <a:r>
                        <a:rPr lang="zh-CN" altLang="en-US" sz="1600" kern="1200" dirty="0">
                          <a:effectLst/>
                        </a:rPr>
                        <a:t>华中大数据交易平台</a:t>
                      </a:r>
                      <a:endParaRPr lang="zh-CN" altLang="en-US" sz="1600" kern="1200" dirty="0">
                        <a:effectLst/>
                      </a:endParaRPr>
                    </a:p>
                  </a:txBody>
                  <a:tcPr anchor="ctr"/>
                </a:tc>
              </a:tr>
              <a:tr h="378460">
                <a:tc>
                  <a:txBody>
                    <a:bodyPr/>
                    <a:lstStyle/>
                    <a:p>
                      <a:pPr algn="ctr"/>
                      <a:r>
                        <a:rPr lang="en-US" altLang="zh-CN" sz="1600" dirty="0"/>
                        <a:t>11</a:t>
                      </a:r>
                      <a:endParaRPr lang="en-US" altLang="zh-CN" sz="1600" dirty="0"/>
                    </a:p>
                  </a:txBody>
                  <a:tcPr anchor="ctr"/>
                </a:tc>
                <a:tc>
                  <a:txBody>
                    <a:bodyPr/>
                    <a:lstStyle/>
                    <a:p>
                      <a:pPr algn="ctr"/>
                      <a:r>
                        <a:rPr lang="zh-CN" altLang="en-US" sz="1600" kern="1200" dirty="0">
                          <a:effectLst/>
                        </a:rPr>
                        <a:t>杭州钱塘大数据交易中心</a:t>
                      </a:r>
                      <a:endParaRPr lang="zh-CN" altLang="en-US" sz="1600" kern="1200" dirty="0">
                        <a:effectLst/>
                      </a:endParaRPr>
                    </a:p>
                  </a:txBody>
                  <a:tcPr anchor="ctr"/>
                </a:tc>
              </a:tr>
              <a:tr h="378460">
                <a:tc>
                  <a:txBody>
                    <a:bodyPr/>
                    <a:lstStyle/>
                    <a:p>
                      <a:pPr algn="ctr"/>
                      <a:r>
                        <a:rPr lang="en-US" altLang="zh-CN" sz="1600" dirty="0"/>
                        <a:t>12</a:t>
                      </a:r>
                      <a:endParaRPr lang="en-US" altLang="zh-CN" sz="1600" dirty="0"/>
                    </a:p>
                  </a:txBody>
                  <a:tcPr anchor="ctr"/>
                </a:tc>
                <a:tc>
                  <a:txBody>
                    <a:bodyPr/>
                    <a:lstStyle/>
                    <a:p>
                      <a:pPr algn="ctr"/>
                      <a:r>
                        <a:rPr lang="zh-CN" altLang="en-US" sz="1600" kern="1200" dirty="0">
                          <a:effectLst/>
                        </a:rPr>
                        <a:t>北京大数据交易支撑平台</a:t>
                      </a:r>
                      <a:endParaRPr lang="zh-CN" altLang="en-US" sz="1600" kern="1200" dirty="0">
                        <a:effectLst/>
                      </a:endParaRPr>
                    </a:p>
                  </a:txBody>
                  <a:tcPr anchor="ctr"/>
                </a:tc>
              </a:tr>
              <a:tr h="378460">
                <a:tc>
                  <a:txBody>
                    <a:bodyPr/>
                    <a:lstStyle/>
                    <a:p>
                      <a:pPr algn="ctr"/>
                      <a:r>
                        <a:rPr lang="en-US" altLang="zh-CN" sz="1600" dirty="0"/>
                        <a:t>…</a:t>
                      </a:r>
                      <a:endParaRPr lang="en-US" altLang="zh-CN" sz="1600" dirty="0"/>
                    </a:p>
                  </a:txBody>
                  <a:tcPr anchor="ctr"/>
                </a:tc>
                <a:tc>
                  <a:txBody>
                    <a:bodyPr/>
                    <a:lstStyle/>
                    <a:p>
                      <a:pPr algn="ctr"/>
                      <a:r>
                        <a:rPr lang="en-US" altLang="zh-CN" sz="1600" dirty="0"/>
                        <a:t>…</a:t>
                      </a:r>
                      <a:endParaRPr lang="en-US" altLang="zh-CN" sz="1600" dirty="0"/>
                    </a:p>
                  </a:txBody>
                  <a:tcPr anchor="ctr"/>
                </a:tc>
              </a:tr>
            </a:tbl>
          </a:graphicData>
        </a:graphic>
      </p:graphicFrame>
      <p:grpSp>
        <p:nvGrpSpPr>
          <p:cNvPr id="23" name="组合 22"/>
          <p:cNvGrpSpPr/>
          <p:nvPr/>
        </p:nvGrpSpPr>
        <p:grpSpPr>
          <a:xfrm>
            <a:off x="676910" y="1108710"/>
            <a:ext cx="3682365" cy="1759585"/>
            <a:chOff x="2683" y="1746"/>
            <a:chExt cx="4917" cy="2771"/>
          </a:xfrm>
        </p:grpSpPr>
        <p:sp>
          <p:nvSpPr>
            <p:cNvPr id="8" name="矩形 7"/>
            <p:cNvSpPr/>
            <p:nvPr>
              <p:custDataLst>
                <p:tags r:id="rId5"/>
              </p:custDataLst>
            </p:nvPr>
          </p:nvSpPr>
          <p:spPr bwMode="auto">
            <a:xfrm>
              <a:off x="2683" y="1771"/>
              <a:ext cx="1021" cy="2746"/>
            </a:xfrm>
            <a:prstGeom prst="rect">
              <a:avLst/>
            </a:prstGeom>
            <a:gradFill>
              <a:gsLst>
                <a:gs pos="0">
                  <a:schemeClr val="accent1"/>
                </a:gs>
                <a:gs pos="100000">
                  <a:schemeClr val="accent1"/>
                </a:gs>
              </a:gsLst>
            </a:gradFill>
            <a:ln>
              <a:solidFill>
                <a:schemeClr val="accent1"/>
              </a:solidFill>
              <a:headEnd type="none" w="med" len="med"/>
              <a:tailEnd type="none" w="med" len="med"/>
            </a:ln>
          </p:spPr>
          <p:style>
            <a:lnRef idx="1">
              <a:schemeClr val="accent5"/>
            </a:lnRef>
            <a:fillRef idx="2">
              <a:schemeClr val="accent5"/>
            </a:fillRef>
            <a:effectRef idx="1">
              <a:schemeClr val="accent5"/>
            </a:effectRef>
            <a:fontRef idx="minor">
              <a:schemeClr val="dk1"/>
            </a:fontRef>
          </p:style>
          <p:txBody>
            <a:bodyPr vert="horz" wrap="square" lIns="91440" tIns="45720" rIns="91440" bIns="45720" numCol="1" rtlCol="0" anchor="ctr" anchorCtr="0" compatLnSpc="1">
              <a:normAutofit/>
            </a:bodyPr>
            <a:lstStyle/>
            <a:p>
              <a:pPr marL="0" marR="0" indent="0" algn="ctr" defTabSz="914400" rtl="0" eaLnBrk="1" fontAlgn="base" latinLnBrk="0" hangingPunct="1">
                <a:lnSpc>
                  <a:spcPct val="100000"/>
                </a:lnSpc>
                <a:spcBef>
                  <a:spcPct val="0"/>
                </a:spcBef>
                <a:spcAft>
                  <a:spcPct val="0"/>
                </a:spcAft>
                <a:buClrTx/>
                <a:buSzTx/>
                <a:buFontTx/>
                <a:buNone/>
              </a:pPr>
              <a:r>
                <a:rPr lang="zh-CN" altLang="en-US" sz="1600" b="1" dirty="0">
                  <a:solidFill>
                    <a:schemeClr val="tx1"/>
                  </a:solidFill>
                </a:rPr>
                <a:t>金融资产</a:t>
              </a:r>
              <a:endParaRPr kumimoji="0" lang="zh-CN" altLang="en-US" sz="1600" b="1" i="0" u="none" strike="noStrike" cap="none" normalizeH="0" baseline="0" dirty="0">
                <a:ln>
                  <a:noFill/>
                </a:ln>
                <a:solidFill>
                  <a:schemeClr val="tx1"/>
                </a:solidFill>
                <a:effectLst/>
              </a:endParaRPr>
            </a:p>
          </p:txBody>
        </p:sp>
        <p:sp>
          <p:nvSpPr>
            <p:cNvPr id="12" name="矩形 11"/>
            <p:cNvSpPr/>
            <p:nvPr>
              <p:custDataLst>
                <p:tags r:id="rId6"/>
              </p:custDataLst>
            </p:nvPr>
          </p:nvSpPr>
          <p:spPr bwMode="auto">
            <a:xfrm>
              <a:off x="3930" y="1771"/>
              <a:ext cx="1021" cy="2746"/>
            </a:xfrm>
            <a:prstGeom prst="rect">
              <a:avLst/>
            </a:prstGeom>
            <a:gradFill>
              <a:gsLst>
                <a:gs pos="0">
                  <a:schemeClr val="accent1"/>
                </a:gs>
                <a:gs pos="100000">
                  <a:schemeClr val="accent1"/>
                </a:gs>
              </a:gsLst>
            </a:gradFill>
            <a:ln>
              <a:solidFill>
                <a:schemeClr val="accent1"/>
              </a:solidFill>
              <a:headEnd type="none" w="med" len="med"/>
              <a:tailEnd type="none" w="med" len="med"/>
            </a:ln>
          </p:spPr>
          <p:style>
            <a:lnRef idx="1">
              <a:schemeClr val="accent5"/>
            </a:lnRef>
            <a:fillRef idx="2">
              <a:schemeClr val="accent5"/>
            </a:fillRef>
            <a:effectRef idx="1">
              <a:schemeClr val="accent5"/>
            </a:effectRef>
            <a:fontRef idx="minor">
              <a:schemeClr val="dk1"/>
            </a:fontRef>
          </p:style>
          <p:txBody>
            <a:bodyPr vert="horz" wrap="square" lIns="91440" tIns="45720" rIns="91440" bIns="45720" numCol="1" rtlCol="0" anchor="ctr" anchorCtr="0" compatLnSpc="1">
              <a:normAutofit/>
            </a:bodyPr>
            <a:lstStyle/>
            <a:p>
              <a:pPr marL="0" marR="0" indent="0" algn="ctr" defTabSz="914400" rtl="0" eaLnBrk="1" fontAlgn="base" latinLnBrk="0" hangingPunct="1">
                <a:lnSpc>
                  <a:spcPct val="100000"/>
                </a:lnSpc>
                <a:spcBef>
                  <a:spcPct val="0"/>
                </a:spcBef>
                <a:spcAft>
                  <a:spcPct val="0"/>
                </a:spcAft>
                <a:buClrTx/>
                <a:buSzTx/>
                <a:buFontTx/>
                <a:buNone/>
              </a:pPr>
              <a:r>
                <a:rPr lang="zh-CN" altLang="en-US" sz="1600" b="1" dirty="0">
                  <a:solidFill>
                    <a:schemeClr val="tx1"/>
                  </a:solidFill>
                </a:rPr>
                <a:t>设备资产</a:t>
              </a:r>
              <a:endParaRPr kumimoji="0" lang="zh-CN" altLang="en-US" sz="1600" b="1" i="0" u="none" strike="noStrike" cap="none" normalizeH="0" baseline="0" dirty="0">
                <a:ln>
                  <a:noFill/>
                </a:ln>
                <a:solidFill>
                  <a:schemeClr val="tx1"/>
                </a:solidFill>
                <a:effectLst/>
              </a:endParaRPr>
            </a:p>
          </p:txBody>
        </p:sp>
        <p:sp>
          <p:nvSpPr>
            <p:cNvPr id="13" name="矩形 12"/>
            <p:cNvSpPr/>
            <p:nvPr>
              <p:custDataLst>
                <p:tags r:id="rId7"/>
              </p:custDataLst>
            </p:nvPr>
          </p:nvSpPr>
          <p:spPr bwMode="auto">
            <a:xfrm>
              <a:off x="5283" y="1746"/>
              <a:ext cx="1021" cy="2746"/>
            </a:xfrm>
            <a:prstGeom prst="rect">
              <a:avLst/>
            </a:prstGeom>
            <a:gradFill>
              <a:gsLst>
                <a:gs pos="0">
                  <a:schemeClr val="accent1"/>
                </a:gs>
                <a:gs pos="100000">
                  <a:schemeClr val="accent1"/>
                </a:gs>
              </a:gsLst>
            </a:gradFill>
            <a:ln>
              <a:solidFill>
                <a:schemeClr val="accent1"/>
              </a:solidFill>
              <a:headEnd type="none" w="med" len="med"/>
              <a:tailEnd type="none" w="med" len="med"/>
            </a:ln>
          </p:spPr>
          <p:style>
            <a:lnRef idx="1">
              <a:schemeClr val="accent5"/>
            </a:lnRef>
            <a:fillRef idx="2">
              <a:schemeClr val="accent5"/>
            </a:fillRef>
            <a:effectRef idx="1">
              <a:schemeClr val="accent5"/>
            </a:effectRef>
            <a:fontRef idx="minor">
              <a:schemeClr val="dk1"/>
            </a:fontRef>
          </p:style>
          <p:txBody>
            <a:bodyPr vert="horz" wrap="square" lIns="91440" tIns="45720" rIns="91440" bIns="45720" numCol="1" rtlCol="0" anchor="ctr" anchorCtr="0" compatLnSpc="1">
              <a:normAutofit/>
            </a:bodyPr>
            <a:lstStyle/>
            <a:p>
              <a:pPr marL="0" marR="0" indent="0" algn="ctr"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dirty="0">
                  <a:ln>
                    <a:noFill/>
                  </a:ln>
                  <a:solidFill>
                    <a:schemeClr val="tx1"/>
                  </a:solidFill>
                  <a:effectLst/>
                </a:rPr>
                <a:t>人力资源</a:t>
              </a:r>
              <a:endParaRPr kumimoji="0" lang="zh-CN" altLang="en-US" sz="1600" b="1" i="0" u="none" strike="noStrike" cap="none" normalizeH="0" baseline="0" dirty="0">
                <a:ln>
                  <a:noFill/>
                </a:ln>
                <a:solidFill>
                  <a:schemeClr val="tx1"/>
                </a:solidFill>
                <a:effectLst/>
              </a:endParaRPr>
            </a:p>
          </p:txBody>
        </p:sp>
        <p:sp>
          <p:nvSpPr>
            <p:cNvPr id="14" name="矩形 13"/>
            <p:cNvSpPr/>
            <p:nvPr>
              <p:custDataLst>
                <p:tags r:id="rId8"/>
              </p:custDataLst>
            </p:nvPr>
          </p:nvSpPr>
          <p:spPr bwMode="auto">
            <a:xfrm>
              <a:off x="6580" y="1746"/>
              <a:ext cx="1021" cy="2746"/>
            </a:xfrm>
            <a:prstGeom prst="rect">
              <a:avLst/>
            </a:prstGeom>
            <a:solidFill>
              <a:schemeClr val="accent3"/>
            </a:solidFill>
            <a:ln>
              <a:solidFill>
                <a:schemeClr val="accent1"/>
              </a:solidFill>
              <a:headEnd type="none" w="med" len="med"/>
              <a:tailEnd type="none" w="med" len="med"/>
            </a:ln>
          </p:spPr>
          <p:style>
            <a:lnRef idx="1">
              <a:schemeClr val="accent5"/>
            </a:lnRef>
            <a:fillRef idx="2">
              <a:schemeClr val="accent5"/>
            </a:fillRef>
            <a:effectRef idx="1">
              <a:schemeClr val="accent5"/>
            </a:effectRef>
            <a:fontRef idx="minor">
              <a:schemeClr val="dk1"/>
            </a:fontRef>
          </p:style>
          <p:txBody>
            <a:bodyPr vert="horz" wrap="square" lIns="91440" tIns="45720" rIns="91440" bIns="45720" numCol="1" rtlCol="0" anchor="ctr" anchorCtr="0" compatLnSpc="1">
              <a:normAutofit/>
            </a:bodyPr>
            <a:lstStyle/>
            <a:p>
              <a:pPr marL="0" marR="0" indent="0" algn="ctr"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dirty="0">
                  <a:ln>
                    <a:noFill/>
                  </a:ln>
                  <a:solidFill>
                    <a:schemeClr val="bg1"/>
                  </a:solidFill>
                  <a:effectLst/>
                </a:rPr>
                <a:t>数据资产</a:t>
              </a:r>
              <a:endParaRPr kumimoji="0" lang="zh-CN" altLang="en-US" sz="1600" b="1" i="0" u="none" strike="noStrike" cap="none" normalizeH="0" baseline="0" dirty="0">
                <a:ln>
                  <a:noFill/>
                </a:ln>
                <a:solidFill>
                  <a:schemeClr val="bg1"/>
                </a:solidFill>
                <a:effectLst/>
              </a:endParaRPr>
            </a:p>
          </p:txBody>
        </p:sp>
      </p:grpSp>
      <p:sp>
        <p:nvSpPr>
          <p:cNvPr id="7" name="圆角右箭头 6"/>
          <p:cNvSpPr/>
          <p:nvPr>
            <p:custDataLst>
              <p:tags r:id="rId9"/>
            </p:custDataLst>
          </p:nvPr>
        </p:nvSpPr>
        <p:spPr bwMode="auto">
          <a:xfrm rot="5400000">
            <a:off x="4647356" y="2483980"/>
            <a:ext cx="1278312" cy="1584176"/>
          </a:xfrm>
          <a:prstGeom prst="bentArrow">
            <a:avLst/>
          </a:prstGeom>
          <a:solidFill>
            <a:schemeClr val="accent4"/>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indent="0" algn="r"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a:ln>
                <a:noFill/>
              </a:ln>
              <a:solidFill>
                <a:schemeClr val="bg1"/>
              </a:solidFill>
              <a:effectLst/>
              <a:latin typeface="Arial" panose="020B0604020202020204" pitchFamily="34" charset="0"/>
            </a:endParaRPr>
          </a:p>
        </p:txBody>
      </p:sp>
      <p:sp>
        <p:nvSpPr>
          <p:cNvPr id="15" name="矩形 14"/>
          <p:cNvSpPr/>
          <p:nvPr>
            <p:custDataLst>
              <p:tags r:id="rId10"/>
            </p:custDataLst>
          </p:nvPr>
        </p:nvSpPr>
        <p:spPr bwMode="auto">
          <a:xfrm>
            <a:off x="2371041" y="3091500"/>
            <a:ext cx="1682405" cy="275013"/>
          </a:xfrm>
          <a:prstGeom prst="rect">
            <a:avLst/>
          </a:prstGeom>
          <a:gradFill>
            <a:gsLst>
              <a:gs pos="0">
                <a:schemeClr val="accent1"/>
              </a:gs>
              <a:gs pos="100000">
                <a:schemeClr val="accent1"/>
              </a:gs>
            </a:gsLst>
          </a:gradFill>
          <a:ln>
            <a:solidFill>
              <a:schemeClr val="accent1"/>
            </a:solidFill>
            <a:headEnd type="none" w="med" len="med"/>
            <a:tailEnd type="none" w="med" len="med"/>
          </a:ln>
        </p:spPr>
        <p:style>
          <a:lnRef idx="1">
            <a:schemeClr val="accent5"/>
          </a:lnRef>
          <a:fillRef idx="2">
            <a:schemeClr val="accent5"/>
          </a:fillRef>
          <a:effectRef idx="1">
            <a:schemeClr val="accent5"/>
          </a:effectRef>
          <a:fontRef idx="minor">
            <a:schemeClr val="dk1"/>
          </a:fontRef>
        </p:style>
        <p:txBody>
          <a:bodyPr vert="horz" wrap="squar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dirty="0">
                <a:ln>
                  <a:noFill/>
                </a:ln>
                <a:solidFill>
                  <a:schemeClr val="tx1"/>
                </a:solidFill>
                <a:effectLst/>
              </a:rPr>
              <a:t>资产负债表</a:t>
            </a:r>
            <a:endParaRPr kumimoji="0" lang="zh-CN" altLang="en-US" sz="1600" b="1" i="0" u="none" strike="noStrike" cap="none" normalizeH="0" baseline="0" dirty="0">
              <a:ln>
                <a:noFill/>
              </a:ln>
              <a:solidFill>
                <a:schemeClr val="tx1"/>
              </a:solidFill>
              <a:effectLst/>
            </a:endParaRPr>
          </a:p>
        </p:txBody>
      </p:sp>
      <p:sp>
        <p:nvSpPr>
          <p:cNvPr id="9" name="矩形 8"/>
          <p:cNvSpPr/>
          <p:nvPr>
            <p:custDataLst>
              <p:tags r:id="rId11"/>
            </p:custDataLst>
          </p:nvPr>
        </p:nvSpPr>
        <p:spPr>
          <a:xfrm>
            <a:off x="2197583" y="3043348"/>
            <a:ext cx="7765415" cy="645160"/>
          </a:xfrm>
          <a:prstGeom prst="rect">
            <a:avLst/>
          </a:prstGeom>
          <a:gradFill>
            <a:gsLst>
              <a:gs pos="0">
                <a:schemeClr val="accent2"/>
              </a:gs>
              <a:gs pos="100000">
                <a:schemeClr val="accent2"/>
              </a:gs>
            </a:gsLst>
          </a:gradFill>
          <a:ln>
            <a:solidFill>
              <a:schemeClr val="accent2"/>
            </a:solidFill>
          </a:ln>
        </p:spPr>
        <p:style>
          <a:lnRef idx="1">
            <a:schemeClr val="accent3"/>
          </a:lnRef>
          <a:fillRef idx="2">
            <a:schemeClr val="accent3"/>
          </a:fillRef>
          <a:effectRef idx="1">
            <a:schemeClr val="accent3"/>
          </a:effectRef>
          <a:fontRef idx="minor">
            <a:schemeClr val="dk1"/>
          </a:fontRef>
        </p:style>
        <p:txBody>
          <a:bodyPr wrap="none">
            <a:spAutoFit/>
          </a:bodyPr>
          <a:lstStyle/>
          <a:p>
            <a:pPr marL="3175" lvl="1" algn="ctr"/>
            <a:r>
              <a:rPr lang="zh-CN" altLang="en-US" sz="3600" b="1" i="1" dirty="0">
                <a:solidFill>
                  <a:schemeClr val="tx1"/>
                </a:solidFill>
              </a:rPr>
              <a:t>思考</a:t>
            </a:r>
            <a:r>
              <a:rPr lang="en-US" altLang="zh-CN" sz="3600" b="1" i="1" dirty="0">
                <a:solidFill>
                  <a:schemeClr val="tx1"/>
                </a:solidFill>
              </a:rPr>
              <a:t>3</a:t>
            </a:r>
            <a:r>
              <a:rPr lang="zh-CN" altLang="en-US" sz="3600" b="1" i="1" dirty="0">
                <a:solidFill>
                  <a:schemeClr val="tx1"/>
                </a:solidFill>
              </a:rPr>
              <a:t>：您拥有的数据资产理清了吗？</a:t>
            </a:r>
            <a:endParaRPr lang="zh-CN" altLang="en-US" sz="3600" b="1" i="1" dirty="0">
              <a:solidFill>
                <a:schemeClr val="tx1"/>
              </a:solidFill>
            </a:endParaRPr>
          </a:p>
        </p:txBody>
      </p:sp>
      <p:sp>
        <p:nvSpPr>
          <p:cNvPr id="20" name="标题 19"/>
          <p:cNvSpPr>
            <a:spLocks noGrp="1"/>
          </p:cNvSpPr>
          <p:nvPr>
            <p:ph type="title"/>
            <p:custDataLst>
              <p:tags r:id="rId12"/>
            </p:custDataLst>
          </p:nvPr>
        </p:nvSpPr>
        <p:spPr/>
        <p:txBody>
          <a:bodyPr vert="horz" lIns="91440" tIns="45720" rIns="91440" bIns="45720" rtlCol="0" anchor="ctr">
            <a:normAutofit/>
          </a:bodyPr>
          <a:p>
            <a:pPr lvl="0" algn="l">
              <a:buClrTx/>
              <a:buSzTx/>
              <a:buFontTx/>
            </a:pPr>
            <a:r>
              <a:rPr lang="zh-CN" altLang="en-US" smtClean="0">
                <a:sym typeface="+mn-ea"/>
              </a:rPr>
              <a:t>讨论热点</a:t>
            </a:r>
            <a:r>
              <a:rPr lang="zh-CN" altLang="en-US" smtClean="0">
                <a:sym typeface="+mn-ea"/>
              </a:rPr>
              <a:t>3</a:t>
            </a:r>
            <a:r>
              <a:rPr lang="zh-CN" altLang="en-US" smtClean="0">
                <a:sym typeface="+mn-ea"/>
              </a:rPr>
              <a:t>：大数据资产估值与交易</a:t>
            </a:r>
            <a:endParaRPr lang="zh-CN" altLang="en-US" smtClean="0">
              <a:sym typeface="+mn-ea"/>
            </a:endParaRPr>
          </a:p>
        </p:txBody>
      </p:sp>
    </p:spTree>
    <p:custDataLst>
      <p:tags r:id="rId13"/>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ldLvl="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内容占位符 37"/>
          <p:cNvSpPr txBox="1">
            <a:spLocks noGrp="1"/>
          </p:cNvSpPr>
          <p:nvPr>
            <p:custDataLst>
              <p:tags r:id="rId1"/>
            </p:custDataLst>
          </p:nvPr>
        </p:nvSpPr>
        <p:spPr>
          <a:xfrm>
            <a:off x="842010" y="1238250"/>
            <a:ext cx="10634345" cy="1139190"/>
          </a:xfrm>
          <a:prstGeom prst="rect">
            <a:avLst/>
          </a:prstGeom>
          <a:noFill/>
          <a:ln w="6350">
            <a:solidFill>
              <a:srgbClr val="2D6FA0"/>
            </a:solidFill>
            <a:prstDash val="sysDash"/>
          </a:ln>
        </p:spPr>
        <p:txBody>
          <a:bodyPr vert="horz" wrap="square" lIns="91440" tIns="45720" rIns="91440" bIns="45720" numCol="0" rtlCol="0" anchor="ctr" anchorCtr="0" compatLnSpc="0">
            <a:noAutofit/>
          </a:bodyPr>
          <a:lstStyle>
            <a:lvl1pPr marL="342900" indent="-342900" algn="l" rtl="0" eaLnBrk="1" fontAlgn="base" hangingPunct="1">
              <a:spcBef>
                <a:spcPct val="20000"/>
              </a:spcBef>
              <a:spcAft>
                <a:spcPct val="0"/>
              </a:spcAft>
              <a:buClr>
                <a:schemeClr val="tx1"/>
              </a:buClr>
              <a:buFont typeface="Wingdings" panose="05000000000000000000" pitchFamily="2" charset="2"/>
              <a:buChar char="v"/>
              <a:defRPr sz="2000" b="1">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defRPr>
            </a:lvl1pPr>
            <a:lvl2pPr marL="742950" indent="-285750" algn="l" rtl="0" eaLnBrk="1" fontAlgn="base" hangingPunct="1">
              <a:spcBef>
                <a:spcPct val="20000"/>
              </a:spcBef>
              <a:spcAft>
                <a:spcPct val="0"/>
              </a:spcAft>
              <a:buFont typeface="Wingdings" panose="05000000000000000000" pitchFamily="2" charset="2"/>
              <a:buChar char="§"/>
              <a:defRPr sz="2000">
                <a:solidFill>
                  <a:schemeClr val="bg1">
                    <a:lumMod val="50000"/>
                  </a:schemeClr>
                </a:solidFill>
                <a:latin typeface="微软雅黑" panose="020B0503020204020204" pitchFamily="34" charset="-122"/>
                <a:ea typeface="微软雅黑" panose="020B0503020204020204" pitchFamily="34" charset="-122"/>
              </a:defRPr>
            </a:lvl2pPr>
            <a:lvl3pPr marL="1143000" indent="-228600" algn="l" rtl="0" eaLnBrk="1" fontAlgn="base" hangingPunct="1">
              <a:spcBef>
                <a:spcPct val="20000"/>
              </a:spcBef>
              <a:spcAft>
                <a:spcPct val="0"/>
              </a:spcAft>
              <a:buChar char="•"/>
              <a:defRPr sz="1800">
                <a:solidFill>
                  <a:schemeClr val="bg1">
                    <a:lumMod val="50000"/>
                  </a:schemeClr>
                </a:solidFill>
                <a:latin typeface="微软雅黑" panose="020B0503020204020204" pitchFamily="34" charset="-122"/>
                <a:ea typeface="微软雅黑" panose="020B0503020204020204" pitchFamily="34" charset="-122"/>
              </a:defRPr>
            </a:lvl3pPr>
            <a:lvl4pPr marL="1600200" indent="-228600" algn="l" rtl="0" eaLnBrk="1" fontAlgn="base" hangingPunct="1">
              <a:spcBef>
                <a:spcPct val="20000"/>
              </a:spcBef>
              <a:spcAft>
                <a:spcPct val="0"/>
              </a:spcAft>
              <a:buChar char="–"/>
              <a:defRPr sz="1600">
                <a:solidFill>
                  <a:schemeClr val="bg1">
                    <a:lumMod val="50000"/>
                  </a:schemeClr>
                </a:solidFill>
                <a:latin typeface="微软雅黑" panose="020B0503020204020204" pitchFamily="34" charset="-122"/>
                <a:ea typeface="微软雅黑" panose="020B0503020204020204" pitchFamily="34" charset="-122"/>
              </a:defRPr>
            </a:lvl4pPr>
            <a:lvl5pPr marL="2057400" indent="-228600" algn="l" rtl="0" eaLnBrk="1" fontAlgn="base" hangingPunct="1">
              <a:spcBef>
                <a:spcPct val="20000"/>
              </a:spcBef>
              <a:spcAft>
                <a:spcPct val="0"/>
              </a:spcAft>
              <a:buChar char="»"/>
              <a:defRPr sz="1600">
                <a:solidFill>
                  <a:schemeClr val="bg1">
                    <a:lumMod val="50000"/>
                  </a:schemeClr>
                </a:solidFill>
                <a:latin typeface="微软雅黑" panose="020B0503020204020204" pitchFamily="34" charset="-122"/>
                <a:ea typeface="微软雅黑" panose="020B0503020204020204" pitchFamily="34" charset="-122"/>
              </a:defRPr>
            </a:lvl5pPr>
            <a:lvl6pPr marL="2514600" indent="-228600" algn="l" rtl="0" eaLnBrk="1" fontAlgn="base" hangingPunct="1">
              <a:spcBef>
                <a:spcPct val="20000"/>
              </a:spcBef>
              <a:spcAft>
                <a:spcPct val="0"/>
              </a:spcAft>
              <a:buChar char="»"/>
              <a:defRPr sz="2000">
                <a:solidFill>
                  <a:schemeClr val="tx1"/>
                </a:solidFill>
                <a:latin typeface="Arial" panose="020B0604020202020204" pitchFamily="34" charset="0"/>
              </a:defRPr>
            </a:lvl6pPr>
            <a:lvl7pPr marL="2971800" indent="-228600" algn="l" rtl="0" eaLnBrk="1" fontAlgn="base" hangingPunct="1">
              <a:spcBef>
                <a:spcPct val="20000"/>
              </a:spcBef>
              <a:spcAft>
                <a:spcPct val="0"/>
              </a:spcAft>
              <a:buChar char="»"/>
              <a:defRPr sz="2000">
                <a:solidFill>
                  <a:schemeClr val="tx1"/>
                </a:solidFill>
                <a:latin typeface="Arial" panose="020B0604020202020204" pitchFamily="34" charset="0"/>
              </a:defRPr>
            </a:lvl7pPr>
            <a:lvl8pPr marL="3429000" indent="-228600" algn="l" rtl="0" eaLnBrk="1" fontAlgn="base" hangingPunct="1">
              <a:spcBef>
                <a:spcPct val="20000"/>
              </a:spcBef>
              <a:spcAft>
                <a:spcPct val="0"/>
              </a:spcAft>
              <a:buChar char="»"/>
              <a:defRPr sz="2000">
                <a:solidFill>
                  <a:schemeClr val="tx1"/>
                </a:solidFill>
                <a:latin typeface="Arial" panose="020B0604020202020204" pitchFamily="34" charset="0"/>
              </a:defRPr>
            </a:lvl8pPr>
            <a:lvl9pPr marL="3886200" indent="-228600" algn="l" rtl="0" eaLnBrk="1" fontAlgn="base" hangingPunct="1">
              <a:spcBef>
                <a:spcPct val="20000"/>
              </a:spcBef>
              <a:spcAft>
                <a:spcPct val="0"/>
              </a:spcAft>
              <a:buChar char="»"/>
              <a:defRPr sz="2000">
                <a:solidFill>
                  <a:schemeClr val="tx1"/>
                </a:solidFill>
                <a:latin typeface="Arial" panose="020B0604020202020204" pitchFamily="34" charset="0"/>
              </a:defRPr>
            </a:lvl9pPr>
          </a:lstStyle>
          <a:p>
            <a:pPr marL="285750" lvl="0" indent="-285750" algn="l" fontAlgn="ctr">
              <a:lnSpc>
                <a:spcPct val="150000"/>
              </a:lnSpc>
              <a:spcBef>
                <a:spcPts val="0"/>
              </a:spcBef>
              <a:spcAft>
                <a:spcPts val="0"/>
              </a:spcAft>
              <a:buClrTx/>
              <a:buSzTx/>
              <a:buFont typeface="Wingdings" panose="05000000000000000000" charset="0"/>
              <a:buChar char="Ø"/>
            </a:pPr>
            <a:r>
              <a:rPr lang="zh-CN" altLang="en-US" sz="1600" dirty="0">
                <a:solidFill>
                  <a:schemeClr val="tx1"/>
                </a:solidFill>
                <a:cs typeface="+mn-cs"/>
                <a:sym typeface="+mn-ea"/>
              </a:rPr>
              <a:t>基于新思维、新技术开采数据资源，开发新应用，构建商业模式；</a:t>
            </a:r>
            <a:endParaRPr lang="zh-CN" altLang="en-US" sz="1600" dirty="0">
              <a:solidFill>
                <a:schemeClr val="tx1"/>
              </a:solidFill>
              <a:cs typeface="+mn-cs"/>
              <a:sym typeface="+mn-ea"/>
            </a:endParaRPr>
          </a:p>
          <a:p>
            <a:pPr marL="285750" lvl="0" indent="-285750" algn="l" fontAlgn="ctr">
              <a:lnSpc>
                <a:spcPct val="150000"/>
              </a:lnSpc>
              <a:spcBef>
                <a:spcPts val="0"/>
              </a:spcBef>
              <a:spcAft>
                <a:spcPts val="0"/>
              </a:spcAft>
              <a:buClrTx/>
              <a:buSzTx/>
              <a:buFont typeface="Wingdings" panose="05000000000000000000" charset="0"/>
              <a:buChar char="Ø"/>
            </a:pPr>
            <a:r>
              <a:rPr lang="zh-CN" altLang="en-US" sz="1600" dirty="0">
                <a:solidFill>
                  <a:schemeClr val="tx1"/>
                </a:solidFill>
                <a:cs typeface="+mn-cs"/>
                <a:sym typeface="+mn-ea"/>
              </a:rPr>
              <a:t>数据治理贯穿始终，确保各层协同一致，保障数据价值创造</a:t>
            </a:r>
            <a:endParaRPr lang="zh-CN" altLang="en-US" sz="1600" dirty="0">
              <a:solidFill>
                <a:schemeClr val="tx1"/>
              </a:solidFill>
              <a:cs typeface="+mn-cs"/>
              <a:sym typeface="+mn-ea"/>
            </a:endParaRPr>
          </a:p>
        </p:txBody>
      </p:sp>
      <p:sp>
        <p:nvSpPr>
          <p:cNvPr id="18" name="灯片编号占位符 3"/>
          <p:cNvSpPr>
            <a:spLocks noGrp="1"/>
          </p:cNvSpPr>
          <p:nvPr>
            <p:custDataLst>
              <p:tags r:id="rId2"/>
            </p:custDataLst>
          </p:nvPr>
        </p:nvSpPr>
        <p:spPr>
          <a:xfrm>
            <a:off x="10134600" y="6607175"/>
            <a:ext cx="533400" cy="244475"/>
          </a:xfrm>
          <a:prstGeom prst="rect">
            <a:avLst/>
          </a:prstGeom>
        </p:spPr>
        <p:txBody>
          <a:bodyPr vert="horz" lIns="91440" tIns="45720" rIns="91440" bIns="45720" rtlCol="0" anchor="ctr"/>
          <a:lstStyle>
            <a:defPPr>
              <a:defRPr lang="zh-CN"/>
            </a:defPPr>
            <a:lvl1pPr marL="0" algn="l" defTabSz="914400" rtl="0" eaLnBrk="1" latinLnBrk="0" hangingPunct="1">
              <a:defRPr lang="en-US" altLang="zh-CN" sz="1000" kern="1200" baseline="0" smtClean="0">
                <a:solidFill>
                  <a:srgbClr val="666666"/>
                </a:solidFill>
                <a:latin typeface="微软雅黑" panose="020B0503020204020204" pitchFamily="34" charset="-122"/>
                <a:ea typeface="微软雅黑" panose="020B0503020204020204" pitchFamily="34" charset="-122"/>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5D86DFE6-83D9-4FE3-A95C-808B4CBE7F92}" type="slidenum">
              <a:rPr lang="en-US" altLang="zh-CN" smtClean="0">
                <a:solidFill>
                  <a:schemeClr val="tx1"/>
                </a:solidFill>
              </a:rPr>
            </a:fld>
            <a:endParaRPr lang="en-US" altLang="zh-CN" smtClean="0">
              <a:solidFill>
                <a:schemeClr val="tx1"/>
              </a:solidFill>
            </a:endParaRPr>
          </a:p>
        </p:txBody>
      </p:sp>
      <p:grpSp>
        <p:nvGrpSpPr>
          <p:cNvPr id="53" name="组合 52"/>
          <p:cNvGrpSpPr/>
          <p:nvPr/>
        </p:nvGrpSpPr>
        <p:grpSpPr>
          <a:xfrm>
            <a:off x="784860" y="2742565"/>
            <a:ext cx="10711180" cy="3854450"/>
            <a:chOff x="2796" y="3132"/>
            <a:chExt cx="11434" cy="7257"/>
          </a:xfrm>
        </p:grpSpPr>
        <p:grpSp>
          <p:nvGrpSpPr>
            <p:cNvPr id="7" name="组合 6"/>
            <p:cNvGrpSpPr/>
            <p:nvPr/>
          </p:nvGrpSpPr>
          <p:grpSpPr>
            <a:xfrm>
              <a:off x="4837" y="4841"/>
              <a:ext cx="7371" cy="1701"/>
              <a:chOff x="1547664" y="3074132"/>
              <a:chExt cx="4680520" cy="1080120"/>
            </a:xfrm>
          </p:grpSpPr>
          <p:sp>
            <p:nvSpPr>
              <p:cNvPr id="11" name="矩形 10"/>
              <p:cNvSpPr/>
              <p:nvPr>
                <p:custDataLst>
                  <p:tags r:id="rId3"/>
                </p:custDataLst>
              </p:nvPr>
            </p:nvSpPr>
            <p:spPr bwMode="auto">
              <a:xfrm>
                <a:off x="1547664" y="3074132"/>
                <a:ext cx="4680520" cy="1080120"/>
              </a:xfrm>
              <a:prstGeom prst="rect">
                <a:avLst/>
              </a:prstGeom>
              <a:solidFill>
                <a:srgbClr val="CBE4FF">
                  <a:alpha val="48000"/>
                </a:srgbClr>
              </a:solidFill>
              <a:ln>
                <a:solidFill>
                  <a:schemeClr val="accent1"/>
                </a:solidFill>
                <a:headEnd type="none" w="med" len="med"/>
                <a:tailEnd type="none" w="med" len="med"/>
              </a:ln>
            </p:spPr>
            <p:style>
              <a:lnRef idx="1">
                <a:schemeClr val="accent5"/>
              </a:lnRef>
              <a:fillRef idx="3">
                <a:schemeClr val="accent5"/>
              </a:fillRef>
              <a:effectRef idx="2">
                <a:schemeClr val="accent5"/>
              </a:effectRef>
              <a:fontRef idx="minor">
                <a:schemeClr val="lt1"/>
              </a:fontRef>
            </p:style>
            <p:txBody>
              <a:bodyPr vertOverflow="overflow" horzOverflow="overflow" vert="horz" wrap="square" lIns="91440" tIns="45720" rIns="91440" bIns="45720" numCol="1" spcCol="0" rtlCol="0" fromWordArt="0" anchor="t" anchorCtr="0" forceAA="0" compatLnSpc="1">
                <a:normAutofit/>
              </a:bodyPr>
              <a:lstStyle/>
              <a:p>
                <a:pPr lvl="0" algn="ctr" fontAlgn="base">
                  <a:buClrTx/>
                  <a:buSzTx/>
                  <a:buFontTx/>
                </a:pPr>
                <a:r>
                  <a:rPr lang="zh-CN" altLang="en-US" sz="1600" b="1" dirty="0">
                    <a:solidFill>
                      <a:schemeClr val="tx1"/>
                    </a:solidFill>
                    <a:latin typeface="微软雅黑" panose="020B0503020204020204" pitchFamily="34" charset="-122"/>
                    <a:ea typeface="微软雅黑" panose="020B0503020204020204" pitchFamily="34" charset="-122"/>
                    <a:sym typeface="+mn-ea"/>
                  </a:rPr>
                  <a:t>大数据应用</a:t>
                </a:r>
                <a:endParaRPr lang="zh-CN" altLang="en-US" sz="1600" b="1" dirty="0">
                  <a:solidFill>
                    <a:schemeClr val="tx1"/>
                  </a:solidFill>
                  <a:latin typeface="微软雅黑" panose="020B0503020204020204" pitchFamily="34" charset="-122"/>
                  <a:ea typeface="微软雅黑" panose="020B0503020204020204" pitchFamily="34" charset="-122"/>
                  <a:sym typeface="+mn-ea"/>
                </a:endParaRPr>
              </a:p>
            </p:txBody>
          </p:sp>
          <p:sp>
            <p:nvSpPr>
              <p:cNvPr id="15" name="圆角矩形 14"/>
              <p:cNvSpPr/>
              <p:nvPr>
                <p:custDataLst>
                  <p:tags r:id="rId4"/>
                </p:custDataLst>
              </p:nvPr>
            </p:nvSpPr>
            <p:spPr bwMode="auto">
              <a:xfrm>
                <a:off x="1763688" y="3614192"/>
                <a:ext cx="864096" cy="396044"/>
              </a:xfrm>
              <a:prstGeom prst="roundRect">
                <a:avLst/>
              </a:prstGeom>
              <a:solidFill>
                <a:srgbClr val="3787C3"/>
              </a:solidFill>
              <a:ln>
                <a:solidFill>
                  <a:schemeClr val="accent1"/>
                </a:solidFill>
                <a:headEnd type="none" w="med" len="med"/>
                <a:tailEnd type="none" w="med" len="med"/>
              </a:ln>
            </p:spPr>
            <p:style>
              <a:lnRef idx="1">
                <a:schemeClr val="accent5"/>
              </a:lnRef>
              <a:fillRef idx="2">
                <a:schemeClr val="accent5"/>
              </a:fillRef>
              <a:effectRef idx="1">
                <a:schemeClr val="accent5"/>
              </a:effectRef>
              <a:fontRef idx="minor">
                <a:schemeClr val="dk1"/>
              </a:fontRef>
            </p:style>
            <p:txBody>
              <a:bodyPr vertOverflow="overflow" horzOverflow="overflow" vert="horz" wrap="square" lIns="91440" tIns="45720" rIns="91440" bIns="45720" numCol="1" spcCol="0" rtlCol="0" fromWordArt="0" anchor="ctr" anchorCtr="0" forceAA="0" compatLnSpc="1">
                <a:normAutofit/>
              </a:bodyPr>
              <a:lstStyle/>
              <a:p>
                <a:pPr lvl="0" algn="ctr" fontAlgn="base">
                  <a:buClrTx/>
                  <a:buSzTx/>
                  <a:buFontTx/>
                </a:pPr>
                <a:r>
                  <a:rPr lang="zh-CN" altLang="en-US" sz="1200" b="1" dirty="0">
                    <a:ln>
                      <a:noFill/>
                    </a:ln>
                    <a:solidFill>
                      <a:schemeClr val="bg1"/>
                    </a:solidFill>
                    <a:effectLst/>
                    <a:latin typeface="微软雅黑" panose="020B0503020204020204" pitchFamily="34" charset="-122"/>
                    <a:ea typeface="微软雅黑" panose="020B0503020204020204" pitchFamily="34" charset="-122"/>
                    <a:sym typeface="+mn-ea"/>
                  </a:rPr>
                  <a:t>增加收入类</a:t>
                </a:r>
                <a:endParaRPr lang="zh-CN" altLang="en-US" sz="1200" b="1" dirty="0">
                  <a:ln>
                    <a:noFill/>
                  </a:ln>
                  <a:solidFill>
                    <a:schemeClr val="bg1"/>
                  </a:solidFill>
                  <a:effectLst/>
                  <a:latin typeface="微软雅黑" panose="020B0503020204020204" pitchFamily="34" charset="-122"/>
                  <a:ea typeface="微软雅黑" panose="020B0503020204020204" pitchFamily="34" charset="-122"/>
                  <a:sym typeface="+mn-ea"/>
                </a:endParaRPr>
              </a:p>
            </p:txBody>
          </p:sp>
          <p:sp>
            <p:nvSpPr>
              <p:cNvPr id="16" name="圆角矩形 15"/>
              <p:cNvSpPr/>
              <p:nvPr>
                <p:custDataLst>
                  <p:tags r:id="rId5"/>
                </p:custDataLst>
              </p:nvPr>
            </p:nvSpPr>
            <p:spPr bwMode="auto">
              <a:xfrm>
                <a:off x="2916440" y="3614192"/>
                <a:ext cx="864096" cy="396044"/>
              </a:xfrm>
              <a:prstGeom prst="roundRect">
                <a:avLst/>
              </a:prstGeom>
              <a:solidFill>
                <a:srgbClr val="3787C3"/>
              </a:solidFill>
              <a:ln>
                <a:solidFill>
                  <a:schemeClr val="accent1"/>
                </a:solidFill>
                <a:headEnd type="none" w="med" len="med"/>
                <a:tailEnd type="none" w="med" len="med"/>
              </a:ln>
            </p:spPr>
            <p:style>
              <a:lnRef idx="1">
                <a:schemeClr val="accent5"/>
              </a:lnRef>
              <a:fillRef idx="2">
                <a:schemeClr val="accent5"/>
              </a:fillRef>
              <a:effectRef idx="1">
                <a:schemeClr val="accent5"/>
              </a:effectRef>
              <a:fontRef idx="minor">
                <a:schemeClr val="dk1"/>
              </a:fontRef>
            </p:style>
            <p:txBody>
              <a:bodyPr vertOverflow="overflow" horzOverflow="overflow" vert="horz" wrap="square" lIns="91440" tIns="45720" rIns="91440" bIns="45720" numCol="1" spcCol="0" rtlCol="0" fromWordArt="0" anchor="ctr" anchorCtr="0" forceAA="0" compatLnSpc="1">
                <a:normAutofit/>
              </a:bodyPr>
              <a:lstStyle/>
              <a:p>
                <a:pPr lvl="0" algn="ctr" fontAlgn="base">
                  <a:buClrTx/>
                  <a:buSzTx/>
                  <a:buFontTx/>
                </a:pPr>
                <a:r>
                  <a:rPr lang="zh-CN" altLang="en-US" sz="1200" b="1" dirty="0">
                    <a:ln>
                      <a:noFill/>
                    </a:ln>
                    <a:solidFill>
                      <a:schemeClr val="bg1"/>
                    </a:solidFill>
                    <a:effectLst/>
                    <a:latin typeface="微软雅黑" panose="020B0503020204020204" pitchFamily="34" charset="-122"/>
                    <a:ea typeface="微软雅黑" panose="020B0503020204020204" pitchFamily="34" charset="-122"/>
                    <a:sym typeface="+mn-ea"/>
                  </a:rPr>
                  <a:t>降低成本类</a:t>
                </a:r>
                <a:endParaRPr lang="zh-CN" altLang="en-US" sz="1200" b="1" dirty="0">
                  <a:ln>
                    <a:noFill/>
                  </a:ln>
                  <a:solidFill>
                    <a:schemeClr val="bg1"/>
                  </a:solidFill>
                  <a:effectLst/>
                  <a:latin typeface="微软雅黑" panose="020B0503020204020204" pitchFamily="34" charset="-122"/>
                  <a:ea typeface="微软雅黑" panose="020B0503020204020204" pitchFamily="34" charset="-122"/>
                  <a:sym typeface="+mn-ea"/>
                </a:endParaRPr>
              </a:p>
            </p:txBody>
          </p:sp>
          <p:sp>
            <p:nvSpPr>
              <p:cNvPr id="17" name="圆角矩形 16"/>
              <p:cNvSpPr/>
              <p:nvPr>
                <p:custDataLst>
                  <p:tags r:id="rId6"/>
                </p:custDataLst>
              </p:nvPr>
            </p:nvSpPr>
            <p:spPr bwMode="auto">
              <a:xfrm>
                <a:off x="4067944" y="3614192"/>
                <a:ext cx="864096" cy="396044"/>
              </a:xfrm>
              <a:prstGeom prst="roundRect">
                <a:avLst/>
              </a:prstGeom>
              <a:solidFill>
                <a:srgbClr val="3787C3"/>
              </a:solidFill>
              <a:ln>
                <a:solidFill>
                  <a:schemeClr val="accent1"/>
                </a:solidFill>
                <a:headEnd type="none" w="med" len="med"/>
                <a:tailEnd type="none" w="med" len="med"/>
              </a:ln>
            </p:spPr>
            <p:style>
              <a:lnRef idx="1">
                <a:schemeClr val="accent5"/>
              </a:lnRef>
              <a:fillRef idx="2">
                <a:schemeClr val="accent5"/>
              </a:fillRef>
              <a:effectRef idx="1">
                <a:schemeClr val="accent5"/>
              </a:effectRef>
              <a:fontRef idx="minor">
                <a:schemeClr val="dk1"/>
              </a:fontRef>
            </p:style>
            <p:txBody>
              <a:bodyPr vertOverflow="overflow" horzOverflow="overflow" vert="horz" wrap="square" lIns="91440" tIns="45720" rIns="91440" bIns="45720" numCol="1" spcCol="0" rtlCol="0" fromWordArt="0" anchor="ctr" anchorCtr="0" forceAA="0" compatLnSpc="1">
                <a:normAutofit/>
              </a:bodyPr>
              <a:lstStyle/>
              <a:p>
                <a:pPr lvl="0" algn="ctr" fontAlgn="base">
                  <a:buClrTx/>
                  <a:buSzTx/>
                  <a:buFontTx/>
                </a:pPr>
                <a:r>
                  <a:rPr lang="zh-CN" altLang="en-US" sz="1200" b="1" dirty="0">
                    <a:ln>
                      <a:noFill/>
                    </a:ln>
                    <a:solidFill>
                      <a:schemeClr val="bg1"/>
                    </a:solidFill>
                    <a:effectLst/>
                    <a:latin typeface="微软雅黑" panose="020B0503020204020204" pitchFamily="34" charset="-122"/>
                    <a:ea typeface="微软雅黑" panose="020B0503020204020204" pitchFamily="34" charset="-122"/>
                    <a:sym typeface="+mn-ea"/>
                  </a:rPr>
                  <a:t>监管</a:t>
                </a:r>
                <a:r>
                  <a:rPr lang="zh-CN" altLang="en-US" sz="1200" b="1" dirty="0">
                    <a:ln>
                      <a:noFill/>
                    </a:ln>
                    <a:solidFill>
                      <a:schemeClr val="bg1"/>
                    </a:solidFill>
                    <a:effectLst/>
                    <a:latin typeface="微软雅黑" panose="020B0503020204020204" pitchFamily="34" charset="-122"/>
                    <a:ea typeface="微软雅黑" panose="020B0503020204020204" pitchFamily="34" charset="-122"/>
                    <a:sym typeface="+mn-ea"/>
                  </a:rPr>
                  <a:t>合规类</a:t>
                </a:r>
                <a:endParaRPr lang="zh-CN" altLang="en-US" sz="1200" b="1" dirty="0">
                  <a:ln>
                    <a:noFill/>
                  </a:ln>
                  <a:solidFill>
                    <a:schemeClr val="bg1"/>
                  </a:solidFill>
                  <a:effectLst/>
                  <a:latin typeface="微软雅黑" panose="020B0503020204020204" pitchFamily="34" charset="-122"/>
                  <a:ea typeface="微软雅黑" panose="020B0503020204020204" pitchFamily="34" charset="-122"/>
                  <a:sym typeface="+mn-ea"/>
                </a:endParaRPr>
              </a:p>
            </p:txBody>
          </p:sp>
          <p:sp>
            <p:nvSpPr>
              <p:cNvPr id="19" name="圆角矩形 18"/>
              <p:cNvSpPr/>
              <p:nvPr>
                <p:custDataLst>
                  <p:tags r:id="rId7"/>
                </p:custDataLst>
              </p:nvPr>
            </p:nvSpPr>
            <p:spPr bwMode="auto">
              <a:xfrm>
                <a:off x="5148064" y="3614192"/>
                <a:ext cx="864096" cy="396044"/>
              </a:xfrm>
              <a:prstGeom prst="roundRect">
                <a:avLst/>
              </a:prstGeom>
              <a:solidFill>
                <a:srgbClr val="3787C3"/>
              </a:solidFill>
              <a:ln>
                <a:solidFill>
                  <a:schemeClr val="accent1"/>
                </a:solidFill>
                <a:headEnd type="none" w="med" len="med"/>
                <a:tailEnd type="none" w="med" len="med"/>
              </a:ln>
            </p:spPr>
            <p:style>
              <a:lnRef idx="1">
                <a:schemeClr val="accent5"/>
              </a:lnRef>
              <a:fillRef idx="2">
                <a:schemeClr val="accent5"/>
              </a:fillRef>
              <a:effectRef idx="1">
                <a:schemeClr val="accent5"/>
              </a:effectRef>
              <a:fontRef idx="minor">
                <a:schemeClr val="dk1"/>
              </a:fontRef>
            </p:style>
            <p:txBody>
              <a:bodyPr vertOverflow="overflow" horzOverflow="overflow" vert="horz" wrap="square" lIns="91440" tIns="45720" rIns="91440" bIns="45720" numCol="1" spcCol="0" rtlCol="0" fromWordArt="0" anchor="ctr" anchorCtr="0" forceAA="0" compatLnSpc="1">
                <a:normAutofit/>
              </a:bodyPr>
              <a:lstStyle/>
              <a:p>
                <a:pPr lvl="0" algn="ctr" fontAlgn="base">
                  <a:buClrTx/>
                  <a:buSzTx/>
                  <a:buFontTx/>
                </a:pPr>
                <a:r>
                  <a:rPr lang="zh-CN" altLang="en-US" sz="1200" b="1" dirty="0">
                    <a:ln>
                      <a:noFill/>
                    </a:ln>
                    <a:solidFill>
                      <a:schemeClr val="bg1"/>
                    </a:solidFill>
                    <a:effectLst/>
                    <a:latin typeface="微软雅黑" panose="020B0503020204020204" pitchFamily="34" charset="-122"/>
                    <a:ea typeface="微软雅黑" panose="020B0503020204020204" pitchFamily="34" charset="-122"/>
                    <a:sym typeface="+mn-ea"/>
                  </a:rPr>
                  <a:t>…</a:t>
                </a:r>
                <a:endParaRPr lang="zh-CN" altLang="en-US" sz="1200" b="1" dirty="0">
                  <a:ln>
                    <a:noFill/>
                  </a:ln>
                  <a:solidFill>
                    <a:schemeClr val="bg1"/>
                  </a:solidFill>
                  <a:effectLst/>
                  <a:latin typeface="微软雅黑" panose="020B0503020204020204" pitchFamily="34" charset="-122"/>
                  <a:ea typeface="微软雅黑" panose="020B0503020204020204" pitchFamily="34" charset="-122"/>
                  <a:sym typeface="+mn-ea"/>
                </a:endParaRPr>
              </a:p>
            </p:txBody>
          </p:sp>
        </p:grpSp>
        <p:grpSp>
          <p:nvGrpSpPr>
            <p:cNvPr id="8" name="组合 7"/>
            <p:cNvGrpSpPr/>
            <p:nvPr/>
          </p:nvGrpSpPr>
          <p:grpSpPr>
            <a:xfrm>
              <a:off x="4837" y="6769"/>
              <a:ext cx="7371" cy="1701"/>
              <a:chOff x="1547664" y="4298268"/>
              <a:chExt cx="4680520" cy="1080120"/>
            </a:xfrm>
          </p:grpSpPr>
          <p:sp>
            <p:nvSpPr>
              <p:cNvPr id="10" name="矩形 9"/>
              <p:cNvSpPr/>
              <p:nvPr>
                <p:custDataLst>
                  <p:tags r:id="rId8"/>
                </p:custDataLst>
              </p:nvPr>
            </p:nvSpPr>
            <p:spPr bwMode="auto">
              <a:xfrm>
                <a:off x="1547664" y="4298268"/>
                <a:ext cx="4680520" cy="1080120"/>
              </a:xfrm>
              <a:prstGeom prst="rect">
                <a:avLst/>
              </a:prstGeom>
              <a:solidFill>
                <a:srgbClr val="CBE4FF">
                  <a:alpha val="48000"/>
                </a:srgbClr>
              </a:solidFill>
              <a:ln>
                <a:solidFill>
                  <a:schemeClr val="accent1"/>
                </a:solidFill>
                <a:headEnd type="none" w="med" len="med"/>
                <a:tailEnd type="none" w="med" len="med"/>
              </a:ln>
            </p:spPr>
            <p:style>
              <a:lnRef idx="1">
                <a:schemeClr val="accent5"/>
              </a:lnRef>
              <a:fillRef idx="3">
                <a:schemeClr val="accent5"/>
              </a:fillRef>
              <a:effectRef idx="2">
                <a:schemeClr val="accent5"/>
              </a:effectRef>
              <a:fontRef idx="minor">
                <a:schemeClr val="lt1"/>
              </a:fontRef>
            </p:style>
            <p:txBody>
              <a:bodyPr vertOverflow="overflow" horzOverflow="overflow" vert="horz" wrap="square" lIns="91440" tIns="45720" rIns="91440" bIns="45720" numCol="1" spcCol="0" rtlCol="0" fromWordArt="0" anchor="t" anchorCtr="0" forceAA="0" compatLnSpc="1">
                <a:normAutofit/>
              </a:bodyPr>
              <a:lstStyle/>
              <a:p>
                <a:pPr lvl="0" algn="ctr" fontAlgn="base">
                  <a:buClrTx/>
                  <a:buSzTx/>
                  <a:buFontTx/>
                </a:pPr>
                <a:r>
                  <a:rPr lang="zh-CN" altLang="en-US" sz="1600" b="1" dirty="0">
                    <a:solidFill>
                      <a:schemeClr val="tx1"/>
                    </a:solidFill>
                    <a:latin typeface="微软雅黑" panose="020B0503020204020204" pitchFamily="34" charset="-122"/>
                    <a:ea typeface="微软雅黑" panose="020B0503020204020204" pitchFamily="34" charset="-122"/>
                    <a:sym typeface="+mn-ea"/>
                  </a:rPr>
                  <a:t>大数据技术</a:t>
                </a:r>
                <a:endParaRPr lang="zh-CN" altLang="en-US" sz="1600" b="1" dirty="0">
                  <a:solidFill>
                    <a:schemeClr val="tx1"/>
                  </a:solidFill>
                  <a:latin typeface="微软雅黑" panose="020B0503020204020204" pitchFamily="34" charset="-122"/>
                  <a:ea typeface="微软雅黑" panose="020B0503020204020204" pitchFamily="34" charset="-122"/>
                  <a:sym typeface="+mn-ea"/>
                </a:endParaRPr>
              </a:p>
            </p:txBody>
          </p:sp>
          <p:sp>
            <p:nvSpPr>
              <p:cNvPr id="20" name="圆角矩形 19"/>
              <p:cNvSpPr/>
              <p:nvPr>
                <p:custDataLst>
                  <p:tags r:id="rId9"/>
                </p:custDataLst>
              </p:nvPr>
            </p:nvSpPr>
            <p:spPr bwMode="auto">
              <a:xfrm>
                <a:off x="1760062" y="4835742"/>
                <a:ext cx="864096" cy="396044"/>
              </a:xfrm>
              <a:prstGeom prst="roundRect">
                <a:avLst/>
              </a:prstGeom>
              <a:solidFill>
                <a:srgbClr val="3787C3"/>
              </a:solidFill>
              <a:ln>
                <a:solidFill>
                  <a:schemeClr val="accent1"/>
                </a:solidFill>
                <a:headEnd type="none" w="med" len="med"/>
                <a:tailEnd type="none" w="med" len="med"/>
              </a:ln>
            </p:spPr>
            <p:style>
              <a:lnRef idx="1">
                <a:schemeClr val="accent5"/>
              </a:lnRef>
              <a:fillRef idx="2">
                <a:schemeClr val="accent5"/>
              </a:fillRef>
              <a:effectRef idx="1">
                <a:schemeClr val="accent5"/>
              </a:effectRef>
              <a:fontRef idx="minor">
                <a:schemeClr val="dk1"/>
              </a:fontRef>
            </p:style>
            <p:txBody>
              <a:bodyPr vertOverflow="overflow" horzOverflow="overflow" vert="horz" wrap="square" lIns="91440" tIns="45720" rIns="91440" bIns="45720" numCol="1" spcCol="0" rtlCol="0" fromWordArt="0" anchor="ctr" anchorCtr="0" forceAA="0" compatLnSpc="1">
                <a:normAutofit/>
              </a:bodyPr>
              <a:lstStyle/>
              <a:p>
                <a:pPr lvl="0" algn="ctr" fontAlgn="base">
                  <a:buClrTx/>
                  <a:buSzTx/>
                  <a:buFontTx/>
                </a:pPr>
                <a:r>
                  <a:rPr lang="zh-CN" altLang="en-US" sz="1200" b="1" dirty="0">
                    <a:ln>
                      <a:noFill/>
                    </a:ln>
                    <a:solidFill>
                      <a:schemeClr val="bg1"/>
                    </a:solidFill>
                    <a:effectLst/>
                    <a:latin typeface="微软雅黑" panose="020B0503020204020204" pitchFamily="34" charset="-122"/>
                    <a:ea typeface="微软雅黑" panose="020B0503020204020204" pitchFamily="34" charset="-122"/>
                    <a:sym typeface="+mn-ea"/>
                  </a:rPr>
                  <a:t>传统数据技术</a:t>
                </a:r>
                <a:endParaRPr lang="zh-CN" altLang="en-US" sz="1200" b="1" dirty="0">
                  <a:ln>
                    <a:noFill/>
                  </a:ln>
                  <a:solidFill>
                    <a:schemeClr val="bg1"/>
                  </a:solidFill>
                  <a:effectLst/>
                  <a:latin typeface="微软雅黑" panose="020B0503020204020204" pitchFamily="34" charset="-122"/>
                  <a:ea typeface="微软雅黑" panose="020B0503020204020204" pitchFamily="34" charset="-122"/>
                  <a:sym typeface="+mn-ea"/>
                </a:endParaRPr>
              </a:p>
            </p:txBody>
          </p:sp>
          <p:sp>
            <p:nvSpPr>
              <p:cNvPr id="21" name="圆角矩形 20"/>
              <p:cNvSpPr/>
              <p:nvPr>
                <p:custDataLst>
                  <p:tags r:id="rId10"/>
                </p:custDataLst>
              </p:nvPr>
            </p:nvSpPr>
            <p:spPr bwMode="auto">
              <a:xfrm>
                <a:off x="2853975" y="4835742"/>
                <a:ext cx="979779" cy="396044"/>
              </a:xfrm>
              <a:prstGeom prst="roundRect">
                <a:avLst/>
              </a:prstGeom>
              <a:solidFill>
                <a:srgbClr val="3787C3"/>
              </a:solidFill>
              <a:ln>
                <a:solidFill>
                  <a:schemeClr val="accent1"/>
                </a:solidFill>
                <a:headEnd type="none" w="med" len="med"/>
                <a:tailEnd type="none" w="med" len="med"/>
              </a:ln>
            </p:spPr>
            <p:style>
              <a:lnRef idx="1">
                <a:schemeClr val="accent5"/>
              </a:lnRef>
              <a:fillRef idx="2">
                <a:schemeClr val="accent5"/>
              </a:fillRef>
              <a:effectRef idx="1">
                <a:schemeClr val="accent5"/>
              </a:effectRef>
              <a:fontRef idx="minor">
                <a:schemeClr val="dk1"/>
              </a:fontRef>
            </p:style>
            <p:txBody>
              <a:bodyPr vertOverflow="overflow" horzOverflow="overflow" vert="horz" wrap="square" lIns="91440" tIns="45720" rIns="91440" bIns="45720" numCol="1" spcCol="0" rtlCol="0" fromWordArt="0" anchor="ctr" anchorCtr="0" forceAA="0" compatLnSpc="1">
                <a:normAutofit/>
              </a:bodyPr>
              <a:lstStyle/>
              <a:p>
                <a:pPr lvl="0" algn="ctr" fontAlgn="base">
                  <a:buClrTx/>
                  <a:buSzTx/>
                  <a:buFontTx/>
                </a:pPr>
                <a:r>
                  <a:rPr lang="zh-CN" altLang="en-US" sz="1200" b="1" dirty="0">
                    <a:ln>
                      <a:noFill/>
                    </a:ln>
                    <a:solidFill>
                      <a:schemeClr val="bg1"/>
                    </a:solidFill>
                    <a:effectLst/>
                    <a:latin typeface="微软雅黑" panose="020B0503020204020204" pitchFamily="34" charset="-122"/>
                    <a:ea typeface="微软雅黑" panose="020B0503020204020204" pitchFamily="34" charset="-122"/>
                    <a:sym typeface="+mn-ea"/>
                  </a:rPr>
                  <a:t>HADOOP</a:t>
                </a:r>
                <a:endParaRPr lang="zh-CN" altLang="en-US" sz="1200" b="1" dirty="0">
                  <a:ln>
                    <a:noFill/>
                  </a:ln>
                  <a:solidFill>
                    <a:schemeClr val="bg1"/>
                  </a:solidFill>
                  <a:effectLst/>
                  <a:latin typeface="微软雅黑" panose="020B0503020204020204" pitchFamily="34" charset="-122"/>
                  <a:ea typeface="微软雅黑" panose="020B0503020204020204" pitchFamily="34" charset="-122"/>
                  <a:sym typeface="+mn-ea"/>
                </a:endParaRPr>
              </a:p>
            </p:txBody>
          </p:sp>
          <p:sp>
            <p:nvSpPr>
              <p:cNvPr id="22" name="圆角矩形 21"/>
              <p:cNvSpPr/>
              <p:nvPr>
                <p:custDataLst>
                  <p:tags r:id="rId11"/>
                </p:custDataLst>
              </p:nvPr>
            </p:nvSpPr>
            <p:spPr bwMode="auto">
              <a:xfrm>
                <a:off x="4064318" y="4835742"/>
                <a:ext cx="864096" cy="396044"/>
              </a:xfrm>
              <a:prstGeom prst="roundRect">
                <a:avLst/>
              </a:prstGeom>
              <a:solidFill>
                <a:srgbClr val="3787C3"/>
              </a:solidFill>
              <a:ln>
                <a:solidFill>
                  <a:schemeClr val="accent1"/>
                </a:solidFill>
                <a:headEnd type="none" w="med" len="med"/>
                <a:tailEnd type="none" w="med" len="med"/>
              </a:ln>
            </p:spPr>
            <p:style>
              <a:lnRef idx="1">
                <a:schemeClr val="accent5"/>
              </a:lnRef>
              <a:fillRef idx="2">
                <a:schemeClr val="accent5"/>
              </a:fillRef>
              <a:effectRef idx="1">
                <a:schemeClr val="accent5"/>
              </a:effectRef>
              <a:fontRef idx="minor">
                <a:schemeClr val="dk1"/>
              </a:fontRef>
            </p:style>
            <p:txBody>
              <a:bodyPr vertOverflow="overflow" horzOverflow="overflow" vert="horz" wrap="square" lIns="91440" tIns="45720" rIns="91440" bIns="45720" numCol="1" spcCol="0" rtlCol="0" fromWordArt="0" anchor="ctr" anchorCtr="0" forceAA="0" compatLnSpc="1">
                <a:normAutofit/>
              </a:bodyPr>
              <a:lstStyle/>
              <a:p>
                <a:pPr lvl="0" algn="ctr" fontAlgn="base">
                  <a:buClrTx/>
                  <a:buSzTx/>
                  <a:buFontTx/>
                </a:pPr>
                <a:r>
                  <a:rPr lang="zh-CN" altLang="en-US" sz="1200" b="1" dirty="0">
                    <a:ln>
                      <a:noFill/>
                    </a:ln>
                    <a:solidFill>
                      <a:schemeClr val="bg1"/>
                    </a:solidFill>
                    <a:effectLst/>
                    <a:latin typeface="微软雅黑" panose="020B0503020204020204" pitchFamily="34" charset="-122"/>
                    <a:ea typeface="微软雅黑" panose="020B0503020204020204" pitchFamily="34" charset="-122"/>
                    <a:sym typeface="+mn-ea"/>
                  </a:rPr>
                  <a:t>SPARK</a:t>
                </a:r>
                <a:endParaRPr lang="zh-CN" altLang="en-US" sz="1200" b="1" dirty="0">
                  <a:ln>
                    <a:noFill/>
                  </a:ln>
                  <a:solidFill>
                    <a:schemeClr val="bg1"/>
                  </a:solidFill>
                  <a:effectLst/>
                  <a:latin typeface="微软雅黑" panose="020B0503020204020204" pitchFamily="34" charset="-122"/>
                  <a:ea typeface="微软雅黑" panose="020B0503020204020204" pitchFamily="34" charset="-122"/>
                  <a:sym typeface="+mn-ea"/>
                </a:endParaRPr>
              </a:p>
            </p:txBody>
          </p:sp>
          <p:sp>
            <p:nvSpPr>
              <p:cNvPr id="23" name="圆角矩形 22"/>
              <p:cNvSpPr/>
              <p:nvPr>
                <p:custDataLst>
                  <p:tags r:id="rId12"/>
                </p:custDataLst>
              </p:nvPr>
            </p:nvSpPr>
            <p:spPr bwMode="auto">
              <a:xfrm>
                <a:off x="5144438" y="4835742"/>
                <a:ext cx="864096" cy="396044"/>
              </a:xfrm>
              <a:prstGeom prst="roundRect">
                <a:avLst/>
              </a:prstGeom>
              <a:solidFill>
                <a:srgbClr val="3787C3"/>
              </a:solidFill>
              <a:ln>
                <a:solidFill>
                  <a:schemeClr val="accent1"/>
                </a:solidFill>
                <a:headEnd type="none" w="med" len="med"/>
                <a:tailEnd type="none" w="med" len="med"/>
              </a:ln>
            </p:spPr>
            <p:style>
              <a:lnRef idx="1">
                <a:schemeClr val="accent5"/>
              </a:lnRef>
              <a:fillRef idx="2">
                <a:schemeClr val="accent5"/>
              </a:fillRef>
              <a:effectRef idx="1">
                <a:schemeClr val="accent5"/>
              </a:effectRef>
              <a:fontRef idx="minor">
                <a:schemeClr val="dk1"/>
              </a:fontRef>
            </p:style>
            <p:txBody>
              <a:bodyPr vertOverflow="overflow" horzOverflow="overflow" vert="horz" wrap="square" lIns="91440" tIns="45720" rIns="91440" bIns="45720" numCol="1" spcCol="0" rtlCol="0" fromWordArt="0" anchor="ctr" anchorCtr="0" forceAA="0" compatLnSpc="1">
                <a:normAutofit/>
              </a:bodyPr>
              <a:lstStyle/>
              <a:p>
                <a:pPr lvl="0" algn="ctr" fontAlgn="base">
                  <a:buClrTx/>
                  <a:buSzTx/>
                  <a:buFontTx/>
                </a:pPr>
                <a:r>
                  <a:rPr lang="zh-CN" altLang="en-US" sz="1200" b="1" dirty="0">
                    <a:ln>
                      <a:noFill/>
                    </a:ln>
                    <a:solidFill>
                      <a:schemeClr val="bg1"/>
                    </a:solidFill>
                    <a:effectLst/>
                    <a:latin typeface="微软雅黑" panose="020B0503020204020204" pitchFamily="34" charset="-122"/>
                    <a:ea typeface="微软雅黑" panose="020B0503020204020204" pitchFamily="34" charset="-122"/>
                    <a:sym typeface="+mn-ea"/>
                  </a:rPr>
                  <a:t>…</a:t>
                </a:r>
                <a:endParaRPr lang="zh-CN" altLang="en-US" sz="1200" b="1" dirty="0">
                  <a:ln>
                    <a:noFill/>
                  </a:ln>
                  <a:solidFill>
                    <a:schemeClr val="bg1"/>
                  </a:solidFill>
                  <a:effectLst/>
                  <a:latin typeface="微软雅黑" panose="020B0503020204020204" pitchFamily="34" charset="-122"/>
                  <a:ea typeface="微软雅黑" panose="020B0503020204020204" pitchFamily="34" charset="-122"/>
                  <a:sym typeface="+mn-ea"/>
                </a:endParaRPr>
              </a:p>
            </p:txBody>
          </p:sp>
        </p:grpSp>
        <p:grpSp>
          <p:nvGrpSpPr>
            <p:cNvPr id="9" name="组合 8"/>
            <p:cNvGrpSpPr/>
            <p:nvPr/>
          </p:nvGrpSpPr>
          <p:grpSpPr>
            <a:xfrm>
              <a:off x="4837" y="8689"/>
              <a:ext cx="7371" cy="1701"/>
              <a:chOff x="1547664" y="5517232"/>
              <a:chExt cx="4680520" cy="1080120"/>
            </a:xfrm>
          </p:grpSpPr>
          <p:sp>
            <p:nvSpPr>
              <p:cNvPr id="14" name="矩形 13"/>
              <p:cNvSpPr/>
              <p:nvPr>
                <p:custDataLst>
                  <p:tags r:id="rId13"/>
                </p:custDataLst>
              </p:nvPr>
            </p:nvSpPr>
            <p:spPr bwMode="auto">
              <a:xfrm>
                <a:off x="1547664" y="5517232"/>
                <a:ext cx="4680520" cy="1080120"/>
              </a:xfrm>
              <a:prstGeom prst="rect">
                <a:avLst/>
              </a:prstGeom>
              <a:solidFill>
                <a:srgbClr val="CBE4FF">
                  <a:alpha val="48000"/>
                </a:srgbClr>
              </a:solidFill>
              <a:ln>
                <a:solidFill>
                  <a:schemeClr val="accent1"/>
                </a:solidFill>
                <a:headEnd type="none" w="med" len="med"/>
                <a:tailEnd type="none" w="med" len="med"/>
              </a:ln>
            </p:spPr>
            <p:style>
              <a:lnRef idx="1">
                <a:schemeClr val="accent5"/>
              </a:lnRef>
              <a:fillRef idx="3">
                <a:schemeClr val="accent5"/>
              </a:fillRef>
              <a:effectRef idx="2">
                <a:schemeClr val="accent5"/>
              </a:effectRef>
              <a:fontRef idx="minor">
                <a:schemeClr val="lt1"/>
              </a:fontRef>
            </p:style>
            <p:txBody>
              <a:bodyPr vertOverflow="overflow" horzOverflow="overflow" vert="horz" wrap="square" lIns="91440" tIns="45720" rIns="91440" bIns="45720" numCol="1" spcCol="0" rtlCol="0" fromWordArt="0" anchor="t" anchorCtr="0" forceAA="0" compatLnSpc="1">
                <a:normAutofit/>
              </a:bodyPr>
              <a:lstStyle/>
              <a:p>
                <a:pPr lvl="0" algn="ctr" fontAlgn="base">
                  <a:buClrTx/>
                  <a:buSzTx/>
                  <a:buFontTx/>
                </a:pPr>
                <a:r>
                  <a:rPr lang="zh-CN" altLang="en-US" sz="1600" b="1" dirty="0">
                    <a:solidFill>
                      <a:schemeClr val="tx1"/>
                    </a:solidFill>
                    <a:latin typeface="微软雅黑" panose="020B0503020204020204" pitchFamily="34" charset="-122"/>
                    <a:ea typeface="微软雅黑" panose="020B0503020204020204" pitchFamily="34" charset="-122"/>
                    <a:sym typeface="+mn-ea"/>
                  </a:rPr>
                  <a:t>大数据资产</a:t>
                </a:r>
                <a:endParaRPr lang="zh-CN" altLang="en-US" sz="1600" b="1" dirty="0">
                  <a:solidFill>
                    <a:schemeClr val="tx1"/>
                  </a:solidFill>
                  <a:latin typeface="微软雅黑" panose="020B0503020204020204" pitchFamily="34" charset="-122"/>
                  <a:ea typeface="微软雅黑" panose="020B0503020204020204" pitchFamily="34" charset="-122"/>
                  <a:sym typeface="+mn-ea"/>
                </a:endParaRPr>
              </a:p>
            </p:txBody>
          </p:sp>
          <p:sp>
            <p:nvSpPr>
              <p:cNvPr id="24" name="圆角矩形 23"/>
              <p:cNvSpPr/>
              <p:nvPr>
                <p:custDataLst>
                  <p:tags r:id="rId14"/>
                </p:custDataLst>
              </p:nvPr>
            </p:nvSpPr>
            <p:spPr bwMode="auto">
              <a:xfrm>
                <a:off x="1747631" y="5954452"/>
                <a:ext cx="864096" cy="396044"/>
              </a:xfrm>
              <a:prstGeom prst="roundRect">
                <a:avLst/>
              </a:prstGeom>
              <a:solidFill>
                <a:srgbClr val="3787C3"/>
              </a:solidFill>
              <a:ln>
                <a:solidFill>
                  <a:schemeClr val="accent1"/>
                </a:solidFill>
                <a:headEnd type="none" w="med" len="med"/>
                <a:tailEnd type="none" w="med" len="med"/>
              </a:ln>
            </p:spPr>
            <p:style>
              <a:lnRef idx="1">
                <a:schemeClr val="accent5"/>
              </a:lnRef>
              <a:fillRef idx="2">
                <a:schemeClr val="accent5"/>
              </a:fillRef>
              <a:effectRef idx="1">
                <a:schemeClr val="accent5"/>
              </a:effectRef>
              <a:fontRef idx="minor">
                <a:schemeClr val="dk1"/>
              </a:fontRef>
            </p:style>
            <p:txBody>
              <a:bodyPr vertOverflow="overflow" horzOverflow="overflow" vert="horz" wrap="square" lIns="91440" tIns="45720" rIns="91440" bIns="45720" numCol="1" spcCol="0" rtlCol="0" fromWordArt="0" anchor="ctr" anchorCtr="0" forceAA="0" compatLnSpc="1">
                <a:normAutofit fontScale="90000"/>
              </a:bodyPr>
              <a:lstStyle/>
              <a:p>
                <a:pPr lvl="0" algn="ctr" fontAlgn="base">
                  <a:buClrTx/>
                  <a:buSzTx/>
                  <a:buFontTx/>
                </a:pPr>
                <a:r>
                  <a:rPr lang="zh-CN" altLang="en-US" sz="1200" b="1" dirty="0">
                    <a:ln>
                      <a:noFill/>
                    </a:ln>
                    <a:solidFill>
                      <a:schemeClr val="bg1"/>
                    </a:solidFill>
                    <a:effectLst/>
                    <a:latin typeface="微软雅黑" panose="020B0503020204020204" pitchFamily="34" charset="-122"/>
                    <a:ea typeface="微软雅黑" panose="020B0503020204020204" pitchFamily="34" charset="-122"/>
                    <a:sym typeface="+mn-ea"/>
                  </a:rPr>
                  <a:t>传统结构化数据</a:t>
                </a:r>
                <a:endParaRPr lang="zh-CN" altLang="en-US" sz="1200" b="1" dirty="0">
                  <a:ln>
                    <a:noFill/>
                  </a:ln>
                  <a:solidFill>
                    <a:schemeClr val="bg1"/>
                  </a:solidFill>
                  <a:effectLst/>
                  <a:latin typeface="微软雅黑" panose="020B0503020204020204" pitchFamily="34" charset="-122"/>
                  <a:ea typeface="微软雅黑" panose="020B0503020204020204" pitchFamily="34" charset="-122"/>
                  <a:sym typeface="+mn-ea"/>
                </a:endParaRPr>
              </a:p>
            </p:txBody>
          </p:sp>
          <p:sp>
            <p:nvSpPr>
              <p:cNvPr id="25" name="圆角矩形 24"/>
              <p:cNvSpPr/>
              <p:nvPr>
                <p:custDataLst>
                  <p:tags r:id="rId15"/>
                </p:custDataLst>
              </p:nvPr>
            </p:nvSpPr>
            <p:spPr bwMode="auto">
              <a:xfrm>
                <a:off x="2900383" y="5954452"/>
                <a:ext cx="864096" cy="396044"/>
              </a:xfrm>
              <a:prstGeom prst="roundRect">
                <a:avLst/>
              </a:prstGeom>
              <a:solidFill>
                <a:srgbClr val="3787C3"/>
              </a:solidFill>
              <a:ln>
                <a:solidFill>
                  <a:schemeClr val="accent1"/>
                </a:solidFill>
                <a:headEnd type="none" w="med" len="med"/>
                <a:tailEnd type="none" w="med" len="med"/>
              </a:ln>
            </p:spPr>
            <p:style>
              <a:lnRef idx="1">
                <a:schemeClr val="accent5"/>
              </a:lnRef>
              <a:fillRef idx="2">
                <a:schemeClr val="accent5"/>
              </a:fillRef>
              <a:effectRef idx="1">
                <a:schemeClr val="accent5"/>
              </a:effectRef>
              <a:fontRef idx="minor">
                <a:schemeClr val="dk1"/>
              </a:fontRef>
            </p:style>
            <p:txBody>
              <a:bodyPr vertOverflow="overflow" horzOverflow="overflow" vert="horz" wrap="square" lIns="91440" tIns="45720" rIns="91440" bIns="45720" numCol="1" spcCol="0" rtlCol="0" fromWordArt="0" anchor="ctr" anchorCtr="0" forceAA="0" compatLnSpc="1">
                <a:normAutofit/>
              </a:bodyPr>
              <a:lstStyle/>
              <a:p>
                <a:pPr lvl="0" algn="ctr" fontAlgn="base">
                  <a:buClrTx/>
                  <a:buSzTx/>
                  <a:buFontTx/>
                </a:pPr>
                <a:r>
                  <a:rPr lang="zh-CN" altLang="en-US" sz="1200" b="1" dirty="0">
                    <a:ln>
                      <a:noFill/>
                    </a:ln>
                    <a:solidFill>
                      <a:schemeClr val="bg1"/>
                    </a:solidFill>
                    <a:effectLst/>
                    <a:latin typeface="微软雅黑" panose="020B0503020204020204" pitchFamily="34" charset="-122"/>
                    <a:ea typeface="微软雅黑" panose="020B0503020204020204" pitchFamily="34" charset="-122"/>
                    <a:sym typeface="+mn-ea"/>
                  </a:rPr>
                  <a:t>社交数据</a:t>
                </a:r>
                <a:endParaRPr lang="zh-CN" altLang="en-US" sz="1200" b="1" dirty="0">
                  <a:ln>
                    <a:noFill/>
                  </a:ln>
                  <a:solidFill>
                    <a:schemeClr val="bg1"/>
                  </a:solidFill>
                  <a:effectLst/>
                  <a:latin typeface="微软雅黑" panose="020B0503020204020204" pitchFamily="34" charset="-122"/>
                  <a:ea typeface="微软雅黑" panose="020B0503020204020204" pitchFamily="34" charset="-122"/>
                  <a:sym typeface="+mn-ea"/>
                </a:endParaRPr>
              </a:p>
            </p:txBody>
          </p:sp>
          <p:sp>
            <p:nvSpPr>
              <p:cNvPr id="26" name="圆角矩形 25"/>
              <p:cNvSpPr/>
              <p:nvPr>
                <p:custDataLst>
                  <p:tags r:id="rId16"/>
                </p:custDataLst>
              </p:nvPr>
            </p:nvSpPr>
            <p:spPr bwMode="auto">
              <a:xfrm>
                <a:off x="4051887" y="5954452"/>
                <a:ext cx="864096" cy="396044"/>
              </a:xfrm>
              <a:prstGeom prst="roundRect">
                <a:avLst/>
              </a:prstGeom>
              <a:solidFill>
                <a:srgbClr val="3787C3"/>
              </a:solidFill>
              <a:ln>
                <a:solidFill>
                  <a:schemeClr val="accent1"/>
                </a:solidFill>
                <a:headEnd type="none" w="med" len="med"/>
                <a:tailEnd type="none" w="med" len="med"/>
              </a:ln>
            </p:spPr>
            <p:style>
              <a:lnRef idx="1">
                <a:schemeClr val="accent5"/>
              </a:lnRef>
              <a:fillRef idx="2">
                <a:schemeClr val="accent5"/>
              </a:fillRef>
              <a:effectRef idx="1">
                <a:schemeClr val="accent5"/>
              </a:effectRef>
              <a:fontRef idx="minor">
                <a:schemeClr val="dk1"/>
              </a:fontRef>
            </p:style>
            <p:txBody>
              <a:bodyPr vertOverflow="overflow" horzOverflow="overflow" vert="horz" wrap="square" lIns="91440" tIns="45720" rIns="91440" bIns="45720" numCol="1" spcCol="0" rtlCol="0" fromWordArt="0" anchor="ctr" anchorCtr="0" forceAA="0" compatLnSpc="1">
                <a:normAutofit/>
              </a:bodyPr>
              <a:lstStyle/>
              <a:p>
                <a:pPr lvl="0" algn="ctr" fontAlgn="base">
                  <a:buClrTx/>
                  <a:buSzTx/>
                  <a:buFontTx/>
                </a:pPr>
                <a:r>
                  <a:rPr lang="zh-CN" altLang="en-US" sz="1200" b="1" dirty="0">
                    <a:ln>
                      <a:noFill/>
                    </a:ln>
                    <a:solidFill>
                      <a:schemeClr val="bg1"/>
                    </a:solidFill>
                    <a:effectLst/>
                    <a:latin typeface="微软雅黑" panose="020B0503020204020204" pitchFamily="34" charset="-122"/>
                    <a:ea typeface="微软雅黑" panose="020B0503020204020204" pitchFamily="34" charset="-122"/>
                    <a:sym typeface="+mn-ea"/>
                  </a:rPr>
                  <a:t>机器数据</a:t>
                </a:r>
                <a:endParaRPr lang="zh-CN" altLang="en-US" sz="1200" b="1" dirty="0">
                  <a:ln>
                    <a:noFill/>
                  </a:ln>
                  <a:solidFill>
                    <a:schemeClr val="bg1"/>
                  </a:solidFill>
                  <a:effectLst/>
                  <a:latin typeface="微软雅黑" panose="020B0503020204020204" pitchFamily="34" charset="-122"/>
                  <a:ea typeface="微软雅黑" panose="020B0503020204020204" pitchFamily="34" charset="-122"/>
                  <a:sym typeface="+mn-ea"/>
                </a:endParaRPr>
              </a:p>
            </p:txBody>
          </p:sp>
          <p:sp>
            <p:nvSpPr>
              <p:cNvPr id="27" name="圆角矩形 26"/>
              <p:cNvSpPr/>
              <p:nvPr>
                <p:custDataLst>
                  <p:tags r:id="rId17"/>
                </p:custDataLst>
              </p:nvPr>
            </p:nvSpPr>
            <p:spPr bwMode="auto">
              <a:xfrm>
                <a:off x="5132007" y="5954452"/>
                <a:ext cx="864096" cy="396044"/>
              </a:xfrm>
              <a:prstGeom prst="roundRect">
                <a:avLst/>
              </a:prstGeom>
              <a:solidFill>
                <a:srgbClr val="3787C3"/>
              </a:solidFill>
              <a:ln>
                <a:solidFill>
                  <a:schemeClr val="accent1"/>
                </a:solidFill>
                <a:headEnd type="none" w="med" len="med"/>
                <a:tailEnd type="none" w="med" len="med"/>
              </a:ln>
            </p:spPr>
            <p:style>
              <a:lnRef idx="1">
                <a:schemeClr val="accent5"/>
              </a:lnRef>
              <a:fillRef idx="2">
                <a:schemeClr val="accent5"/>
              </a:fillRef>
              <a:effectRef idx="1">
                <a:schemeClr val="accent5"/>
              </a:effectRef>
              <a:fontRef idx="minor">
                <a:schemeClr val="dk1"/>
              </a:fontRef>
            </p:style>
            <p:txBody>
              <a:bodyPr vertOverflow="overflow" horzOverflow="overflow" vert="horz" wrap="square" lIns="91440" tIns="45720" rIns="91440" bIns="45720" numCol="1" spcCol="0" rtlCol="0" fromWordArt="0" anchor="ctr" anchorCtr="0" forceAA="0" compatLnSpc="1">
                <a:normAutofit/>
              </a:bodyPr>
              <a:lstStyle/>
              <a:p>
                <a:pPr lvl="0" algn="ctr" fontAlgn="base">
                  <a:buClrTx/>
                  <a:buSzTx/>
                  <a:buFontTx/>
                </a:pPr>
                <a:r>
                  <a:rPr lang="zh-CN" altLang="en-US" sz="1200" b="1" dirty="0">
                    <a:ln>
                      <a:noFill/>
                    </a:ln>
                    <a:solidFill>
                      <a:schemeClr val="bg1"/>
                    </a:solidFill>
                    <a:effectLst/>
                    <a:latin typeface="微软雅黑" panose="020B0503020204020204" pitchFamily="34" charset="-122"/>
                    <a:ea typeface="微软雅黑" panose="020B0503020204020204" pitchFamily="34" charset="-122"/>
                    <a:sym typeface="+mn-ea"/>
                  </a:rPr>
                  <a:t>…</a:t>
                </a:r>
                <a:endParaRPr lang="zh-CN" altLang="en-US" sz="1200" b="1" dirty="0">
                  <a:ln>
                    <a:noFill/>
                  </a:ln>
                  <a:solidFill>
                    <a:schemeClr val="bg1"/>
                  </a:solidFill>
                  <a:effectLst/>
                  <a:latin typeface="微软雅黑" panose="020B0503020204020204" pitchFamily="34" charset="-122"/>
                  <a:ea typeface="微软雅黑" panose="020B0503020204020204" pitchFamily="34" charset="-122"/>
                  <a:sym typeface="+mn-ea"/>
                </a:endParaRPr>
              </a:p>
            </p:txBody>
          </p:sp>
        </p:grpSp>
        <p:grpSp>
          <p:nvGrpSpPr>
            <p:cNvPr id="13" name="组合 12"/>
            <p:cNvGrpSpPr/>
            <p:nvPr/>
          </p:nvGrpSpPr>
          <p:grpSpPr>
            <a:xfrm>
              <a:off x="2796" y="3132"/>
              <a:ext cx="1928" cy="7257"/>
              <a:chOff x="251520" y="1988840"/>
              <a:chExt cx="1224136" cy="4608512"/>
            </a:xfrm>
          </p:grpSpPr>
          <p:sp>
            <p:nvSpPr>
              <p:cNvPr id="12" name="矩形 11"/>
              <p:cNvSpPr/>
              <p:nvPr>
                <p:custDataLst>
                  <p:tags r:id="rId18"/>
                </p:custDataLst>
              </p:nvPr>
            </p:nvSpPr>
            <p:spPr bwMode="auto">
              <a:xfrm>
                <a:off x="251520" y="1988840"/>
                <a:ext cx="1224136" cy="4608512"/>
              </a:xfrm>
              <a:prstGeom prst="rect">
                <a:avLst/>
              </a:prstGeom>
              <a:solidFill>
                <a:srgbClr val="CBE4FF">
                  <a:alpha val="48000"/>
                </a:srgbClr>
              </a:solidFill>
              <a:ln>
                <a:solidFill>
                  <a:schemeClr val="accent1"/>
                </a:solidFill>
                <a:headEnd type="none" w="med" len="med"/>
                <a:tailEnd type="none" w="med" len="med"/>
              </a:ln>
            </p:spPr>
            <p:style>
              <a:lnRef idx="1">
                <a:schemeClr val="accent5"/>
              </a:lnRef>
              <a:fillRef idx="3">
                <a:schemeClr val="accent5"/>
              </a:fillRef>
              <a:effectRef idx="2">
                <a:schemeClr val="accent5"/>
              </a:effectRef>
              <a:fontRef idx="minor">
                <a:schemeClr val="lt1"/>
              </a:fontRef>
            </p:style>
            <p:txBody>
              <a:bodyPr vertOverflow="overflow" horzOverflow="overflow" vert="horz" wrap="square" lIns="91440" tIns="45720" rIns="91440" bIns="45720" numCol="1" spcCol="0" rtlCol="0" fromWordArt="0" anchor="t" anchorCtr="0" forceAA="0" compatLnSpc="1">
                <a:normAutofit/>
              </a:bodyPr>
              <a:lstStyle/>
              <a:p>
                <a:pPr lvl="0" algn="ctr" fontAlgn="base">
                  <a:buClrTx/>
                  <a:buSzTx/>
                  <a:buFontTx/>
                </a:pPr>
                <a:r>
                  <a:rPr lang="zh-CN" altLang="en-US" sz="1600" b="1" dirty="0">
                    <a:solidFill>
                      <a:schemeClr val="tx1"/>
                    </a:solidFill>
                    <a:latin typeface="微软雅黑" panose="020B0503020204020204" pitchFamily="34" charset="-122"/>
                    <a:ea typeface="微软雅黑" panose="020B0503020204020204" pitchFamily="34" charset="-122"/>
                    <a:sym typeface="+mn-ea"/>
                  </a:rPr>
                  <a:t>数据治理</a:t>
                </a:r>
                <a:endParaRPr lang="zh-CN" altLang="en-US" sz="1600" b="1" dirty="0">
                  <a:solidFill>
                    <a:schemeClr val="tx1"/>
                  </a:solidFill>
                  <a:latin typeface="微软雅黑" panose="020B0503020204020204" pitchFamily="34" charset="-122"/>
                  <a:ea typeface="微软雅黑" panose="020B0503020204020204" pitchFamily="34" charset="-122"/>
                  <a:sym typeface="+mn-ea"/>
                </a:endParaRPr>
              </a:p>
            </p:txBody>
          </p:sp>
          <p:sp>
            <p:nvSpPr>
              <p:cNvPr id="28" name="圆角矩形 27"/>
              <p:cNvSpPr/>
              <p:nvPr>
                <p:custDataLst>
                  <p:tags r:id="rId19"/>
                </p:custDataLst>
              </p:nvPr>
            </p:nvSpPr>
            <p:spPr bwMode="auto">
              <a:xfrm>
                <a:off x="431540" y="2384884"/>
                <a:ext cx="864096" cy="396044"/>
              </a:xfrm>
              <a:prstGeom prst="roundRect">
                <a:avLst/>
              </a:prstGeom>
              <a:solidFill>
                <a:srgbClr val="3787C3"/>
              </a:solidFill>
              <a:ln>
                <a:solidFill>
                  <a:schemeClr val="accent1"/>
                </a:solidFill>
                <a:headEnd type="none" w="med" len="med"/>
                <a:tailEnd type="none" w="med" len="med"/>
              </a:ln>
            </p:spPr>
            <p:style>
              <a:lnRef idx="1">
                <a:schemeClr val="accent5"/>
              </a:lnRef>
              <a:fillRef idx="2">
                <a:schemeClr val="accent5"/>
              </a:fillRef>
              <a:effectRef idx="1">
                <a:schemeClr val="accent5"/>
              </a:effectRef>
              <a:fontRef idx="minor">
                <a:schemeClr val="dk1"/>
              </a:fontRef>
            </p:style>
            <p:txBody>
              <a:bodyPr vert="horz" wrap="square" lIns="91440" tIns="45720" rIns="91440" bIns="45720" numCol="1" rtlCol="0" anchor="ctr" anchorCtr="0" compatLnSpc="1">
                <a:normAutofit/>
              </a:bodyPr>
              <a:lstStyle/>
              <a:p>
                <a:pPr marL="0" marR="0" indent="0" algn="ctr" defTabSz="914400" rtl="0" eaLnBrk="1" fontAlgn="base" latinLnBrk="0" hangingPunct="1">
                  <a:lnSpc>
                    <a:spcPct val="100000"/>
                  </a:lnSpc>
                  <a:spcBef>
                    <a:spcPct val="0"/>
                  </a:spcBef>
                  <a:spcAft>
                    <a:spcPct val="0"/>
                  </a:spcAft>
                  <a:buClrTx/>
                  <a:buSzTx/>
                  <a:buFontTx/>
                  <a:buNone/>
                </a:pPr>
                <a:r>
                  <a:rPr kumimoji="0" lang="zh-CN" altLang="en-US" sz="1200" b="1"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rPr>
                  <a:t>组织职责</a:t>
                </a:r>
                <a:endParaRPr kumimoji="0" lang="zh-CN" altLang="en-US" sz="1200" b="1"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endParaRPr>
              </a:p>
            </p:txBody>
          </p:sp>
          <p:sp>
            <p:nvSpPr>
              <p:cNvPr id="29" name="圆角矩形 28"/>
              <p:cNvSpPr/>
              <p:nvPr>
                <p:custDataLst>
                  <p:tags r:id="rId20"/>
                </p:custDataLst>
              </p:nvPr>
            </p:nvSpPr>
            <p:spPr bwMode="auto">
              <a:xfrm>
                <a:off x="431540" y="3626301"/>
                <a:ext cx="864096" cy="396044"/>
              </a:xfrm>
              <a:prstGeom prst="roundRect">
                <a:avLst/>
              </a:prstGeom>
              <a:solidFill>
                <a:srgbClr val="3787C3"/>
              </a:solidFill>
              <a:ln>
                <a:solidFill>
                  <a:schemeClr val="accent1"/>
                </a:solidFill>
                <a:headEnd type="none" w="med" len="med"/>
                <a:tailEnd type="none" w="med" len="med"/>
              </a:ln>
            </p:spPr>
            <p:style>
              <a:lnRef idx="1">
                <a:schemeClr val="accent5"/>
              </a:lnRef>
              <a:fillRef idx="2">
                <a:schemeClr val="accent5"/>
              </a:fillRef>
              <a:effectRef idx="1">
                <a:schemeClr val="accent5"/>
              </a:effectRef>
              <a:fontRef idx="minor">
                <a:schemeClr val="dk1"/>
              </a:fontRef>
            </p:style>
            <p:txBody>
              <a:bodyPr vertOverflow="overflow" horzOverflow="overflow" vert="horz" wrap="square" lIns="91440" tIns="45720" rIns="91440" bIns="45720" numCol="1" spcCol="0" rtlCol="0" fromWordArt="0" anchor="ctr" anchorCtr="0" forceAA="0" compatLnSpc="1">
                <a:normAutofit/>
              </a:bodyPr>
              <a:lstStyle/>
              <a:p>
                <a:pPr lvl="0" algn="ctr" fontAlgn="base">
                  <a:buClrTx/>
                  <a:buSzTx/>
                  <a:buFontTx/>
                </a:pPr>
                <a:r>
                  <a:rPr lang="zh-CN" altLang="en-US" sz="1200" b="1" dirty="0">
                    <a:ln>
                      <a:noFill/>
                    </a:ln>
                    <a:solidFill>
                      <a:schemeClr val="bg1"/>
                    </a:solidFill>
                    <a:effectLst/>
                    <a:latin typeface="微软雅黑" panose="020B0503020204020204" pitchFamily="34" charset="-122"/>
                    <a:ea typeface="微软雅黑" panose="020B0503020204020204" pitchFamily="34" charset="-122"/>
                    <a:sym typeface="+mn-ea"/>
                  </a:rPr>
                  <a:t>制度流程</a:t>
                </a:r>
                <a:endParaRPr lang="zh-CN" altLang="en-US" sz="1200" b="1" dirty="0">
                  <a:ln>
                    <a:noFill/>
                  </a:ln>
                  <a:solidFill>
                    <a:schemeClr val="bg1"/>
                  </a:solidFill>
                  <a:effectLst/>
                  <a:latin typeface="微软雅黑" panose="020B0503020204020204" pitchFamily="34" charset="-122"/>
                  <a:ea typeface="微软雅黑" panose="020B0503020204020204" pitchFamily="34" charset="-122"/>
                  <a:sym typeface="+mn-ea"/>
                </a:endParaRPr>
              </a:p>
            </p:txBody>
          </p:sp>
          <p:sp>
            <p:nvSpPr>
              <p:cNvPr id="30" name="圆角矩形 29"/>
              <p:cNvSpPr/>
              <p:nvPr>
                <p:custDataLst>
                  <p:tags r:id="rId21"/>
                </p:custDataLst>
              </p:nvPr>
            </p:nvSpPr>
            <p:spPr bwMode="auto">
              <a:xfrm>
                <a:off x="431540" y="4835742"/>
                <a:ext cx="864096" cy="396044"/>
              </a:xfrm>
              <a:prstGeom prst="roundRect">
                <a:avLst/>
              </a:prstGeom>
              <a:solidFill>
                <a:srgbClr val="3787C3"/>
              </a:solidFill>
              <a:ln>
                <a:solidFill>
                  <a:schemeClr val="accent1"/>
                </a:solidFill>
                <a:headEnd type="none" w="med" len="med"/>
                <a:tailEnd type="none" w="med" len="med"/>
              </a:ln>
            </p:spPr>
            <p:style>
              <a:lnRef idx="1">
                <a:schemeClr val="accent5"/>
              </a:lnRef>
              <a:fillRef idx="2">
                <a:schemeClr val="accent5"/>
              </a:fillRef>
              <a:effectRef idx="1">
                <a:schemeClr val="accent5"/>
              </a:effectRef>
              <a:fontRef idx="minor">
                <a:schemeClr val="dk1"/>
              </a:fontRef>
            </p:style>
            <p:txBody>
              <a:bodyPr vertOverflow="overflow" horzOverflow="overflow" vert="horz" wrap="square" lIns="91440" tIns="45720" rIns="91440" bIns="45720" numCol="1" spcCol="0" rtlCol="0" fromWordArt="0" anchor="ctr" anchorCtr="0" forceAA="0" compatLnSpc="1">
                <a:normAutofit/>
              </a:bodyPr>
              <a:lstStyle/>
              <a:p>
                <a:pPr lvl="0" algn="ctr" fontAlgn="base">
                  <a:buClrTx/>
                  <a:buSzTx/>
                  <a:buFontTx/>
                </a:pPr>
                <a:r>
                  <a:rPr lang="zh-CN" altLang="en-US" sz="1200" b="1" dirty="0">
                    <a:ln>
                      <a:noFill/>
                    </a:ln>
                    <a:solidFill>
                      <a:schemeClr val="bg1"/>
                    </a:solidFill>
                    <a:effectLst/>
                    <a:latin typeface="微软雅黑" panose="020B0503020204020204" pitchFamily="34" charset="-122"/>
                    <a:ea typeface="微软雅黑" panose="020B0503020204020204" pitchFamily="34" charset="-122"/>
                    <a:sym typeface="+mn-ea"/>
                  </a:rPr>
                  <a:t>标准规范</a:t>
                </a:r>
                <a:endParaRPr lang="zh-CN" altLang="en-US" sz="1200" b="1" dirty="0">
                  <a:ln>
                    <a:noFill/>
                  </a:ln>
                  <a:solidFill>
                    <a:schemeClr val="bg1"/>
                  </a:solidFill>
                  <a:effectLst/>
                  <a:latin typeface="微软雅黑" panose="020B0503020204020204" pitchFamily="34" charset="-122"/>
                  <a:ea typeface="微软雅黑" panose="020B0503020204020204" pitchFamily="34" charset="-122"/>
                  <a:sym typeface="+mn-ea"/>
                </a:endParaRPr>
              </a:p>
            </p:txBody>
          </p:sp>
          <p:sp>
            <p:nvSpPr>
              <p:cNvPr id="31" name="圆角矩形 30"/>
              <p:cNvSpPr/>
              <p:nvPr>
                <p:custDataLst>
                  <p:tags r:id="rId22"/>
                </p:custDataLst>
              </p:nvPr>
            </p:nvSpPr>
            <p:spPr bwMode="auto">
              <a:xfrm>
                <a:off x="408805" y="5945564"/>
                <a:ext cx="864096" cy="396044"/>
              </a:xfrm>
              <a:prstGeom prst="roundRect">
                <a:avLst/>
              </a:prstGeom>
              <a:solidFill>
                <a:srgbClr val="3787C3"/>
              </a:solidFill>
              <a:ln>
                <a:solidFill>
                  <a:schemeClr val="accent1"/>
                </a:solidFill>
                <a:headEnd type="none" w="med" len="med"/>
                <a:tailEnd type="none" w="med" len="med"/>
              </a:ln>
            </p:spPr>
            <p:style>
              <a:lnRef idx="1">
                <a:schemeClr val="accent5"/>
              </a:lnRef>
              <a:fillRef idx="2">
                <a:schemeClr val="accent5"/>
              </a:fillRef>
              <a:effectRef idx="1">
                <a:schemeClr val="accent5"/>
              </a:effectRef>
              <a:fontRef idx="minor">
                <a:schemeClr val="dk1"/>
              </a:fontRef>
            </p:style>
            <p:txBody>
              <a:bodyPr vertOverflow="overflow" horzOverflow="overflow" vert="horz" wrap="square" lIns="91440" tIns="45720" rIns="91440" bIns="45720" numCol="1" spcCol="0" rtlCol="0" fromWordArt="0" anchor="ctr" anchorCtr="0" forceAA="0" compatLnSpc="1">
                <a:normAutofit/>
              </a:bodyPr>
              <a:lstStyle/>
              <a:p>
                <a:pPr lvl="0" algn="ctr" fontAlgn="base">
                  <a:buClrTx/>
                  <a:buSzTx/>
                  <a:buFontTx/>
                </a:pPr>
                <a:r>
                  <a:rPr lang="zh-CN" altLang="en-US" sz="1200" b="1" dirty="0">
                    <a:ln>
                      <a:noFill/>
                    </a:ln>
                    <a:solidFill>
                      <a:schemeClr val="bg1"/>
                    </a:solidFill>
                    <a:effectLst/>
                    <a:latin typeface="微软雅黑" panose="020B0503020204020204" pitchFamily="34" charset="-122"/>
                    <a:ea typeface="微软雅黑" panose="020B0503020204020204" pitchFamily="34" charset="-122"/>
                    <a:sym typeface="+mn-ea"/>
                  </a:rPr>
                  <a:t>技术工具</a:t>
                </a:r>
                <a:endParaRPr lang="zh-CN" altLang="en-US" sz="1200" b="1" dirty="0">
                  <a:ln>
                    <a:noFill/>
                  </a:ln>
                  <a:solidFill>
                    <a:schemeClr val="bg1"/>
                  </a:solidFill>
                  <a:effectLst/>
                  <a:latin typeface="微软雅黑" panose="020B0503020204020204" pitchFamily="34" charset="-122"/>
                  <a:ea typeface="微软雅黑" panose="020B0503020204020204" pitchFamily="34" charset="-122"/>
                  <a:sym typeface="+mn-ea"/>
                </a:endParaRPr>
              </a:p>
            </p:txBody>
          </p:sp>
        </p:grpSp>
        <p:grpSp>
          <p:nvGrpSpPr>
            <p:cNvPr id="6" name="组合 5"/>
            <p:cNvGrpSpPr/>
            <p:nvPr/>
          </p:nvGrpSpPr>
          <p:grpSpPr>
            <a:xfrm>
              <a:off x="4837" y="3132"/>
              <a:ext cx="7371" cy="1501"/>
              <a:chOff x="1547664" y="1988840"/>
              <a:chExt cx="4680520" cy="952932"/>
            </a:xfrm>
          </p:grpSpPr>
          <p:sp>
            <p:nvSpPr>
              <p:cNvPr id="33" name="矩形 32"/>
              <p:cNvSpPr/>
              <p:nvPr>
                <p:custDataLst>
                  <p:tags r:id="rId23"/>
                </p:custDataLst>
              </p:nvPr>
            </p:nvSpPr>
            <p:spPr bwMode="auto">
              <a:xfrm>
                <a:off x="1547664" y="1988840"/>
                <a:ext cx="4680520" cy="952932"/>
              </a:xfrm>
              <a:prstGeom prst="rect">
                <a:avLst/>
              </a:prstGeom>
              <a:solidFill>
                <a:srgbClr val="CBE4FF">
                  <a:alpha val="48000"/>
                </a:srgbClr>
              </a:solidFill>
              <a:ln>
                <a:solidFill>
                  <a:schemeClr val="accent1"/>
                </a:solidFill>
                <a:headEnd type="none" w="med" len="med"/>
                <a:tailEnd type="none" w="med" len="med"/>
              </a:ln>
            </p:spPr>
            <p:style>
              <a:lnRef idx="1">
                <a:schemeClr val="accent5"/>
              </a:lnRef>
              <a:fillRef idx="3">
                <a:schemeClr val="accent5"/>
              </a:fillRef>
              <a:effectRef idx="2">
                <a:schemeClr val="accent5"/>
              </a:effectRef>
              <a:fontRef idx="minor">
                <a:schemeClr val="lt1"/>
              </a:fontRef>
            </p:style>
            <p:txBody>
              <a:bodyPr vertOverflow="overflow" horzOverflow="overflow" vert="horz" wrap="square" lIns="91440" tIns="45720" rIns="91440" bIns="45720" numCol="1" spcCol="0" rtlCol="0" fromWordArt="0" anchor="t" anchorCtr="0" forceAA="0" compatLnSpc="1">
                <a:normAutofit/>
              </a:bodyPr>
              <a:lstStyle/>
              <a:p>
                <a:pPr lvl="0" algn="ctr" fontAlgn="base">
                  <a:buClrTx/>
                  <a:buSzTx/>
                  <a:buFontTx/>
                </a:pPr>
                <a:r>
                  <a:rPr lang="zh-CN" altLang="en-US" sz="1600" b="1" dirty="0">
                    <a:solidFill>
                      <a:schemeClr val="tx1"/>
                    </a:solidFill>
                    <a:latin typeface="微软雅黑" panose="020B0503020204020204" pitchFamily="34" charset="-122"/>
                    <a:ea typeface="微软雅黑" panose="020B0503020204020204" pitchFamily="34" charset="-122"/>
                    <a:sym typeface="+mn-ea"/>
                  </a:rPr>
                  <a:t>大数据商业模式</a:t>
                </a:r>
                <a:endParaRPr lang="zh-CN" altLang="en-US" sz="1600" b="1" dirty="0">
                  <a:solidFill>
                    <a:schemeClr val="tx1"/>
                  </a:solidFill>
                  <a:latin typeface="微软雅黑" panose="020B0503020204020204" pitchFamily="34" charset="-122"/>
                  <a:ea typeface="微软雅黑" panose="020B0503020204020204" pitchFamily="34" charset="-122"/>
                  <a:sym typeface="+mn-ea"/>
                </a:endParaRPr>
              </a:p>
            </p:txBody>
          </p:sp>
          <p:sp>
            <p:nvSpPr>
              <p:cNvPr id="35" name="圆角矩形 34"/>
              <p:cNvSpPr/>
              <p:nvPr>
                <p:custDataLst>
                  <p:tags r:id="rId24"/>
                </p:custDataLst>
              </p:nvPr>
            </p:nvSpPr>
            <p:spPr bwMode="auto">
              <a:xfrm>
                <a:off x="1789196" y="2384884"/>
                <a:ext cx="1152752" cy="396044"/>
              </a:xfrm>
              <a:prstGeom prst="roundRect">
                <a:avLst/>
              </a:prstGeom>
              <a:solidFill>
                <a:srgbClr val="3787C3"/>
              </a:solidFill>
              <a:ln>
                <a:solidFill>
                  <a:schemeClr val="accent1"/>
                </a:solidFill>
                <a:headEnd type="none" w="med" len="med"/>
                <a:tailEnd type="none" w="med" len="med"/>
              </a:ln>
            </p:spPr>
            <p:style>
              <a:lnRef idx="1">
                <a:schemeClr val="accent5"/>
              </a:lnRef>
              <a:fillRef idx="2">
                <a:schemeClr val="accent5"/>
              </a:fillRef>
              <a:effectRef idx="1">
                <a:schemeClr val="accent5"/>
              </a:effectRef>
              <a:fontRef idx="minor">
                <a:schemeClr val="dk1"/>
              </a:fontRef>
            </p:style>
            <p:txBody>
              <a:bodyPr vertOverflow="overflow" horzOverflow="overflow" vert="horz" wrap="square" lIns="91440" tIns="45720" rIns="91440" bIns="45720" numCol="1" spcCol="0" rtlCol="0" fromWordArt="0" anchor="ctr" anchorCtr="0" forceAA="0" compatLnSpc="1">
                <a:normAutofit/>
              </a:bodyPr>
              <a:lstStyle/>
              <a:p>
                <a:pPr lvl="0" algn="ctr" fontAlgn="base">
                  <a:buClrTx/>
                  <a:buSzTx/>
                  <a:buFontTx/>
                </a:pPr>
                <a:r>
                  <a:rPr lang="zh-CN" altLang="en-US" sz="1200" b="1" dirty="0">
                    <a:ln>
                      <a:noFill/>
                    </a:ln>
                    <a:solidFill>
                      <a:schemeClr val="bg1"/>
                    </a:solidFill>
                    <a:effectLst/>
                    <a:latin typeface="微软雅黑" panose="020B0503020204020204" pitchFamily="34" charset="-122"/>
                    <a:ea typeface="微软雅黑" panose="020B0503020204020204" pitchFamily="34" charset="-122"/>
                    <a:sym typeface="+mn-ea"/>
                  </a:rPr>
                  <a:t>业务数据化</a:t>
                </a:r>
                <a:endParaRPr lang="zh-CN" altLang="en-US" sz="1200" b="1" dirty="0">
                  <a:ln>
                    <a:noFill/>
                  </a:ln>
                  <a:solidFill>
                    <a:schemeClr val="bg1"/>
                  </a:solidFill>
                  <a:effectLst/>
                  <a:latin typeface="微软雅黑" panose="020B0503020204020204" pitchFamily="34" charset="-122"/>
                  <a:ea typeface="微软雅黑" panose="020B0503020204020204" pitchFamily="34" charset="-122"/>
                  <a:sym typeface="+mn-ea"/>
                </a:endParaRPr>
              </a:p>
            </p:txBody>
          </p:sp>
          <p:sp>
            <p:nvSpPr>
              <p:cNvPr id="36" name="圆角矩形 35"/>
              <p:cNvSpPr/>
              <p:nvPr>
                <p:custDataLst>
                  <p:tags r:id="rId25"/>
                </p:custDataLst>
              </p:nvPr>
            </p:nvSpPr>
            <p:spPr bwMode="auto">
              <a:xfrm>
                <a:off x="3325779" y="2384884"/>
                <a:ext cx="1152000" cy="396044"/>
              </a:xfrm>
              <a:prstGeom prst="roundRect">
                <a:avLst/>
              </a:prstGeom>
              <a:solidFill>
                <a:srgbClr val="3787C3"/>
              </a:solidFill>
              <a:ln>
                <a:solidFill>
                  <a:schemeClr val="accent1"/>
                </a:solidFill>
                <a:headEnd type="none" w="med" len="med"/>
                <a:tailEnd type="none" w="med" len="med"/>
              </a:ln>
            </p:spPr>
            <p:style>
              <a:lnRef idx="1">
                <a:schemeClr val="accent5"/>
              </a:lnRef>
              <a:fillRef idx="2">
                <a:schemeClr val="accent5"/>
              </a:fillRef>
              <a:effectRef idx="1">
                <a:schemeClr val="accent5"/>
              </a:effectRef>
              <a:fontRef idx="minor">
                <a:schemeClr val="dk1"/>
              </a:fontRef>
            </p:style>
            <p:txBody>
              <a:bodyPr vertOverflow="overflow" horzOverflow="overflow" vert="horz" wrap="square" lIns="91440" tIns="45720" rIns="91440" bIns="45720" numCol="1" spcCol="0" rtlCol="0" fromWordArt="0" anchor="ctr" anchorCtr="0" forceAA="0" compatLnSpc="1">
                <a:normAutofit/>
              </a:bodyPr>
              <a:lstStyle/>
              <a:p>
                <a:pPr lvl="0" algn="ctr" fontAlgn="base">
                  <a:buClrTx/>
                  <a:buSzTx/>
                  <a:buFontTx/>
                </a:pPr>
                <a:r>
                  <a:rPr lang="zh-CN" altLang="en-US" sz="1200" b="1" dirty="0">
                    <a:ln>
                      <a:noFill/>
                    </a:ln>
                    <a:solidFill>
                      <a:schemeClr val="bg1"/>
                    </a:solidFill>
                    <a:effectLst/>
                    <a:latin typeface="微软雅黑" panose="020B0503020204020204" pitchFamily="34" charset="-122"/>
                    <a:ea typeface="微软雅黑" panose="020B0503020204020204" pitchFamily="34" charset="-122"/>
                    <a:sym typeface="+mn-ea"/>
                  </a:rPr>
                  <a:t>数据业务化</a:t>
                </a:r>
                <a:endParaRPr lang="zh-CN" altLang="en-US" sz="1200" b="1" dirty="0">
                  <a:ln>
                    <a:noFill/>
                  </a:ln>
                  <a:solidFill>
                    <a:schemeClr val="bg1"/>
                  </a:solidFill>
                  <a:effectLst/>
                  <a:latin typeface="微软雅黑" panose="020B0503020204020204" pitchFamily="34" charset="-122"/>
                  <a:ea typeface="微软雅黑" panose="020B0503020204020204" pitchFamily="34" charset="-122"/>
                  <a:sym typeface="+mn-ea"/>
                </a:endParaRPr>
              </a:p>
            </p:txBody>
          </p:sp>
          <p:sp>
            <p:nvSpPr>
              <p:cNvPr id="37" name="圆角矩形 36"/>
              <p:cNvSpPr/>
              <p:nvPr>
                <p:custDataLst>
                  <p:tags r:id="rId26"/>
                </p:custDataLst>
              </p:nvPr>
            </p:nvSpPr>
            <p:spPr bwMode="auto">
              <a:xfrm>
                <a:off x="4885668" y="2384884"/>
                <a:ext cx="1152000" cy="396044"/>
              </a:xfrm>
              <a:prstGeom prst="roundRect">
                <a:avLst/>
              </a:prstGeom>
              <a:solidFill>
                <a:srgbClr val="3787C3"/>
              </a:solidFill>
              <a:ln>
                <a:solidFill>
                  <a:schemeClr val="accent1"/>
                </a:solidFill>
                <a:headEnd type="none" w="med" len="med"/>
                <a:tailEnd type="none" w="med" len="med"/>
              </a:ln>
            </p:spPr>
            <p:style>
              <a:lnRef idx="1">
                <a:schemeClr val="accent5"/>
              </a:lnRef>
              <a:fillRef idx="2">
                <a:schemeClr val="accent5"/>
              </a:fillRef>
              <a:effectRef idx="1">
                <a:schemeClr val="accent5"/>
              </a:effectRef>
              <a:fontRef idx="minor">
                <a:schemeClr val="dk1"/>
              </a:fontRef>
            </p:style>
            <p:txBody>
              <a:bodyPr vertOverflow="overflow" horzOverflow="overflow" vert="horz" wrap="square" lIns="91440" tIns="45720" rIns="91440" bIns="45720" numCol="1" spcCol="0" rtlCol="0" fromWordArt="0" anchor="ctr" anchorCtr="0" forceAA="0" compatLnSpc="1">
                <a:normAutofit/>
              </a:bodyPr>
              <a:lstStyle/>
              <a:p>
                <a:pPr lvl="0" algn="ctr" fontAlgn="base">
                  <a:buClrTx/>
                  <a:buSzTx/>
                  <a:buFontTx/>
                </a:pPr>
                <a:r>
                  <a:rPr lang="zh-CN" altLang="en-US" sz="1200" b="1" dirty="0">
                    <a:ln>
                      <a:noFill/>
                    </a:ln>
                    <a:solidFill>
                      <a:schemeClr val="bg1"/>
                    </a:solidFill>
                    <a:effectLst/>
                    <a:latin typeface="微软雅黑" panose="020B0503020204020204" pitchFamily="34" charset="-122"/>
                    <a:ea typeface="微软雅黑" panose="020B0503020204020204" pitchFamily="34" charset="-122"/>
                    <a:sym typeface="+mn-ea"/>
                  </a:rPr>
                  <a:t>数据能力服务化</a:t>
                </a:r>
                <a:endParaRPr lang="zh-CN" altLang="en-US" sz="1200" b="1" dirty="0">
                  <a:ln>
                    <a:noFill/>
                  </a:ln>
                  <a:solidFill>
                    <a:schemeClr val="bg1"/>
                  </a:solidFill>
                  <a:effectLst/>
                  <a:latin typeface="微软雅黑" panose="020B0503020204020204" pitchFamily="34" charset="-122"/>
                  <a:ea typeface="微软雅黑" panose="020B0503020204020204" pitchFamily="34" charset="-122"/>
                  <a:sym typeface="+mn-ea"/>
                </a:endParaRPr>
              </a:p>
            </p:txBody>
          </p:sp>
        </p:grpSp>
        <p:grpSp>
          <p:nvGrpSpPr>
            <p:cNvPr id="3" name="组合 2"/>
            <p:cNvGrpSpPr/>
            <p:nvPr/>
          </p:nvGrpSpPr>
          <p:grpSpPr>
            <a:xfrm>
              <a:off x="12322" y="3132"/>
              <a:ext cx="1908" cy="7257"/>
              <a:chOff x="6300193" y="1988840"/>
              <a:chExt cx="1211438" cy="4608512"/>
            </a:xfrm>
          </p:grpSpPr>
          <p:sp>
            <p:nvSpPr>
              <p:cNvPr id="34" name="矩形 33"/>
              <p:cNvSpPr/>
              <p:nvPr>
                <p:custDataLst>
                  <p:tags r:id="rId27"/>
                </p:custDataLst>
              </p:nvPr>
            </p:nvSpPr>
            <p:spPr bwMode="auto">
              <a:xfrm>
                <a:off x="6300193" y="1988840"/>
                <a:ext cx="1211438" cy="4608512"/>
              </a:xfrm>
              <a:prstGeom prst="rect">
                <a:avLst/>
              </a:prstGeom>
              <a:solidFill>
                <a:srgbClr val="CBE4FF">
                  <a:alpha val="48000"/>
                </a:srgbClr>
              </a:solidFill>
              <a:ln>
                <a:solidFill>
                  <a:schemeClr val="accent1"/>
                </a:solidFill>
                <a:headEnd type="none" w="med" len="med"/>
                <a:tailEnd type="none" w="med" len="med"/>
              </a:ln>
            </p:spPr>
            <p:style>
              <a:lnRef idx="1">
                <a:schemeClr val="accent5"/>
              </a:lnRef>
              <a:fillRef idx="3">
                <a:schemeClr val="accent5"/>
              </a:fillRef>
              <a:effectRef idx="2">
                <a:schemeClr val="accent5"/>
              </a:effectRef>
              <a:fontRef idx="minor">
                <a:schemeClr val="lt1"/>
              </a:fontRef>
            </p:style>
            <p:txBody>
              <a:bodyPr vert="horz" wrap="square" lIns="91440" tIns="45720" rIns="91440" bIns="45720" numCol="1" rtlCol="0" anchor="t" anchorCtr="0" compatLnSpc="1">
                <a:normAutofit/>
              </a:bodyPr>
              <a:lstStyle/>
              <a:p>
                <a:pPr marL="0" marR="0" indent="0" algn="ctr" defTabSz="914400" rtl="0" eaLnBrk="1" fontAlgn="base" latinLnBrk="0" hangingPunct="1">
                  <a:lnSpc>
                    <a:spcPct val="100000"/>
                  </a:lnSpc>
                  <a:spcBef>
                    <a:spcPct val="0"/>
                  </a:spcBef>
                  <a:spcAft>
                    <a:spcPct val="0"/>
                  </a:spcAft>
                  <a:buClrTx/>
                  <a:buSzTx/>
                  <a:buFontTx/>
                  <a:buNone/>
                </a:pPr>
                <a:r>
                  <a:rPr lang="zh-CN" altLang="en-US" sz="1600" b="1" dirty="0">
                    <a:solidFill>
                      <a:schemeClr val="tx1"/>
                    </a:solidFill>
                    <a:latin typeface="微软雅黑" panose="020B0503020204020204" pitchFamily="34" charset="-122"/>
                    <a:ea typeface="微软雅黑" panose="020B0503020204020204" pitchFamily="34" charset="-122"/>
                  </a:rPr>
                  <a:t>大数据思维</a:t>
                </a:r>
                <a:endParaRPr kumimoji="0" lang="zh-CN" altLang="en-US" sz="16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p:txBody>
          </p:sp>
          <p:sp>
            <p:nvSpPr>
              <p:cNvPr id="39" name="圆角矩形 38"/>
              <p:cNvSpPr/>
              <p:nvPr>
                <p:custDataLst>
                  <p:tags r:id="rId28"/>
                </p:custDataLst>
              </p:nvPr>
            </p:nvSpPr>
            <p:spPr bwMode="auto">
              <a:xfrm>
                <a:off x="6406272" y="3626301"/>
                <a:ext cx="999280" cy="396044"/>
              </a:xfrm>
              <a:prstGeom prst="roundRect">
                <a:avLst/>
              </a:prstGeom>
              <a:solidFill>
                <a:srgbClr val="3787C3"/>
              </a:solidFill>
              <a:ln>
                <a:solidFill>
                  <a:schemeClr val="accent1"/>
                </a:solidFill>
                <a:headEnd type="none" w="med" len="med"/>
                <a:tailEnd type="none" w="med" len="med"/>
              </a:ln>
            </p:spPr>
            <p:style>
              <a:lnRef idx="1">
                <a:schemeClr val="accent5"/>
              </a:lnRef>
              <a:fillRef idx="2">
                <a:schemeClr val="accent5"/>
              </a:fillRef>
              <a:effectRef idx="1">
                <a:schemeClr val="accent5"/>
              </a:effectRef>
              <a:fontRef idx="minor">
                <a:schemeClr val="dk1"/>
              </a:fontRef>
            </p:style>
            <p:txBody>
              <a:bodyPr vertOverflow="overflow" horzOverflow="overflow" vert="horz" wrap="square" lIns="91440" tIns="45720" rIns="91440" bIns="45720" numCol="1" spcCol="0" rtlCol="0" fromWordArt="0" anchor="ctr" anchorCtr="0" forceAA="0" compatLnSpc="1">
                <a:normAutofit/>
              </a:bodyPr>
              <a:lstStyle/>
              <a:p>
                <a:pPr lvl="0" algn="ctr" fontAlgn="base">
                  <a:buClrTx/>
                  <a:buSzTx/>
                  <a:buFontTx/>
                </a:pPr>
                <a:r>
                  <a:rPr lang="zh-CN" altLang="en-US" sz="1200" b="1" dirty="0">
                    <a:ln>
                      <a:noFill/>
                    </a:ln>
                    <a:solidFill>
                      <a:schemeClr val="bg1"/>
                    </a:solidFill>
                    <a:effectLst/>
                    <a:latin typeface="微软雅黑" panose="020B0503020204020204" pitchFamily="34" charset="-122"/>
                    <a:ea typeface="微软雅黑" panose="020B0503020204020204" pitchFamily="34" charset="-122"/>
                    <a:sym typeface="+mn-ea"/>
                  </a:rPr>
                  <a:t>因果</a:t>
                </a:r>
                <a:r>
                  <a:rPr lang="zh-CN" altLang="en-US" sz="1200" b="1" dirty="0">
                    <a:ln>
                      <a:noFill/>
                    </a:ln>
                    <a:solidFill>
                      <a:schemeClr val="bg1"/>
                    </a:solidFill>
                    <a:effectLst/>
                    <a:latin typeface="微软雅黑" panose="020B0503020204020204" pitchFamily="34" charset="-122"/>
                    <a:ea typeface="微软雅黑" panose="020B0503020204020204" pitchFamily="34" charset="-122"/>
                    <a:sym typeface="+mn-ea"/>
                  </a:rPr>
                  <a:t>vs</a:t>
                </a:r>
                <a:r>
                  <a:rPr lang="zh-CN" altLang="en-US" sz="1200" b="1" dirty="0">
                    <a:ln>
                      <a:noFill/>
                    </a:ln>
                    <a:solidFill>
                      <a:schemeClr val="bg1"/>
                    </a:solidFill>
                    <a:effectLst/>
                    <a:latin typeface="微软雅黑" panose="020B0503020204020204" pitchFamily="34" charset="-122"/>
                    <a:ea typeface="微软雅黑" panose="020B0503020204020204" pitchFamily="34" charset="-122"/>
                    <a:sym typeface="+mn-ea"/>
                  </a:rPr>
                  <a:t>相关</a:t>
                </a:r>
                <a:endParaRPr lang="zh-CN" altLang="en-US" sz="1200" b="1" dirty="0">
                  <a:ln>
                    <a:noFill/>
                  </a:ln>
                  <a:solidFill>
                    <a:schemeClr val="bg1"/>
                  </a:solidFill>
                  <a:effectLst/>
                  <a:latin typeface="微软雅黑" panose="020B0503020204020204" pitchFamily="34" charset="-122"/>
                  <a:ea typeface="微软雅黑" panose="020B0503020204020204" pitchFamily="34" charset="-122"/>
                  <a:sym typeface="+mn-ea"/>
                </a:endParaRPr>
              </a:p>
            </p:txBody>
          </p:sp>
          <p:sp>
            <p:nvSpPr>
              <p:cNvPr id="40" name="圆角矩形 39"/>
              <p:cNvSpPr/>
              <p:nvPr>
                <p:custDataLst>
                  <p:tags r:id="rId29"/>
                </p:custDataLst>
              </p:nvPr>
            </p:nvSpPr>
            <p:spPr bwMode="auto">
              <a:xfrm>
                <a:off x="6406272" y="4841152"/>
                <a:ext cx="999280" cy="396044"/>
              </a:xfrm>
              <a:prstGeom prst="roundRect">
                <a:avLst/>
              </a:prstGeom>
              <a:solidFill>
                <a:srgbClr val="3787C3"/>
              </a:solidFill>
              <a:ln>
                <a:solidFill>
                  <a:schemeClr val="accent1"/>
                </a:solidFill>
                <a:headEnd type="none" w="med" len="med"/>
                <a:tailEnd type="none" w="med" len="med"/>
              </a:ln>
            </p:spPr>
            <p:style>
              <a:lnRef idx="1">
                <a:schemeClr val="accent5"/>
              </a:lnRef>
              <a:fillRef idx="2">
                <a:schemeClr val="accent5"/>
              </a:fillRef>
              <a:effectRef idx="1">
                <a:schemeClr val="accent5"/>
              </a:effectRef>
              <a:fontRef idx="minor">
                <a:schemeClr val="dk1"/>
              </a:fontRef>
            </p:style>
            <p:txBody>
              <a:bodyPr vertOverflow="overflow" horzOverflow="overflow" vert="horz" wrap="square" lIns="91440" tIns="45720" rIns="91440" bIns="45720" numCol="1" spcCol="0" rtlCol="0" fromWordArt="0" anchor="ctr" anchorCtr="0" forceAA="0" compatLnSpc="1">
                <a:normAutofit/>
              </a:bodyPr>
              <a:lstStyle/>
              <a:p>
                <a:pPr lvl="0" algn="ctr" fontAlgn="base">
                  <a:buClrTx/>
                  <a:buSzTx/>
                  <a:buFontTx/>
                </a:pPr>
                <a:r>
                  <a:rPr lang="zh-CN" altLang="en-US" sz="1200" b="1" dirty="0">
                    <a:ln>
                      <a:noFill/>
                    </a:ln>
                    <a:solidFill>
                      <a:schemeClr val="bg1"/>
                    </a:solidFill>
                    <a:effectLst/>
                    <a:latin typeface="微软雅黑" panose="020B0503020204020204" pitchFamily="34" charset="-122"/>
                    <a:ea typeface="微软雅黑" panose="020B0503020204020204" pitchFamily="34" charset="-122"/>
                    <a:sym typeface="+mn-ea"/>
                  </a:rPr>
                  <a:t>模糊</a:t>
                </a:r>
                <a:r>
                  <a:rPr lang="zh-CN" altLang="en-US" sz="1200" b="1" dirty="0">
                    <a:ln>
                      <a:noFill/>
                    </a:ln>
                    <a:solidFill>
                      <a:schemeClr val="bg1"/>
                    </a:solidFill>
                    <a:effectLst/>
                    <a:latin typeface="微软雅黑" panose="020B0503020204020204" pitchFamily="34" charset="-122"/>
                    <a:ea typeface="微软雅黑" panose="020B0503020204020204" pitchFamily="34" charset="-122"/>
                    <a:sym typeface="+mn-ea"/>
                  </a:rPr>
                  <a:t>vs</a:t>
                </a:r>
                <a:r>
                  <a:rPr lang="zh-CN" altLang="en-US" sz="1200" b="1" dirty="0">
                    <a:ln>
                      <a:noFill/>
                    </a:ln>
                    <a:solidFill>
                      <a:schemeClr val="bg1"/>
                    </a:solidFill>
                    <a:effectLst/>
                    <a:latin typeface="微软雅黑" panose="020B0503020204020204" pitchFamily="34" charset="-122"/>
                    <a:ea typeface="微软雅黑" panose="020B0503020204020204" pitchFamily="34" charset="-122"/>
                    <a:sym typeface="+mn-ea"/>
                  </a:rPr>
                  <a:t>精确</a:t>
                </a:r>
                <a:endParaRPr lang="zh-CN" altLang="en-US" sz="1200" b="1" dirty="0">
                  <a:ln>
                    <a:noFill/>
                  </a:ln>
                  <a:solidFill>
                    <a:schemeClr val="bg1"/>
                  </a:solidFill>
                  <a:effectLst/>
                  <a:latin typeface="微软雅黑" panose="020B0503020204020204" pitchFamily="34" charset="-122"/>
                  <a:ea typeface="微软雅黑" panose="020B0503020204020204" pitchFamily="34" charset="-122"/>
                  <a:sym typeface="+mn-ea"/>
                </a:endParaRPr>
              </a:p>
            </p:txBody>
          </p:sp>
          <p:sp>
            <p:nvSpPr>
              <p:cNvPr id="41" name="圆角矩形 40"/>
              <p:cNvSpPr/>
              <p:nvPr>
                <p:custDataLst>
                  <p:tags r:id="rId30"/>
                </p:custDataLst>
              </p:nvPr>
            </p:nvSpPr>
            <p:spPr bwMode="auto">
              <a:xfrm>
                <a:off x="6406272" y="5913276"/>
                <a:ext cx="999280" cy="396044"/>
              </a:xfrm>
              <a:prstGeom prst="roundRect">
                <a:avLst/>
              </a:prstGeom>
              <a:solidFill>
                <a:srgbClr val="3787C3"/>
              </a:solidFill>
              <a:ln>
                <a:solidFill>
                  <a:schemeClr val="accent1"/>
                </a:solidFill>
                <a:headEnd type="none" w="med" len="med"/>
                <a:tailEnd type="none" w="med" len="med"/>
              </a:ln>
            </p:spPr>
            <p:style>
              <a:lnRef idx="1">
                <a:schemeClr val="accent5"/>
              </a:lnRef>
              <a:fillRef idx="2">
                <a:schemeClr val="accent5"/>
              </a:fillRef>
              <a:effectRef idx="1">
                <a:schemeClr val="accent5"/>
              </a:effectRef>
              <a:fontRef idx="minor">
                <a:schemeClr val="dk1"/>
              </a:fontRef>
            </p:style>
            <p:txBody>
              <a:bodyPr vertOverflow="overflow" horzOverflow="overflow" vert="horz" wrap="square" lIns="91440" tIns="45720" rIns="91440" bIns="45720" numCol="1" spcCol="0" rtlCol="0" fromWordArt="0" anchor="ctr" anchorCtr="0" forceAA="0" compatLnSpc="1">
                <a:normAutofit/>
              </a:bodyPr>
              <a:lstStyle/>
              <a:p>
                <a:pPr lvl="0" algn="ctr" fontAlgn="base">
                  <a:buClrTx/>
                  <a:buSzTx/>
                  <a:buFontTx/>
                </a:pPr>
                <a:r>
                  <a:rPr lang="zh-CN" altLang="en-US" sz="1200" b="1" dirty="0">
                    <a:ln>
                      <a:noFill/>
                    </a:ln>
                    <a:solidFill>
                      <a:schemeClr val="bg1"/>
                    </a:solidFill>
                    <a:effectLst/>
                    <a:latin typeface="微软雅黑" panose="020B0503020204020204" pitchFamily="34" charset="-122"/>
                    <a:ea typeface="微软雅黑" panose="020B0503020204020204" pitchFamily="34" charset="-122"/>
                    <a:sym typeface="+mn-ea"/>
                  </a:rPr>
                  <a:t>历史</a:t>
                </a:r>
                <a:r>
                  <a:rPr lang="zh-CN" altLang="en-US" sz="1200" b="1" dirty="0">
                    <a:ln>
                      <a:noFill/>
                    </a:ln>
                    <a:solidFill>
                      <a:schemeClr val="bg1"/>
                    </a:solidFill>
                    <a:effectLst/>
                    <a:latin typeface="微软雅黑" panose="020B0503020204020204" pitchFamily="34" charset="-122"/>
                    <a:ea typeface="微软雅黑" panose="020B0503020204020204" pitchFamily="34" charset="-122"/>
                    <a:sym typeface="+mn-ea"/>
                  </a:rPr>
                  <a:t>vs</a:t>
                </a:r>
                <a:r>
                  <a:rPr lang="zh-CN" altLang="en-US" sz="1200" b="1" dirty="0">
                    <a:ln>
                      <a:noFill/>
                    </a:ln>
                    <a:solidFill>
                      <a:schemeClr val="bg1"/>
                    </a:solidFill>
                    <a:effectLst/>
                    <a:latin typeface="微软雅黑" panose="020B0503020204020204" pitchFamily="34" charset="-122"/>
                    <a:ea typeface="微软雅黑" panose="020B0503020204020204" pitchFamily="34" charset="-122"/>
                    <a:sym typeface="+mn-ea"/>
                  </a:rPr>
                  <a:t>跨界</a:t>
                </a:r>
                <a:endParaRPr lang="zh-CN" altLang="en-US" sz="1200" b="1" dirty="0">
                  <a:ln>
                    <a:noFill/>
                  </a:ln>
                  <a:solidFill>
                    <a:schemeClr val="bg1"/>
                  </a:solidFill>
                  <a:effectLst/>
                  <a:latin typeface="微软雅黑" panose="020B0503020204020204" pitchFamily="34" charset="-122"/>
                  <a:ea typeface="微软雅黑" panose="020B0503020204020204" pitchFamily="34" charset="-122"/>
                  <a:sym typeface="+mn-ea"/>
                </a:endParaRPr>
              </a:p>
            </p:txBody>
          </p:sp>
          <p:sp>
            <p:nvSpPr>
              <p:cNvPr id="43" name="圆角矩形 42"/>
              <p:cNvSpPr/>
              <p:nvPr>
                <p:custDataLst>
                  <p:tags r:id="rId31"/>
                </p:custDataLst>
              </p:nvPr>
            </p:nvSpPr>
            <p:spPr bwMode="auto">
              <a:xfrm>
                <a:off x="6406272" y="2391424"/>
                <a:ext cx="999280" cy="396044"/>
              </a:xfrm>
              <a:prstGeom prst="roundRect">
                <a:avLst/>
              </a:prstGeom>
              <a:solidFill>
                <a:srgbClr val="3787C3"/>
              </a:solidFill>
              <a:ln>
                <a:solidFill>
                  <a:schemeClr val="accent1"/>
                </a:solidFill>
                <a:headEnd type="none" w="med" len="med"/>
                <a:tailEnd type="none" w="med" len="med"/>
              </a:ln>
            </p:spPr>
            <p:style>
              <a:lnRef idx="1">
                <a:schemeClr val="accent5"/>
              </a:lnRef>
              <a:fillRef idx="2">
                <a:schemeClr val="accent5"/>
              </a:fillRef>
              <a:effectRef idx="1">
                <a:schemeClr val="accent5"/>
              </a:effectRef>
              <a:fontRef idx="minor">
                <a:schemeClr val="dk1"/>
              </a:fontRef>
            </p:style>
            <p:txBody>
              <a:bodyPr vertOverflow="overflow" horzOverflow="overflow" vert="horz" wrap="square" lIns="91440" tIns="45720" rIns="91440" bIns="45720" numCol="1" spcCol="0" rtlCol="0" fromWordArt="0" anchor="ctr" anchorCtr="0" forceAA="0" compatLnSpc="1">
                <a:normAutofit/>
              </a:bodyPr>
              <a:lstStyle/>
              <a:p>
                <a:pPr lvl="0" algn="ctr" fontAlgn="base">
                  <a:buClrTx/>
                  <a:buSzTx/>
                  <a:buFontTx/>
                </a:pPr>
                <a:r>
                  <a:rPr lang="zh-CN" altLang="en-US" sz="1200" b="1" dirty="0">
                    <a:ln>
                      <a:noFill/>
                    </a:ln>
                    <a:solidFill>
                      <a:schemeClr val="bg1"/>
                    </a:solidFill>
                    <a:effectLst/>
                    <a:latin typeface="微软雅黑" panose="020B0503020204020204" pitchFamily="34" charset="-122"/>
                    <a:ea typeface="微软雅黑" panose="020B0503020204020204" pitchFamily="34" charset="-122"/>
                    <a:sym typeface="+mn-ea"/>
                  </a:rPr>
                  <a:t>样本</a:t>
                </a:r>
                <a:r>
                  <a:rPr lang="zh-CN" altLang="en-US" sz="1200" b="1" dirty="0">
                    <a:ln>
                      <a:noFill/>
                    </a:ln>
                    <a:solidFill>
                      <a:schemeClr val="bg1"/>
                    </a:solidFill>
                    <a:effectLst/>
                    <a:latin typeface="微软雅黑" panose="020B0503020204020204" pitchFamily="34" charset="-122"/>
                    <a:ea typeface="微软雅黑" panose="020B0503020204020204" pitchFamily="34" charset="-122"/>
                    <a:sym typeface="+mn-ea"/>
                  </a:rPr>
                  <a:t>vs</a:t>
                </a:r>
                <a:r>
                  <a:rPr lang="zh-CN" altLang="en-US" sz="1200" b="1" dirty="0">
                    <a:ln>
                      <a:noFill/>
                    </a:ln>
                    <a:solidFill>
                      <a:schemeClr val="bg1"/>
                    </a:solidFill>
                    <a:effectLst/>
                    <a:latin typeface="微软雅黑" panose="020B0503020204020204" pitchFamily="34" charset="-122"/>
                    <a:ea typeface="微软雅黑" panose="020B0503020204020204" pitchFamily="34" charset="-122"/>
                    <a:sym typeface="+mn-ea"/>
                  </a:rPr>
                  <a:t>全量</a:t>
                </a:r>
                <a:endParaRPr lang="zh-CN" altLang="en-US" sz="1200" b="1" dirty="0">
                  <a:ln>
                    <a:noFill/>
                  </a:ln>
                  <a:solidFill>
                    <a:schemeClr val="bg1"/>
                  </a:solidFill>
                  <a:effectLst/>
                  <a:latin typeface="微软雅黑" panose="020B0503020204020204" pitchFamily="34" charset="-122"/>
                  <a:ea typeface="微软雅黑" panose="020B0503020204020204" pitchFamily="34" charset="-122"/>
                  <a:sym typeface="+mn-ea"/>
                </a:endParaRPr>
              </a:p>
            </p:txBody>
          </p:sp>
        </p:grpSp>
      </p:grpSp>
      <p:sp>
        <p:nvSpPr>
          <p:cNvPr id="50" name="标题 49"/>
          <p:cNvSpPr>
            <a:spLocks noGrp="1"/>
          </p:cNvSpPr>
          <p:nvPr>
            <p:ph type="title"/>
            <p:custDataLst>
              <p:tags r:id="rId32"/>
            </p:custDataLst>
          </p:nvPr>
        </p:nvSpPr>
        <p:spPr/>
        <p:txBody>
          <a:bodyPr vert="horz" lIns="91440" tIns="45720" rIns="91440" bIns="45720" rtlCol="0" anchor="ctr">
            <a:normAutofit/>
          </a:bodyPr>
          <a:p>
            <a:pPr lvl="0" algn="l">
              <a:buClrTx/>
              <a:buSzTx/>
              <a:buFontTx/>
            </a:pPr>
            <a:r>
              <a:rPr lang="zh-CN" altLang="en-US" smtClean="0">
                <a:sym typeface="+mn-ea"/>
              </a:rPr>
              <a:t>谈论大数据时，我们究竟在谈论什么？</a:t>
            </a:r>
            <a:endParaRPr lang="zh-CN" altLang="en-US" smtClean="0">
              <a:sym typeface="+mn-ea"/>
            </a:endParaRPr>
          </a:p>
        </p:txBody>
      </p:sp>
    </p:spTree>
    <p:custDataLst>
      <p:tags r:id="rId33"/>
    </p:custData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 name="虚尾箭头 55"/>
          <p:cNvSpPr/>
          <p:nvPr>
            <p:custDataLst>
              <p:tags r:id="rId1"/>
            </p:custDataLst>
          </p:nvPr>
        </p:nvSpPr>
        <p:spPr>
          <a:xfrm rot="16200000">
            <a:off x="7073265" y="2869565"/>
            <a:ext cx="4911725" cy="1680845"/>
          </a:xfrm>
          <a:prstGeom prst="stripedRightArrow">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latin typeface="微软雅黑" panose="020B0503020204020204" pitchFamily="34" charset="-122"/>
              <a:ea typeface="微软雅黑" panose="020B0503020204020204" pitchFamily="34" charset="-122"/>
            </a:endParaRPr>
          </a:p>
        </p:txBody>
      </p:sp>
      <p:sp>
        <p:nvSpPr>
          <p:cNvPr id="52" name="矩形 51"/>
          <p:cNvSpPr/>
          <p:nvPr>
            <p:custDataLst>
              <p:tags r:id="rId2"/>
            </p:custDataLst>
          </p:nvPr>
        </p:nvSpPr>
        <p:spPr>
          <a:xfrm>
            <a:off x="8278700" y="5468579"/>
            <a:ext cx="2324100" cy="460375"/>
          </a:xfrm>
          <a:prstGeom prst="rect">
            <a:avLst/>
          </a:prstGeom>
        </p:spPr>
        <p:txBody>
          <a:bodyPr wrap="none">
            <a:spAutoFit/>
          </a:bodyPr>
          <a:lstStyle/>
          <a:p>
            <a:pPr marL="3175" lvl="1" algn="ctr"/>
            <a:r>
              <a:rPr lang="zh-CN" altLang="en-US" sz="2400" b="1" dirty="0">
                <a:solidFill>
                  <a:schemeClr val="tx1"/>
                </a:solidFill>
                <a:latin typeface="微软雅黑" panose="020B0503020204020204" pitchFamily="34" charset="-122"/>
                <a:ea typeface="微软雅黑" panose="020B0503020204020204" pitchFamily="34" charset="-122"/>
              </a:rPr>
              <a:t>数据治理是基础</a:t>
            </a:r>
            <a:endParaRPr lang="zh-CN" altLang="en-US" sz="2400" b="1" dirty="0">
              <a:solidFill>
                <a:schemeClr val="tx1"/>
              </a:solidFill>
              <a:latin typeface="微软雅黑" panose="020B0503020204020204" pitchFamily="34" charset="-122"/>
              <a:ea typeface="微软雅黑" panose="020B0503020204020204" pitchFamily="34" charset="-122"/>
            </a:endParaRPr>
          </a:p>
        </p:txBody>
      </p:sp>
      <p:sp>
        <p:nvSpPr>
          <p:cNvPr id="53" name="矩形 52"/>
          <p:cNvSpPr/>
          <p:nvPr>
            <p:custDataLst>
              <p:tags r:id="rId3"/>
            </p:custDataLst>
          </p:nvPr>
        </p:nvSpPr>
        <p:spPr>
          <a:xfrm>
            <a:off x="7897921" y="3827433"/>
            <a:ext cx="3240405" cy="460375"/>
          </a:xfrm>
          <a:prstGeom prst="rect">
            <a:avLst/>
          </a:prstGeom>
        </p:spPr>
        <p:txBody>
          <a:bodyPr wrap="none">
            <a:spAutoFit/>
          </a:bodyPr>
          <a:lstStyle/>
          <a:p>
            <a:pPr marL="3175" lvl="1" algn="ctr"/>
            <a:r>
              <a:rPr lang="zh-CN" altLang="en-US" sz="2400" b="1" dirty="0">
                <a:solidFill>
                  <a:schemeClr val="tx1"/>
                </a:solidFill>
                <a:latin typeface="微软雅黑" panose="020B0503020204020204" pitchFamily="34" charset="-122"/>
                <a:ea typeface="微软雅黑" panose="020B0503020204020204" pitchFamily="34" charset="-122"/>
              </a:rPr>
              <a:t>数据集成和共享是手段</a:t>
            </a:r>
            <a:endParaRPr lang="zh-CN" altLang="en-US" sz="2400" b="1" dirty="0">
              <a:solidFill>
                <a:schemeClr val="tx1"/>
              </a:solidFill>
              <a:latin typeface="微软雅黑" panose="020B0503020204020204" pitchFamily="34" charset="-122"/>
              <a:ea typeface="微软雅黑" panose="020B0503020204020204" pitchFamily="34" charset="-122"/>
            </a:endParaRPr>
          </a:p>
        </p:txBody>
      </p:sp>
      <p:sp>
        <p:nvSpPr>
          <p:cNvPr id="54" name="矩形 53"/>
          <p:cNvSpPr/>
          <p:nvPr>
            <p:custDataLst>
              <p:tags r:id="rId4"/>
            </p:custDataLst>
          </p:nvPr>
        </p:nvSpPr>
        <p:spPr>
          <a:xfrm>
            <a:off x="8307789" y="2919151"/>
            <a:ext cx="2320925" cy="460375"/>
          </a:xfrm>
          <a:prstGeom prst="rect">
            <a:avLst/>
          </a:prstGeom>
        </p:spPr>
        <p:txBody>
          <a:bodyPr wrap="none">
            <a:spAutoFit/>
          </a:bodyPr>
          <a:lstStyle/>
          <a:p>
            <a:pPr marL="0" lvl="1" algn="ctr"/>
            <a:r>
              <a:rPr lang="zh-CN" altLang="en-US" sz="2400" b="1" dirty="0">
                <a:solidFill>
                  <a:schemeClr val="tx1"/>
                </a:solidFill>
                <a:latin typeface="微软雅黑" panose="020B0503020204020204" pitchFamily="34" charset="-122"/>
                <a:ea typeface="微软雅黑" panose="020B0503020204020204" pitchFamily="34" charset="-122"/>
              </a:rPr>
              <a:t>数据应用是载体</a:t>
            </a:r>
            <a:endParaRPr lang="zh-CN" altLang="en-US" sz="2400" b="1" dirty="0">
              <a:solidFill>
                <a:schemeClr val="tx1"/>
              </a:solidFill>
              <a:latin typeface="微软雅黑" panose="020B0503020204020204" pitchFamily="34" charset="-122"/>
              <a:ea typeface="微软雅黑" panose="020B0503020204020204" pitchFamily="34" charset="-122"/>
            </a:endParaRPr>
          </a:p>
        </p:txBody>
      </p:sp>
      <p:sp>
        <p:nvSpPr>
          <p:cNvPr id="55" name="矩形 54"/>
          <p:cNvSpPr/>
          <p:nvPr>
            <p:custDataLst>
              <p:tags r:id="rId5"/>
            </p:custDataLst>
          </p:nvPr>
        </p:nvSpPr>
        <p:spPr>
          <a:xfrm>
            <a:off x="7746792" y="1887311"/>
            <a:ext cx="3542665" cy="460375"/>
          </a:xfrm>
          <a:prstGeom prst="rect">
            <a:avLst/>
          </a:prstGeom>
        </p:spPr>
        <p:txBody>
          <a:bodyPr wrap="none">
            <a:spAutoFit/>
          </a:bodyPr>
          <a:lstStyle/>
          <a:p>
            <a:pPr marL="0" lvl="1" algn="ctr"/>
            <a:r>
              <a:rPr lang="zh-CN" altLang="en-US" sz="2400" b="1" dirty="0">
                <a:solidFill>
                  <a:schemeClr val="tx1"/>
                </a:solidFill>
                <a:latin typeface="微软雅黑" panose="020B0503020204020204" pitchFamily="34" charset="-122"/>
                <a:ea typeface="微软雅黑" panose="020B0503020204020204" pitchFamily="34" charset="-122"/>
              </a:rPr>
              <a:t>数据资产价值创造是目标</a:t>
            </a:r>
            <a:endParaRPr lang="zh-CN" altLang="en-US" sz="2400" b="1" dirty="0">
              <a:solidFill>
                <a:schemeClr val="tx1"/>
              </a:solidFill>
              <a:latin typeface="微软雅黑" panose="020B0503020204020204" pitchFamily="34" charset="-122"/>
              <a:ea typeface="微软雅黑" panose="020B0503020204020204" pitchFamily="34" charset="-122"/>
            </a:endParaRPr>
          </a:p>
        </p:txBody>
      </p:sp>
      <p:grpSp>
        <p:nvGrpSpPr>
          <p:cNvPr id="13" name="组合 12"/>
          <p:cNvGrpSpPr/>
          <p:nvPr/>
        </p:nvGrpSpPr>
        <p:grpSpPr>
          <a:xfrm>
            <a:off x="1016291" y="1264920"/>
            <a:ext cx="6377014" cy="5359470"/>
            <a:chOff x="2689" y="1992"/>
            <a:chExt cx="8954" cy="8019"/>
          </a:xfrm>
        </p:grpSpPr>
        <p:grpSp>
          <p:nvGrpSpPr>
            <p:cNvPr id="101" name="组合 100"/>
            <p:cNvGrpSpPr/>
            <p:nvPr/>
          </p:nvGrpSpPr>
          <p:grpSpPr>
            <a:xfrm>
              <a:off x="3932" y="2970"/>
              <a:ext cx="7475" cy="6739"/>
              <a:chOff x="455732" y="1844824"/>
              <a:chExt cx="4746665" cy="4279084"/>
            </a:xfrm>
          </p:grpSpPr>
          <p:grpSp>
            <p:nvGrpSpPr>
              <p:cNvPr id="102" name="Group 77"/>
              <p:cNvGrpSpPr/>
              <p:nvPr/>
            </p:nvGrpSpPr>
            <p:grpSpPr bwMode="auto">
              <a:xfrm>
                <a:off x="455732" y="1844824"/>
                <a:ext cx="4746665" cy="3879076"/>
                <a:chOff x="-8" y="28"/>
                <a:chExt cx="2058" cy="1896"/>
              </a:xfrm>
            </p:grpSpPr>
            <p:sp>
              <p:nvSpPr>
                <p:cNvPr id="107" name="Line 42"/>
                <p:cNvSpPr>
                  <a:spLocks noChangeShapeType="1"/>
                </p:cNvSpPr>
                <p:nvPr>
                  <p:custDataLst>
                    <p:tags r:id="rId6"/>
                  </p:custDataLst>
                </p:nvPr>
              </p:nvSpPr>
              <p:spPr bwMode="auto">
                <a:xfrm>
                  <a:off x="1035" y="1007"/>
                  <a:ext cx="8" cy="630"/>
                </a:xfrm>
                <a:prstGeom prst="line">
                  <a:avLst/>
                </a:prstGeom>
                <a:noFill/>
                <a:ln w="28575" cap="flat">
                  <a:solidFill>
                    <a:srgbClr val="7F7F7F"/>
                  </a:solidFill>
                  <a:prstDash val="lgDashDot"/>
                  <a:round/>
                  <a:headEnd type="triangle" w="med" len="med"/>
                  <a:tailEnd type="none" w="med" len="med"/>
                </a:ln>
              </p:spPr>
              <p:txBody>
                <a:bodyPr lIns="0" tIns="0" rIns="0" bIns="0"/>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Verdana" panose="020B0604030504040204"/>
                    <a:ea typeface="+mn-ea"/>
                    <a:cs typeface="+mn-cs"/>
                  </a:endParaRPr>
                </a:p>
              </p:txBody>
            </p:sp>
            <p:sp>
              <p:nvSpPr>
                <p:cNvPr id="108" name="Line 43"/>
                <p:cNvSpPr>
                  <a:spLocks noChangeShapeType="1"/>
                </p:cNvSpPr>
                <p:nvPr>
                  <p:custDataLst>
                    <p:tags r:id="rId7"/>
                  </p:custDataLst>
                </p:nvPr>
              </p:nvSpPr>
              <p:spPr bwMode="auto">
                <a:xfrm rot="10800000" flipH="1">
                  <a:off x="811" y="133"/>
                  <a:ext cx="221" cy="1236"/>
                </a:xfrm>
                <a:prstGeom prst="line">
                  <a:avLst/>
                </a:prstGeom>
                <a:noFill/>
                <a:ln w="12700" cap="flat">
                  <a:solidFill>
                    <a:srgbClr val="7F7F7F"/>
                  </a:solidFill>
                  <a:prstDash val="solid"/>
                  <a:round/>
                  <a:headEnd type="none" w="med" len="med"/>
                  <a:tailEnd type="none" w="med" len="med"/>
                </a:ln>
              </p:spPr>
              <p:txBody>
                <a:bodyPr lIns="0" tIns="0" rIns="0" bIns="0"/>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Verdana" panose="020B0604030504040204"/>
                    <a:ea typeface="+mn-ea"/>
                    <a:cs typeface="+mn-cs"/>
                  </a:endParaRPr>
                </a:p>
              </p:txBody>
            </p:sp>
            <p:sp>
              <p:nvSpPr>
                <p:cNvPr id="109" name="Line 44"/>
                <p:cNvSpPr>
                  <a:spLocks noChangeShapeType="1"/>
                </p:cNvSpPr>
                <p:nvPr>
                  <p:custDataLst>
                    <p:tags r:id="rId8"/>
                  </p:custDataLst>
                </p:nvPr>
              </p:nvSpPr>
              <p:spPr bwMode="auto">
                <a:xfrm rot="10800000" flipH="1">
                  <a:off x="0" y="136"/>
                  <a:ext cx="1034" cy="1782"/>
                </a:xfrm>
                <a:prstGeom prst="line">
                  <a:avLst/>
                </a:prstGeom>
                <a:noFill/>
                <a:ln w="12700" cap="flat">
                  <a:solidFill>
                    <a:srgbClr val="7F7F7F"/>
                  </a:solidFill>
                  <a:prstDash val="solid"/>
                  <a:round/>
                  <a:headEnd type="none" w="med" len="med"/>
                  <a:tailEnd type="none" w="med" len="med"/>
                </a:ln>
              </p:spPr>
              <p:txBody>
                <a:bodyPr lIns="0" tIns="0" rIns="0" bIns="0"/>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Verdana" panose="020B0604030504040204"/>
                    <a:ea typeface="+mn-ea"/>
                    <a:cs typeface="+mn-cs"/>
                  </a:endParaRPr>
                </a:p>
              </p:txBody>
            </p:sp>
            <p:sp>
              <p:nvSpPr>
                <p:cNvPr id="110" name="Line 45"/>
                <p:cNvSpPr>
                  <a:spLocks noChangeShapeType="1"/>
                </p:cNvSpPr>
                <p:nvPr>
                  <p:custDataLst>
                    <p:tags r:id="rId9"/>
                  </p:custDataLst>
                </p:nvPr>
              </p:nvSpPr>
              <p:spPr bwMode="auto">
                <a:xfrm>
                  <a:off x="1035" y="138"/>
                  <a:ext cx="1015" cy="1231"/>
                </a:xfrm>
                <a:prstGeom prst="line">
                  <a:avLst/>
                </a:prstGeom>
                <a:noFill/>
                <a:ln w="12700" cap="flat">
                  <a:solidFill>
                    <a:srgbClr val="7F7F7F"/>
                  </a:solidFill>
                  <a:prstDash val="solid"/>
                  <a:round/>
                  <a:headEnd type="none" w="med" len="med"/>
                  <a:tailEnd type="none" w="med" len="med"/>
                </a:ln>
              </p:spPr>
              <p:txBody>
                <a:bodyPr lIns="0" tIns="0" rIns="0" bIns="0"/>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Verdana" panose="020B0604030504040204"/>
                    <a:ea typeface="+mn-ea"/>
                    <a:cs typeface="+mn-cs"/>
                  </a:endParaRPr>
                </a:p>
              </p:txBody>
            </p:sp>
            <p:sp>
              <p:nvSpPr>
                <p:cNvPr id="111" name="AutoShape 46"/>
                <p:cNvSpPr/>
                <p:nvPr>
                  <p:custDataLst>
                    <p:tags r:id="rId10"/>
                  </p:custDataLst>
                </p:nvPr>
              </p:nvSpPr>
              <p:spPr bwMode="auto">
                <a:xfrm>
                  <a:off x="392" y="838"/>
                  <a:ext cx="1287" cy="355"/>
                </a:xfrm>
                <a:custGeom>
                  <a:avLst/>
                  <a:gdLst>
                    <a:gd name="T0" fmla="*/ 10800 w 21600"/>
                    <a:gd name="T1" fmla="*/ 10800 h 21600"/>
                  </a:gdLst>
                  <a:ahLst/>
                  <a:cxnLst>
                    <a:cxn ang="0">
                      <a:pos x="T0" y="T1"/>
                    </a:cxn>
                  </a:cxnLst>
                  <a:rect l="0" t="0" r="r" b="b"/>
                  <a:pathLst>
                    <a:path w="21600" h="21600">
                      <a:moveTo>
                        <a:pt x="8792" y="0"/>
                      </a:moveTo>
                      <a:lnTo>
                        <a:pt x="0" y="21600"/>
                      </a:lnTo>
                      <a:lnTo>
                        <a:pt x="12808" y="21600"/>
                      </a:lnTo>
                      <a:lnTo>
                        <a:pt x="21600" y="0"/>
                      </a:lnTo>
                      <a:close/>
                      <a:moveTo>
                        <a:pt x="8792" y="0"/>
                      </a:moveTo>
                    </a:path>
                  </a:pathLst>
                </a:custGeom>
                <a:gradFill rotWithShape="0">
                  <a:gsLst>
                    <a:gs pos="0">
                      <a:schemeClr val="accent6"/>
                    </a:gs>
                    <a:gs pos="100000">
                      <a:schemeClr val="accent1"/>
                    </a:gs>
                  </a:gsLst>
                  <a:path path="rect">
                    <a:fillToRect l="50000" t="50000" r="50000" b="50000"/>
                  </a:path>
                </a:gradFill>
                <a:ln w="6350" cap="flat">
                  <a:solidFill>
                    <a:schemeClr val="tx1"/>
                  </a:solidFill>
                  <a:prstDash val="solid"/>
                  <a:miter lim="800000"/>
                  <a:headEnd type="none" w="med" len="med"/>
                  <a:tailEnd type="none" w="med" len="med"/>
                </a:ln>
              </p:spPr>
              <p:txBody>
                <a:bodyPr lIns="0" tIns="0" rIns="0" bIns="0"/>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cs typeface="+mn-cs"/>
                  </a:endParaRPr>
                </a:p>
              </p:txBody>
            </p:sp>
            <p:sp>
              <p:nvSpPr>
                <p:cNvPr id="112" name="Rectangle 47"/>
                <p:cNvSpPr/>
                <p:nvPr>
                  <p:custDataLst>
                    <p:tags r:id="rId11"/>
                  </p:custDataLst>
                </p:nvPr>
              </p:nvSpPr>
              <p:spPr bwMode="auto">
                <a:xfrm>
                  <a:off x="1132" y="864"/>
                  <a:ext cx="296" cy="110"/>
                </a:xfrm>
                <a:prstGeom prst="rect">
                  <a:avLst/>
                </a:prstGeom>
                <a:noFill/>
                <a:ln w="6350" cap="flat">
                  <a:noFill/>
                  <a:miter lim="800000"/>
                  <a:headEnd type="none" w="med" len="med"/>
                  <a:tailEnd type="none" w="med" len="med"/>
                </a:ln>
              </p:spPr>
              <p:txBody>
                <a:bodyPr wrap="square" lIns="38100" tIns="38100" rIns="36000" bIns="38100" anchor="ctr">
                  <a:spAutoFit/>
                </a:bodyPr>
                <a:lstStyle/>
                <a:p>
                  <a:pPr marL="0" marR="0" lvl="0" indent="0" algn="ctr" defTabSz="914400" rtl="0" eaLnBrk="1" fontAlgn="auto" latinLnBrk="0" hangingPunct="1">
                    <a:lnSpc>
                      <a:spcPct val="87000"/>
                    </a:lnSpc>
                    <a:spcBef>
                      <a:spcPts val="275"/>
                    </a:spcBef>
                    <a:spcAft>
                      <a:spcPts val="0"/>
                    </a:spcAft>
                    <a:buClrTx/>
                    <a:buSzTx/>
                    <a:buFontTx/>
                    <a:buNone/>
                    <a:defRPr/>
                  </a:pPr>
                  <a:r>
                    <a:rPr kumimoji="0" lang="zh-CN" altLang="en-US" sz="12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应用架构</a:t>
                  </a:r>
                  <a:endParaRPr kumimoji="0" lang="zh-CN" altLang="en-US" sz="12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113" name="Rectangle 48"/>
                <p:cNvSpPr/>
                <p:nvPr>
                  <p:custDataLst>
                    <p:tags r:id="rId12"/>
                  </p:custDataLst>
                </p:nvPr>
              </p:nvSpPr>
              <p:spPr bwMode="auto">
                <a:xfrm>
                  <a:off x="610" y="925"/>
                  <a:ext cx="480" cy="160"/>
                </a:xfrm>
                <a:prstGeom prst="rect">
                  <a:avLst/>
                </a:prstGeom>
                <a:noFill/>
                <a:ln w="6350" cap="flat">
                  <a:noFill/>
                  <a:miter lim="800000"/>
                  <a:headEnd type="none" w="med" len="med"/>
                  <a:tailEnd type="none" w="med" len="med"/>
                </a:ln>
              </p:spPr>
              <p:txBody>
                <a:bodyPr wrap="square" lIns="38100" tIns="38100" rIns="36000" bIns="38100" anchor="ctr">
                  <a:normAutofit/>
                </a:bodyPr>
                <a:lstStyle/>
                <a:p>
                  <a:pPr marL="0" marR="0" lvl="0" indent="0" algn="ctr" defTabSz="914400" rtl="0" eaLnBrk="1" fontAlgn="auto" latinLnBrk="0" hangingPunct="1">
                    <a:lnSpc>
                      <a:spcPct val="70000"/>
                    </a:lnSpc>
                    <a:spcBef>
                      <a:spcPts val="275"/>
                    </a:spcBef>
                    <a:spcAft>
                      <a:spcPts val="0"/>
                    </a:spcAft>
                    <a:buClrTx/>
                    <a:buSzTx/>
                    <a:buFontTx/>
                    <a:buNone/>
                    <a:defRPr/>
                  </a:pPr>
                  <a:r>
                    <a:rPr kumimoji="0" lang="zh-CN" altLang="en-US" sz="12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业务架构            </a:t>
                  </a:r>
                  <a:endParaRPr kumimoji="0" lang="zh-CN" altLang="en-US" sz="12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114" name="Oval 52"/>
                <p:cNvSpPr/>
                <p:nvPr>
                  <p:custDataLst>
                    <p:tags r:id="rId13"/>
                  </p:custDataLst>
                </p:nvPr>
              </p:nvSpPr>
              <p:spPr bwMode="auto">
                <a:xfrm>
                  <a:off x="1002" y="995"/>
                  <a:ext cx="72" cy="33"/>
                </a:xfrm>
                <a:prstGeom prst="ellipse">
                  <a:avLst/>
                </a:prstGeom>
                <a:solidFill>
                  <a:srgbClr val="000000"/>
                </a:solidFill>
                <a:ln w="6350" cap="flat">
                  <a:solidFill>
                    <a:schemeClr val="tx1"/>
                  </a:solidFill>
                  <a:prstDash val="solid"/>
                  <a:round/>
                  <a:headEnd type="none" w="med" len="med"/>
                  <a:tailEnd type="none" w="med" len="med"/>
                </a:ln>
              </p:spPr>
              <p:txBody>
                <a:bodyPr lIns="0" tIns="0" rIns="0" bIns="0"/>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bg1"/>
                    </a:solidFill>
                    <a:effectLst/>
                    <a:uLnTx/>
                    <a:uFillTx/>
                    <a:latin typeface="微软雅黑" panose="020B0503020204020204" pitchFamily="34" charset="-122"/>
                    <a:ea typeface="微软雅黑" panose="020B0503020204020204" pitchFamily="34" charset="-122"/>
                    <a:cs typeface="+mn-cs"/>
                  </a:endParaRPr>
                </a:p>
              </p:txBody>
            </p:sp>
            <p:sp>
              <p:nvSpPr>
                <p:cNvPr id="115" name="Oval 53"/>
                <p:cNvSpPr/>
                <p:nvPr>
                  <p:custDataLst>
                    <p:tags r:id="rId14"/>
                  </p:custDataLst>
                </p:nvPr>
              </p:nvSpPr>
              <p:spPr bwMode="auto">
                <a:xfrm>
                  <a:off x="1005" y="1617"/>
                  <a:ext cx="72" cy="33"/>
                </a:xfrm>
                <a:prstGeom prst="ellipse">
                  <a:avLst/>
                </a:prstGeom>
                <a:solidFill>
                  <a:srgbClr val="000000"/>
                </a:solidFill>
                <a:ln w="6350" cap="flat">
                  <a:solidFill>
                    <a:schemeClr val="tx1"/>
                  </a:solidFill>
                  <a:prstDash val="solid"/>
                  <a:round/>
                  <a:headEnd type="none" w="med" len="med"/>
                  <a:tailEnd type="none" w="med" len="med"/>
                </a:ln>
              </p:spPr>
              <p:txBody>
                <a:bodyPr lIns="0" tIns="0" rIns="0" bIns="0"/>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bg1"/>
                    </a:solidFill>
                    <a:effectLst/>
                    <a:uLnTx/>
                    <a:uFillTx/>
                    <a:latin typeface="微软雅黑" panose="020B0503020204020204" pitchFamily="34" charset="-122"/>
                    <a:ea typeface="微软雅黑" panose="020B0503020204020204" pitchFamily="34" charset="-122"/>
                    <a:cs typeface="+mn-cs"/>
                  </a:endParaRPr>
                </a:p>
              </p:txBody>
            </p:sp>
            <p:sp>
              <p:nvSpPr>
                <p:cNvPr id="116" name="Rectangle 54"/>
                <p:cNvSpPr/>
                <p:nvPr>
                  <p:custDataLst>
                    <p:tags r:id="rId15"/>
                  </p:custDataLst>
                </p:nvPr>
              </p:nvSpPr>
              <p:spPr bwMode="auto">
                <a:xfrm>
                  <a:off x="855" y="1089"/>
                  <a:ext cx="296" cy="110"/>
                </a:xfrm>
                <a:prstGeom prst="rect">
                  <a:avLst/>
                </a:prstGeom>
                <a:noFill/>
                <a:ln w="6350" cap="flat">
                  <a:noFill/>
                  <a:miter lim="800000"/>
                  <a:headEnd type="none" w="med" len="med"/>
                  <a:tailEnd type="none" w="med" len="med"/>
                </a:ln>
              </p:spPr>
              <p:txBody>
                <a:bodyPr wrap="square" lIns="38100" tIns="38100" rIns="36000" bIns="38100" anchor="ctr">
                  <a:spAutoFit/>
                </a:bodyPr>
                <a:lstStyle/>
                <a:p>
                  <a:pPr marL="0" marR="0" lvl="0" indent="0" algn="ctr" defTabSz="914400" rtl="0" eaLnBrk="1" fontAlgn="auto" latinLnBrk="0" hangingPunct="1">
                    <a:lnSpc>
                      <a:spcPct val="87000"/>
                    </a:lnSpc>
                    <a:spcBef>
                      <a:spcPts val="275"/>
                    </a:spcBef>
                    <a:spcAft>
                      <a:spcPts val="0"/>
                    </a:spcAft>
                    <a:buClrTx/>
                    <a:buSzTx/>
                    <a:buFontTx/>
                    <a:buNone/>
                    <a:defRPr/>
                  </a:pPr>
                  <a:r>
                    <a:rPr kumimoji="0" lang="zh-CN" altLang="en-US" sz="12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技术架构</a:t>
                  </a:r>
                  <a:endParaRPr kumimoji="0" lang="zh-CN" altLang="en-US" sz="12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117" name="Line 55"/>
                <p:cNvSpPr>
                  <a:spLocks noChangeShapeType="1"/>
                </p:cNvSpPr>
                <p:nvPr>
                  <p:custDataLst>
                    <p:tags r:id="rId16"/>
                  </p:custDataLst>
                </p:nvPr>
              </p:nvSpPr>
              <p:spPr bwMode="auto">
                <a:xfrm rot="10800000">
                  <a:off x="1025" y="138"/>
                  <a:ext cx="255" cy="1780"/>
                </a:xfrm>
                <a:prstGeom prst="line">
                  <a:avLst/>
                </a:prstGeom>
                <a:noFill/>
                <a:ln w="12700" cap="flat">
                  <a:solidFill>
                    <a:srgbClr val="7F7F7F"/>
                  </a:solidFill>
                  <a:prstDash val="solid"/>
                  <a:round/>
                  <a:headEnd type="none" w="med" len="med"/>
                  <a:tailEnd type="none" w="med" len="med"/>
                </a:ln>
              </p:spPr>
              <p:txBody>
                <a:bodyPr lIns="0" tIns="0" rIns="0" bIns="0"/>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Verdana" panose="020B0604030504040204"/>
                    <a:ea typeface="+mn-ea"/>
                    <a:cs typeface="+mn-cs"/>
                  </a:endParaRPr>
                </a:p>
              </p:txBody>
            </p:sp>
            <p:sp>
              <p:nvSpPr>
                <p:cNvPr id="118" name="Line 56"/>
                <p:cNvSpPr>
                  <a:spLocks noChangeShapeType="1"/>
                </p:cNvSpPr>
                <p:nvPr>
                  <p:custDataLst>
                    <p:tags r:id="rId17"/>
                  </p:custDataLst>
                </p:nvPr>
              </p:nvSpPr>
              <p:spPr bwMode="auto">
                <a:xfrm flipH="1">
                  <a:off x="659" y="1626"/>
                  <a:ext cx="383" cy="296"/>
                </a:xfrm>
                <a:prstGeom prst="line">
                  <a:avLst/>
                </a:prstGeom>
                <a:noFill/>
                <a:ln w="12700" cap="flat">
                  <a:solidFill>
                    <a:schemeClr val="tx1"/>
                  </a:solidFill>
                  <a:prstDash val="dashDot"/>
                  <a:round/>
                  <a:headEnd type="none" w="med" len="med"/>
                  <a:tailEnd type="none" w="med" len="med"/>
                </a:ln>
              </p:spPr>
              <p:txBody>
                <a:bodyPr lIns="0" tIns="0" rIns="0" bIns="0"/>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Verdana" panose="020B0604030504040204"/>
                    <a:ea typeface="+mn-ea"/>
                    <a:cs typeface="+mn-cs"/>
                  </a:endParaRPr>
                </a:p>
              </p:txBody>
            </p:sp>
            <p:sp>
              <p:nvSpPr>
                <p:cNvPr id="119" name="Line 57"/>
                <p:cNvSpPr>
                  <a:spLocks noChangeShapeType="1"/>
                </p:cNvSpPr>
                <p:nvPr>
                  <p:custDataLst>
                    <p:tags r:id="rId18"/>
                  </p:custDataLst>
                </p:nvPr>
              </p:nvSpPr>
              <p:spPr bwMode="auto">
                <a:xfrm rot="10800000">
                  <a:off x="455" y="1617"/>
                  <a:ext cx="604" cy="12"/>
                </a:xfrm>
                <a:prstGeom prst="line">
                  <a:avLst/>
                </a:prstGeom>
                <a:noFill/>
                <a:ln w="12700" cap="flat">
                  <a:solidFill>
                    <a:schemeClr val="tx1"/>
                  </a:solidFill>
                  <a:prstDash val="dashDot"/>
                  <a:round/>
                  <a:headEnd type="none" w="med" len="med"/>
                  <a:tailEnd type="none" w="med" len="med"/>
                </a:ln>
              </p:spPr>
              <p:txBody>
                <a:bodyPr lIns="0" tIns="0" rIns="0" bIns="0"/>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Verdana" panose="020B0604030504040204"/>
                    <a:ea typeface="+mn-ea"/>
                    <a:cs typeface="+mn-cs"/>
                  </a:endParaRPr>
                </a:p>
              </p:txBody>
            </p:sp>
            <p:sp>
              <p:nvSpPr>
                <p:cNvPr id="120" name="Line 58"/>
                <p:cNvSpPr>
                  <a:spLocks noChangeShapeType="1"/>
                </p:cNvSpPr>
                <p:nvPr>
                  <p:custDataLst>
                    <p:tags r:id="rId19"/>
                  </p:custDataLst>
                </p:nvPr>
              </p:nvSpPr>
              <p:spPr bwMode="auto">
                <a:xfrm>
                  <a:off x="1042" y="1629"/>
                  <a:ext cx="637" cy="8"/>
                </a:xfrm>
                <a:prstGeom prst="line">
                  <a:avLst/>
                </a:prstGeom>
                <a:noFill/>
                <a:ln w="12700" cap="flat">
                  <a:solidFill>
                    <a:schemeClr val="tx1"/>
                  </a:solidFill>
                  <a:prstDash val="dashDot"/>
                  <a:round/>
                  <a:headEnd type="none" w="med" len="med"/>
                  <a:tailEnd type="none" w="med" len="med"/>
                </a:ln>
              </p:spPr>
              <p:txBody>
                <a:bodyPr lIns="0" tIns="0" rIns="0" bIns="0"/>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Verdana" panose="020B0604030504040204"/>
                    <a:ea typeface="+mn-ea"/>
                    <a:cs typeface="+mn-cs"/>
                  </a:endParaRPr>
                </a:p>
              </p:txBody>
            </p:sp>
            <p:sp>
              <p:nvSpPr>
                <p:cNvPr id="121" name="Line 59"/>
                <p:cNvSpPr>
                  <a:spLocks noChangeShapeType="1"/>
                </p:cNvSpPr>
                <p:nvPr>
                  <p:custDataLst>
                    <p:tags r:id="rId20"/>
                  </p:custDataLst>
                </p:nvPr>
              </p:nvSpPr>
              <p:spPr bwMode="auto">
                <a:xfrm rot="10800000" flipH="1">
                  <a:off x="1042" y="1373"/>
                  <a:ext cx="317" cy="256"/>
                </a:xfrm>
                <a:prstGeom prst="line">
                  <a:avLst/>
                </a:prstGeom>
                <a:noFill/>
                <a:ln w="12700" cap="flat">
                  <a:solidFill>
                    <a:schemeClr val="tx1"/>
                  </a:solidFill>
                  <a:prstDash val="dashDot"/>
                  <a:round/>
                  <a:headEnd type="none" w="med" len="med"/>
                  <a:tailEnd type="none" w="med" len="med"/>
                </a:ln>
              </p:spPr>
              <p:txBody>
                <a:bodyPr lIns="0" tIns="0" rIns="0" bIns="0"/>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Verdana" panose="020B0604030504040204"/>
                    <a:ea typeface="+mn-ea"/>
                    <a:cs typeface="+mn-cs"/>
                  </a:endParaRPr>
                </a:p>
              </p:txBody>
            </p:sp>
            <p:sp>
              <p:nvSpPr>
                <p:cNvPr id="122" name="Line 60"/>
                <p:cNvSpPr>
                  <a:spLocks noChangeShapeType="1"/>
                </p:cNvSpPr>
                <p:nvPr>
                  <p:custDataLst>
                    <p:tags r:id="rId21"/>
                  </p:custDataLst>
                </p:nvPr>
              </p:nvSpPr>
              <p:spPr bwMode="auto">
                <a:xfrm>
                  <a:off x="1030" y="188"/>
                  <a:ext cx="5" cy="816"/>
                </a:xfrm>
                <a:prstGeom prst="line">
                  <a:avLst/>
                </a:prstGeom>
                <a:noFill/>
                <a:ln w="28575" cap="flat">
                  <a:solidFill>
                    <a:srgbClr val="7F7F7F"/>
                  </a:solidFill>
                  <a:prstDash val="lgDashDot"/>
                  <a:round/>
                  <a:headEnd type="triangle" w="med" len="med"/>
                  <a:tailEnd type="none" w="med" len="med"/>
                </a:ln>
              </p:spPr>
              <p:txBody>
                <a:bodyPr lIns="0" tIns="0" rIns="0" bIns="0"/>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Verdana" panose="020B0604030504040204"/>
                    <a:ea typeface="+mn-ea"/>
                    <a:cs typeface="+mn-cs"/>
                  </a:endParaRPr>
                </a:p>
              </p:txBody>
            </p:sp>
            <p:grpSp>
              <p:nvGrpSpPr>
                <p:cNvPr id="123" name="Group 73"/>
                <p:cNvGrpSpPr/>
                <p:nvPr/>
              </p:nvGrpSpPr>
              <p:grpSpPr bwMode="auto">
                <a:xfrm>
                  <a:off x="277" y="28"/>
                  <a:ext cx="1533" cy="473"/>
                  <a:chOff x="-13" y="28"/>
                  <a:chExt cx="1532" cy="473"/>
                </a:xfrm>
              </p:grpSpPr>
              <p:grpSp>
                <p:nvGrpSpPr>
                  <p:cNvPr id="128" name="Group 63"/>
                  <p:cNvGrpSpPr/>
                  <p:nvPr/>
                </p:nvGrpSpPr>
                <p:grpSpPr bwMode="auto">
                  <a:xfrm>
                    <a:off x="1103" y="71"/>
                    <a:ext cx="380" cy="371"/>
                    <a:chOff x="0" y="0"/>
                    <a:chExt cx="379" cy="371"/>
                  </a:xfrm>
                </p:grpSpPr>
                <p:sp>
                  <p:nvSpPr>
                    <p:cNvPr id="138" name="AutoShape 61"/>
                    <p:cNvSpPr/>
                    <p:nvPr>
                      <p:custDataLst>
                        <p:tags r:id="rId22"/>
                      </p:custDataLst>
                    </p:nvPr>
                  </p:nvSpPr>
                  <p:spPr bwMode="auto">
                    <a:xfrm>
                      <a:off x="0" y="0"/>
                      <a:ext cx="379" cy="371"/>
                    </a:xfrm>
                    <a:custGeom>
                      <a:avLst/>
                      <a:gdLst>
                        <a:gd name="T0" fmla="*/ 10800 w 21600"/>
                        <a:gd name="T1" fmla="*/ 10800 h 21600"/>
                      </a:gdLst>
                      <a:ahLst/>
                      <a:cxnLst>
                        <a:cxn ang="0">
                          <a:pos x="T0" y="T1"/>
                        </a:cxn>
                      </a:cxnLst>
                      <a:rect l="0" t="0" r="r" b="b"/>
                      <a:pathLst>
                        <a:path w="21600" h="21600">
                          <a:moveTo>
                            <a:pt x="0" y="0"/>
                          </a:moveTo>
                          <a:cubicBezTo>
                            <a:pt x="11929" y="0"/>
                            <a:pt x="21600" y="4015"/>
                            <a:pt x="21600" y="8968"/>
                          </a:cubicBezTo>
                          <a:lnTo>
                            <a:pt x="21600" y="10934"/>
                          </a:lnTo>
                          <a:cubicBezTo>
                            <a:pt x="21600" y="14734"/>
                            <a:pt x="15830" y="18122"/>
                            <a:pt x="7200" y="19389"/>
                          </a:cubicBezTo>
                          <a:lnTo>
                            <a:pt x="7200" y="21600"/>
                          </a:lnTo>
                          <a:lnTo>
                            <a:pt x="0" y="18919"/>
                          </a:lnTo>
                          <a:lnTo>
                            <a:pt x="7200" y="15212"/>
                          </a:lnTo>
                          <a:lnTo>
                            <a:pt x="7200" y="17423"/>
                          </a:lnTo>
                          <a:cubicBezTo>
                            <a:pt x="15016" y="16276"/>
                            <a:pt x="20561" y="13372"/>
                            <a:pt x="21470" y="9951"/>
                          </a:cubicBezTo>
                          <a:cubicBezTo>
                            <a:pt x="20263" y="5406"/>
                            <a:pt x="11013" y="1966"/>
                            <a:pt x="0" y="1966"/>
                          </a:cubicBezTo>
                          <a:close/>
                          <a:moveTo>
                            <a:pt x="0" y="0"/>
                          </a:moveTo>
                        </a:path>
                      </a:pathLst>
                    </a:custGeom>
                    <a:solidFill>
                      <a:schemeClr val="accent1"/>
                    </a:solidFill>
                    <a:ln w="6350" cap="flat">
                      <a:noFill/>
                      <a:miter lim="800000"/>
                      <a:headEnd type="none" w="med" len="med"/>
                      <a:tailEnd type="none" w="med" len="med"/>
                    </a:ln>
                  </p:spPr>
                  <p:txBody>
                    <a:bodyPr lIns="0" tIns="0" rIns="0" bIns="0"/>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cs typeface="+mn-cs"/>
                      </a:endParaRPr>
                    </a:p>
                  </p:txBody>
                </p:sp>
                <p:sp>
                  <p:nvSpPr>
                    <p:cNvPr id="139" name="AutoShape 62"/>
                    <p:cNvSpPr/>
                    <p:nvPr>
                      <p:custDataLst>
                        <p:tags r:id="rId23"/>
                      </p:custDataLst>
                    </p:nvPr>
                  </p:nvSpPr>
                  <p:spPr bwMode="auto">
                    <a:xfrm>
                      <a:off x="0" y="0"/>
                      <a:ext cx="379" cy="188"/>
                    </a:xfrm>
                    <a:custGeom>
                      <a:avLst/>
                      <a:gdLst>
                        <a:gd name="T0" fmla="*/ 10800 w 21600"/>
                        <a:gd name="T1" fmla="*/ 10800 h 21600"/>
                      </a:gdLst>
                      <a:ahLst/>
                      <a:cxnLst>
                        <a:cxn ang="0">
                          <a:pos x="T0" y="T1"/>
                        </a:cxn>
                      </a:cxnLst>
                      <a:rect l="0" t="0" r="r" b="b"/>
                      <a:pathLst>
                        <a:path w="21600" h="21600">
                          <a:moveTo>
                            <a:pt x="0" y="0"/>
                          </a:moveTo>
                          <a:cubicBezTo>
                            <a:pt x="11929" y="0"/>
                            <a:pt x="21600" y="7932"/>
                            <a:pt x="21600" y="17717"/>
                          </a:cubicBezTo>
                          <a:lnTo>
                            <a:pt x="21600" y="21600"/>
                          </a:lnTo>
                          <a:cubicBezTo>
                            <a:pt x="21600" y="11815"/>
                            <a:pt x="11929" y="3883"/>
                            <a:pt x="0" y="3883"/>
                          </a:cubicBezTo>
                          <a:close/>
                          <a:moveTo>
                            <a:pt x="0" y="0"/>
                          </a:moveTo>
                        </a:path>
                      </a:pathLst>
                    </a:custGeom>
                    <a:solidFill>
                      <a:schemeClr val="accent3"/>
                    </a:solidFill>
                    <a:ln w="6350" cap="flat">
                      <a:noFill/>
                      <a:miter lim="800000"/>
                      <a:headEnd type="none" w="med" len="med"/>
                      <a:tailEnd type="none" w="med" len="med"/>
                    </a:ln>
                  </p:spPr>
                  <p:txBody>
                    <a:bodyPr lIns="0" tIns="0" rIns="0" bIns="0"/>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bg1"/>
                        </a:solidFill>
                        <a:effectLst/>
                        <a:uLnTx/>
                        <a:uFillTx/>
                        <a:latin typeface="微软雅黑" panose="020B0503020204020204" pitchFamily="34" charset="-122"/>
                        <a:ea typeface="微软雅黑" panose="020B0503020204020204" pitchFamily="34" charset="-122"/>
                        <a:cs typeface="+mn-cs"/>
                      </a:endParaRPr>
                    </a:p>
                  </p:txBody>
                </p:sp>
              </p:grpSp>
              <p:sp>
                <p:nvSpPr>
                  <p:cNvPr id="129" name="Rectangle 64"/>
                  <p:cNvSpPr/>
                  <p:nvPr>
                    <p:custDataLst>
                      <p:tags r:id="rId24"/>
                    </p:custDataLst>
                  </p:nvPr>
                </p:nvSpPr>
                <p:spPr bwMode="auto">
                  <a:xfrm>
                    <a:off x="1355" y="195"/>
                    <a:ext cx="164" cy="121"/>
                  </a:xfrm>
                  <a:prstGeom prst="rect">
                    <a:avLst/>
                  </a:prstGeom>
                  <a:solidFill>
                    <a:srgbClr val="FFFFFF"/>
                  </a:solidFill>
                  <a:ln w="6350" cap="flat">
                    <a:noFill/>
                    <a:miter lim="800000"/>
                    <a:headEnd type="none" w="med" len="med"/>
                    <a:tailEnd type="none" w="med" len="med"/>
                  </a:ln>
                </p:spPr>
                <p:txBody>
                  <a:bodyPr wrap="square" lIns="38100" tIns="38100" rIns="36000" bIns="38100" anchor="ctr">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驱动</a:t>
                    </a:r>
                    <a:endParaRPr kumimoji="0" lang="zh-CN" altLang="en-US" sz="1200" b="0" i="0" u="none" strike="noStrike" kern="120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grpSp>
                <p:nvGrpSpPr>
                  <p:cNvPr id="130" name="Group 67"/>
                  <p:cNvGrpSpPr/>
                  <p:nvPr/>
                </p:nvGrpSpPr>
                <p:grpSpPr bwMode="auto">
                  <a:xfrm rot="10800000">
                    <a:off x="72" y="39"/>
                    <a:ext cx="379" cy="383"/>
                    <a:chOff x="0" y="0"/>
                    <a:chExt cx="378" cy="383"/>
                  </a:xfrm>
                </p:grpSpPr>
                <p:sp>
                  <p:nvSpPr>
                    <p:cNvPr id="136" name="AutoShape 65"/>
                    <p:cNvSpPr/>
                    <p:nvPr>
                      <p:custDataLst>
                        <p:tags r:id="rId25"/>
                      </p:custDataLst>
                    </p:nvPr>
                  </p:nvSpPr>
                  <p:spPr bwMode="auto">
                    <a:xfrm>
                      <a:off x="0" y="0"/>
                      <a:ext cx="378" cy="383"/>
                    </a:xfrm>
                    <a:custGeom>
                      <a:avLst/>
                      <a:gdLst>
                        <a:gd name="T0" fmla="*/ 10800 w 21600"/>
                        <a:gd name="T1" fmla="*/ 10800 h 21600"/>
                      </a:gdLst>
                      <a:ahLst/>
                      <a:cxnLst>
                        <a:cxn ang="0">
                          <a:pos x="T0" y="T1"/>
                        </a:cxn>
                      </a:cxnLst>
                      <a:rect l="0" t="0" r="r" b="b"/>
                      <a:pathLst>
                        <a:path w="21600" h="21600">
                          <a:moveTo>
                            <a:pt x="0" y="0"/>
                          </a:moveTo>
                          <a:cubicBezTo>
                            <a:pt x="11929" y="0"/>
                            <a:pt x="21600" y="4015"/>
                            <a:pt x="21600" y="8968"/>
                          </a:cubicBezTo>
                          <a:lnTo>
                            <a:pt x="21600" y="10934"/>
                          </a:lnTo>
                          <a:cubicBezTo>
                            <a:pt x="21600" y="14734"/>
                            <a:pt x="15830" y="18122"/>
                            <a:pt x="7200" y="19389"/>
                          </a:cubicBezTo>
                          <a:lnTo>
                            <a:pt x="7200" y="21600"/>
                          </a:lnTo>
                          <a:lnTo>
                            <a:pt x="0" y="18919"/>
                          </a:lnTo>
                          <a:lnTo>
                            <a:pt x="7200" y="15212"/>
                          </a:lnTo>
                          <a:lnTo>
                            <a:pt x="7200" y="17423"/>
                          </a:lnTo>
                          <a:cubicBezTo>
                            <a:pt x="15016" y="16276"/>
                            <a:pt x="20561" y="13372"/>
                            <a:pt x="21470" y="9951"/>
                          </a:cubicBezTo>
                          <a:cubicBezTo>
                            <a:pt x="20263" y="5406"/>
                            <a:pt x="11013" y="1966"/>
                            <a:pt x="0" y="1966"/>
                          </a:cubicBezTo>
                          <a:close/>
                          <a:moveTo>
                            <a:pt x="0" y="0"/>
                          </a:moveTo>
                        </a:path>
                      </a:pathLst>
                    </a:custGeom>
                    <a:solidFill>
                      <a:schemeClr val="accent1"/>
                    </a:solidFill>
                    <a:ln w="6350" cap="flat">
                      <a:noFill/>
                      <a:miter lim="800000"/>
                      <a:headEnd type="none" w="med" len="med"/>
                      <a:tailEnd type="none" w="med" len="med"/>
                    </a:ln>
                  </p:spPr>
                  <p:txBody>
                    <a:bodyPr lIns="0" tIns="0" rIns="0" bIns="0"/>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cs typeface="+mn-cs"/>
                      </a:endParaRPr>
                    </a:p>
                  </p:txBody>
                </p:sp>
                <p:sp>
                  <p:nvSpPr>
                    <p:cNvPr id="137" name="AutoShape 66"/>
                    <p:cNvSpPr/>
                    <p:nvPr>
                      <p:custDataLst>
                        <p:tags r:id="rId26"/>
                      </p:custDataLst>
                    </p:nvPr>
                  </p:nvSpPr>
                  <p:spPr bwMode="auto">
                    <a:xfrm>
                      <a:off x="0" y="0"/>
                      <a:ext cx="378" cy="193"/>
                    </a:xfrm>
                    <a:custGeom>
                      <a:avLst/>
                      <a:gdLst>
                        <a:gd name="T0" fmla="*/ 10800 w 21600"/>
                        <a:gd name="T1" fmla="*/ 10800 h 21600"/>
                      </a:gdLst>
                      <a:ahLst/>
                      <a:cxnLst>
                        <a:cxn ang="0">
                          <a:pos x="T0" y="T1"/>
                        </a:cxn>
                      </a:cxnLst>
                      <a:rect l="0" t="0" r="r" b="b"/>
                      <a:pathLst>
                        <a:path w="21600" h="21600">
                          <a:moveTo>
                            <a:pt x="0" y="0"/>
                          </a:moveTo>
                          <a:cubicBezTo>
                            <a:pt x="11929" y="0"/>
                            <a:pt x="21600" y="7932"/>
                            <a:pt x="21600" y="17717"/>
                          </a:cubicBezTo>
                          <a:lnTo>
                            <a:pt x="21600" y="21600"/>
                          </a:lnTo>
                          <a:cubicBezTo>
                            <a:pt x="21600" y="11815"/>
                            <a:pt x="11929" y="3883"/>
                            <a:pt x="0" y="3883"/>
                          </a:cubicBezTo>
                          <a:close/>
                          <a:moveTo>
                            <a:pt x="0" y="0"/>
                          </a:moveTo>
                        </a:path>
                      </a:pathLst>
                    </a:custGeom>
                    <a:solidFill>
                      <a:schemeClr val="accent3"/>
                    </a:solidFill>
                    <a:ln w="6350" cap="flat">
                      <a:noFill/>
                      <a:miter lim="800000"/>
                      <a:headEnd type="none" w="med" len="med"/>
                      <a:tailEnd type="none" w="med" len="med"/>
                    </a:ln>
                  </p:spPr>
                  <p:txBody>
                    <a:bodyPr lIns="0" tIns="0" rIns="0" bIns="0"/>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bg1"/>
                        </a:solidFill>
                        <a:effectLst/>
                        <a:uLnTx/>
                        <a:uFillTx/>
                        <a:latin typeface="微软雅黑" panose="020B0503020204020204" pitchFamily="34" charset="-122"/>
                        <a:ea typeface="微软雅黑" panose="020B0503020204020204" pitchFamily="34" charset="-122"/>
                        <a:cs typeface="+mn-cs"/>
                      </a:endParaRPr>
                    </a:p>
                  </p:txBody>
                </p:sp>
              </p:grpSp>
              <p:grpSp>
                <p:nvGrpSpPr>
                  <p:cNvPr id="131" name="Group 70"/>
                  <p:cNvGrpSpPr/>
                  <p:nvPr/>
                </p:nvGrpSpPr>
                <p:grpSpPr bwMode="auto">
                  <a:xfrm>
                    <a:off x="418" y="28"/>
                    <a:ext cx="715" cy="143"/>
                    <a:chOff x="0" y="28"/>
                    <a:chExt cx="715" cy="143"/>
                  </a:xfrm>
                </p:grpSpPr>
                <p:sp>
                  <p:nvSpPr>
                    <p:cNvPr id="134" name="Rectangle 68"/>
                    <p:cNvSpPr/>
                    <p:nvPr>
                      <p:custDataLst>
                        <p:tags r:id="rId27"/>
                      </p:custDataLst>
                    </p:nvPr>
                  </p:nvSpPr>
                  <p:spPr bwMode="auto">
                    <a:xfrm>
                      <a:off x="0" y="28"/>
                      <a:ext cx="715" cy="143"/>
                    </a:xfrm>
                    <a:prstGeom prst="rect">
                      <a:avLst/>
                    </a:prstGeom>
                    <a:solidFill>
                      <a:schemeClr val="accent1"/>
                    </a:solidFill>
                    <a:ln w="6350" cap="flat">
                      <a:solidFill>
                        <a:schemeClr val="tx1"/>
                      </a:solidFill>
                      <a:prstDash val="solid"/>
                      <a:miter lim="800000"/>
                      <a:headEnd type="none" w="med" len="med"/>
                      <a:tailEnd type="none" w="med" len="med"/>
                    </a:ln>
                  </p:spPr>
                  <p:txBody>
                    <a:bodyPr lIns="0" tIns="0" rIns="0" bIns="0"/>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p:txBody>
                </p:sp>
                <p:sp>
                  <p:nvSpPr>
                    <p:cNvPr id="135" name="Rectangle 69"/>
                    <p:cNvSpPr/>
                    <p:nvPr>
                      <p:custDataLst>
                        <p:tags r:id="rId28"/>
                      </p:custDataLst>
                    </p:nvPr>
                  </p:nvSpPr>
                  <p:spPr bwMode="auto">
                    <a:xfrm>
                      <a:off x="208" y="38"/>
                      <a:ext cx="296" cy="121"/>
                    </a:xfrm>
                    <a:prstGeom prst="rect">
                      <a:avLst/>
                    </a:prstGeom>
                    <a:noFill/>
                    <a:ln w="12700" cap="flat">
                      <a:noFill/>
                      <a:miter lim="800000"/>
                      <a:headEnd type="none" w="med" len="med"/>
                      <a:tailEnd type="none" w="med" len="med"/>
                    </a:ln>
                  </p:spPr>
                  <p:txBody>
                    <a:bodyPr wrap="square" lIns="38100" tIns="38100" rIns="36000" bIns="38100" anchor="ctr">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业务价值</a:t>
                      </a:r>
                      <a:endParaRPr kumimoji="0" lang="zh-CN" altLang="en-US" sz="12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grpSp>
              <p:sp>
                <p:nvSpPr>
                  <p:cNvPr id="132" name="Rectangle 71"/>
                  <p:cNvSpPr/>
                  <p:nvPr>
                    <p:custDataLst>
                      <p:tags r:id="rId29"/>
                    </p:custDataLst>
                  </p:nvPr>
                </p:nvSpPr>
                <p:spPr bwMode="auto">
                  <a:xfrm>
                    <a:off x="428" y="285"/>
                    <a:ext cx="704" cy="216"/>
                  </a:xfrm>
                  <a:prstGeom prst="rect">
                    <a:avLst/>
                  </a:prstGeom>
                  <a:solidFill>
                    <a:srgbClr val="3787C3"/>
                  </a:solidFill>
                  <a:ln w="6350" cap="flat">
                    <a:solidFill>
                      <a:srgbClr val="000000">
                        <a:alpha val="0"/>
                      </a:srgbClr>
                    </a:solidFill>
                    <a:prstDash val="solid"/>
                    <a:miter lim="800000"/>
                    <a:headEnd type="none" w="med" len="med"/>
                    <a:tailEnd type="none" w="med" len="med"/>
                  </a:ln>
                </p:spPr>
                <p:txBody>
                  <a:bodyPr wrap="square" lIns="38100" tIns="38100" rIns="36000" bIns="38100" anchor="ctr">
                    <a:norm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数据应用</a:t>
                    </a:r>
                    <a:endParaRPr kumimoji="0" lang="zh-CN" altLang="en-US" sz="14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133" name="Rectangle 72"/>
                  <p:cNvSpPr/>
                  <p:nvPr>
                    <p:custDataLst>
                      <p:tags r:id="rId30"/>
                    </p:custDataLst>
                  </p:nvPr>
                </p:nvSpPr>
                <p:spPr bwMode="auto">
                  <a:xfrm>
                    <a:off x="-13" y="188"/>
                    <a:ext cx="164" cy="121"/>
                  </a:xfrm>
                  <a:prstGeom prst="rect">
                    <a:avLst/>
                  </a:prstGeom>
                  <a:solidFill>
                    <a:srgbClr val="FFFFFF"/>
                  </a:solidFill>
                  <a:ln w="6350" cap="flat">
                    <a:noFill/>
                    <a:miter lim="800000"/>
                    <a:headEnd type="none" w="med" len="med"/>
                    <a:tailEnd type="none" w="med" len="med"/>
                  </a:ln>
                </p:spPr>
                <p:txBody>
                  <a:bodyPr wrap="square" lIns="38100" tIns="38100" rIns="36000" bIns="38100" anchor="ctr">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支撑</a:t>
                    </a:r>
                    <a:endParaRPr kumimoji="0" lang="zh-CN" altLang="en-US" sz="1200" b="0" i="0" u="none" strike="noStrike" kern="120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grpSp>
            <p:sp>
              <p:nvSpPr>
                <p:cNvPr id="124" name="Line 74"/>
                <p:cNvSpPr>
                  <a:spLocks noChangeShapeType="1"/>
                </p:cNvSpPr>
                <p:nvPr>
                  <p:custDataLst>
                    <p:tags r:id="rId31"/>
                  </p:custDataLst>
                </p:nvPr>
              </p:nvSpPr>
              <p:spPr bwMode="auto">
                <a:xfrm flipH="1">
                  <a:off x="386" y="1021"/>
                  <a:ext cx="616" cy="177"/>
                </a:xfrm>
                <a:prstGeom prst="line">
                  <a:avLst/>
                </a:prstGeom>
                <a:noFill/>
                <a:ln w="6350" cap="flat">
                  <a:solidFill>
                    <a:schemeClr val="tx1"/>
                  </a:solidFill>
                  <a:prstDash val="solid"/>
                  <a:round/>
                  <a:headEnd type="none" w="med" len="med"/>
                  <a:tailEnd type="none" w="med" len="med"/>
                </a:ln>
              </p:spPr>
              <p:txBody>
                <a:bodyPr lIns="0" tIns="0" rIns="0" bIns="0"/>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Verdana" panose="020B0604030504040204"/>
                    <a:ea typeface="+mn-ea"/>
                    <a:cs typeface="+mn-cs"/>
                  </a:endParaRPr>
                </a:p>
              </p:txBody>
            </p:sp>
            <p:sp>
              <p:nvSpPr>
                <p:cNvPr id="125" name="Line 75"/>
                <p:cNvSpPr>
                  <a:spLocks noChangeShapeType="1"/>
                </p:cNvSpPr>
                <p:nvPr>
                  <p:custDataLst>
                    <p:tags r:id="rId32"/>
                  </p:custDataLst>
                </p:nvPr>
              </p:nvSpPr>
              <p:spPr bwMode="auto">
                <a:xfrm>
                  <a:off x="1002" y="1004"/>
                  <a:ext cx="429" cy="1"/>
                </a:xfrm>
                <a:prstGeom prst="line">
                  <a:avLst/>
                </a:prstGeom>
                <a:noFill/>
                <a:ln w="6350" cap="flat">
                  <a:solidFill>
                    <a:schemeClr val="tx1"/>
                  </a:solidFill>
                  <a:prstDash val="solid"/>
                  <a:round/>
                  <a:headEnd type="none" w="med" len="med"/>
                  <a:tailEnd type="none" w="med" len="med"/>
                </a:ln>
              </p:spPr>
              <p:txBody>
                <a:bodyPr lIns="0" tIns="0" rIns="0" bIns="0"/>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Verdana" panose="020B0604030504040204"/>
                    <a:ea typeface="+mn-ea"/>
                    <a:cs typeface="+mn-cs"/>
                  </a:endParaRPr>
                </a:p>
              </p:txBody>
            </p:sp>
            <p:sp>
              <p:nvSpPr>
                <p:cNvPr id="126" name="Line 76"/>
                <p:cNvSpPr>
                  <a:spLocks noChangeShapeType="1"/>
                </p:cNvSpPr>
                <p:nvPr>
                  <p:custDataLst>
                    <p:tags r:id="rId33"/>
                  </p:custDataLst>
                </p:nvPr>
              </p:nvSpPr>
              <p:spPr bwMode="auto">
                <a:xfrm rot="10800000">
                  <a:off x="911" y="833"/>
                  <a:ext cx="119" cy="173"/>
                </a:xfrm>
                <a:prstGeom prst="line">
                  <a:avLst/>
                </a:prstGeom>
                <a:noFill/>
                <a:ln w="6350" cap="flat">
                  <a:solidFill>
                    <a:schemeClr val="tx1"/>
                  </a:solidFill>
                  <a:prstDash val="solid"/>
                  <a:round/>
                  <a:headEnd type="none" w="med" len="med"/>
                  <a:tailEnd type="none" w="med" len="med"/>
                </a:ln>
              </p:spPr>
              <p:txBody>
                <a:bodyPr lIns="0" tIns="0" rIns="0" bIns="0"/>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Verdana" panose="020B0604030504040204"/>
                    <a:ea typeface="+mn-ea"/>
                    <a:cs typeface="+mn-cs"/>
                  </a:endParaRPr>
                </a:p>
              </p:txBody>
            </p:sp>
            <p:sp>
              <p:nvSpPr>
                <p:cNvPr id="127" name="AutoShape 46"/>
                <p:cNvSpPr/>
                <p:nvPr>
                  <p:custDataLst>
                    <p:tags r:id="rId34"/>
                  </p:custDataLst>
                </p:nvPr>
              </p:nvSpPr>
              <p:spPr bwMode="auto">
                <a:xfrm>
                  <a:off x="-8" y="1369"/>
                  <a:ext cx="2058" cy="555"/>
                </a:xfrm>
                <a:custGeom>
                  <a:avLst/>
                  <a:gdLst>
                    <a:gd name="T0" fmla="*/ 10800 w 21600"/>
                    <a:gd name="T1" fmla="*/ 10800 h 21600"/>
                  </a:gdLst>
                  <a:ahLst/>
                  <a:cxnLst>
                    <a:cxn ang="0">
                      <a:pos x="T0" y="T1"/>
                    </a:cxn>
                  </a:cxnLst>
                  <a:rect l="0" t="0" r="r" b="b"/>
                  <a:pathLst>
                    <a:path w="21600" h="21600">
                      <a:moveTo>
                        <a:pt x="8792" y="0"/>
                      </a:moveTo>
                      <a:lnTo>
                        <a:pt x="0" y="21600"/>
                      </a:lnTo>
                      <a:lnTo>
                        <a:pt x="12808" y="21600"/>
                      </a:lnTo>
                      <a:lnTo>
                        <a:pt x="21600" y="0"/>
                      </a:lnTo>
                      <a:close/>
                      <a:moveTo>
                        <a:pt x="8792" y="0"/>
                      </a:moveTo>
                    </a:path>
                  </a:pathLst>
                </a:custGeom>
                <a:noFill/>
                <a:ln w="12700" cap="flat">
                  <a:solidFill>
                    <a:schemeClr val="tx1"/>
                  </a:solidFill>
                  <a:prstDash val="dashDot"/>
                  <a:miter lim="800000"/>
                  <a:headEnd type="none" w="med" len="med"/>
                  <a:tailEnd type="none" w="med" len="med"/>
                </a:ln>
              </p:spPr>
              <p:txBody>
                <a:bodyPr lIns="0" tIns="0" rIns="0" bIns="0"/>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cs typeface="+mn-cs"/>
                  </a:endParaRPr>
                </a:p>
              </p:txBody>
            </p:sp>
          </p:grpSp>
          <p:sp>
            <p:nvSpPr>
              <p:cNvPr id="103" name="Puzzle1"/>
              <p:cNvSpPr>
                <a:spLocks noEditPoints="1" noChangeArrowheads="1"/>
              </p:cNvSpPr>
              <p:nvPr>
                <p:custDataLst>
                  <p:tags r:id="rId35"/>
                </p:custDataLst>
              </p:nvPr>
            </p:nvSpPr>
            <p:spPr bwMode="auto">
              <a:xfrm rot="1541566">
                <a:off x="882485" y="5120207"/>
                <a:ext cx="1330912" cy="819857"/>
              </a:xfrm>
              <a:custGeom>
                <a:avLst/>
                <a:gdLst>
                  <a:gd name="T0" fmla="*/ 1230313 w 21600"/>
                  <a:gd name="T1" fmla="*/ 780764 h 21600"/>
                  <a:gd name="T2" fmla="*/ 1247658 w 21600"/>
                  <a:gd name="T3" fmla="*/ 19299 h 21600"/>
                  <a:gd name="T4" fmla="*/ 347266 w 21600"/>
                  <a:gd name="T5" fmla="*/ 31708 h 21600"/>
                  <a:gd name="T6" fmla="*/ 370417 w 21600"/>
                  <a:gd name="T7" fmla="*/ 778023 h 21600"/>
                  <a:gd name="T8" fmla="*/ 794558 w 21600"/>
                  <a:gd name="T9" fmla="*/ 477282 h 21600"/>
                  <a:gd name="T10" fmla="*/ 797057 w 21600"/>
                  <a:gd name="T11" fmla="*/ 322781 h 21600"/>
                  <a:gd name="T12" fmla="*/ 1587500 w 21600"/>
                  <a:gd name="T13" fmla="*/ 370417 h 21600"/>
                  <a:gd name="T14" fmla="*/ 4116 w 21600"/>
                  <a:gd name="T15" fmla="*/ 370417 h 21600"/>
                  <a:gd name="T16" fmla="*/ 0 60000 65536"/>
                  <a:gd name="T17" fmla="*/ 0 60000 65536"/>
                  <a:gd name="T18" fmla="*/ 0 60000 65536"/>
                  <a:gd name="T19" fmla="*/ 0 60000 65536"/>
                  <a:gd name="T20" fmla="*/ 0 60000 65536"/>
                  <a:gd name="T21" fmla="*/ 0 60000 65536"/>
                  <a:gd name="T22" fmla="*/ 0 60000 65536"/>
                  <a:gd name="T23" fmla="*/ 0 60000 65536"/>
                  <a:gd name="T24" fmla="*/ 6086 w 21600"/>
                  <a:gd name="T25" fmla="*/ 2569 h 21600"/>
                  <a:gd name="T26" fmla="*/ 16132 w 21600"/>
                  <a:gd name="T27" fmla="*/ 19552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9360" y="20836"/>
                    </a:moveTo>
                    <a:lnTo>
                      <a:pt x="9528" y="20836"/>
                    </a:lnTo>
                    <a:lnTo>
                      <a:pt x="9686" y="20762"/>
                    </a:lnTo>
                    <a:lnTo>
                      <a:pt x="9810" y="20687"/>
                    </a:lnTo>
                    <a:lnTo>
                      <a:pt x="9922" y="20575"/>
                    </a:lnTo>
                    <a:lnTo>
                      <a:pt x="10012" y="20426"/>
                    </a:lnTo>
                    <a:lnTo>
                      <a:pt x="10068" y="20296"/>
                    </a:lnTo>
                    <a:lnTo>
                      <a:pt x="10113" y="20110"/>
                    </a:lnTo>
                    <a:lnTo>
                      <a:pt x="10136" y="19905"/>
                    </a:lnTo>
                    <a:lnTo>
                      <a:pt x="10136" y="19682"/>
                    </a:lnTo>
                    <a:lnTo>
                      <a:pt x="10113" y="19440"/>
                    </a:lnTo>
                    <a:lnTo>
                      <a:pt x="10068" y="19142"/>
                    </a:lnTo>
                    <a:lnTo>
                      <a:pt x="10012" y="18900"/>
                    </a:lnTo>
                    <a:lnTo>
                      <a:pt x="9900" y="18620"/>
                    </a:lnTo>
                    <a:lnTo>
                      <a:pt x="9787" y="18285"/>
                    </a:lnTo>
                    <a:lnTo>
                      <a:pt x="9641" y="17968"/>
                    </a:lnTo>
                    <a:lnTo>
                      <a:pt x="9472" y="17652"/>
                    </a:lnTo>
                    <a:lnTo>
                      <a:pt x="9382" y="17466"/>
                    </a:lnTo>
                    <a:lnTo>
                      <a:pt x="9315" y="17298"/>
                    </a:lnTo>
                    <a:lnTo>
                      <a:pt x="9258" y="17112"/>
                    </a:lnTo>
                    <a:lnTo>
                      <a:pt x="9191" y="16926"/>
                    </a:lnTo>
                    <a:lnTo>
                      <a:pt x="9123" y="16535"/>
                    </a:lnTo>
                    <a:lnTo>
                      <a:pt x="9101" y="16144"/>
                    </a:lnTo>
                    <a:lnTo>
                      <a:pt x="9101" y="15753"/>
                    </a:lnTo>
                    <a:lnTo>
                      <a:pt x="9168" y="15362"/>
                    </a:lnTo>
                    <a:lnTo>
                      <a:pt x="9236" y="14971"/>
                    </a:lnTo>
                    <a:lnTo>
                      <a:pt x="9360" y="14580"/>
                    </a:lnTo>
                    <a:lnTo>
                      <a:pt x="9495" y="14244"/>
                    </a:lnTo>
                    <a:lnTo>
                      <a:pt x="9663" y="13891"/>
                    </a:lnTo>
                    <a:lnTo>
                      <a:pt x="9855" y="13611"/>
                    </a:lnTo>
                    <a:lnTo>
                      <a:pt x="10068" y="13351"/>
                    </a:lnTo>
                    <a:lnTo>
                      <a:pt x="10293" y="13146"/>
                    </a:lnTo>
                    <a:lnTo>
                      <a:pt x="10552" y="12997"/>
                    </a:lnTo>
                    <a:lnTo>
                      <a:pt x="10811" y="12885"/>
                    </a:lnTo>
                    <a:lnTo>
                      <a:pt x="11069" y="12866"/>
                    </a:lnTo>
                    <a:lnTo>
                      <a:pt x="11351" y="12885"/>
                    </a:lnTo>
                    <a:lnTo>
                      <a:pt x="11610" y="12997"/>
                    </a:lnTo>
                    <a:lnTo>
                      <a:pt x="11846" y="13183"/>
                    </a:lnTo>
                    <a:lnTo>
                      <a:pt x="12060" y="13388"/>
                    </a:lnTo>
                    <a:lnTo>
                      <a:pt x="12251" y="13648"/>
                    </a:lnTo>
                    <a:lnTo>
                      <a:pt x="12419" y="13928"/>
                    </a:lnTo>
                    <a:lnTo>
                      <a:pt x="12555" y="14244"/>
                    </a:lnTo>
                    <a:lnTo>
                      <a:pt x="12690" y="14617"/>
                    </a:lnTo>
                    <a:lnTo>
                      <a:pt x="12768" y="15008"/>
                    </a:lnTo>
                    <a:lnTo>
                      <a:pt x="12836" y="15399"/>
                    </a:lnTo>
                    <a:lnTo>
                      <a:pt x="12858" y="15753"/>
                    </a:lnTo>
                    <a:lnTo>
                      <a:pt x="12858" y="16144"/>
                    </a:lnTo>
                    <a:lnTo>
                      <a:pt x="12813" y="16535"/>
                    </a:lnTo>
                    <a:lnTo>
                      <a:pt x="12746" y="16888"/>
                    </a:lnTo>
                    <a:lnTo>
                      <a:pt x="12667" y="17224"/>
                    </a:lnTo>
                    <a:lnTo>
                      <a:pt x="12510" y="17503"/>
                    </a:lnTo>
                    <a:lnTo>
                      <a:pt x="12228" y="18043"/>
                    </a:lnTo>
                    <a:lnTo>
                      <a:pt x="11970" y="18546"/>
                    </a:lnTo>
                    <a:lnTo>
                      <a:pt x="11868" y="18751"/>
                    </a:lnTo>
                    <a:lnTo>
                      <a:pt x="11778" y="18974"/>
                    </a:lnTo>
                    <a:lnTo>
                      <a:pt x="11711" y="19179"/>
                    </a:lnTo>
                    <a:lnTo>
                      <a:pt x="11666" y="19365"/>
                    </a:lnTo>
                    <a:lnTo>
                      <a:pt x="11632" y="19570"/>
                    </a:lnTo>
                    <a:lnTo>
                      <a:pt x="11632" y="19756"/>
                    </a:lnTo>
                    <a:lnTo>
                      <a:pt x="11632" y="19942"/>
                    </a:lnTo>
                    <a:lnTo>
                      <a:pt x="11643" y="20110"/>
                    </a:lnTo>
                    <a:lnTo>
                      <a:pt x="11711" y="20296"/>
                    </a:lnTo>
                    <a:lnTo>
                      <a:pt x="11801" y="20464"/>
                    </a:lnTo>
                    <a:lnTo>
                      <a:pt x="11891" y="20650"/>
                    </a:lnTo>
                    <a:lnTo>
                      <a:pt x="12037" y="20836"/>
                    </a:lnTo>
                    <a:lnTo>
                      <a:pt x="12206" y="21004"/>
                    </a:lnTo>
                    <a:lnTo>
                      <a:pt x="12419" y="21190"/>
                    </a:lnTo>
                    <a:lnTo>
                      <a:pt x="12667" y="21320"/>
                    </a:lnTo>
                    <a:lnTo>
                      <a:pt x="12960" y="21432"/>
                    </a:lnTo>
                    <a:lnTo>
                      <a:pt x="13286" y="21544"/>
                    </a:lnTo>
                    <a:lnTo>
                      <a:pt x="13612" y="21655"/>
                    </a:lnTo>
                    <a:lnTo>
                      <a:pt x="13983" y="21693"/>
                    </a:lnTo>
                    <a:lnTo>
                      <a:pt x="14343" y="21730"/>
                    </a:lnTo>
                    <a:lnTo>
                      <a:pt x="14715" y="21730"/>
                    </a:lnTo>
                    <a:lnTo>
                      <a:pt x="15075" y="21730"/>
                    </a:lnTo>
                    <a:lnTo>
                      <a:pt x="15446" y="21655"/>
                    </a:lnTo>
                    <a:lnTo>
                      <a:pt x="15794" y="21581"/>
                    </a:lnTo>
                    <a:lnTo>
                      <a:pt x="16132" y="21432"/>
                    </a:lnTo>
                    <a:lnTo>
                      <a:pt x="16458" y="21302"/>
                    </a:lnTo>
                    <a:lnTo>
                      <a:pt x="16740" y="21078"/>
                    </a:lnTo>
                    <a:lnTo>
                      <a:pt x="16976" y="20836"/>
                    </a:lnTo>
                    <a:lnTo>
                      <a:pt x="17043" y="20650"/>
                    </a:lnTo>
                    <a:lnTo>
                      <a:pt x="17088" y="20426"/>
                    </a:lnTo>
                    <a:lnTo>
                      <a:pt x="17133" y="20222"/>
                    </a:lnTo>
                    <a:lnTo>
                      <a:pt x="17156" y="19980"/>
                    </a:lnTo>
                    <a:lnTo>
                      <a:pt x="17167" y="19477"/>
                    </a:lnTo>
                    <a:lnTo>
                      <a:pt x="17167" y="18974"/>
                    </a:lnTo>
                    <a:lnTo>
                      <a:pt x="17156" y="18397"/>
                    </a:lnTo>
                    <a:lnTo>
                      <a:pt x="17111" y="17820"/>
                    </a:lnTo>
                    <a:lnTo>
                      <a:pt x="17066" y="17261"/>
                    </a:lnTo>
                    <a:lnTo>
                      <a:pt x="16998" y="16646"/>
                    </a:lnTo>
                    <a:lnTo>
                      <a:pt x="16852" y="15511"/>
                    </a:lnTo>
                    <a:lnTo>
                      <a:pt x="16740" y="14393"/>
                    </a:lnTo>
                    <a:lnTo>
                      <a:pt x="16717" y="13928"/>
                    </a:lnTo>
                    <a:lnTo>
                      <a:pt x="16695" y="13462"/>
                    </a:lnTo>
                    <a:lnTo>
                      <a:pt x="16717" y="13071"/>
                    </a:lnTo>
                    <a:lnTo>
                      <a:pt x="16785" y="12755"/>
                    </a:lnTo>
                    <a:lnTo>
                      <a:pt x="16852" y="12419"/>
                    </a:lnTo>
                    <a:lnTo>
                      <a:pt x="16953" y="12140"/>
                    </a:lnTo>
                    <a:lnTo>
                      <a:pt x="17088" y="11898"/>
                    </a:lnTo>
                    <a:lnTo>
                      <a:pt x="17212" y="11675"/>
                    </a:lnTo>
                    <a:lnTo>
                      <a:pt x="17370" y="11470"/>
                    </a:lnTo>
                    <a:lnTo>
                      <a:pt x="17516" y="11284"/>
                    </a:lnTo>
                    <a:lnTo>
                      <a:pt x="17696" y="11135"/>
                    </a:lnTo>
                    <a:lnTo>
                      <a:pt x="17865" y="11042"/>
                    </a:lnTo>
                    <a:lnTo>
                      <a:pt x="18033" y="10930"/>
                    </a:lnTo>
                    <a:lnTo>
                      <a:pt x="18213" y="10893"/>
                    </a:lnTo>
                    <a:lnTo>
                      <a:pt x="18382" y="10893"/>
                    </a:lnTo>
                    <a:lnTo>
                      <a:pt x="18551" y="10967"/>
                    </a:lnTo>
                    <a:lnTo>
                      <a:pt x="18708" y="11042"/>
                    </a:lnTo>
                    <a:lnTo>
                      <a:pt x="18855" y="11172"/>
                    </a:lnTo>
                    <a:lnTo>
                      <a:pt x="19012" y="11358"/>
                    </a:lnTo>
                    <a:lnTo>
                      <a:pt x="19136" y="11600"/>
                    </a:lnTo>
                    <a:lnTo>
                      <a:pt x="19271" y="11861"/>
                    </a:lnTo>
                    <a:lnTo>
                      <a:pt x="19440" y="12028"/>
                    </a:lnTo>
                    <a:lnTo>
                      <a:pt x="19608" y="12177"/>
                    </a:lnTo>
                    <a:lnTo>
                      <a:pt x="19822" y="12289"/>
                    </a:lnTo>
                    <a:lnTo>
                      <a:pt x="20025" y="12289"/>
                    </a:lnTo>
                    <a:lnTo>
                      <a:pt x="20238" y="12289"/>
                    </a:lnTo>
                    <a:lnTo>
                      <a:pt x="20452" y="12215"/>
                    </a:lnTo>
                    <a:lnTo>
                      <a:pt x="20643" y="12103"/>
                    </a:lnTo>
                    <a:lnTo>
                      <a:pt x="20846" y="11973"/>
                    </a:lnTo>
                    <a:lnTo>
                      <a:pt x="21037" y="11786"/>
                    </a:lnTo>
                    <a:lnTo>
                      <a:pt x="21206" y="11563"/>
                    </a:lnTo>
                    <a:lnTo>
                      <a:pt x="21363" y="11321"/>
                    </a:lnTo>
                    <a:lnTo>
                      <a:pt x="21465" y="11079"/>
                    </a:lnTo>
                    <a:lnTo>
                      <a:pt x="21577" y="10744"/>
                    </a:lnTo>
                    <a:lnTo>
                      <a:pt x="21622" y="10427"/>
                    </a:lnTo>
                    <a:lnTo>
                      <a:pt x="21645" y="10111"/>
                    </a:lnTo>
                    <a:lnTo>
                      <a:pt x="21622" y="9608"/>
                    </a:lnTo>
                    <a:lnTo>
                      <a:pt x="21577" y="9142"/>
                    </a:lnTo>
                    <a:lnTo>
                      <a:pt x="21465" y="8751"/>
                    </a:lnTo>
                    <a:lnTo>
                      <a:pt x="21363" y="8397"/>
                    </a:lnTo>
                    <a:lnTo>
                      <a:pt x="21206" y="8062"/>
                    </a:lnTo>
                    <a:lnTo>
                      <a:pt x="21037" y="7820"/>
                    </a:lnTo>
                    <a:lnTo>
                      <a:pt x="20846" y="7597"/>
                    </a:lnTo>
                    <a:lnTo>
                      <a:pt x="20643" y="7429"/>
                    </a:lnTo>
                    <a:lnTo>
                      <a:pt x="20452" y="7317"/>
                    </a:lnTo>
                    <a:lnTo>
                      <a:pt x="20238" y="7206"/>
                    </a:lnTo>
                    <a:lnTo>
                      <a:pt x="20025" y="7168"/>
                    </a:lnTo>
                    <a:lnTo>
                      <a:pt x="19822" y="7206"/>
                    </a:lnTo>
                    <a:lnTo>
                      <a:pt x="19608" y="7243"/>
                    </a:lnTo>
                    <a:lnTo>
                      <a:pt x="19440" y="7355"/>
                    </a:lnTo>
                    <a:lnTo>
                      <a:pt x="19271" y="7504"/>
                    </a:lnTo>
                    <a:lnTo>
                      <a:pt x="19136" y="7708"/>
                    </a:lnTo>
                    <a:lnTo>
                      <a:pt x="19012" y="7895"/>
                    </a:lnTo>
                    <a:lnTo>
                      <a:pt x="18832" y="8025"/>
                    </a:lnTo>
                    <a:lnTo>
                      <a:pt x="18663" y="8174"/>
                    </a:lnTo>
                    <a:lnTo>
                      <a:pt x="18472" y="8248"/>
                    </a:lnTo>
                    <a:lnTo>
                      <a:pt x="18270" y="8286"/>
                    </a:lnTo>
                    <a:lnTo>
                      <a:pt x="18078" y="8323"/>
                    </a:lnTo>
                    <a:lnTo>
                      <a:pt x="17887" y="8323"/>
                    </a:lnTo>
                    <a:lnTo>
                      <a:pt x="17696" y="8248"/>
                    </a:lnTo>
                    <a:lnTo>
                      <a:pt x="17493" y="8174"/>
                    </a:lnTo>
                    <a:lnTo>
                      <a:pt x="17302" y="8062"/>
                    </a:lnTo>
                    <a:lnTo>
                      <a:pt x="17133" y="7969"/>
                    </a:lnTo>
                    <a:lnTo>
                      <a:pt x="16976" y="7783"/>
                    </a:lnTo>
                    <a:lnTo>
                      <a:pt x="16852" y="7597"/>
                    </a:lnTo>
                    <a:lnTo>
                      <a:pt x="16740" y="7429"/>
                    </a:lnTo>
                    <a:lnTo>
                      <a:pt x="16672" y="7168"/>
                    </a:lnTo>
                    <a:lnTo>
                      <a:pt x="16638" y="6926"/>
                    </a:lnTo>
                    <a:lnTo>
                      <a:pt x="16616" y="6498"/>
                    </a:lnTo>
                    <a:lnTo>
                      <a:pt x="16616" y="5772"/>
                    </a:lnTo>
                    <a:lnTo>
                      <a:pt x="16650" y="4915"/>
                    </a:lnTo>
                    <a:lnTo>
                      <a:pt x="16695" y="3928"/>
                    </a:lnTo>
                    <a:lnTo>
                      <a:pt x="16762" y="2960"/>
                    </a:lnTo>
                    <a:lnTo>
                      <a:pt x="16830" y="1992"/>
                    </a:lnTo>
                    <a:lnTo>
                      <a:pt x="16908" y="1173"/>
                    </a:lnTo>
                    <a:lnTo>
                      <a:pt x="16976" y="521"/>
                    </a:lnTo>
                    <a:lnTo>
                      <a:pt x="16953" y="521"/>
                    </a:lnTo>
                    <a:lnTo>
                      <a:pt x="16931" y="521"/>
                    </a:lnTo>
                    <a:lnTo>
                      <a:pt x="16267" y="484"/>
                    </a:lnTo>
                    <a:lnTo>
                      <a:pt x="15637" y="428"/>
                    </a:lnTo>
                    <a:lnTo>
                      <a:pt x="15063" y="353"/>
                    </a:lnTo>
                    <a:lnTo>
                      <a:pt x="14523" y="279"/>
                    </a:lnTo>
                    <a:lnTo>
                      <a:pt x="14040" y="167"/>
                    </a:lnTo>
                    <a:lnTo>
                      <a:pt x="13635" y="93"/>
                    </a:lnTo>
                    <a:lnTo>
                      <a:pt x="13331" y="18"/>
                    </a:lnTo>
                    <a:lnTo>
                      <a:pt x="13117" y="18"/>
                    </a:lnTo>
                    <a:lnTo>
                      <a:pt x="12982" y="18"/>
                    </a:lnTo>
                    <a:lnTo>
                      <a:pt x="12858" y="130"/>
                    </a:lnTo>
                    <a:lnTo>
                      <a:pt x="12723" y="279"/>
                    </a:lnTo>
                    <a:lnTo>
                      <a:pt x="12622" y="446"/>
                    </a:lnTo>
                    <a:lnTo>
                      <a:pt x="12510" y="670"/>
                    </a:lnTo>
                    <a:lnTo>
                      <a:pt x="12419" y="912"/>
                    </a:lnTo>
                    <a:lnTo>
                      <a:pt x="12363" y="1210"/>
                    </a:lnTo>
                    <a:lnTo>
                      <a:pt x="12318" y="1526"/>
                    </a:lnTo>
                    <a:lnTo>
                      <a:pt x="12273" y="1843"/>
                    </a:lnTo>
                    <a:lnTo>
                      <a:pt x="12251" y="2215"/>
                    </a:lnTo>
                    <a:lnTo>
                      <a:pt x="12273" y="2532"/>
                    </a:lnTo>
                    <a:lnTo>
                      <a:pt x="12318" y="2886"/>
                    </a:lnTo>
                    <a:lnTo>
                      <a:pt x="12386" y="3240"/>
                    </a:lnTo>
                    <a:lnTo>
                      <a:pt x="12464" y="3556"/>
                    </a:lnTo>
                    <a:lnTo>
                      <a:pt x="12577" y="3891"/>
                    </a:lnTo>
                    <a:lnTo>
                      <a:pt x="12746" y="4171"/>
                    </a:lnTo>
                    <a:lnTo>
                      <a:pt x="12926" y="4487"/>
                    </a:lnTo>
                    <a:lnTo>
                      <a:pt x="13050" y="4860"/>
                    </a:lnTo>
                    <a:lnTo>
                      <a:pt x="13162" y="5251"/>
                    </a:lnTo>
                    <a:lnTo>
                      <a:pt x="13218" y="5604"/>
                    </a:lnTo>
                    <a:lnTo>
                      <a:pt x="13263" y="5995"/>
                    </a:lnTo>
                    <a:lnTo>
                      <a:pt x="13241" y="6386"/>
                    </a:lnTo>
                    <a:lnTo>
                      <a:pt x="13218" y="6740"/>
                    </a:lnTo>
                    <a:lnTo>
                      <a:pt x="13139" y="7094"/>
                    </a:lnTo>
                    <a:lnTo>
                      <a:pt x="13050" y="7429"/>
                    </a:lnTo>
                    <a:lnTo>
                      <a:pt x="12903" y="7746"/>
                    </a:lnTo>
                    <a:lnTo>
                      <a:pt x="12723" y="8025"/>
                    </a:lnTo>
                    <a:lnTo>
                      <a:pt x="12532" y="8286"/>
                    </a:lnTo>
                    <a:lnTo>
                      <a:pt x="12318" y="8491"/>
                    </a:lnTo>
                    <a:lnTo>
                      <a:pt x="12060" y="8677"/>
                    </a:lnTo>
                    <a:lnTo>
                      <a:pt x="11756" y="8788"/>
                    </a:lnTo>
                    <a:lnTo>
                      <a:pt x="11452" y="8826"/>
                    </a:lnTo>
                    <a:lnTo>
                      <a:pt x="11283" y="8826"/>
                    </a:lnTo>
                    <a:lnTo>
                      <a:pt x="11126" y="8826"/>
                    </a:lnTo>
                    <a:lnTo>
                      <a:pt x="11002" y="8788"/>
                    </a:lnTo>
                    <a:lnTo>
                      <a:pt x="10845" y="8714"/>
                    </a:lnTo>
                    <a:lnTo>
                      <a:pt x="10721" y="8640"/>
                    </a:lnTo>
                    <a:lnTo>
                      <a:pt x="10608" y="8565"/>
                    </a:lnTo>
                    <a:lnTo>
                      <a:pt x="10485" y="8453"/>
                    </a:lnTo>
                    <a:lnTo>
                      <a:pt x="10372" y="8323"/>
                    </a:lnTo>
                    <a:lnTo>
                      <a:pt x="10181" y="8062"/>
                    </a:lnTo>
                    <a:lnTo>
                      <a:pt x="10035" y="7746"/>
                    </a:lnTo>
                    <a:lnTo>
                      <a:pt x="9900" y="7392"/>
                    </a:lnTo>
                    <a:lnTo>
                      <a:pt x="9787" y="7001"/>
                    </a:lnTo>
                    <a:lnTo>
                      <a:pt x="9731" y="6610"/>
                    </a:lnTo>
                    <a:lnTo>
                      <a:pt x="9686" y="6219"/>
                    </a:lnTo>
                    <a:lnTo>
                      <a:pt x="9663" y="5772"/>
                    </a:lnTo>
                    <a:lnTo>
                      <a:pt x="9686" y="5381"/>
                    </a:lnTo>
                    <a:lnTo>
                      <a:pt x="9753" y="4990"/>
                    </a:lnTo>
                    <a:lnTo>
                      <a:pt x="9832" y="4636"/>
                    </a:lnTo>
                    <a:lnTo>
                      <a:pt x="9945" y="4320"/>
                    </a:lnTo>
                    <a:lnTo>
                      <a:pt x="10068" y="4022"/>
                    </a:lnTo>
                    <a:lnTo>
                      <a:pt x="10203" y="3817"/>
                    </a:lnTo>
                    <a:lnTo>
                      <a:pt x="10316" y="3593"/>
                    </a:lnTo>
                    <a:lnTo>
                      <a:pt x="10395" y="3351"/>
                    </a:lnTo>
                    <a:lnTo>
                      <a:pt x="10462" y="3109"/>
                    </a:lnTo>
                    <a:lnTo>
                      <a:pt x="10507" y="2848"/>
                    </a:lnTo>
                    <a:lnTo>
                      <a:pt x="10530" y="2606"/>
                    </a:lnTo>
                    <a:lnTo>
                      <a:pt x="10507" y="2346"/>
                    </a:lnTo>
                    <a:lnTo>
                      <a:pt x="10462" y="2141"/>
                    </a:lnTo>
                    <a:lnTo>
                      <a:pt x="10395" y="1880"/>
                    </a:lnTo>
                    <a:lnTo>
                      <a:pt x="10293" y="1638"/>
                    </a:lnTo>
                    <a:lnTo>
                      <a:pt x="10158" y="1415"/>
                    </a:lnTo>
                    <a:lnTo>
                      <a:pt x="9967" y="1210"/>
                    </a:lnTo>
                    <a:lnTo>
                      <a:pt x="9753" y="986"/>
                    </a:lnTo>
                    <a:lnTo>
                      <a:pt x="9495" y="819"/>
                    </a:lnTo>
                    <a:lnTo>
                      <a:pt x="9191" y="670"/>
                    </a:lnTo>
                    <a:lnTo>
                      <a:pt x="8842" y="521"/>
                    </a:lnTo>
                    <a:lnTo>
                      <a:pt x="8471" y="446"/>
                    </a:lnTo>
                    <a:lnTo>
                      <a:pt x="7998" y="428"/>
                    </a:lnTo>
                    <a:lnTo>
                      <a:pt x="7413" y="428"/>
                    </a:lnTo>
                    <a:lnTo>
                      <a:pt x="6817" y="446"/>
                    </a:lnTo>
                    <a:lnTo>
                      <a:pt x="6187" y="521"/>
                    </a:lnTo>
                    <a:lnTo>
                      <a:pt x="5602" y="633"/>
                    </a:lnTo>
                    <a:lnTo>
                      <a:pt x="5107" y="744"/>
                    </a:lnTo>
                    <a:lnTo>
                      <a:pt x="4725" y="856"/>
                    </a:lnTo>
                    <a:lnTo>
                      <a:pt x="4848" y="1564"/>
                    </a:lnTo>
                    <a:lnTo>
                      <a:pt x="5028" y="2495"/>
                    </a:lnTo>
                    <a:lnTo>
                      <a:pt x="5175" y="3556"/>
                    </a:lnTo>
                    <a:lnTo>
                      <a:pt x="5298" y="4673"/>
                    </a:lnTo>
                    <a:lnTo>
                      <a:pt x="5343" y="5213"/>
                    </a:lnTo>
                    <a:lnTo>
                      <a:pt x="5388" y="5753"/>
                    </a:lnTo>
                    <a:lnTo>
                      <a:pt x="5411" y="6275"/>
                    </a:lnTo>
                    <a:lnTo>
                      <a:pt x="5411" y="6740"/>
                    </a:lnTo>
                    <a:lnTo>
                      <a:pt x="5366" y="7168"/>
                    </a:lnTo>
                    <a:lnTo>
                      <a:pt x="5321" y="7541"/>
                    </a:lnTo>
                    <a:lnTo>
                      <a:pt x="5287" y="7708"/>
                    </a:lnTo>
                    <a:lnTo>
                      <a:pt x="5242" y="7857"/>
                    </a:lnTo>
                    <a:lnTo>
                      <a:pt x="5197" y="7969"/>
                    </a:lnTo>
                    <a:lnTo>
                      <a:pt x="5130" y="8062"/>
                    </a:lnTo>
                    <a:lnTo>
                      <a:pt x="5006" y="8248"/>
                    </a:lnTo>
                    <a:lnTo>
                      <a:pt x="4848" y="8397"/>
                    </a:lnTo>
                    <a:lnTo>
                      <a:pt x="4725" y="8528"/>
                    </a:lnTo>
                    <a:lnTo>
                      <a:pt x="4567" y="8640"/>
                    </a:lnTo>
                    <a:lnTo>
                      <a:pt x="4421" y="8714"/>
                    </a:lnTo>
                    <a:lnTo>
                      <a:pt x="4263" y="8751"/>
                    </a:lnTo>
                    <a:lnTo>
                      <a:pt x="4095" y="8788"/>
                    </a:lnTo>
                    <a:lnTo>
                      <a:pt x="3948" y="8788"/>
                    </a:lnTo>
                    <a:lnTo>
                      <a:pt x="3791" y="8751"/>
                    </a:lnTo>
                    <a:lnTo>
                      <a:pt x="3667" y="8714"/>
                    </a:lnTo>
                    <a:lnTo>
                      <a:pt x="3510" y="8677"/>
                    </a:lnTo>
                    <a:lnTo>
                      <a:pt x="3386" y="8602"/>
                    </a:lnTo>
                    <a:lnTo>
                      <a:pt x="3251" y="8491"/>
                    </a:lnTo>
                    <a:lnTo>
                      <a:pt x="3127" y="8360"/>
                    </a:lnTo>
                    <a:lnTo>
                      <a:pt x="3015" y="8248"/>
                    </a:lnTo>
                    <a:lnTo>
                      <a:pt x="2925" y="8062"/>
                    </a:lnTo>
                    <a:lnTo>
                      <a:pt x="2778" y="7857"/>
                    </a:lnTo>
                    <a:lnTo>
                      <a:pt x="2610" y="7671"/>
                    </a:lnTo>
                    <a:lnTo>
                      <a:pt x="2407" y="7541"/>
                    </a:lnTo>
                    <a:lnTo>
                      <a:pt x="2171" y="7466"/>
                    </a:lnTo>
                    <a:lnTo>
                      <a:pt x="1957" y="7429"/>
                    </a:lnTo>
                    <a:lnTo>
                      <a:pt x="1698" y="7429"/>
                    </a:lnTo>
                    <a:lnTo>
                      <a:pt x="1462" y="7466"/>
                    </a:lnTo>
                    <a:lnTo>
                      <a:pt x="1226" y="7559"/>
                    </a:lnTo>
                    <a:lnTo>
                      <a:pt x="989" y="7708"/>
                    </a:lnTo>
                    <a:lnTo>
                      <a:pt x="776" y="7932"/>
                    </a:lnTo>
                    <a:lnTo>
                      <a:pt x="551" y="8211"/>
                    </a:lnTo>
                    <a:lnTo>
                      <a:pt x="382" y="8528"/>
                    </a:lnTo>
                    <a:lnTo>
                      <a:pt x="315" y="8714"/>
                    </a:lnTo>
                    <a:lnTo>
                      <a:pt x="236" y="8919"/>
                    </a:lnTo>
                    <a:lnTo>
                      <a:pt x="191" y="9142"/>
                    </a:lnTo>
                    <a:lnTo>
                      <a:pt x="123" y="9347"/>
                    </a:lnTo>
                    <a:lnTo>
                      <a:pt x="78" y="9608"/>
                    </a:lnTo>
                    <a:lnTo>
                      <a:pt x="56" y="9887"/>
                    </a:lnTo>
                    <a:lnTo>
                      <a:pt x="33" y="10185"/>
                    </a:lnTo>
                    <a:lnTo>
                      <a:pt x="33" y="10464"/>
                    </a:lnTo>
                    <a:lnTo>
                      <a:pt x="33" y="10706"/>
                    </a:lnTo>
                    <a:lnTo>
                      <a:pt x="56" y="10967"/>
                    </a:lnTo>
                    <a:lnTo>
                      <a:pt x="78" y="11172"/>
                    </a:lnTo>
                    <a:lnTo>
                      <a:pt x="123" y="11395"/>
                    </a:lnTo>
                    <a:lnTo>
                      <a:pt x="168" y="11600"/>
                    </a:lnTo>
                    <a:lnTo>
                      <a:pt x="236" y="11786"/>
                    </a:lnTo>
                    <a:lnTo>
                      <a:pt x="292" y="11973"/>
                    </a:lnTo>
                    <a:lnTo>
                      <a:pt x="382" y="12140"/>
                    </a:lnTo>
                    <a:lnTo>
                      <a:pt x="540" y="12419"/>
                    </a:lnTo>
                    <a:lnTo>
                      <a:pt x="731" y="12680"/>
                    </a:lnTo>
                    <a:lnTo>
                      <a:pt x="944" y="12866"/>
                    </a:lnTo>
                    <a:lnTo>
                      <a:pt x="1158" y="12997"/>
                    </a:lnTo>
                    <a:lnTo>
                      <a:pt x="1395" y="13108"/>
                    </a:lnTo>
                    <a:lnTo>
                      <a:pt x="1608" y="13183"/>
                    </a:lnTo>
                    <a:lnTo>
                      <a:pt x="1856" y="13183"/>
                    </a:lnTo>
                    <a:lnTo>
                      <a:pt x="2070" y="13146"/>
                    </a:lnTo>
                    <a:lnTo>
                      <a:pt x="2261" y="13071"/>
                    </a:lnTo>
                    <a:lnTo>
                      <a:pt x="2430" y="12960"/>
                    </a:lnTo>
                    <a:lnTo>
                      <a:pt x="2587" y="12792"/>
                    </a:lnTo>
                    <a:lnTo>
                      <a:pt x="2688" y="12606"/>
                    </a:lnTo>
                    <a:lnTo>
                      <a:pt x="2801" y="12419"/>
                    </a:lnTo>
                    <a:lnTo>
                      <a:pt x="2925" y="12289"/>
                    </a:lnTo>
                    <a:lnTo>
                      <a:pt x="3082" y="12177"/>
                    </a:lnTo>
                    <a:lnTo>
                      <a:pt x="3228" y="12103"/>
                    </a:lnTo>
                    <a:lnTo>
                      <a:pt x="3408" y="12103"/>
                    </a:lnTo>
                    <a:lnTo>
                      <a:pt x="3577" y="12103"/>
                    </a:lnTo>
                    <a:lnTo>
                      <a:pt x="3723" y="12177"/>
                    </a:lnTo>
                    <a:lnTo>
                      <a:pt x="3903" y="12252"/>
                    </a:lnTo>
                    <a:lnTo>
                      <a:pt x="4072" y="12364"/>
                    </a:lnTo>
                    <a:lnTo>
                      <a:pt x="4230" y="12494"/>
                    </a:lnTo>
                    <a:lnTo>
                      <a:pt x="4353" y="12643"/>
                    </a:lnTo>
                    <a:lnTo>
                      <a:pt x="4488" y="12829"/>
                    </a:lnTo>
                    <a:lnTo>
                      <a:pt x="4567" y="13034"/>
                    </a:lnTo>
                    <a:lnTo>
                      <a:pt x="4657" y="13257"/>
                    </a:lnTo>
                    <a:lnTo>
                      <a:pt x="4702" y="13462"/>
                    </a:lnTo>
                    <a:lnTo>
                      <a:pt x="4725" y="13686"/>
                    </a:lnTo>
                    <a:lnTo>
                      <a:pt x="4702" y="14282"/>
                    </a:lnTo>
                    <a:lnTo>
                      <a:pt x="4657" y="15045"/>
                    </a:lnTo>
                    <a:lnTo>
                      <a:pt x="4612" y="15976"/>
                    </a:lnTo>
                    <a:lnTo>
                      <a:pt x="4590" y="16926"/>
                    </a:lnTo>
                    <a:lnTo>
                      <a:pt x="4567" y="17968"/>
                    </a:lnTo>
                    <a:lnTo>
                      <a:pt x="4567" y="19011"/>
                    </a:lnTo>
                    <a:lnTo>
                      <a:pt x="4590" y="19514"/>
                    </a:lnTo>
                    <a:lnTo>
                      <a:pt x="4612" y="19980"/>
                    </a:lnTo>
                    <a:lnTo>
                      <a:pt x="4657" y="20426"/>
                    </a:lnTo>
                    <a:lnTo>
                      <a:pt x="4725" y="20836"/>
                    </a:lnTo>
                    <a:lnTo>
                      <a:pt x="4848" y="20929"/>
                    </a:lnTo>
                    <a:lnTo>
                      <a:pt x="5040" y="21004"/>
                    </a:lnTo>
                    <a:lnTo>
                      <a:pt x="5265" y="21078"/>
                    </a:lnTo>
                    <a:lnTo>
                      <a:pt x="5478" y="21115"/>
                    </a:lnTo>
                    <a:lnTo>
                      <a:pt x="6041" y="21115"/>
                    </a:lnTo>
                    <a:lnTo>
                      <a:pt x="6637" y="21078"/>
                    </a:lnTo>
                    <a:lnTo>
                      <a:pt x="7312" y="21004"/>
                    </a:lnTo>
                    <a:lnTo>
                      <a:pt x="7998" y="20929"/>
                    </a:lnTo>
                    <a:lnTo>
                      <a:pt x="8696" y="20855"/>
                    </a:lnTo>
                    <a:lnTo>
                      <a:pt x="9360" y="20836"/>
                    </a:lnTo>
                    <a:close/>
                  </a:path>
                </a:pathLst>
              </a:custGeom>
              <a:solidFill>
                <a:schemeClr val="accent5">
                  <a:lumMod val="60000"/>
                  <a:lumOff val="40000"/>
                </a:schemeClr>
              </a:solidFill>
              <a:ln w="6350">
                <a:noFill/>
                <a:miter lim="800000"/>
              </a:ln>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数据不准确</a:t>
                </a:r>
                <a:endParaRPr kumimoji="0" lang="zh-CN" altLang="en-US" sz="1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p:txBody>
          </p:sp>
          <p:sp>
            <p:nvSpPr>
              <p:cNvPr id="104" name="Puzzle3"/>
              <p:cNvSpPr>
                <a:spLocks noEditPoints="1" noChangeArrowheads="1"/>
              </p:cNvSpPr>
              <p:nvPr>
                <p:custDataLst>
                  <p:tags r:id="rId36"/>
                </p:custDataLst>
              </p:nvPr>
            </p:nvSpPr>
            <p:spPr bwMode="auto">
              <a:xfrm rot="5023116">
                <a:off x="2163353" y="4232738"/>
                <a:ext cx="782462" cy="1165335"/>
              </a:xfrm>
              <a:custGeom>
                <a:avLst/>
                <a:gdLst>
                  <a:gd name="T0" fmla="*/ 472724 w 21600"/>
                  <a:gd name="T1" fmla="*/ 841047 h 21600"/>
                  <a:gd name="T2" fmla="*/ 934939 w 21600"/>
                  <a:gd name="T3" fmla="*/ 1122106 h 21600"/>
                  <a:gd name="T4" fmla="*/ 599606 w 21600"/>
                  <a:gd name="T5" fmla="*/ 734360 h 21600"/>
                  <a:gd name="T6" fmla="*/ 934939 w 21600"/>
                  <a:gd name="T7" fmla="*/ 373805 h 21600"/>
                  <a:gd name="T8" fmla="*/ 477683 w 21600"/>
                  <a:gd name="T9" fmla="*/ 2767 h 21600"/>
                  <a:gd name="T10" fmla="*/ 31482 w 21600"/>
                  <a:gd name="T11" fmla="*/ 361939 h 21600"/>
                  <a:gd name="T12" fmla="*/ 366860 w 21600"/>
                  <a:gd name="T13" fmla="*/ 719727 h 21600"/>
                  <a:gd name="T14" fmla="*/ 31482 w 21600"/>
                  <a:gd name="T15" fmla="*/ 1122106 h 21600"/>
                  <a:gd name="T16" fmla="*/ 0 60000 65536"/>
                  <a:gd name="T17" fmla="*/ 0 60000 65536"/>
                  <a:gd name="T18" fmla="*/ 0 60000 65536"/>
                  <a:gd name="T19" fmla="*/ 0 60000 65536"/>
                  <a:gd name="T20" fmla="*/ 0 60000 65536"/>
                  <a:gd name="T21" fmla="*/ 0 60000 65536"/>
                  <a:gd name="T22" fmla="*/ 0 60000 65536"/>
                  <a:gd name="T23" fmla="*/ 0 60000 65536"/>
                  <a:gd name="T24" fmla="*/ 2273 w 21600"/>
                  <a:gd name="T25" fmla="*/ 7719 h 21600"/>
                  <a:gd name="T26" fmla="*/ 19149 w 21600"/>
                  <a:gd name="T27" fmla="*/ 20237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6625" y="20892"/>
                    </a:moveTo>
                    <a:lnTo>
                      <a:pt x="7105" y="21023"/>
                    </a:lnTo>
                    <a:lnTo>
                      <a:pt x="7513" y="21088"/>
                    </a:lnTo>
                    <a:lnTo>
                      <a:pt x="7922" y="21115"/>
                    </a:lnTo>
                    <a:lnTo>
                      <a:pt x="8242" y="21115"/>
                    </a:lnTo>
                    <a:lnTo>
                      <a:pt x="8544" y="21062"/>
                    </a:lnTo>
                    <a:lnTo>
                      <a:pt x="8810" y="20997"/>
                    </a:lnTo>
                    <a:lnTo>
                      <a:pt x="9023" y="20892"/>
                    </a:lnTo>
                    <a:lnTo>
                      <a:pt x="9148" y="20761"/>
                    </a:lnTo>
                    <a:lnTo>
                      <a:pt x="9290" y="20616"/>
                    </a:lnTo>
                    <a:lnTo>
                      <a:pt x="9361" y="20459"/>
                    </a:lnTo>
                    <a:lnTo>
                      <a:pt x="9396" y="20289"/>
                    </a:lnTo>
                    <a:lnTo>
                      <a:pt x="9396" y="20092"/>
                    </a:lnTo>
                    <a:lnTo>
                      <a:pt x="9325" y="19909"/>
                    </a:lnTo>
                    <a:lnTo>
                      <a:pt x="9219" y="19738"/>
                    </a:lnTo>
                    <a:lnTo>
                      <a:pt x="9094" y="19555"/>
                    </a:lnTo>
                    <a:lnTo>
                      <a:pt x="8917" y="19384"/>
                    </a:lnTo>
                    <a:lnTo>
                      <a:pt x="8650" y="19162"/>
                    </a:lnTo>
                    <a:lnTo>
                      <a:pt x="8437" y="18900"/>
                    </a:lnTo>
                    <a:lnTo>
                      <a:pt x="8277" y="18624"/>
                    </a:lnTo>
                    <a:lnTo>
                      <a:pt x="8135" y="18349"/>
                    </a:lnTo>
                    <a:lnTo>
                      <a:pt x="8028" y="18048"/>
                    </a:lnTo>
                    <a:lnTo>
                      <a:pt x="7993" y="17746"/>
                    </a:lnTo>
                    <a:lnTo>
                      <a:pt x="7993" y="17471"/>
                    </a:lnTo>
                    <a:lnTo>
                      <a:pt x="8028" y="17169"/>
                    </a:lnTo>
                    <a:lnTo>
                      <a:pt x="8135" y="16920"/>
                    </a:lnTo>
                    <a:lnTo>
                      <a:pt x="8277" y="16671"/>
                    </a:lnTo>
                    <a:lnTo>
                      <a:pt x="8366" y="16540"/>
                    </a:lnTo>
                    <a:lnTo>
                      <a:pt x="8473" y="16409"/>
                    </a:lnTo>
                    <a:lnTo>
                      <a:pt x="8615" y="16317"/>
                    </a:lnTo>
                    <a:lnTo>
                      <a:pt x="8739" y="16213"/>
                    </a:lnTo>
                    <a:lnTo>
                      <a:pt x="8881" y="16134"/>
                    </a:lnTo>
                    <a:lnTo>
                      <a:pt x="9059" y="16055"/>
                    </a:lnTo>
                    <a:lnTo>
                      <a:pt x="9254" y="15990"/>
                    </a:lnTo>
                    <a:lnTo>
                      <a:pt x="9432" y="15911"/>
                    </a:lnTo>
                    <a:lnTo>
                      <a:pt x="9663" y="15885"/>
                    </a:lnTo>
                    <a:lnTo>
                      <a:pt x="9876" y="15833"/>
                    </a:lnTo>
                    <a:lnTo>
                      <a:pt x="10142" y="15806"/>
                    </a:lnTo>
                    <a:lnTo>
                      <a:pt x="10391" y="15806"/>
                    </a:lnTo>
                    <a:lnTo>
                      <a:pt x="10728" y="15806"/>
                    </a:lnTo>
                    <a:lnTo>
                      <a:pt x="10995" y="15806"/>
                    </a:lnTo>
                    <a:lnTo>
                      <a:pt x="11279" y="15833"/>
                    </a:lnTo>
                    <a:lnTo>
                      <a:pt x="11546" y="15885"/>
                    </a:lnTo>
                    <a:lnTo>
                      <a:pt x="11776" y="15937"/>
                    </a:lnTo>
                    <a:lnTo>
                      <a:pt x="12025" y="15990"/>
                    </a:lnTo>
                    <a:lnTo>
                      <a:pt x="12221" y="16055"/>
                    </a:lnTo>
                    <a:lnTo>
                      <a:pt x="12434" y="16134"/>
                    </a:lnTo>
                    <a:lnTo>
                      <a:pt x="12611" y="16213"/>
                    </a:lnTo>
                    <a:lnTo>
                      <a:pt x="12771" y="16317"/>
                    </a:lnTo>
                    <a:lnTo>
                      <a:pt x="12913" y="16409"/>
                    </a:lnTo>
                    <a:lnTo>
                      <a:pt x="13038" y="16514"/>
                    </a:lnTo>
                    <a:lnTo>
                      <a:pt x="13251" y="16737"/>
                    </a:lnTo>
                    <a:lnTo>
                      <a:pt x="13428" y="16986"/>
                    </a:lnTo>
                    <a:lnTo>
                      <a:pt x="13517" y="17248"/>
                    </a:lnTo>
                    <a:lnTo>
                      <a:pt x="13588" y="17523"/>
                    </a:lnTo>
                    <a:lnTo>
                      <a:pt x="13588" y="17799"/>
                    </a:lnTo>
                    <a:lnTo>
                      <a:pt x="13517" y="18074"/>
                    </a:lnTo>
                    <a:lnTo>
                      <a:pt x="13428" y="18323"/>
                    </a:lnTo>
                    <a:lnTo>
                      <a:pt x="13286" y="18572"/>
                    </a:lnTo>
                    <a:lnTo>
                      <a:pt x="13109" y="18808"/>
                    </a:lnTo>
                    <a:lnTo>
                      <a:pt x="12878" y="19031"/>
                    </a:lnTo>
                    <a:lnTo>
                      <a:pt x="12434" y="19411"/>
                    </a:lnTo>
                    <a:lnTo>
                      <a:pt x="12132" y="19738"/>
                    </a:lnTo>
                    <a:lnTo>
                      <a:pt x="12025" y="19856"/>
                    </a:lnTo>
                    <a:lnTo>
                      <a:pt x="11919" y="20014"/>
                    </a:lnTo>
                    <a:lnTo>
                      <a:pt x="11883" y="20132"/>
                    </a:lnTo>
                    <a:lnTo>
                      <a:pt x="11883" y="20263"/>
                    </a:lnTo>
                    <a:lnTo>
                      <a:pt x="11883" y="20394"/>
                    </a:lnTo>
                    <a:lnTo>
                      <a:pt x="11954" y="20485"/>
                    </a:lnTo>
                    <a:lnTo>
                      <a:pt x="12061" y="20590"/>
                    </a:lnTo>
                    <a:lnTo>
                      <a:pt x="12185" y="20695"/>
                    </a:lnTo>
                    <a:lnTo>
                      <a:pt x="12327" y="20787"/>
                    </a:lnTo>
                    <a:lnTo>
                      <a:pt x="12540" y="20892"/>
                    </a:lnTo>
                    <a:lnTo>
                      <a:pt x="12771" y="20997"/>
                    </a:lnTo>
                    <a:lnTo>
                      <a:pt x="13073" y="21088"/>
                    </a:lnTo>
                    <a:lnTo>
                      <a:pt x="13428" y="21193"/>
                    </a:lnTo>
                    <a:lnTo>
                      <a:pt x="13873" y="21298"/>
                    </a:lnTo>
                    <a:lnTo>
                      <a:pt x="14317" y="21390"/>
                    </a:lnTo>
                    <a:lnTo>
                      <a:pt x="14778" y="21468"/>
                    </a:lnTo>
                    <a:lnTo>
                      <a:pt x="15294" y="21547"/>
                    </a:lnTo>
                    <a:lnTo>
                      <a:pt x="15809" y="21600"/>
                    </a:lnTo>
                    <a:lnTo>
                      <a:pt x="16359" y="21652"/>
                    </a:lnTo>
                    <a:lnTo>
                      <a:pt x="16875" y="21678"/>
                    </a:lnTo>
                    <a:lnTo>
                      <a:pt x="17407" y="21678"/>
                    </a:lnTo>
                    <a:lnTo>
                      <a:pt x="17958" y="21678"/>
                    </a:lnTo>
                    <a:lnTo>
                      <a:pt x="18473" y="21652"/>
                    </a:lnTo>
                    <a:lnTo>
                      <a:pt x="18953" y="21573"/>
                    </a:lnTo>
                    <a:lnTo>
                      <a:pt x="19397" y="21495"/>
                    </a:lnTo>
                    <a:lnTo>
                      <a:pt x="19841" y="21390"/>
                    </a:lnTo>
                    <a:lnTo>
                      <a:pt x="20214" y="21272"/>
                    </a:lnTo>
                    <a:lnTo>
                      <a:pt x="20551" y="21088"/>
                    </a:lnTo>
                    <a:lnTo>
                      <a:pt x="20480" y="20787"/>
                    </a:lnTo>
                    <a:lnTo>
                      <a:pt x="20409" y="20485"/>
                    </a:lnTo>
                    <a:lnTo>
                      <a:pt x="20356" y="20158"/>
                    </a:lnTo>
                    <a:lnTo>
                      <a:pt x="20356" y="19804"/>
                    </a:lnTo>
                    <a:lnTo>
                      <a:pt x="20321" y="19083"/>
                    </a:lnTo>
                    <a:lnTo>
                      <a:pt x="20356" y="18349"/>
                    </a:lnTo>
                    <a:lnTo>
                      <a:pt x="20409" y="17641"/>
                    </a:lnTo>
                    <a:lnTo>
                      <a:pt x="20480" y="17012"/>
                    </a:lnTo>
                    <a:lnTo>
                      <a:pt x="20551" y="16488"/>
                    </a:lnTo>
                    <a:lnTo>
                      <a:pt x="20551" y="16055"/>
                    </a:lnTo>
                    <a:lnTo>
                      <a:pt x="20551" y="15911"/>
                    </a:lnTo>
                    <a:lnTo>
                      <a:pt x="20445" y="15754"/>
                    </a:lnTo>
                    <a:lnTo>
                      <a:pt x="20356" y="15610"/>
                    </a:lnTo>
                    <a:lnTo>
                      <a:pt x="20178" y="15452"/>
                    </a:lnTo>
                    <a:lnTo>
                      <a:pt x="20001" y="15334"/>
                    </a:lnTo>
                    <a:lnTo>
                      <a:pt x="19770" y="15230"/>
                    </a:lnTo>
                    <a:lnTo>
                      <a:pt x="19521" y="15125"/>
                    </a:lnTo>
                    <a:lnTo>
                      <a:pt x="19290" y="15059"/>
                    </a:lnTo>
                    <a:lnTo>
                      <a:pt x="19024" y="15007"/>
                    </a:lnTo>
                    <a:lnTo>
                      <a:pt x="18740" y="14954"/>
                    </a:lnTo>
                    <a:lnTo>
                      <a:pt x="18509" y="14954"/>
                    </a:lnTo>
                    <a:lnTo>
                      <a:pt x="18225" y="14954"/>
                    </a:lnTo>
                    <a:lnTo>
                      <a:pt x="17994" y="15007"/>
                    </a:lnTo>
                    <a:lnTo>
                      <a:pt x="17763" y="15085"/>
                    </a:lnTo>
                    <a:lnTo>
                      <a:pt x="17550" y="15177"/>
                    </a:lnTo>
                    <a:lnTo>
                      <a:pt x="17372" y="15308"/>
                    </a:lnTo>
                    <a:lnTo>
                      <a:pt x="17176" y="15426"/>
                    </a:lnTo>
                    <a:lnTo>
                      <a:pt x="16928" y="15557"/>
                    </a:lnTo>
                    <a:lnTo>
                      <a:pt x="16661" y="15636"/>
                    </a:lnTo>
                    <a:lnTo>
                      <a:pt x="16359" y="15688"/>
                    </a:lnTo>
                    <a:lnTo>
                      <a:pt x="16022" y="15715"/>
                    </a:lnTo>
                    <a:lnTo>
                      <a:pt x="15667" y="15688"/>
                    </a:lnTo>
                    <a:lnTo>
                      <a:pt x="15294" y="15662"/>
                    </a:lnTo>
                    <a:lnTo>
                      <a:pt x="14956" y="15583"/>
                    </a:lnTo>
                    <a:lnTo>
                      <a:pt x="14619" y="15479"/>
                    </a:lnTo>
                    <a:lnTo>
                      <a:pt x="14281" y="15334"/>
                    </a:lnTo>
                    <a:lnTo>
                      <a:pt x="13961" y="15177"/>
                    </a:lnTo>
                    <a:lnTo>
                      <a:pt x="13695" y="14981"/>
                    </a:lnTo>
                    <a:lnTo>
                      <a:pt x="13588" y="14850"/>
                    </a:lnTo>
                    <a:lnTo>
                      <a:pt x="13482" y="14732"/>
                    </a:lnTo>
                    <a:lnTo>
                      <a:pt x="13393" y="14600"/>
                    </a:lnTo>
                    <a:lnTo>
                      <a:pt x="13322" y="14456"/>
                    </a:lnTo>
                    <a:lnTo>
                      <a:pt x="13251" y="14299"/>
                    </a:lnTo>
                    <a:lnTo>
                      <a:pt x="13215" y="14155"/>
                    </a:lnTo>
                    <a:lnTo>
                      <a:pt x="13180" y="13971"/>
                    </a:lnTo>
                    <a:lnTo>
                      <a:pt x="13180" y="13801"/>
                    </a:lnTo>
                    <a:lnTo>
                      <a:pt x="13180" y="13591"/>
                    </a:lnTo>
                    <a:lnTo>
                      <a:pt x="13215" y="13395"/>
                    </a:lnTo>
                    <a:lnTo>
                      <a:pt x="13251" y="13198"/>
                    </a:lnTo>
                    <a:lnTo>
                      <a:pt x="13322" y="13015"/>
                    </a:lnTo>
                    <a:lnTo>
                      <a:pt x="13393" y="12870"/>
                    </a:lnTo>
                    <a:lnTo>
                      <a:pt x="13482" y="12713"/>
                    </a:lnTo>
                    <a:lnTo>
                      <a:pt x="13588" y="12569"/>
                    </a:lnTo>
                    <a:lnTo>
                      <a:pt x="13730" y="12438"/>
                    </a:lnTo>
                    <a:lnTo>
                      <a:pt x="13997" y="12215"/>
                    </a:lnTo>
                    <a:lnTo>
                      <a:pt x="14334" y="12005"/>
                    </a:lnTo>
                    <a:lnTo>
                      <a:pt x="14690" y="11861"/>
                    </a:lnTo>
                    <a:lnTo>
                      <a:pt x="15063" y="11756"/>
                    </a:lnTo>
                    <a:lnTo>
                      <a:pt x="15436" y="11678"/>
                    </a:lnTo>
                    <a:lnTo>
                      <a:pt x="15809" y="11638"/>
                    </a:lnTo>
                    <a:lnTo>
                      <a:pt x="16182" y="11638"/>
                    </a:lnTo>
                    <a:lnTo>
                      <a:pt x="16555" y="11678"/>
                    </a:lnTo>
                    <a:lnTo>
                      <a:pt x="16910" y="11730"/>
                    </a:lnTo>
                    <a:lnTo>
                      <a:pt x="17248" y="11835"/>
                    </a:lnTo>
                    <a:lnTo>
                      <a:pt x="17514" y="11966"/>
                    </a:lnTo>
                    <a:lnTo>
                      <a:pt x="17763" y="12110"/>
                    </a:lnTo>
                    <a:lnTo>
                      <a:pt x="17887" y="12215"/>
                    </a:lnTo>
                    <a:lnTo>
                      <a:pt x="18065" y="12307"/>
                    </a:lnTo>
                    <a:lnTo>
                      <a:pt x="18260" y="12412"/>
                    </a:lnTo>
                    <a:lnTo>
                      <a:pt x="18438" y="12464"/>
                    </a:lnTo>
                    <a:lnTo>
                      <a:pt x="18669" y="12543"/>
                    </a:lnTo>
                    <a:lnTo>
                      <a:pt x="18882" y="12569"/>
                    </a:lnTo>
                    <a:lnTo>
                      <a:pt x="19113" y="12595"/>
                    </a:lnTo>
                    <a:lnTo>
                      <a:pt x="19361" y="12608"/>
                    </a:lnTo>
                    <a:lnTo>
                      <a:pt x="19592" y="12608"/>
                    </a:lnTo>
                    <a:lnTo>
                      <a:pt x="19841" y="12595"/>
                    </a:lnTo>
                    <a:lnTo>
                      <a:pt x="20072" y="12543"/>
                    </a:lnTo>
                    <a:lnTo>
                      <a:pt x="20321" y="12490"/>
                    </a:lnTo>
                    <a:lnTo>
                      <a:pt x="20551" y="12438"/>
                    </a:lnTo>
                    <a:lnTo>
                      <a:pt x="20800" y="12333"/>
                    </a:lnTo>
                    <a:lnTo>
                      <a:pt x="20996" y="12241"/>
                    </a:lnTo>
                    <a:lnTo>
                      <a:pt x="21244" y="12110"/>
                    </a:lnTo>
                    <a:lnTo>
                      <a:pt x="21298" y="12032"/>
                    </a:lnTo>
                    <a:lnTo>
                      <a:pt x="21404" y="11966"/>
                    </a:lnTo>
                    <a:lnTo>
                      <a:pt x="21475" y="11861"/>
                    </a:lnTo>
                    <a:lnTo>
                      <a:pt x="21511" y="11730"/>
                    </a:lnTo>
                    <a:lnTo>
                      <a:pt x="21617" y="11481"/>
                    </a:lnTo>
                    <a:lnTo>
                      <a:pt x="21653" y="11180"/>
                    </a:lnTo>
                    <a:lnTo>
                      <a:pt x="21653" y="10826"/>
                    </a:lnTo>
                    <a:lnTo>
                      <a:pt x="21653" y="10472"/>
                    </a:lnTo>
                    <a:lnTo>
                      <a:pt x="21582" y="10092"/>
                    </a:lnTo>
                    <a:lnTo>
                      <a:pt x="21511" y="9725"/>
                    </a:lnTo>
                    <a:lnTo>
                      <a:pt x="21298" y="8912"/>
                    </a:lnTo>
                    <a:lnTo>
                      <a:pt x="21067" y="8191"/>
                    </a:lnTo>
                    <a:lnTo>
                      <a:pt x="20800" y="7536"/>
                    </a:lnTo>
                    <a:lnTo>
                      <a:pt x="20551" y="7025"/>
                    </a:lnTo>
                    <a:lnTo>
                      <a:pt x="20001" y="7103"/>
                    </a:lnTo>
                    <a:lnTo>
                      <a:pt x="19432" y="7156"/>
                    </a:lnTo>
                    <a:lnTo>
                      <a:pt x="18846" y="7208"/>
                    </a:lnTo>
                    <a:lnTo>
                      <a:pt x="18225" y="7208"/>
                    </a:lnTo>
                    <a:lnTo>
                      <a:pt x="17656" y="7208"/>
                    </a:lnTo>
                    <a:lnTo>
                      <a:pt x="17070" y="7182"/>
                    </a:lnTo>
                    <a:lnTo>
                      <a:pt x="16484" y="7156"/>
                    </a:lnTo>
                    <a:lnTo>
                      <a:pt x="15986" y="7103"/>
                    </a:lnTo>
                    <a:lnTo>
                      <a:pt x="14992" y="6999"/>
                    </a:lnTo>
                    <a:lnTo>
                      <a:pt x="14210" y="6907"/>
                    </a:lnTo>
                    <a:lnTo>
                      <a:pt x="13695" y="6828"/>
                    </a:lnTo>
                    <a:lnTo>
                      <a:pt x="13517" y="6802"/>
                    </a:lnTo>
                    <a:lnTo>
                      <a:pt x="13073" y="6645"/>
                    </a:lnTo>
                    <a:lnTo>
                      <a:pt x="12700" y="6474"/>
                    </a:lnTo>
                    <a:lnTo>
                      <a:pt x="12363" y="6304"/>
                    </a:lnTo>
                    <a:lnTo>
                      <a:pt x="12132" y="6094"/>
                    </a:lnTo>
                    <a:lnTo>
                      <a:pt x="11919" y="5871"/>
                    </a:lnTo>
                    <a:lnTo>
                      <a:pt x="11776" y="5649"/>
                    </a:lnTo>
                    <a:lnTo>
                      <a:pt x="11688" y="5413"/>
                    </a:lnTo>
                    <a:lnTo>
                      <a:pt x="11617" y="5190"/>
                    </a:lnTo>
                    <a:lnTo>
                      <a:pt x="11617" y="4941"/>
                    </a:lnTo>
                    <a:lnTo>
                      <a:pt x="11652" y="4718"/>
                    </a:lnTo>
                    <a:lnTo>
                      <a:pt x="11723" y="4482"/>
                    </a:lnTo>
                    <a:lnTo>
                      <a:pt x="11812" y="4285"/>
                    </a:lnTo>
                    <a:lnTo>
                      <a:pt x="11919" y="4089"/>
                    </a:lnTo>
                    <a:lnTo>
                      <a:pt x="12096" y="3905"/>
                    </a:lnTo>
                    <a:lnTo>
                      <a:pt x="12292" y="3735"/>
                    </a:lnTo>
                    <a:lnTo>
                      <a:pt x="12505" y="3604"/>
                    </a:lnTo>
                    <a:lnTo>
                      <a:pt x="12700" y="3460"/>
                    </a:lnTo>
                    <a:lnTo>
                      <a:pt x="12878" y="3250"/>
                    </a:lnTo>
                    <a:lnTo>
                      <a:pt x="13038" y="3027"/>
                    </a:lnTo>
                    <a:lnTo>
                      <a:pt x="13180" y="2752"/>
                    </a:lnTo>
                    <a:lnTo>
                      <a:pt x="13286" y="2477"/>
                    </a:lnTo>
                    <a:lnTo>
                      <a:pt x="13322" y="2175"/>
                    </a:lnTo>
                    <a:lnTo>
                      <a:pt x="13357" y="1874"/>
                    </a:lnTo>
                    <a:lnTo>
                      <a:pt x="13286" y="1572"/>
                    </a:lnTo>
                    <a:lnTo>
                      <a:pt x="13180" y="1271"/>
                    </a:lnTo>
                    <a:lnTo>
                      <a:pt x="13038" y="983"/>
                    </a:lnTo>
                    <a:lnTo>
                      <a:pt x="12949" y="865"/>
                    </a:lnTo>
                    <a:lnTo>
                      <a:pt x="12807" y="733"/>
                    </a:lnTo>
                    <a:lnTo>
                      <a:pt x="12665" y="616"/>
                    </a:lnTo>
                    <a:lnTo>
                      <a:pt x="12505" y="511"/>
                    </a:lnTo>
                    <a:lnTo>
                      <a:pt x="12327" y="406"/>
                    </a:lnTo>
                    <a:lnTo>
                      <a:pt x="12132" y="314"/>
                    </a:lnTo>
                    <a:lnTo>
                      <a:pt x="11883" y="235"/>
                    </a:lnTo>
                    <a:lnTo>
                      <a:pt x="11652" y="183"/>
                    </a:lnTo>
                    <a:lnTo>
                      <a:pt x="11368" y="104"/>
                    </a:lnTo>
                    <a:lnTo>
                      <a:pt x="11101" y="78"/>
                    </a:lnTo>
                    <a:lnTo>
                      <a:pt x="10800" y="52"/>
                    </a:lnTo>
                    <a:lnTo>
                      <a:pt x="10444" y="52"/>
                    </a:lnTo>
                    <a:lnTo>
                      <a:pt x="10142" y="52"/>
                    </a:lnTo>
                    <a:lnTo>
                      <a:pt x="9840" y="78"/>
                    </a:lnTo>
                    <a:lnTo>
                      <a:pt x="9574" y="104"/>
                    </a:lnTo>
                    <a:lnTo>
                      <a:pt x="9325" y="157"/>
                    </a:lnTo>
                    <a:lnTo>
                      <a:pt x="9094" y="209"/>
                    </a:lnTo>
                    <a:lnTo>
                      <a:pt x="8846" y="262"/>
                    </a:lnTo>
                    <a:lnTo>
                      <a:pt x="8650" y="340"/>
                    </a:lnTo>
                    <a:lnTo>
                      <a:pt x="8437" y="432"/>
                    </a:lnTo>
                    <a:lnTo>
                      <a:pt x="8277" y="511"/>
                    </a:lnTo>
                    <a:lnTo>
                      <a:pt x="8100" y="616"/>
                    </a:lnTo>
                    <a:lnTo>
                      <a:pt x="7957" y="707"/>
                    </a:lnTo>
                    <a:lnTo>
                      <a:pt x="7833" y="838"/>
                    </a:lnTo>
                    <a:lnTo>
                      <a:pt x="7620" y="1061"/>
                    </a:lnTo>
                    <a:lnTo>
                      <a:pt x="7442" y="1336"/>
                    </a:lnTo>
                    <a:lnTo>
                      <a:pt x="7353" y="1599"/>
                    </a:lnTo>
                    <a:lnTo>
                      <a:pt x="7318" y="1900"/>
                    </a:lnTo>
                    <a:lnTo>
                      <a:pt x="7318" y="2175"/>
                    </a:lnTo>
                    <a:lnTo>
                      <a:pt x="7353" y="2450"/>
                    </a:lnTo>
                    <a:lnTo>
                      <a:pt x="7442" y="2726"/>
                    </a:lnTo>
                    <a:lnTo>
                      <a:pt x="7620" y="2975"/>
                    </a:lnTo>
                    <a:lnTo>
                      <a:pt x="7833" y="3198"/>
                    </a:lnTo>
                    <a:lnTo>
                      <a:pt x="8064" y="3433"/>
                    </a:lnTo>
                    <a:lnTo>
                      <a:pt x="8295" y="3630"/>
                    </a:lnTo>
                    <a:lnTo>
                      <a:pt x="8508" y="3853"/>
                    </a:lnTo>
                    <a:lnTo>
                      <a:pt x="8686" y="4089"/>
                    </a:lnTo>
                    <a:lnTo>
                      <a:pt x="8775" y="4312"/>
                    </a:lnTo>
                    <a:lnTo>
                      <a:pt x="8846" y="4561"/>
                    </a:lnTo>
                    <a:lnTo>
                      <a:pt x="8846" y="4810"/>
                    </a:lnTo>
                    <a:lnTo>
                      <a:pt x="8810" y="5059"/>
                    </a:lnTo>
                    <a:lnTo>
                      <a:pt x="8721" y="5295"/>
                    </a:lnTo>
                    <a:lnTo>
                      <a:pt x="8579" y="5544"/>
                    </a:lnTo>
                    <a:lnTo>
                      <a:pt x="8366" y="5766"/>
                    </a:lnTo>
                    <a:lnTo>
                      <a:pt x="8135" y="5976"/>
                    </a:lnTo>
                    <a:lnTo>
                      <a:pt x="7833" y="6199"/>
                    </a:lnTo>
                    <a:lnTo>
                      <a:pt x="7478" y="6369"/>
                    </a:lnTo>
                    <a:lnTo>
                      <a:pt x="7069" y="6527"/>
                    </a:lnTo>
                    <a:lnTo>
                      <a:pt x="6590" y="6671"/>
                    </a:lnTo>
                    <a:lnTo>
                      <a:pt x="6092" y="6802"/>
                    </a:lnTo>
                    <a:lnTo>
                      <a:pt x="5684" y="6802"/>
                    </a:lnTo>
                    <a:lnTo>
                      <a:pt x="5133" y="6802"/>
                    </a:lnTo>
                    <a:lnTo>
                      <a:pt x="4547" y="6802"/>
                    </a:lnTo>
                    <a:lnTo>
                      <a:pt x="3872" y="6802"/>
                    </a:lnTo>
                    <a:lnTo>
                      <a:pt x="3144" y="6802"/>
                    </a:lnTo>
                    <a:lnTo>
                      <a:pt x="2362" y="6802"/>
                    </a:lnTo>
                    <a:lnTo>
                      <a:pt x="1545" y="6802"/>
                    </a:lnTo>
                    <a:lnTo>
                      <a:pt x="692" y="6802"/>
                    </a:lnTo>
                    <a:lnTo>
                      <a:pt x="586" y="7234"/>
                    </a:lnTo>
                    <a:lnTo>
                      <a:pt x="461" y="7837"/>
                    </a:lnTo>
                    <a:lnTo>
                      <a:pt x="355" y="8493"/>
                    </a:lnTo>
                    <a:lnTo>
                      <a:pt x="248" y="9187"/>
                    </a:lnTo>
                    <a:lnTo>
                      <a:pt x="142" y="9869"/>
                    </a:lnTo>
                    <a:lnTo>
                      <a:pt x="106" y="10498"/>
                    </a:lnTo>
                    <a:lnTo>
                      <a:pt x="106" y="10983"/>
                    </a:lnTo>
                    <a:lnTo>
                      <a:pt x="106" y="11311"/>
                    </a:lnTo>
                    <a:lnTo>
                      <a:pt x="213" y="11481"/>
                    </a:lnTo>
                    <a:lnTo>
                      <a:pt x="319" y="11651"/>
                    </a:lnTo>
                    <a:lnTo>
                      <a:pt x="497" y="11783"/>
                    </a:lnTo>
                    <a:lnTo>
                      <a:pt x="692" y="11914"/>
                    </a:lnTo>
                    <a:lnTo>
                      <a:pt x="941" y="12032"/>
                    </a:lnTo>
                    <a:lnTo>
                      <a:pt x="1207" y="12110"/>
                    </a:lnTo>
                    <a:lnTo>
                      <a:pt x="1509" y="12189"/>
                    </a:lnTo>
                    <a:lnTo>
                      <a:pt x="1794" y="12241"/>
                    </a:lnTo>
                    <a:lnTo>
                      <a:pt x="2131" y="12267"/>
                    </a:lnTo>
                    <a:lnTo>
                      <a:pt x="2433" y="12281"/>
                    </a:lnTo>
                    <a:lnTo>
                      <a:pt x="2735" y="12267"/>
                    </a:lnTo>
                    <a:lnTo>
                      <a:pt x="3055" y="12241"/>
                    </a:lnTo>
                    <a:lnTo>
                      <a:pt x="3357" y="12189"/>
                    </a:lnTo>
                    <a:lnTo>
                      <a:pt x="3623" y="12084"/>
                    </a:lnTo>
                    <a:lnTo>
                      <a:pt x="3872" y="11979"/>
                    </a:lnTo>
                    <a:lnTo>
                      <a:pt x="4103" y="11861"/>
                    </a:lnTo>
                    <a:lnTo>
                      <a:pt x="4316" y="11704"/>
                    </a:lnTo>
                    <a:lnTo>
                      <a:pt x="4582" y="11612"/>
                    </a:lnTo>
                    <a:lnTo>
                      <a:pt x="4849" y="11533"/>
                    </a:lnTo>
                    <a:lnTo>
                      <a:pt x="5169" y="11507"/>
                    </a:lnTo>
                    <a:lnTo>
                      <a:pt x="5506" y="11481"/>
                    </a:lnTo>
                    <a:lnTo>
                      <a:pt x="5808" y="11507"/>
                    </a:lnTo>
                    <a:lnTo>
                      <a:pt x="6146" y="11560"/>
                    </a:lnTo>
                    <a:lnTo>
                      <a:pt x="6501" y="11651"/>
                    </a:lnTo>
                    <a:lnTo>
                      <a:pt x="6803" y="11783"/>
                    </a:lnTo>
                    <a:lnTo>
                      <a:pt x="7105" y="11940"/>
                    </a:lnTo>
                    <a:lnTo>
                      <a:pt x="7353" y="12110"/>
                    </a:lnTo>
                    <a:lnTo>
                      <a:pt x="7584" y="12333"/>
                    </a:lnTo>
                    <a:lnTo>
                      <a:pt x="7798" y="12595"/>
                    </a:lnTo>
                    <a:lnTo>
                      <a:pt x="7922" y="12870"/>
                    </a:lnTo>
                    <a:lnTo>
                      <a:pt x="8028" y="13198"/>
                    </a:lnTo>
                    <a:lnTo>
                      <a:pt x="8064" y="13526"/>
                    </a:lnTo>
                    <a:lnTo>
                      <a:pt x="8028" y="13775"/>
                    </a:lnTo>
                    <a:lnTo>
                      <a:pt x="7922" y="13998"/>
                    </a:lnTo>
                    <a:lnTo>
                      <a:pt x="7798" y="14220"/>
                    </a:lnTo>
                    <a:lnTo>
                      <a:pt x="7584" y="14404"/>
                    </a:lnTo>
                    <a:lnTo>
                      <a:pt x="7353" y="14574"/>
                    </a:lnTo>
                    <a:lnTo>
                      <a:pt x="7105" y="14732"/>
                    </a:lnTo>
                    <a:lnTo>
                      <a:pt x="6803" y="14850"/>
                    </a:lnTo>
                    <a:lnTo>
                      <a:pt x="6501" y="14954"/>
                    </a:lnTo>
                    <a:lnTo>
                      <a:pt x="6146" y="15033"/>
                    </a:lnTo>
                    <a:lnTo>
                      <a:pt x="5808" y="15085"/>
                    </a:lnTo>
                    <a:lnTo>
                      <a:pt x="5506" y="15085"/>
                    </a:lnTo>
                    <a:lnTo>
                      <a:pt x="5169" y="15059"/>
                    </a:lnTo>
                    <a:lnTo>
                      <a:pt x="4849" y="15007"/>
                    </a:lnTo>
                    <a:lnTo>
                      <a:pt x="4582" y="14902"/>
                    </a:lnTo>
                    <a:lnTo>
                      <a:pt x="4316" y="14784"/>
                    </a:lnTo>
                    <a:lnTo>
                      <a:pt x="4103" y="14600"/>
                    </a:lnTo>
                    <a:lnTo>
                      <a:pt x="3907" y="14430"/>
                    </a:lnTo>
                    <a:lnTo>
                      <a:pt x="3659" y="14299"/>
                    </a:lnTo>
                    <a:lnTo>
                      <a:pt x="3428" y="14194"/>
                    </a:lnTo>
                    <a:lnTo>
                      <a:pt x="3179" y="14129"/>
                    </a:lnTo>
                    <a:lnTo>
                      <a:pt x="2913" y="14102"/>
                    </a:lnTo>
                    <a:lnTo>
                      <a:pt x="2646" y="14102"/>
                    </a:lnTo>
                    <a:lnTo>
                      <a:pt x="2362" y="14129"/>
                    </a:lnTo>
                    <a:lnTo>
                      <a:pt x="2096" y="14168"/>
                    </a:lnTo>
                    <a:lnTo>
                      <a:pt x="1811" y="14273"/>
                    </a:lnTo>
                    <a:lnTo>
                      <a:pt x="1545" y="14378"/>
                    </a:lnTo>
                    <a:lnTo>
                      <a:pt x="1314" y="14496"/>
                    </a:lnTo>
                    <a:lnTo>
                      <a:pt x="1065" y="14653"/>
                    </a:lnTo>
                    <a:lnTo>
                      <a:pt x="870" y="14797"/>
                    </a:lnTo>
                    <a:lnTo>
                      <a:pt x="657" y="14981"/>
                    </a:lnTo>
                    <a:lnTo>
                      <a:pt x="497" y="15177"/>
                    </a:lnTo>
                    <a:lnTo>
                      <a:pt x="390" y="15413"/>
                    </a:lnTo>
                    <a:lnTo>
                      <a:pt x="284" y="15636"/>
                    </a:lnTo>
                    <a:lnTo>
                      <a:pt x="248" y="15911"/>
                    </a:lnTo>
                    <a:lnTo>
                      <a:pt x="284" y="16239"/>
                    </a:lnTo>
                    <a:lnTo>
                      <a:pt x="319" y="16566"/>
                    </a:lnTo>
                    <a:lnTo>
                      <a:pt x="497" y="17340"/>
                    </a:lnTo>
                    <a:lnTo>
                      <a:pt x="692" y="18152"/>
                    </a:lnTo>
                    <a:lnTo>
                      <a:pt x="799" y="18559"/>
                    </a:lnTo>
                    <a:lnTo>
                      <a:pt x="905" y="18978"/>
                    </a:lnTo>
                    <a:lnTo>
                      <a:pt x="959" y="19384"/>
                    </a:lnTo>
                    <a:lnTo>
                      <a:pt x="994" y="19791"/>
                    </a:lnTo>
                    <a:lnTo>
                      <a:pt x="994" y="20132"/>
                    </a:lnTo>
                    <a:lnTo>
                      <a:pt x="959" y="20485"/>
                    </a:lnTo>
                    <a:lnTo>
                      <a:pt x="941" y="20669"/>
                    </a:lnTo>
                    <a:lnTo>
                      <a:pt x="870" y="20813"/>
                    </a:lnTo>
                    <a:lnTo>
                      <a:pt x="799" y="20970"/>
                    </a:lnTo>
                    <a:lnTo>
                      <a:pt x="692" y="21088"/>
                    </a:lnTo>
                    <a:lnTo>
                      <a:pt x="1474" y="20997"/>
                    </a:lnTo>
                    <a:lnTo>
                      <a:pt x="2291" y="20866"/>
                    </a:lnTo>
                    <a:lnTo>
                      <a:pt x="3108" y="20787"/>
                    </a:lnTo>
                    <a:lnTo>
                      <a:pt x="3907" y="20721"/>
                    </a:lnTo>
                    <a:lnTo>
                      <a:pt x="4653" y="20695"/>
                    </a:lnTo>
                    <a:lnTo>
                      <a:pt x="5364" y="20695"/>
                    </a:lnTo>
                    <a:lnTo>
                      <a:pt x="5701" y="20721"/>
                    </a:lnTo>
                    <a:lnTo>
                      <a:pt x="6057" y="20761"/>
                    </a:lnTo>
                    <a:lnTo>
                      <a:pt x="6323" y="20813"/>
                    </a:lnTo>
                    <a:lnTo>
                      <a:pt x="6625" y="20892"/>
                    </a:lnTo>
                    <a:close/>
                  </a:path>
                </a:pathLst>
              </a:custGeom>
              <a:solidFill>
                <a:schemeClr val="accent5">
                  <a:lumMod val="40000"/>
                  <a:lumOff val="60000"/>
                </a:schemeClr>
              </a:solidFill>
              <a:ln w="6350">
                <a:noFill/>
                <a:miter lim="800000"/>
              </a:ln>
            </p:spPr>
            <p:txBody>
              <a:bodyPr vert="vert27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数据不一致</a:t>
                </a:r>
                <a:endParaRPr kumimoji="0" lang="zh-CN" altLang="en-US" sz="1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p:txBody>
          </p:sp>
          <p:sp>
            <p:nvSpPr>
              <p:cNvPr id="105" name="Puzzle3"/>
              <p:cNvSpPr>
                <a:spLocks noEditPoints="1" noChangeArrowheads="1"/>
              </p:cNvSpPr>
              <p:nvPr>
                <p:custDataLst>
                  <p:tags r:id="rId37"/>
                </p:custDataLst>
              </p:nvPr>
            </p:nvSpPr>
            <p:spPr bwMode="auto">
              <a:xfrm rot="18525316">
                <a:off x="3730413" y="4112041"/>
                <a:ext cx="880973" cy="1266213"/>
              </a:xfrm>
              <a:custGeom>
                <a:avLst/>
                <a:gdLst>
                  <a:gd name="T0" fmla="*/ 471961 w 21600"/>
                  <a:gd name="T1" fmla="*/ 841047 h 21600"/>
                  <a:gd name="T2" fmla="*/ 933429 w 21600"/>
                  <a:gd name="T3" fmla="*/ 1122106 h 21600"/>
                  <a:gd name="T4" fmla="*/ 598637 w 21600"/>
                  <a:gd name="T5" fmla="*/ 734360 h 21600"/>
                  <a:gd name="T6" fmla="*/ 933429 w 21600"/>
                  <a:gd name="T7" fmla="*/ 373805 h 21600"/>
                  <a:gd name="T8" fmla="*/ 476911 w 21600"/>
                  <a:gd name="T9" fmla="*/ 2767 h 21600"/>
                  <a:gd name="T10" fmla="*/ 31431 w 21600"/>
                  <a:gd name="T11" fmla="*/ 361939 h 21600"/>
                  <a:gd name="T12" fmla="*/ 366268 w 21600"/>
                  <a:gd name="T13" fmla="*/ 719727 h 21600"/>
                  <a:gd name="T14" fmla="*/ 31431 w 21600"/>
                  <a:gd name="T15" fmla="*/ 1122106 h 21600"/>
                  <a:gd name="T16" fmla="*/ 0 60000 65536"/>
                  <a:gd name="T17" fmla="*/ 0 60000 65536"/>
                  <a:gd name="T18" fmla="*/ 0 60000 65536"/>
                  <a:gd name="T19" fmla="*/ 0 60000 65536"/>
                  <a:gd name="T20" fmla="*/ 0 60000 65536"/>
                  <a:gd name="T21" fmla="*/ 0 60000 65536"/>
                  <a:gd name="T22" fmla="*/ 0 60000 65536"/>
                  <a:gd name="T23" fmla="*/ 0 60000 65536"/>
                  <a:gd name="T24" fmla="*/ 2273 w 21600"/>
                  <a:gd name="T25" fmla="*/ 7719 h 21600"/>
                  <a:gd name="T26" fmla="*/ 19149 w 21600"/>
                  <a:gd name="T27" fmla="*/ 20237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6625" y="20892"/>
                    </a:moveTo>
                    <a:lnTo>
                      <a:pt x="7105" y="21023"/>
                    </a:lnTo>
                    <a:lnTo>
                      <a:pt x="7513" y="21088"/>
                    </a:lnTo>
                    <a:lnTo>
                      <a:pt x="7922" y="21115"/>
                    </a:lnTo>
                    <a:lnTo>
                      <a:pt x="8242" y="21115"/>
                    </a:lnTo>
                    <a:lnTo>
                      <a:pt x="8544" y="21062"/>
                    </a:lnTo>
                    <a:lnTo>
                      <a:pt x="8810" y="20997"/>
                    </a:lnTo>
                    <a:lnTo>
                      <a:pt x="9023" y="20892"/>
                    </a:lnTo>
                    <a:lnTo>
                      <a:pt x="9148" y="20761"/>
                    </a:lnTo>
                    <a:lnTo>
                      <a:pt x="9290" y="20616"/>
                    </a:lnTo>
                    <a:lnTo>
                      <a:pt x="9361" y="20459"/>
                    </a:lnTo>
                    <a:lnTo>
                      <a:pt x="9396" y="20289"/>
                    </a:lnTo>
                    <a:lnTo>
                      <a:pt x="9396" y="20092"/>
                    </a:lnTo>
                    <a:lnTo>
                      <a:pt x="9325" y="19909"/>
                    </a:lnTo>
                    <a:lnTo>
                      <a:pt x="9219" y="19738"/>
                    </a:lnTo>
                    <a:lnTo>
                      <a:pt x="9094" y="19555"/>
                    </a:lnTo>
                    <a:lnTo>
                      <a:pt x="8917" y="19384"/>
                    </a:lnTo>
                    <a:lnTo>
                      <a:pt x="8650" y="19162"/>
                    </a:lnTo>
                    <a:lnTo>
                      <a:pt x="8437" y="18900"/>
                    </a:lnTo>
                    <a:lnTo>
                      <a:pt x="8277" y="18624"/>
                    </a:lnTo>
                    <a:lnTo>
                      <a:pt x="8135" y="18349"/>
                    </a:lnTo>
                    <a:lnTo>
                      <a:pt x="8028" y="18048"/>
                    </a:lnTo>
                    <a:lnTo>
                      <a:pt x="7993" y="17746"/>
                    </a:lnTo>
                    <a:lnTo>
                      <a:pt x="7993" y="17471"/>
                    </a:lnTo>
                    <a:lnTo>
                      <a:pt x="8028" y="17169"/>
                    </a:lnTo>
                    <a:lnTo>
                      <a:pt x="8135" y="16920"/>
                    </a:lnTo>
                    <a:lnTo>
                      <a:pt x="8277" y="16671"/>
                    </a:lnTo>
                    <a:lnTo>
                      <a:pt x="8366" y="16540"/>
                    </a:lnTo>
                    <a:lnTo>
                      <a:pt x="8473" y="16409"/>
                    </a:lnTo>
                    <a:lnTo>
                      <a:pt x="8615" y="16317"/>
                    </a:lnTo>
                    <a:lnTo>
                      <a:pt x="8739" y="16213"/>
                    </a:lnTo>
                    <a:lnTo>
                      <a:pt x="8881" y="16134"/>
                    </a:lnTo>
                    <a:lnTo>
                      <a:pt x="9059" y="16055"/>
                    </a:lnTo>
                    <a:lnTo>
                      <a:pt x="9254" y="15990"/>
                    </a:lnTo>
                    <a:lnTo>
                      <a:pt x="9432" y="15911"/>
                    </a:lnTo>
                    <a:lnTo>
                      <a:pt x="9663" y="15885"/>
                    </a:lnTo>
                    <a:lnTo>
                      <a:pt x="9876" y="15833"/>
                    </a:lnTo>
                    <a:lnTo>
                      <a:pt x="10142" y="15806"/>
                    </a:lnTo>
                    <a:lnTo>
                      <a:pt x="10391" y="15806"/>
                    </a:lnTo>
                    <a:lnTo>
                      <a:pt x="10728" y="15806"/>
                    </a:lnTo>
                    <a:lnTo>
                      <a:pt x="10995" y="15806"/>
                    </a:lnTo>
                    <a:lnTo>
                      <a:pt x="11279" y="15833"/>
                    </a:lnTo>
                    <a:lnTo>
                      <a:pt x="11546" y="15885"/>
                    </a:lnTo>
                    <a:lnTo>
                      <a:pt x="11776" y="15937"/>
                    </a:lnTo>
                    <a:lnTo>
                      <a:pt x="12025" y="15990"/>
                    </a:lnTo>
                    <a:lnTo>
                      <a:pt x="12221" y="16055"/>
                    </a:lnTo>
                    <a:lnTo>
                      <a:pt x="12434" y="16134"/>
                    </a:lnTo>
                    <a:lnTo>
                      <a:pt x="12611" y="16213"/>
                    </a:lnTo>
                    <a:lnTo>
                      <a:pt x="12771" y="16317"/>
                    </a:lnTo>
                    <a:lnTo>
                      <a:pt x="12913" y="16409"/>
                    </a:lnTo>
                    <a:lnTo>
                      <a:pt x="13038" y="16514"/>
                    </a:lnTo>
                    <a:lnTo>
                      <a:pt x="13251" y="16737"/>
                    </a:lnTo>
                    <a:lnTo>
                      <a:pt x="13428" y="16986"/>
                    </a:lnTo>
                    <a:lnTo>
                      <a:pt x="13517" y="17248"/>
                    </a:lnTo>
                    <a:lnTo>
                      <a:pt x="13588" y="17523"/>
                    </a:lnTo>
                    <a:lnTo>
                      <a:pt x="13588" y="17799"/>
                    </a:lnTo>
                    <a:lnTo>
                      <a:pt x="13517" y="18074"/>
                    </a:lnTo>
                    <a:lnTo>
                      <a:pt x="13428" y="18323"/>
                    </a:lnTo>
                    <a:lnTo>
                      <a:pt x="13286" y="18572"/>
                    </a:lnTo>
                    <a:lnTo>
                      <a:pt x="13109" y="18808"/>
                    </a:lnTo>
                    <a:lnTo>
                      <a:pt x="12878" y="19031"/>
                    </a:lnTo>
                    <a:lnTo>
                      <a:pt x="12434" y="19411"/>
                    </a:lnTo>
                    <a:lnTo>
                      <a:pt x="12132" y="19738"/>
                    </a:lnTo>
                    <a:lnTo>
                      <a:pt x="12025" y="19856"/>
                    </a:lnTo>
                    <a:lnTo>
                      <a:pt x="11919" y="20014"/>
                    </a:lnTo>
                    <a:lnTo>
                      <a:pt x="11883" y="20132"/>
                    </a:lnTo>
                    <a:lnTo>
                      <a:pt x="11883" y="20263"/>
                    </a:lnTo>
                    <a:lnTo>
                      <a:pt x="11883" y="20394"/>
                    </a:lnTo>
                    <a:lnTo>
                      <a:pt x="11954" y="20485"/>
                    </a:lnTo>
                    <a:lnTo>
                      <a:pt x="12061" y="20590"/>
                    </a:lnTo>
                    <a:lnTo>
                      <a:pt x="12185" y="20695"/>
                    </a:lnTo>
                    <a:lnTo>
                      <a:pt x="12327" y="20787"/>
                    </a:lnTo>
                    <a:lnTo>
                      <a:pt x="12540" y="20892"/>
                    </a:lnTo>
                    <a:lnTo>
                      <a:pt x="12771" y="20997"/>
                    </a:lnTo>
                    <a:lnTo>
                      <a:pt x="13073" y="21088"/>
                    </a:lnTo>
                    <a:lnTo>
                      <a:pt x="13428" y="21193"/>
                    </a:lnTo>
                    <a:lnTo>
                      <a:pt x="13873" y="21298"/>
                    </a:lnTo>
                    <a:lnTo>
                      <a:pt x="14317" y="21390"/>
                    </a:lnTo>
                    <a:lnTo>
                      <a:pt x="14778" y="21468"/>
                    </a:lnTo>
                    <a:lnTo>
                      <a:pt x="15294" y="21547"/>
                    </a:lnTo>
                    <a:lnTo>
                      <a:pt x="15809" y="21600"/>
                    </a:lnTo>
                    <a:lnTo>
                      <a:pt x="16359" y="21652"/>
                    </a:lnTo>
                    <a:lnTo>
                      <a:pt x="16875" y="21678"/>
                    </a:lnTo>
                    <a:lnTo>
                      <a:pt x="17407" y="21678"/>
                    </a:lnTo>
                    <a:lnTo>
                      <a:pt x="17958" y="21678"/>
                    </a:lnTo>
                    <a:lnTo>
                      <a:pt x="18473" y="21652"/>
                    </a:lnTo>
                    <a:lnTo>
                      <a:pt x="18953" y="21573"/>
                    </a:lnTo>
                    <a:lnTo>
                      <a:pt x="19397" y="21495"/>
                    </a:lnTo>
                    <a:lnTo>
                      <a:pt x="19841" y="21390"/>
                    </a:lnTo>
                    <a:lnTo>
                      <a:pt x="20214" y="21272"/>
                    </a:lnTo>
                    <a:lnTo>
                      <a:pt x="20551" y="21088"/>
                    </a:lnTo>
                    <a:lnTo>
                      <a:pt x="20480" y="20787"/>
                    </a:lnTo>
                    <a:lnTo>
                      <a:pt x="20409" y="20485"/>
                    </a:lnTo>
                    <a:lnTo>
                      <a:pt x="20356" y="20158"/>
                    </a:lnTo>
                    <a:lnTo>
                      <a:pt x="20356" y="19804"/>
                    </a:lnTo>
                    <a:lnTo>
                      <a:pt x="20321" y="19083"/>
                    </a:lnTo>
                    <a:lnTo>
                      <a:pt x="20356" y="18349"/>
                    </a:lnTo>
                    <a:lnTo>
                      <a:pt x="20409" y="17641"/>
                    </a:lnTo>
                    <a:lnTo>
                      <a:pt x="20480" y="17012"/>
                    </a:lnTo>
                    <a:lnTo>
                      <a:pt x="20551" y="16488"/>
                    </a:lnTo>
                    <a:lnTo>
                      <a:pt x="20551" y="16055"/>
                    </a:lnTo>
                    <a:lnTo>
                      <a:pt x="20551" y="15911"/>
                    </a:lnTo>
                    <a:lnTo>
                      <a:pt x="20445" y="15754"/>
                    </a:lnTo>
                    <a:lnTo>
                      <a:pt x="20356" y="15610"/>
                    </a:lnTo>
                    <a:lnTo>
                      <a:pt x="20178" y="15452"/>
                    </a:lnTo>
                    <a:lnTo>
                      <a:pt x="20001" y="15334"/>
                    </a:lnTo>
                    <a:lnTo>
                      <a:pt x="19770" y="15230"/>
                    </a:lnTo>
                    <a:lnTo>
                      <a:pt x="19521" y="15125"/>
                    </a:lnTo>
                    <a:lnTo>
                      <a:pt x="19290" y="15059"/>
                    </a:lnTo>
                    <a:lnTo>
                      <a:pt x="19024" y="15007"/>
                    </a:lnTo>
                    <a:lnTo>
                      <a:pt x="18740" y="14954"/>
                    </a:lnTo>
                    <a:lnTo>
                      <a:pt x="18509" y="14954"/>
                    </a:lnTo>
                    <a:lnTo>
                      <a:pt x="18225" y="14954"/>
                    </a:lnTo>
                    <a:lnTo>
                      <a:pt x="17994" y="15007"/>
                    </a:lnTo>
                    <a:lnTo>
                      <a:pt x="17763" y="15085"/>
                    </a:lnTo>
                    <a:lnTo>
                      <a:pt x="17550" y="15177"/>
                    </a:lnTo>
                    <a:lnTo>
                      <a:pt x="17372" y="15308"/>
                    </a:lnTo>
                    <a:lnTo>
                      <a:pt x="17176" y="15426"/>
                    </a:lnTo>
                    <a:lnTo>
                      <a:pt x="16928" y="15557"/>
                    </a:lnTo>
                    <a:lnTo>
                      <a:pt x="16661" y="15636"/>
                    </a:lnTo>
                    <a:lnTo>
                      <a:pt x="16359" y="15688"/>
                    </a:lnTo>
                    <a:lnTo>
                      <a:pt x="16022" y="15715"/>
                    </a:lnTo>
                    <a:lnTo>
                      <a:pt x="15667" y="15688"/>
                    </a:lnTo>
                    <a:lnTo>
                      <a:pt x="15294" y="15662"/>
                    </a:lnTo>
                    <a:lnTo>
                      <a:pt x="14956" y="15583"/>
                    </a:lnTo>
                    <a:lnTo>
                      <a:pt x="14619" y="15479"/>
                    </a:lnTo>
                    <a:lnTo>
                      <a:pt x="14281" y="15334"/>
                    </a:lnTo>
                    <a:lnTo>
                      <a:pt x="13961" y="15177"/>
                    </a:lnTo>
                    <a:lnTo>
                      <a:pt x="13695" y="14981"/>
                    </a:lnTo>
                    <a:lnTo>
                      <a:pt x="13588" y="14850"/>
                    </a:lnTo>
                    <a:lnTo>
                      <a:pt x="13482" y="14732"/>
                    </a:lnTo>
                    <a:lnTo>
                      <a:pt x="13393" y="14600"/>
                    </a:lnTo>
                    <a:lnTo>
                      <a:pt x="13322" y="14456"/>
                    </a:lnTo>
                    <a:lnTo>
                      <a:pt x="13251" y="14299"/>
                    </a:lnTo>
                    <a:lnTo>
                      <a:pt x="13215" y="14155"/>
                    </a:lnTo>
                    <a:lnTo>
                      <a:pt x="13180" y="13971"/>
                    </a:lnTo>
                    <a:lnTo>
                      <a:pt x="13180" y="13801"/>
                    </a:lnTo>
                    <a:lnTo>
                      <a:pt x="13180" y="13591"/>
                    </a:lnTo>
                    <a:lnTo>
                      <a:pt x="13215" y="13395"/>
                    </a:lnTo>
                    <a:lnTo>
                      <a:pt x="13251" y="13198"/>
                    </a:lnTo>
                    <a:lnTo>
                      <a:pt x="13322" y="13015"/>
                    </a:lnTo>
                    <a:lnTo>
                      <a:pt x="13393" y="12870"/>
                    </a:lnTo>
                    <a:lnTo>
                      <a:pt x="13482" y="12713"/>
                    </a:lnTo>
                    <a:lnTo>
                      <a:pt x="13588" y="12569"/>
                    </a:lnTo>
                    <a:lnTo>
                      <a:pt x="13730" y="12438"/>
                    </a:lnTo>
                    <a:lnTo>
                      <a:pt x="13997" y="12215"/>
                    </a:lnTo>
                    <a:lnTo>
                      <a:pt x="14334" y="12005"/>
                    </a:lnTo>
                    <a:lnTo>
                      <a:pt x="14690" y="11861"/>
                    </a:lnTo>
                    <a:lnTo>
                      <a:pt x="15063" y="11756"/>
                    </a:lnTo>
                    <a:lnTo>
                      <a:pt x="15436" y="11678"/>
                    </a:lnTo>
                    <a:lnTo>
                      <a:pt x="15809" y="11638"/>
                    </a:lnTo>
                    <a:lnTo>
                      <a:pt x="16182" y="11638"/>
                    </a:lnTo>
                    <a:lnTo>
                      <a:pt x="16555" y="11678"/>
                    </a:lnTo>
                    <a:lnTo>
                      <a:pt x="16910" y="11730"/>
                    </a:lnTo>
                    <a:lnTo>
                      <a:pt x="17248" y="11835"/>
                    </a:lnTo>
                    <a:lnTo>
                      <a:pt x="17514" y="11966"/>
                    </a:lnTo>
                    <a:lnTo>
                      <a:pt x="17763" y="12110"/>
                    </a:lnTo>
                    <a:lnTo>
                      <a:pt x="17887" y="12215"/>
                    </a:lnTo>
                    <a:lnTo>
                      <a:pt x="18065" y="12307"/>
                    </a:lnTo>
                    <a:lnTo>
                      <a:pt x="18260" y="12412"/>
                    </a:lnTo>
                    <a:lnTo>
                      <a:pt x="18438" y="12464"/>
                    </a:lnTo>
                    <a:lnTo>
                      <a:pt x="18669" y="12543"/>
                    </a:lnTo>
                    <a:lnTo>
                      <a:pt x="18882" y="12569"/>
                    </a:lnTo>
                    <a:lnTo>
                      <a:pt x="19113" y="12595"/>
                    </a:lnTo>
                    <a:lnTo>
                      <a:pt x="19361" y="12608"/>
                    </a:lnTo>
                    <a:lnTo>
                      <a:pt x="19592" y="12608"/>
                    </a:lnTo>
                    <a:lnTo>
                      <a:pt x="19841" y="12595"/>
                    </a:lnTo>
                    <a:lnTo>
                      <a:pt x="20072" y="12543"/>
                    </a:lnTo>
                    <a:lnTo>
                      <a:pt x="20321" y="12490"/>
                    </a:lnTo>
                    <a:lnTo>
                      <a:pt x="20551" y="12438"/>
                    </a:lnTo>
                    <a:lnTo>
                      <a:pt x="20800" y="12333"/>
                    </a:lnTo>
                    <a:lnTo>
                      <a:pt x="20996" y="12241"/>
                    </a:lnTo>
                    <a:lnTo>
                      <a:pt x="21244" y="12110"/>
                    </a:lnTo>
                    <a:lnTo>
                      <a:pt x="21298" y="12032"/>
                    </a:lnTo>
                    <a:lnTo>
                      <a:pt x="21404" y="11966"/>
                    </a:lnTo>
                    <a:lnTo>
                      <a:pt x="21475" y="11861"/>
                    </a:lnTo>
                    <a:lnTo>
                      <a:pt x="21511" y="11730"/>
                    </a:lnTo>
                    <a:lnTo>
                      <a:pt x="21617" y="11481"/>
                    </a:lnTo>
                    <a:lnTo>
                      <a:pt x="21653" y="11180"/>
                    </a:lnTo>
                    <a:lnTo>
                      <a:pt x="21653" y="10826"/>
                    </a:lnTo>
                    <a:lnTo>
                      <a:pt x="21653" y="10472"/>
                    </a:lnTo>
                    <a:lnTo>
                      <a:pt x="21582" y="10092"/>
                    </a:lnTo>
                    <a:lnTo>
                      <a:pt x="21511" y="9725"/>
                    </a:lnTo>
                    <a:lnTo>
                      <a:pt x="21298" y="8912"/>
                    </a:lnTo>
                    <a:lnTo>
                      <a:pt x="21067" y="8191"/>
                    </a:lnTo>
                    <a:lnTo>
                      <a:pt x="20800" y="7536"/>
                    </a:lnTo>
                    <a:lnTo>
                      <a:pt x="20551" y="7025"/>
                    </a:lnTo>
                    <a:lnTo>
                      <a:pt x="20001" y="7103"/>
                    </a:lnTo>
                    <a:lnTo>
                      <a:pt x="19432" y="7156"/>
                    </a:lnTo>
                    <a:lnTo>
                      <a:pt x="18846" y="7208"/>
                    </a:lnTo>
                    <a:lnTo>
                      <a:pt x="18225" y="7208"/>
                    </a:lnTo>
                    <a:lnTo>
                      <a:pt x="17656" y="7208"/>
                    </a:lnTo>
                    <a:lnTo>
                      <a:pt x="17070" y="7182"/>
                    </a:lnTo>
                    <a:lnTo>
                      <a:pt x="16484" y="7156"/>
                    </a:lnTo>
                    <a:lnTo>
                      <a:pt x="15986" y="7103"/>
                    </a:lnTo>
                    <a:lnTo>
                      <a:pt x="14992" y="6999"/>
                    </a:lnTo>
                    <a:lnTo>
                      <a:pt x="14210" y="6907"/>
                    </a:lnTo>
                    <a:lnTo>
                      <a:pt x="13695" y="6828"/>
                    </a:lnTo>
                    <a:lnTo>
                      <a:pt x="13517" y="6802"/>
                    </a:lnTo>
                    <a:lnTo>
                      <a:pt x="13073" y="6645"/>
                    </a:lnTo>
                    <a:lnTo>
                      <a:pt x="12700" y="6474"/>
                    </a:lnTo>
                    <a:lnTo>
                      <a:pt x="12363" y="6304"/>
                    </a:lnTo>
                    <a:lnTo>
                      <a:pt x="12132" y="6094"/>
                    </a:lnTo>
                    <a:lnTo>
                      <a:pt x="11919" y="5871"/>
                    </a:lnTo>
                    <a:lnTo>
                      <a:pt x="11776" y="5649"/>
                    </a:lnTo>
                    <a:lnTo>
                      <a:pt x="11688" y="5413"/>
                    </a:lnTo>
                    <a:lnTo>
                      <a:pt x="11617" y="5190"/>
                    </a:lnTo>
                    <a:lnTo>
                      <a:pt x="11617" y="4941"/>
                    </a:lnTo>
                    <a:lnTo>
                      <a:pt x="11652" y="4718"/>
                    </a:lnTo>
                    <a:lnTo>
                      <a:pt x="11723" y="4482"/>
                    </a:lnTo>
                    <a:lnTo>
                      <a:pt x="11812" y="4285"/>
                    </a:lnTo>
                    <a:lnTo>
                      <a:pt x="11919" y="4089"/>
                    </a:lnTo>
                    <a:lnTo>
                      <a:pt x="12096" y="3905"/>
                    </a:lnTo>
                    <a:lnTo>
                      <a:pt x="12292" y="3735"/>
                    </a:lnTo>
                    <a:lnTo>
                      <a:pt x="12505" y="3604"/>
                    </a:lnTo>
                    <a:lnTo>
                      <a:pt x="12700" y="3460"/>
                    </a:lnTo>
                    <a:lnTo>
                      <a:pt x="12878" y="3250"/>
                    </a:lnTo>
                    <a:lnTo>
                      <a:pt x="13038" y="3027"/>
                    </a:lnTo>
                    <a:lnTo>
                      <a:pt x="13180" y="2752"/>
                    </a:lnTo>
                    <a:lnTo>
                      <a:pt x="13286" y="2477"/>
                    </a:lnTo>
                    <a:lnTo>
                      <a:pt x="13322" y="2175"/>
                    </a:lnTo>
                    <a:lnTo>
                      <a:pt x="13357" y="1874"/>
                    </a:lnTo>
                    <a:lnTo>
                      <a:pt x="13286" y="1572"/>
                    </a:lnTo>
                    <a:lnTo>
                      <a:pt x="13180" y="1271"/>
                    </a:lnTo>
                    <a:lnTo>
                      <a:pt x="13038" y="983"/>
                    </a:lnTo>
                    <a:lnTo>
                      <a:pt x="12949" y="865"/>
                    </a:lnTo>
                    <a:lnTo>
                      <a:pt x="12807" y="733"/>
                    </a:lnTo>
                    <a:lnTo>
                      <a:pt x="12665" y="616"/>
                    </a:lnTo>
                    <a:lnTo>
                      <a:pt x="12505" y="511"/>
                    </a:lnTo>
                    <a:lnTo>
                      <a:pt x="12327" y="406"/>
                    </a:lnTo>
                    <a:lnTo>
                      <a:pt x="12132" y="314"/>
                    </a:lnTo>
                    <a:lnTo>
                      <a:pt x="11883" y="235"/>
                    </a:lnTo>
                    <a:lnTo>
                      <a:pt x="11652" y="183"/>
                    </a:lnTo>
                    <a:lnTo>
                      <a:pt x="11368" y="104"/>
                    </a:lnTo>
                    <a:lnTo>
                      <a:pt x="11101" y="78"/>
                    </a:lnTo>
                    <a:lnTo>
                      <a:pt x="10800" y="52"/>
                    </a:lnTo>
                    <a:lnTo>
                      <a:pt x="10444" y="52"/>
                    </a:lnTo>
                    <a:lnTo>
                      <a:pt x="10142" y="52"/>
                    </a:lnTo>
                    <a:lnTo>
                      <a:pt x="9840" y="78"/>
                    </a:lnTo>
                    <a:lnTo>
                      <a:pt x="9574" y="104"/>
                    </a:lnTo>
                    <a:lnTo>
                      <a:pt x="9325" y="157"/>
                    </a:lnTo>
                    <a:lnTo>
                      <a:pt x="9094" y="209"/>
                    </a:lnTo>
                    <a:lnTo>
                      <a:pt x="8846" y="262"/>
                    </a:lnTo>
                    <a:lnTo>
                      <a:pt x="8650" y="340"/>
                    </a:lnTo>
                    <a:lnTo>
                      <a:pt x="8437" y="432"/>
                    </a:lnTo>
                    <a:lnTo>
                      <a:pt x="8277" y="511"/>
                    </a:lnTo>
                    <a:lnTo>
                      <a:pt x="8100" y="616"/>
                    </a:lnTo>
                    <a:lnTo>
                      <a:pt x="7957" y="707"/>
                    </a:lnTo>
                    <a:lnTo>
                      <a:pt x="7833" y="838"/>
                    </a:lnTo>
                    <a:lnTo>
                      <a:pt x="7620" y="1061"/>
                    </a:lnTo>
                    <a:lnTo>
                      <a:pt x="7442" y="1336"/>
                    </a:lnTo>
                    <a:lnTo>
                      <a:pt x="7353" y="1599"/>
                    </a:lnTo>
                    <a:lnTo>
                      <a:pt x="7318" y="1900"/>
                    </a:lnTo>
                    <a:lnTo>
                      <a:pt x="7318" y="2175"/>
                    </a:lnTo>
                    <a:lnTo>
                      <a:pt x="7353" y="2450"/>
                    </a:lnTo>
                    <a:lnTo>
                      <a:pt x="7442" y="2726"/>
                    </a:lnTo>
                    <a:lnTo>
                      <a:pt x="7620" y="2975"/>
                    </a:lnTo>
                    <a:lnTo>
                      <a:pt x="7833" y="3198"/>
                    </a:lnTo>
                    <a:lnTo>
                      <a:pt x="8064" y="3433"/>
                    </a:lnTo>
                    <a:lnTo>
                      <a:pt x="8295" y="3630"/>
                    </a:lnTo>
                    <a:lnTo>
                      <a:pt x="8508" y="3853"/>
                    </a:lnTo>
                    <a:lnTo>
                      <a:pt x="8686" y="4089"/>
                    </a:lnTo>
                    <a:lnTo>
                      <a:pt x="8775" y="4312"/>
                    </a:lnTo>
                    <a:lnTo>
                      <a:pt x="8846" y="4561"/>
                    </a:lnTo>
                    <a:lnTo>
                      <a:pt x="8846" y="4810"/>
                    </a:lnTo>
                    <a:lnTo>
                      <a:pt x="8810" y="5059"/>
                    </a:lnTo>
                    <a:lnTo>
                      <a:pt x="8721" y="5295"/>
                    </a:lnTo>
                    <a:lnTo>
                      <a:pt x="8579" y="5544"/>
                    </a:lnTo>
                    <a:lnTo>
                      <a:pt x="8366" y="5766"/>
                    </a:lnTo>
                    <a:lnTo>
                      <a:pt x="8135" y="5976"/>
                    </a:lnTo>
                    <a:lnTo>
                      <a:pt x="7833" y="6199"/>
                    </a:lnTo>
                    <a:lnTo>
                      <a:pt x="7478" y="6369"/>
                    </a:lnTo>
                    <a:lnTo>
                      <a:pt x="7069" y="6527"/>
                    </a:lnTo>
                    <a:lnTo>
                      <a:pt x="6590" y="6671"/>
                    </a:lnTo>
                    <a:lnTo>
                      <a:pt x="6092" y="6802"/>
                    </a:lnTo>
                    <a:lnTo>
                      <a:pt x="5684" y="6802"/>
                    </a:lnTo>
                    <a:lnTo>
                      <a:pt x="5133" y="6802"/>
                    </a:lnTo>
                    <a:lnTo>
                      <a:pt x="4547" y="6802"/>
                    </a:lnTo>
                    <a:lnTo>
                      <a:pt x="3872" y="6802"/>
                    </a:lnTo>
                    <a:lnTo>
                      <a:pt x="3144" y="6802"/>
                    </a:lnTo>
                    <a:lnTo>
                      <a:pt x="2362" y="6802"/>
                    </a:lnTo>
                    <a:lnTo>
                      <a:pt x="1545" y="6802"/>
                    </a:lnTo>
                    <a:lnTo>
                      <a:pt x="692" y="6802"/>
                    </a:lnTo>
                    <a:lnTo>
                      <a:pt x="586" y="7234"/>
                    </a:lnTo>
                    <a:lnTo>
                      <a:pt x="461" y="7837"/>
                    </a:lnTo>
                    <a:lnTo>
                      <a:pt x="355" y="8493"/>
                    </a:lnTo>
                    <a:lnTo>
                      <a:pt x="248" y="9187"/>
                    </a:lnTo>
                    <a:lnTo>
                      <a:pt x="142" y="9869"/>
                    </a:lnTo>
                    <a:lnTo>
                      <a:pt x="106" y="10498"/>
                    </a:lnTo>
                    <a:lnTo>
                      <a:pt x="106" y="10983"/>
                    </a:lnTo>
                    <a:lnTo>
                      <a:pt x="106" y="11311"/>
                    </a:lnTo>
                    <a:lnTo>
                      <a:pt x="213" y="11481"/>
                    </a:lnTo>
                    <a:lnTo>
                      <a:pt x="319" y="11651"/>
                    </a:lnTo>
                    <a:lnTo>
                      <a:pt x="497" y="11783"/>
                    </a:lnTo>
                    <a:lnTo>
                      <a:pt x="692" y="11914"/>
                    </a:lnTo>
                    <a:lnTo>
                      <a:pt x="941" y="12032"/>
                    </a:lnTo>
                    <a:lnTo>
                      <a:pt x="1207" y="12110"/>
                    </a:lnTo>
                    <a:lnTo>
                      <a:pt x="1509" y="12189"/>
                    </a:lnTo>
                    <a:lnTo>
                      <a:pt x="1794" y="12241"/>
                    </a:lnTo>
                    <a:lnTo>
                      <a:pt x="2131" y="12267"/>
                    </a:lnTo>
                    <a:lnTo>
                      <a:pt x="2433" y="12281"/>
                    </a:lnTo>
                    <a:lnTo>
                      <a:pt x="2735" y="12267"/>
                    </a:lnTo>
                    <a:lnTo>
                      <a:pt x="3055" y="12241"/>
                    </a:lnTo>
                    <a:lnTo>
                      <a:pt x="3357" y="12189"/>
                    </a:lnTo>
                    <a:lnTo>
                      <a:pt x="3623" y="12084"/>
                    </a:lnTo>
                    <a:lnTo>
                      <a:pt x="3872" y="11979"/>
                    </a:lnTo>
                    <a:lnTo>
                      <a:pt x="4103" y="11861"/>
                    </a:lnTo>
                    <a:lnTo>
                      <a:pt x="4316" y="11704"/>
                    </a:lnTo>
                    <a:lnTo>
                      <a:pt x="4582" y="11612"/>
                    </a:lnTo>
                    <a:lnTo>
                      <a:pt x="4849" y="11533"/>
                    </a:lnTo>
                    <a:lnTo>
                      <a:pt x="5169" y="11507"/>
                    </a:lnTo>
                    <a:lnTo>
                      <a:pt x="5506" y="11481"/>
                    </a:lnTo>
                    <a:lnTo>
                      <a:pt x="5808" y="11507"/>
                    </a:lnTo>
                    <a:lnTo>
                      <a:pt x="6146" y="11560"/>
                    </a:lnTo>
                    <a:lnTo>
                      <a:pt x="6501" y="11651"/>
                    </a:lnTo>
                    <a:lnTo>
                      <a:pt x="6803" y="11783"/>
                    </a:lnTo>
                    <a:lnTo>
                      <a:pt x="7105" y="11940"/>
                    </a:lnTo>
                    <a:lnTo>
                      <a:pt x="7353" y="12110"/>
                    </a:lnTo>
                    <a:lnTo>
                      <a:pt x="7584" y="12333"/>
                    </a:lnTo>
                    <a:lnTo>
                      <a:pt x="7798" y="12595"/>
                    </a:lnTo>
                    <a:lnTo>
                      <a:pt x="7922" y="12870"/>
                    </a:lnTo>
                    <a:lnTo>
                      <a:pt x="8028" y="13198"/>
                    </a:lnTo>
                    <a:lnTo>
                      <a:pt x="8064" y="13526"/>
                    </a:lnTo>
                    <a:lnTo>
                      <a:pt x="8028" y="13775"/>
                    </a:lnTo>
                    <a:lnTo>
                      <a:pt x="7922" y="13998"/>
                    </a:lnTo>
                    <a:lnTo>
                      <a:pt x="7798" y="14220"/>
                    </a:lnTo>
                    <a:lnTo>
                      <a:pt x="7584" y="14404"/>
                    </a:lnTo>
                    <a:lnTo>
                      <a:pt x="7353" y="14574"/>
                    </a:lnTo>
                    <a:lnTo>
                      <a:pt x="7105" y="14732"/>
                    </a:lnTo>
                    <a:lnTo>
                      <a:pt x="6803" y="14850"/>
                    </a:lnTo>
                    <a:lnTo>
                      <a:pt x="6501" y="14954"/>
                    </a:lnTo>
                    <a:lnTo>
                      <a:pt x="6146" y="15033"/>
                    </a:lnTo>
                    <a:lnTo>
                      <a:pt x="5808" y="15085"/>
                    </a:lnTo>
                    <a:lnTo>
                      <a:pt x="5506" y="15085"/>
                    </a:lnTo>
                    <a:lnTo>
                      <a:pt x="5169" y="15059"/>
                    </a:lnTo>
                    <a:lnTo>
                      <a:pt x="4849" y="15007"/>
                    </a:lnTo>
                    <a:lnTo>
                      <a:pt x="4582" y="14902"/>
                    </a:lnTo>
                    <a:lnTo>
                      <a:pt x="4316" y="14784"/>
                    </a:lnTo>
                    <a:lnTo>
                      <a:pt x="4103" y="14600"/>
                    </a:lnTo>
                    <a:lnTo>
                      <a:pt x="3907" y="14430"/>
                    </a:lnTo>
                    <a:lnTo>
                      <a:pt x="3659" y="14299"/>
                    </a:lnTo>
                    <a:lnTo>
                      <a:pt x="3428" y="14194"/>
                    </a:lnTo>
                    <a:lnTo>
                      <a:pt x="3179" y="14129"/>
                    </a:lnTo>
                    <a:lnTo>
                      <a:pt x="2913" y="14102"/>
                    </a:lnTo>
                    <a:lnTo>
                      <a:pt x="2646" y="14102"/>
                    </a:lnTo>
                    <a:lnTo>
                      <a:pt x="2362" y="14129"/>
                    </a:lnTo>
                    <a:lnTo>
                      <a:pt x="2096" y="14168"/>
                    </a:lnTo>
                    <a:lnTo>
                      <a:pt x="1811" y="14273"/>
                    </a:lnTo>
                    <a:lnTo>
                      <a:pt x="1545" y="14378"/>
                    </a:lnTo>
                    <a:lnTo>
                      <a:pt x="1314" y="14496"/>
                    </a:lnTo>
                    <a:lnTo>
                      <a:pt x="1065" y="14653"/>
                    </a:lnTo>
                    <a:lnTo>
                      <a:pt x="870" y="14797"/>
                    </a:lnTo>
                    <a:lnTo>
                      <a:pt x="657" y="14981"/>
                    </a:lnTo>
                    <a:lnTo>
                      <a:pt x="497" y="15177"/>
                    </a:lnTo>
                    <a:lnTo>
                      <a:pt x="390" y="15413"/>
                    </a:lnTo>
                    <a:lnTo>
                      <a:pt x="284" y="15636"/>
                    </a:lnTo>
                    <a:lnTo>
                      <a:pt x="248" y="15911"/>
                    </a:lnTo>
                    <a:lnTo>
                      <a:pt x="284" y="16239"/>
                    </a:lnTo>
                    <a:lnTo>
                      <a:pt x="319" y="16566"/>
                    </a:lnTo>
                    <a:lnTo>
                      <a:pt x="497" y="17340"/>
                    </a:lnTo>
                    <a:lnTo>
                      <a:pt x="692" y="18152"/>
                    </a:lnTo>
                    <a:lnTo>
                      <a:pt x="799" y="18559"/>
                    </a:lnTo>
                    <a:lnTo>
                      <a:pt x="905" y="18978"/>
                    </a:lnTo>
                    <a:lnTo>
                      <a:pt x="959" y="19384"/>
                    </a:lnTo>
                    <a:lnTo>
                      <a:pt x="994" y="19791"/>
                    </a:lnTo>
                    <a:lnTo>
                      <a:pt x="994" y="20132"/>
                    </a:lnTo>
                    <a:lnTo>
                      <a:pt x="959" y="20485"/>
                    </a:lnTo>
                    <a:lnTo>
                      <a:pt x="941" y="20669"/>
                    </a:lnTo>
                    <a:lnTo>
                      <a:pt x="870" y="20813"/>
                    </a:lnTo>
                    <a:lnTo>
                      <a:pt x="799" y="20970"/>
                    </a:lnTo>
                    <a:lnTo>
                      <a:pt x="692" y="21088"/>
                    </a:lnTo>
                    <a:lnTo>
                      <a:pt x="1474" y="20997"/>
                    </a:lnTo>
                    <a:lnTo>
                      <a:pt x="2291" y="20866"/>
                    </a:lnTo>
                    <a:lnTo>
                      <a:pt x="3108" y="20787"/>
                    </a:lnTo>
                    <a:lnTo>
                      <a:pt x="3907" y="20721"/>
                    </a:lnTo>
                    <a:lnTo>
                      <a:pt x="4653" y="20695"/>
                    </a:lnTo>
                    <a:lnTo>
                      <a:pt x="5364" y="20695"/>
                    </a:lnTo>
                    <a:lnTo>
                      <a:pt x="5701" y="20721"/>
                    </a:lnTo>
                    <a:lnTo>
                      <a:pt x="6057" y="20761"/>
                    </a:lnTo>
                    <a:lnTo>
                      <a:pt x="6323" y="20813"/>
                    </a:lnTo>
                    <a:lnTo>
                      <a:pt x="6625" y="20892"/>
                    </a:lnTo>
                    <a:close/>
                  </a:path>
                </a:pathLst>
              </a:custGeom>
              <a:solidFill>
                <a:schemeClr val="accent2">
                  <a:lumMod val="20000"/>
                  <a:lumOff val="80000"/>
                </a:schemeClr>
              </a:solidFill>
              <a:ln w="6350">
                <a:noFill/>
                <a:miter lim="800000"/>
              </a:ln>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数据不规范</a:t>
                </a:r>
                <a:endParaRPr kumimoji="0" lang="zh-CN" altLang="en-US" sz="1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p:txBody>
          </p:sp>
          <p:sp>
            <p:nvSpPr>
              <p:cNvPr id="106" name="Puzzle2"/>
              <p:cNvSpPr>
                <a:spLocks noEditPoints="1" noChangeArrowheads="1"/>
              </p:cNvSpPr>
              <p:nvPr>
                <p:custDataLst>
                  <p:tags r:id="rId38"/>
                </p:custDataLst>
              </p:nvPr>
            </p:nvSpPr>
            <p:spPr bwMode="auto">
              <a:xfrm>
                <a:off x="2392755" y="5260933"/>
                <a:ext cx="1479211" cy="862975"/>
              </a:xfrm>
              <a:custGeom>
                <a:avLst/>
                <a:gdLst>
                  <a:gd name="T0" fmla="*/ 797 w 21600"/>
                  <a:gd name="T1" fmla="*/ 646363 h 21600"/>
                  <a:gd name="T2" fmla="*/ 304504 w 21600"/>
                  <a:gd name="T3" fmla="*/ 1021790 h 21600"/>
                  <a:gd name="T4" fmla="*/ 753651 w 21600"/>
                  <a:gd name="T5" fmla="*/ 671617 h 21600"/>
                  <a:gd name="T6" fmla="*/ 1218958 w 21600"/>
                  <a:gd name="T7" fmla="*/ 1023191 h 21600"/>
                  <a:gd name="T8" fmla="*/ 1565275 w 21600"/>
                  <a:gd name="T9" fmla="*/ 728305 h 21600"/>
                  <a:gd name="T10" fmla="*/ 1223886 w 21600"/>
                  <a:gd name="T11" fmla="*/ 277116 h 21600"/>
                  <a:gd name="T12" fmla="*/ 782638 w 21600"/>
                  <a:gd name="T13" fmla="*/ 1352 h 21600"/>
                  <a:gd name="T14" fmla="*/ 304504 w 21600"/>
                  <a:gd name="T15" fmla="*/ 284601 h 21600"/>
                  <a:gd name="T16" fmla="*/ 0 60000 65536"/>
                  <a:gd name="T17" fmla="*/ 0 60000 65536"/>
                  <a:gd name="T18" fmla="*/ 0 60000 65536"/>
                  <a:gd name="T19" fmla="*/ 0 60000 65536"/>
                  <a:gd name="T20" fmla="*/ 0 60000 65536"/>
                  <a:gd name="T21" fmla="*/ 0 60000 65536"/>
                  <a:gd name="T22" fmla="*/ 0 60000 65536"/>
                  <a:gd name="T23" fmla="*/ 0 60000 65536"/>
                  <a:gd name="T24" fmla="*/ 5388 w 21600"/>
                  <a:gd name="T25" fmla="*/ 6742 h 21600"/>
                  <a:gd name="T26" fmla="*/ 16177 w 21600"/>
                  <a:gd name="T27" fmla="*/ 20441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4247" y="12354"/>
                    </a:moveTo>
                    <a:lnTo>
                      <a:pt x="4134" y="12468"/>
                    </a:lnTo>
                    <a:lnTo>
                      <a:pt x="4010" y="12581"/>
                    </a:lnTo>
                    <a:lnTo>
                      <a:pt x="3897" y="12637"/>
                    </a:lnTo>
                    <a:lnTo>
                      <a:pt x="3773" y="12694"/>
                    </a:lnTo>
                    <a:lnTo>
                      <a:pt x="3637" y="12694"/>
                    </a:lnTo>
                    <a:lnTo>
                      <a:pt x="3524" y="12694"/>
                    </a:lnTo>
                    <a:lnTo>
                      <a:pt x="3400" y="12665"/>
                    </a:lnTo>
                    <a:lnTo>
                      <a:pt x="3287" y="12609"/>
                    </a:lnTo>
                    <a:lnTo>
                      <a:pt x="3027" y="12496"/>
                    </a:lnTo>
                    <a:lnTo>
                      <a:pt x="2790" y="12340"/>
                    </a:lnTo>
                    <a:lnTo>
                      <a:pt x="2530" y="12142"/>
                    </a:lnTo>
                    <a:lnTo>
                      <a:pt x="2293" y="11987"/>
                    </a:lnTo>
                    <a:lnTo>
                      <a:pt x="2033" y="11817"/>
                    </a:lnTo>
                    <a:lnTo>
                      <a:pt x="1773" y="11676"/>
                    </a:lnTo>
                    <a:lnTo>
                      <a:pt x="1638" y="11662"/>
                    </a:lnTo>
                    <a:lnTo>
                      <a:pt x="1513" y="11634"/>
                    </a:lnTo>
                    <a:lnTo>
                      <a:pt x="1378" y="11634"/>
                    </a:lnTo>
                    <a:lnTo>
                      <a:pt x="1253" y="11634"/>
                    </a:lnTo>
                    <a:lnTo>
                      <a:pt x="1118" y="11662"/>
                    </a:lnTo>
                    <a:lnTo>
                      <a:pt x="971" y="11732"/>
                    </a:lnTo>
                    <a:lnTo>
                      <a:pt x="835" y="11817"/>
                    </a:lnTo>
                    <a:lnTo>
                      <a:pt x="711" y="11959"/>
                    </a:lnTo>
                    <a:lnTo>
                      <a:pt x="553" y="12086"/>
                    </a:lnTo>
                    <a:lnTo>
                      <a:pt x="429" y="12284"/>
                    </a:lnTo>
                    <a:lnTo>
                      <a:pt x="271" y="12524"/>
                    </a:lnTo>
                    <a:lnTo>
                      <a:pt x="146" y="12793"/>
                    </a:lnTo>
                    <a:lnTo>
                      <a:pt x="79" y="12962"/>
                    </a:lnTo>
                    <a:lnTo>
                      <a:pt x="33" y="13146"/>
                    </a:lnTo>
                    <a:lnTo>
                      <a:pt x="11" y="13386"/>
                    </a:lnTo>
                    <a:lnTo>
                      <a:pt x="11" y="13641"/>
                    </a:lnTo>
                    <a:lnTo>
                      <a:pt x="33" y="13881"/>
                    </a:lnTo>
                    <a:lnTo>
                      <a:pt x="101" y="14150"/>
                    </a:lnTo>
                    <a:lnTo>
                      <a:pt x="192" y="14404"/>
                    </a:lnTo>
                    <a:lnTo>
                      <a:pt x="293" y="14645"/>
                    </a:lnTo>
                    <a:lnTo>
                      <a:pt x="451" y="14857"/>
                    </a:lnTo>
                    <a:lnTo>
                      <a:pt x="621" y="15054"/>
                    </a:lnTo>
                    <a:lnTo>
                      <a:pt x="734" y="15125"/>
                    </a:lnTo>
                    <a:lnTo>
                      <a:pt x="835" y="15210"/>
                    </a:lnTo>
                    <a:lnTo>
                      <a:pt x="948" y="15267"/>
                    </a:lnTo>
                    <a:lnTo>
                      <a:pt x="1084" y="15323"/>
                    </a:lnTo>
                    <a:lnTo>
                      <a:pt x="1208" y="15351"/>
                    </a:lnTo>
                    <a:lnTo>
                      <a:pt x="1355" y="15380"/>
                    </a:lnTo>
                    <a:lnTo>
                      <a:pt x="1513" y="15380"/>
                    </a:lnTo>
                    <a:lnTo>
                      <a:pt x="1683" y="15380"/>
                    </a:lnTo>
                    <a:lnTo>
                      <a:pt x="1864" y="15351"/>
                    </a:lnTo>
                    <a:lnTo>
                      <a:pt x="2033" y="15323"/>
                    </a:lnTo>
                    <a:lnTo>
                      <a:pt x="2225" y="15238"/>
                    </a:lnTo>
                    <a:lnTo>
                      <a:pt x="2428" y="15153"/>
                    </a:lnTo>
                    <a:lnTo>
                      <a:pt x="2745" y="15026"/>
                    </a:lnTo>
                    <a:lnTo>
                      <a:pt x="3005" y="14913"/>
                    </a:lnTo>
                    <a:lnTo>
                      <a:pt x="3264" y="14828"/>
                    </a:lnTo>
                    <a:lnTo>
                      <a:pt x="3513" y="14800"/>
                    </a:lnTo>
                    <a:lnTo>
                      <a:pt x="3615" y="14828"/>
                    </a:lnTo>
                    <a:lnTo>
                      <a:pt x="3728" y="14857"/>
                    </a:lnTo>
                    <a:lnTo>
                      <a:pt x="3807" y="14913"/>
                    </a:lnTo>
                    <a:lnTo>
                      <a:pt x="3920" y="14998"/>
                    </a:lnTo>
                    <a:lnTo>
                      <a:pt x="4010" y="15097"/>
                    </a:lnTo>
                    <a:lnTo>
                      <a:pt x="4089" y="15238"/>
                    </a:lnTo>
                    <a:lnTo>
                      <a:pt x="4179" y="15408"/>
                    </a:lnTo>
                    <a:lnTo>
                      <a:pt x="4247" y="15620"/>
                    </a:lnTo>
                    <a:lnTo>
                      <a:pt x="4326" y="15860"/>
                    </a:lnTo>
                    <a:lnTo>
                      <a:pt x="4394" y="16129"/>
                    </a:lnTo>
                    <a:lnTo>
                      <a:pt x="4439" y="16440"/>
                    </a:lnTo>
                    <a:lnTo>
                      <a:pt x="4507" y="16737"/>
                    </a:lnTo>
                    <a:lnTo>
                      <a:pt x="4552" y="17090"/>
                    </a:lnTo>
                    <a:lnTo>
                      <a:pt x="4575" y="17443"/>
                    </a:lnTo>
                    <a:lnTo>
                      <a:pt x="4586" y="17825"/>
                    </a:lnTo>
                    <a:lnTo>
                      <a:pt x="4586" y="18193"/>
                    </a:lnTo>
                    <a:lnTo>
                      <a:pt x="4586" y="18574"/>
                    </a:lnTo>
                    <a:lnTo>
                      <a:pt x="4586" y="18984"/>
                    </a:lnTo>
                    <a:lnTo>
                      <a:pt x="4552" y="19366"/>
                    </a:lnTo>
                    <a:lnTo>
                      <a:pt x="4507" y="19748"/>
                    </a:lnTo>
                    <a:lnTo>
                      <a:pt x="4462" y="20129"/>
                    </a:lnTo>
                    <a:lnTo>
                      <a:pt x="4371" y="20483"/>
                    </a:lnTo>
                    <a:lnTo>
                      <a:pt x="4292" y="20836"/>
                    </a:lnTo>
                    <a:lnTo>
                      <a:pt x="4202" y="21161"/>
                    </a:lnTo>
                    <a:lnTo>
                      <a:pt x="4744" y="21161"/>
                    </a:lnTo>
                    <a:lnTo>
                      <a:pt x="5264" y="21161"/>
                    </a:lnTo>
                    <a:lnTo>
                      <a:pt x="5784" y="21161"/>
                    </a:lnTo>
                    <a:lnTo>
                      <a:pt x="6235" y="21161"/>
                    </a:lnTo>
                    <a:lnTo>
                      <a:pt x="6676" y="21161"/>
                    </a:lnTo>
                    <a:lnTo>
                      <a:pt x="7060" y="21161"/>
                    </a:lnTo>
                    <a:lnTo>
                      <a:pt x="7410" y="21161"/>
                    </a:lnTo>
                    <a:lnTo>
                      <a:pt x="7670" y="21161"/>
                    </a:lnTo>
                    <a:lnTo>
                      <a:pt x="8020" y="21020"/>
                    </a:lnTo>
                    <a:lnTo>
                      <a:pt x="8303" y="20893"/>
                    </a:lnTo>
                    <a:lnTo>
                      <a:pt x="8563" y="20695"/>
                    </a:lnTo>
                    <a:lnTo>
                      <a:pt x="8800" y="20511"/>
                    </a:lnTo>
                    <a:lnTo>
                      <a:pt x="8969" y="20285"/>
                    </a:lnTo>
                    <a:lnTo>
                      <a:pt x="9150" y="20045"/>
                    </a:lnTo>
                    <a:lnTo>
                      <a:pt x="9252" y="19804"/>
                    </a:lnTo>
                    <a:lnTo>
                      <a:pt x="9342" y="19550"/>
                    </a:lnTo>
                    <a:lnTo>
                      <a:pt x="9410" y="19281"/>
                    </a:lnTo>
                    <a:lnTo>
                      <a:pt x="9433" y="19013"/>
                    </a:lnTo>
                    <a:lnTo>
                      <a:pt x="9433" y="18744"/>
                    </a:lnTo>
                    <a:lnTo>
                      <a:pt x="9387" y="18504"/>
                    </a:lnTo>
                    <a:lnTo>
                      <a:pt x="9320" y="18221"/>
                    </a:lnTo>
                    <a:lnTo>
                      <a:pt x="9207" y="17981"/>
                    </a:lnTo>
                    <a:lnTo>
                      <a:pt x="9105" y="17740"/>
                    </a:lnTo>
                    <a:lnTo>
                      <a:pt x="8924" y="17514"/>
                    </a:lnTo>
                    <a:lnTo>
                      <a:pt x="8777" y="17274"/>
                    </a:lnTo>
                    <a:lnTo>
                      <a:pt x="8642" y="17034"/>
                    </a:lnTo>
                    <a:lnTo>
                      <a:pt x="8563" y="16765"/>
                    </a:lnTo>
                    <a:lnTo>
                      <a:pt x="8472" y="16468"/>
                    </a:lnTo>
                    <a:lnTo>
                      <a:pt x="8450" y="16157"/>
                    </a:lnTo>
                    <a:lnTo>
                      <a:pt x="8450" y="15860"/>
                    </a:lnTo>
                    <a:lnTo>
                      <a:pt x="8472" y="15563"/>
                    </a:lnTo>
                    <a:lnTo>
                      <a:pt x="8540" y="15267"/>
                    </a:lnTo>
                    <a:lnTo>
                      <a:pt x="8642" y="14998"/>
                    </a:lnTo>
                    <a:lnTo>
                      <a:pt x="8777" y="14729"/>
                    </a:lnTo>
                    <a:lnTo>
                      <a:pt x="8868" y="14616"/>
                    </a:lnTo>
                    <a:lnTo>
                      <a:pt x="8969" y="14475"/>
                    </a:lnTo>
                    <a:lnTo>
                      <a:pt x="9060" y="14376"/>
                    </a:lnTo>
                    <a:lnTo>
                      <a:pt x="9184" y="14291"/>
                    </a:lnTo>
                    <a:lnTo>
                      <a:pt x="9297" y="14206"/>
                    </a:lnTo>
                    <a:lnTo>
                      <a:pt x="9433" y="14121"/>
                    </a:lnTo>
                    <a:lnTo>
                      <a:pt x="9579" y="14051"/>
                    </a:lnTo>
                    <a:lnTo>
                      <a:pt x="9726" y="13994"/>
                    </a:lnTo>
                    <a:lnTo>
                      <a:pt x="9884" y="13938"/>
                    </a:lnTo>
                    <a:lnTo>
                      <a:pt x="10054" y="13909"/>
                    </a:lnTo>
                    <a:lnTo>
                      <a:pt x="10257" y="13881"/>
                    </a:lnTo>
                    <a:lnTo>
                      <a:pt x="10449" y="13881"/>
                    </a:lnTo>
                    <a:lnTo>
                      <a:pt x="10664" y="13881"/>
                    </a:lnTo>
                    <a:lnTo>
                      <a:pt x="10856" y="13909"/>
                    </a:lnTo>
                    <a:lnTo>
                      <a:pt x="11037" y="13966"/>
                    </a:lnTo>
                    <a:lnTo>
                      <a:pt x="11206" y="14023"/>
                    </a:lnTo>
                    <a:lnTo>
                      <a:pt x="11353" y="14093"/>
                    </a:lnTo>
                    <a:lnTo>
                      <a:pt x="11511" y="14178"/>
                    </a:lnTo>
                    <a:lnTo>
                      <a:pt x="11635" y="14263"/>
                    </a:lnTo>
                    <a:lnTo>
                      <a:pt x="11748" y="14376"/>
                    </a:lnTo>
                    <a:lnTo>
                      <a:pt x="11861" y="14475"/>
                    </a:lnTo>
                    <a:lnTo>
                      <a:pt x="11941" y="14616"/>
                    </a:lnTo>
                    <a:lnTo>
                      <a:pt x="12031" y="14758"/>
                    </a:lnTo>
                    <a:lnTo>
                      <a:pt x="12099" y="14885"/>
                    </a:lnTo>
                    <a:lnTo>
                      <a:pt x="12200" y="15210"/>
                    </a:lnTo>
                    <a:lnTo>
                      <a:pt x="12268" y="15507"/>
                    </a:lnTo>
                    <a:lnTo>
                      <a:pt x="12291" y="15832"/>
                    </a:lnTo>
                    <a:lnTo>
                      <a:pt x="12291" y="16157"/>
                    </a:lnTo>
                    <a:lnTo>
                      <a:pt x="12246" y="16482"/>
                    </a:lnTo>
                    <a:lnTo>
                      <a:pt x="12178" y="16807"/>
                    </a:lnTo>
                    <a:lnTo>
                      <a:pt x="12099" y="17090"/>
                    </a:lnTo>
                    <a:lnTo>
                      <a:pt x="12008" y="17330"/>
                    </a:lnTo>
                    <a:lnTo>
                      <a:pt x="11884" y="17542"/>
                    </a:lnTo>
                    <a:lnTo>
                      <a:pt x="11748" y="17712"/>
                    </a:lnTo>
                    <a:lnTo>
                      <a:pt x="11613" y="17839"/>
                    </a:lnTo>
                    <a:lnTo>
                      <a:pt x="11489" y="18037"/>
                    </a:lnTo>
                    <a:lnTo>
                      <a:pt x="11398" y="18221"/>
                    </a:lnTo>
                    <a:lnTo>
                      <a:pt x="11319" y="18447"/>
                    </a:lnTo>
                    <a:lnTo>
                      <a:pt x="11251" y="18659"/>
                    </a:lnTo>
                    <a:lnTo>
                      <a:pt x="11206" y="18900"/>
                    </a:lnTo>
                    <a:lnTo>
                      <a:pt x="11184" y="19154"/>
                    </a:lnTo>
                    <a:lnTo>
                      <a:pt x="11184" y="19423"/>
                    </a:lnTo>
                    <a:lnTo>
                      <a:pt x="11229" y="19663"/>
                    </a:lnTo>
                    <a:lnTo>
                      <a:pt x="11297" y="19903"/>
                    </a:lnTo>
                    <a:lnTo>
                      <a:pt x="11376" y="20158"/>
                    </a:lnTo>
                    <a:lnTo>
                      <a:pt x="11511" y="20398"/>
                    </a:lnTo>
                    <a:lnTo>
                      <a:pt x="11681" y="20610"/>
                    </a:lnTo>
                    <a:lnTo>
                      <a:pt x="11884" y="20808"/>
                    </a:lnTo>
                    <a:lnTo>
                      <a:pt x="12121" y="20992"/>
                    </a:lnTo>
                    <a:lnTo>
                      <a:pt x="12404" y="21161"/>
                    </a:lnTo>
                    <a:lnTo>
                      <a:pt x="12528" y="21190"/>
                    </a:lnTo>
                    <a:lnTo>
                      <a:pt x="12856" y="21274"/>
                    </a:lnTo>
                    <a:lnTo>
                      <a:pt x="13330" y="21373"/>
                    </a:lnTo>
                    <a:lnTo>
                      <a:pt x="13963" y="21486"/>
                    </a:lnTo>
                    <a:lnTo>
                      <a:pt x="14313" y="21543"/>
                    </a:lnTo>
                    <a:lnTo>
                      <a:pt x="14652" y="21571"/>
                    </a:lnTo>
                    <a:lnTo>
                      <a:pt x="15025" y="21600"/>
                    </a:lnTo>
                    <a:lnTo>
                      <a:pt x="15409" y="21600"/>
                    </a:lnTo>
                    <a:lnTo>
                      <a:pt x="15782" y="21600"/>
                    </a:lnTo>
                    <a:lnTo>
                      <a:pt x="16177" y="21571"/>
                    </a:lnTo>
                    <a:lnTo>
                      <a:pt x="16516" y="21486"/>
                    </a:lnTo>
                    <a:lnTo>
                      <a:pt x="16889" y="21402"/>
                    </a:lnTo>
                    <a:lnTo>
                      <a:pt x="16821" y="21190"/>
                    </a:lnTo>
                    <a:lnTo>
                      <a:pt x="16776" y="20935"/>
                    </a:lnTo>
                    <a:lnTo>
                      <a:pt x="16742" y="20667"/>
                    </a:lnTo>
                    <a:lnTo>
                      <a:pt x="16719" y="20370"/>
                    </a:lnTo>
                    <a:lnTo>
                      <a:pt x="16697" y="19719"/>
                    </a:lnTo>
                    <a:lnTo>
                      <a:pt x="16697" y="19013"/>
                    </a:lnTo>
                    <a:lnTo>
                      <a:pt x="16719" y="18306"/>
                    </a:lnTo>
                    <a:lnTo>
                      <a:pt x="16753" y="17599"/>
                    </a:lnTo>
                    <a:lnTo>
                      <a:pt x="16821" y="16949"/>
                    </a:lnTo>
                    <a:lnTo>
                      <a:pt x="16889" y="16383"/>
                    </a:lnTo>
                    <a:lnTo>
                      <a:pt x="16934" y="16129"/>
                    </a:lnTo>
                    <a:lnTo>
                      <a:pt x="17002" y="15945"/>
                    </a:lnTo>
                    <a:lnTo>
                      <a:pt x="17081" y="15790"/>
                    </a:lnTo>
                    <a:lnTo>
                      <a:pt x="17194" y="15648"/>
                    </a:lnTo>
                    <a:lnTo>
                      <a:pt x="17318" y="15563"/>
                    </a:lnTo>
                    <a:lnTo>
                      <a:pt x="17453" y="15507"/>
                    </a:lnTo>
                    <a:lnTo>
                      <a:pt x="17600" y="15450"/>
                    </a:lnTo>
                    <a:lnTo>
                      <a:pt x="17758" y="15450"/>
                    </a:lnTo>
                    <a:lnTo>
                      <a:pt x="17905" y="15479"/>
                    </a:lnTo>
                    <a:lnTo>
                      <a:pt x="18064" y="15535"/>
                    </a:lnTo>
                    <a:lnTo>
                      <a:pt x="18233" y="15620"/>
                    </a:lnTo>
                    <a:lnTo>
                      <a:pt x="18380" y="15733"/>
                    </a:lnTo>
                    <a:lnTo>
                      <a:pt x="18561" y="15832"/>
                    </a:lnTo>
                    <a:lnTo>
                      <a:pt x="18707" y="15973"/>
                    </a:lnTo>
                    <a:lnTo>
                      <a:pt x="18866" y="16129"/>
                    </a:lnTo>
                    <a:lnTo>
                      <a:pt x="18990" y="16327"/>
                    </a:lnTo>
                    <a:lnTo>
                      <a:pt x="19125" y="16482"/>
                    </a:lnTo>
                    <a:lnTo>
                      <a:pt x="19295" y="16624"/>
                    </a:lnTo>
                    <a:lnTo>
                      <a:pt x="19464" y="16737"/>
                    </a:lnTo>
                    <a:lnTo>
                      <a:pt x="19668" y="16807"/>
                    </a:lnTo>
                    <a:lnTo>
                      <a:pt x="19860" y="16836"/>
                    </a:lnTo>
                    <a:lnTo>
                      <a:pt x="20052" y="16864"/>
                    </a:lnTo>
                    <a:lnTo>
                      <a:pt x="20266" y="16836"/>
                    </a:lnTo>
                    <a:lnTo>
                      <a:pt x="20470" y="16793"/>
                    </a:lnTo>
                    <a:lnTo>
                      <a:pt x="20662" y="16708"/>
                    </a:lnTo>
                    <a:lnTo>
                      <a:pt x="20854" y="16567"/>
                    </a:lnTo>
                    <a:lnTo>
                      <a:pt x="21035" y="16412"/>
                    </a:lnTo>
                    <a:lnTo>
                      <a:pt x="21182" y="16214"/>
                    </a:lnTo>
                    <a:lnTo>
                      <a:pt x="21340" y="16002"/>
                    </a:lnTo>
                    <a:lnTo>
                      <a:pt x="21441" y="15733"/>
                    </a:lnTo>
                    <a:lnTo>
                      <a:pt x="21532" y="15436"/>
                    </a:lnTo>
                    <a:lnTo>
                      <a:pt x="21600" y="15083"/>
                    </a:lnTo>
                    <a:lnTo>
                      <a:pt x="21600" y="14885"/>
                    </a:lnTo>
                    <a:lnTo>
                      <a:pt x="21600" y="14729"/>
                    </a:lnTo>
                    <a:lnTo>
                      <a:pt x="21600" y="14531"/>
                    </a:lnTo>
                    <a:lnTo>
                      <a:pt x="21577" y="14376"/>
                    </a:lnTo>
                    <a:lnTo>
                      <a:pt x="21532" y="14206"/>
                    </a:lnTo>
                    <a:lnTo>
                      <a:pt x="21487" y="14051"/>
                    </a:lnTo>
                    <a:lnTo>
                      <a:pt x="21419" y="13909"/>
                    </a:lnTo>
                    <a:lnTo>
                      <a:pt x="21351" y="13768"/>
                    </a:lnTo>
                    <a:lnTo>
                      <a:pt x="21204" y="13500"/>
                    </a:lnTo>
                    <a:lnTo>
                      <a:pt x="21035" y="13287"/>
                    </a:lnTo>
                    <a:lnTo>
                      <a:pt x="20809" y="13090"/>
                    </a:lnTo>
                    <a:lnTo>
                      <a:pt x="20594" y="12962"/>
                    </a:lnTo>
                    <a:lnTo>
                      <a:pt x="20357" y="12821"/>
                    </a:lnTo>
                    <a:lnTo>
                      <a:pt x="20120" y="12764"/>
                    </a:lnTo>
                    <a:lnTo>
                      <a:pt x="19882" y="12708"/>
                    </a:lnTo>
                    <a:lnTo>
                      <a:pt x="19645" y="12736"/>
                    </a:lnTo>
                    <a:lnTo>
                      <a:pt x="19430" y="12793"/>
                    </a:lnTo>
                    <a:lnTo>
                      <a:pt x="19227" y="12906"/>
                    </a:lnTo>
                    <a:lnTo>
                      <a:pt x="19148" y="12962"/>
                    </a:lnTo>
                    <a:lnTo>
                      <a:pt x="19058" y="13047"/>
                    </a:lnTo>
                    <a:lnTo>
                      <a:pt x="18990" y="13146"/>
                    </a:lnTo>
                    <a:lnTo>
                      <a:pt x="18911" y="13259"/>
                    </a:lnTo>
                    <a:lnTo>
                      <a:pt x="18775" y="13471"/>
                    </a:lnTo>
                    <a:lnTo>
                      <a:pt x="18628" y="13641"/>
                    </a:lnTo>
                    <a:lnTo>
                      <a:pt x="18470" y="13740"/>
                    </a:lnTo>
                    <a:lnTo>
                      <a:pt x="18301" y="13825"/>
                    </a:lnTo>
                    <a:lnTo>
                      <a:pt x="18143" y="13853"/>
                    </a:lnTo>
                    <a:lnTo>
                      <a:pt x="17973" y="13881"/>
                    </a:lnTo>
                    <a:lnTo>
                      <a:pt x="17804" y="13853"/>
                    </a:lnTo>
                    <a:lnTo>
                      <a:pt x="17646" y="13796"/>
                    </a:lnTo>
                    <a:lnTo>
                      <a:pt x="17499" y="13726"/>
                    </a:lnTo>
                    <a:lnTo>
                      <a:pt x="17341" y="13641"/>
                    </a:lnTo>
                    <a:lnTo>
                      <a:pt x="17216" y="13528"/>
                    </a:lnTo>
                    <a:lnTo>
                      <a:pt x="17103" y="13386"/>
                    </a:lnTo>
                    <a:lnTo>
                      <a:pt x="17024" y="13259"/>
                    </a:lnTo>
                    <a:lnTo>
                      <a:pt x="16934" y="13118"/>
                    </a:lnTo>
                    <a:lnTo>
                      <a:pt x="16889" y="12991"/>
                    </a:lnTo>
                    <a:lnTo>
                      <a:pt x="16889" y="12849"/>
                    </a:lnTo>
                    <a:lnTo>
                      <a:pt x="16889" y="12383"/>
                    </a:lnTo>
                    <a:lnTo>
                      <a:pt x="16889" y="11662"/>
                    </a:lnTo>
                    <a:lnTo>
                      <a:pt x="16889" y="10701"/>
                    </a:lnTo>
                    <a:lnTo>
                      <a:pt x="16889" y="9640"/>
                    </a:lnTo>
                    <a:lnTo>
                      <a:pt x="16889" y="8566"/>
                    </a:lnTo>
                    <a:lnTo>
                      <a:pt x="16889" y="7478"/>
                    </a:lnTo>
                    <a:lnTo>
                      <a:pt x="16889" y="6502"/>
                    </a:lnTo>
                    <a:lnTo>
                      <a:pt x="16889" y="5739"/>
                    </a:lnTo>
                    <a:lnTo>
                      <a:pt x="16674" y="5894"/>
                    </a:lnTo>
                    <a:lnTo>
                      <a:pt x="16414" y="6036"/>
                    </a:lnTo>
                    <a:lnTo>
                      <a:pt x="16154" y="6177"/>
                    </a:lnTo>
                    <a:lnTo>
                      <a:pt x="15849" y="6248"/>
                    </a:lnTo>
                    <a:lnTo>
                      <a:pt x="15544" y="6304"/>
                    </a:lnTo>
                    <a:lnTo>
                      <a:pt x="15217" y="6332"/>
                    </a:lnTo>
                    <a:lnTo>
                      <a:pt x="14866" y="6361"/>
                    </a:lnTo>
                    <a:lnTo>
                      <a:pt x="14550" y="6361"/>
                    </a:lnTo>
                    <a:lnTo>
                      <a:pt x="14200" y="6332"/>
                    </a:lnTo>
                    <a:lnTo>
                      <a:pt x="13850" y="6276"/>
                    </a:lnTo>
                    <a:lnTo>
                      <a:pt x="13522" y="6219"/>
                    </a:lnTo>
                    <a:lnTo>
                      <a:pt x="13206" y="6149"/>
                    </a:lnTo>
                    <a:lnTo>
                      <a:pt x="12901" y="6064"/>
                    </a:lnTo>
                    <a:lnTo>
                      <a:pt x="12618" y="5951"/>
                    </a:lnTo>
                    <a:lnTo>
                      <a:pt x="12358" y="5838"/>
                    </a:lnTo>
                    <a:lnTo>
                      <a:pt x="12121" y="5739"/>
                    </a:lnTo>
                    <a:lnTo>
                      <a:pt x="11941" y="5626"/>
                    </a:lnTo>
                    <a:lnTo>
                      <a:pt x="11794" y="5513"/>
                    </a:lnTo>
                    <a:lnTo>
                      <a:pt x="11658" y="5414"/>
                    </a:lnTo>
                    <a:lnTo>
                      <a:pt x="11556" y="5301"/>
                    </a:lnTo>
                    <a:lnTo>
                      <a:pt x="11466" y="5187"/>
                    </a:lnTo>
                    <a:lnTo>
                      <a:pt x="11398" y="5089"/>
                    </a:lnTo>
                    <a:lnTo>
                      <a:pt x="11376" y="4947"/>
                    </a:lnTo>
                    <a:lnTo>
                      <a:pt x="11353" y="4834"/>
                    </a:lnTo>
                    <a:lnTo>
                      <a:pt x="11353" y="4707"/>
                    </a:lnTo>
                    <a:lnTo>
                      <a:pt x="11376" y="4565"/>
                    </a:lnTo>
                    <a:lnTo>
                      <a:pt x="11443" y="4410"/>
                    </a:lnTo>
                    <a:lnTo>
                      <a:pt x="11511" y="4240"/>
                    </a:lnTo>
                    <a:lnTo>
                      <a:pt x="11703" y="3887"/>
                    </a:lnTo>
                    <a:lnTo>
                      <a:pt x="11986" y="3505"/>
                    </a:lnTo>
                    <a:lnTo>
                      <a:pt x="12144" y="3265"/>
                    </a:lnTo>
                    <a:lnTo>
                      <a:pt x="12246" y="3025"/>
                    </a:lnTo>
                    <a:lnTo>
                      <a:pt x="12336" y="2756"/>
                    </a:lnTo>
                    <a:lnTo>
                      <a:pt x="12404" y="2445"/>
                    </a:lnTo>
                    <a:lnTo>
                      <a:pt x="12438" y="2176"/>
                    </a:lnTo>
                    <a:lnTo>
                      <a:pt x="12438" y="1880"/>
                    </a:lnTo>
                    <a:lnTo>
                      <a:pt x="12404" y="1583"/>
                    </a:lnTo>
                    <a:lnTo>
                      <a:pt x="12336" y="1314"/>
                    </a:lnTo>
                    <a:lnTo>
                      <a:pt x="12246" y="1046"/>
                    </a:lnTo>
                    <a:lnTo>
                      <a:pt x="12099" y="791"/>
                    </a:lnTo>
                    <a:lnTo>
                      <a:pt x="12008" y="692"/>
                    </a:lnTo>
                    <a:lnTo>
                      <a:pt x="11918" y="579"/>
                    </a:lnTo>
                    <a:lnTo>
                      <a:pt x="11816" y="466"/>
                    </a:lnTo>
                    <a:lnTo>
                      <a:pt x="11703" y="381"/>
                    </a:lnTo>
                    <a:lnTo>
                      <a:pt x="11579" y="310"/>
                    </a:lnTo>
                    <a:lnTo>
                      <a:pt x="11443" y="226"/>
                    </a:lnTo>
                    <a:lnTo>
                      <a:pt x="11297" y="169"/>
                    </a:lnTo>
                    <a:lnTo>
                      <a:pt x="11138" y="113"/>
                    </a:lnTo>
                    <a:lnTo>
                      <a:pt x="10969" y="56"/>
                    </a:lnTo>
                    <a:lnTo>
                      <a:pt x="10800" y="28"/>
                    </a:lnTo>
                    <a:lnTo>
                      <a:pt x="10619" y="28"/>
                    </a:lnTo>
                    <a:lnTo>
                      <a:pt x="10404" y="28"/>
                    </a:lnTo>
                    <a:lnTo>
                      <a:pt x="10257" y="28"/>
                    </a:lnTo>
                    <a:lnTo>
                      <a:pt x="10076" y="56"/>
                    </a:lnTo>
                    <a:lnTo>
                      <a:pt x="9952" y="84"/>
                    </a:lnTo>
                    <a:lnTo>
                      <a:pt x="9794" y="141"/>
                    </a:lnTo>
                    <a:lnTo>
                      <a:pt x="9692" y="226"/>
                    </a:lnTo>
                    <a:lnTo>
                      <a:pt x="9557" y="282"/>
                    </a:lnTo>
                    <a:lnTo>
                      <a:pt x="9455" y="381"/>
                    </a:lnTo>
                    <a:lnTo>
                      <a:pt x="9365" y="466"/>
                    </a:lnTo>
                    <a:lnTo>
                      <a:pt x="9274" y="579"/>
                    </a:lnTo>
                    <a:lnTo>
                      <a:pt x="9184" y="692"/>
                    </a:lnTo>
                    <a:lnTo>
                      <a:pt x="9128" y="791"/>
                    </a:lnTo>
                    <a:lnTo>
                      <a:pt x="9060" y="932"/>
                    </a:lnTo>
                    <a:lnTo>
                      <a:pt x="8969" y="1201"/>
                    </a:lnTo>
                    <a:lnTo>
                      <a:pt x="8913" y="1498"/>
                    </a:lnTo>
                    <a:lnTo>
                      <a:pt x="8890" y="1795"/>
                    </a:lnTo>
                    <a:lnTo>
                      <a:pt x="8890" y="2120"/>
                    </a:lnTo>
                    <a:lnTo>
                      <a:pt x="8913" y="2445"/>
                    </a:lnTo>
                    <a:lnTo>
                      <a:pt x="8969" y="2756"/>
                    </a:lnTo>
                    <a:lnTo>
                      <a:pt x="9060" y="3081"/>
                    </a:lnTo>
                    <a:lnTo>
                      <a:pt x="9173" y="3378"/>
                    </a:lnTo>
                    <a:lnTo>
                      <a:pt x="9297" y="3647"/>
                    </a:lnTo>
                    <a:lnTo>
                      <a:pt x="9466" y="3887"/>
                    </a:lnTo>
                    <a:lnTo>
                      <a:pt x="9579" y="4085"/>
                    </a:lnTo>
                    <a:lnTo>
                      <a:pt x="9670" y="4269"/>
                    </a:lnTo>
                    <a:lnTo>
                      <a:pt x="9726" y="4467"/>
                    </a:lnTo>
                    <a:lnTo>
                      <a:pt x="9771" y="4650"/>
                    </a:lnTo>
                    <a:lnTo>
                      <a:pt x="9771" y="4834"/>
                    </a:lnTo>
                    <a:lnTo>
                      <a:pt x="9749" y="5032"/>
                    </a:lnTo>
                    <a:lnTo>
                      <a:pt x="9715" y="5216"/>
                    </a:lnTo>
                    <a:lnTo>
                      <a:pt x="9625" y="5385"/>
                    </a:lnTo>
                    <a:lnTo>
                      <a:pt x="9534" y="5513"/>
                    </a:lnTo>
                    <a:lnTo>
                      <a:pt x="9410" y="5626"/>
                    </a:lnTo>
                    <a:lnTo>
                      <a:pt x="9229" y="5710"/>
                    </a:lnTo>
                    <a:lnTo>
                      <a:pt x="9060" y="5767"/>
                    </a:lnTo>
                    <a:lnTo>
                      <a:pt x="8845" y="5767"/>
                    </a:lnTo>
                    <a:lnTo>
                      <a:pt x="8585" y="5739"/>
                    </a:lnTo>
                    <a:lnTo>
                      <a:pt x="8325" y="5654"/>
                    </a:lnTo>
                    <a:lnTo>
                      <a:pt x="8020" y="5513"/>
                    </a:lnTo>
                    <a:lnTo>
                      <a:pt x="7840" y="5442"/>
                    </a:lnTo>
                    <a:lnTo>
                      <a:pt x="7648" y="5385"/>
                    </a:lnTo>
                    <a:lnTo>
                      <a:pt x="7433" y="5329"/>
                    </a:lnTo>
                    <a:lnTo>
                      <a:pt x="7241" y="5301"/>
                    </a:lnTo>
                    <a:lnTo>
                      <a:pt x="6755" y="5301"/>
                    </a:lnTo>
                    <a:lnTo>
                      <a:pt x="6281" y="5329"/>
                    </a:lnTo>
                    <a:lnTo>
                      <a:pt x="5784" y="5385"/>
                    </a:lnTo>
                    <a:lnTo>
                      <a:pt x="5264" y="5498"/>
                    </a:lnTo>
                    <a:lnTo>
                      <a:pt x="4744" y="5597"/>
                    </a:lnTo>
                    <a:lnTo>
                      <a:pt x="4247" y="5739"/>
                    </a:lnTo>
                    <a:lnTo>
                      <a:pt x="4202" y="5894"/>
                    </a:lnTo>
                    <a:lnTo>
                      <a:pt x="4202" y="6191"/>
                    </a:lnTo>
                    <a:lnTo>
                      <a:pt x="4202" y="6545"/>
                    </a:lnTo>
                    <a:lnTo>
                      <a:pt x="4225" y="6954"/>
                    </a:lnTo>
                    <a:lnTo>
                      <a:pt x="4315" y="7930"/>
                    </a:lnTo>
                    <a:lnTo>
                      <a:pt x="4394" y="9018"/>
                    </a:lnTo>
                    <a:lnTo>
                      <a:pt x="4439" y="9570"/>
                    </a:lnTo>
                    <a:lnTo>
                      <a:pt x="4462" y="10107"/>
                    </a:lnTo>
                    <a:lnTo>
                      <a:pt x="4484" y="10630"/>
                    </a:lnTo>
                    <a:lnTo>
                      <a:pt x="4507" y="11082"/>
                    </a:lnTo>
                    <a:lnTo>
                      <a:pt x="4484" y="11520"/>
                    </a:lnTo>
                    <a:lnTo>
                      <a:pt x="4439" y="11874"/>
                    </a:lnTo>
                    <a:lnTo>
                      <a:pt x="4394" y="12029"/>
                    </a:lnTo>
                    <a:lnTo>
                      <a:pt x="4349" y="12171"/>
                    </a:lnTo>
                    <a:lnTo>
                      <a:pt x="4315" y="12284"/>
                    </a:lnTo>
                    <a:lnTo>
                      <a:pt x="4247" y="12354"/>
                    </a:lnTo>
                    <a:close/>
                  </a:path>
                </a:pathLst>
              </a:custGeom>
              <a:solidFill>
                <a:schemeClr val="tx2">
                  <a:lumMod val="20000"/>
                  <a:lumOff val="80000"/>
                </a:schemeClr>
              </a:solidFill>
              <a:ln w="6350">
                <a:noFill/>
                <a:miter lim="800000"/>
              </a:ln>
            </p:spPr>
            <p:txBody>
              <a:bodyPr wrap="square" anchor="ctr">
                <a:norm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数据不可理解</a:t>
                </a:r>
                <a:endParaRPr kumimoji="0" lang="zh-CN" altLang="en-US" sz="1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p:txBody>
          </p:sp>
        </p:grpSp>
        <p:sp>
          <p:nvSpPr>
            <p:cNvPr id="3" name="椭圆 2"/>
            <p:cNvSpPr/>
            <p:nvPr>
              <p:custDataLst>
                <p:tags r:id="rId39"/>
              </p:custDataLst>
            </p:nvPr>
          </p:nvSpPr>
          <p:spPr bwMode="auto">
            <a:xfrm>
              <a:off x="3349" y="7083"/>
              <a:ext cx="8295" cy="1917"/>
            </a:xfrm>
            <a:prstGeom prst="ellipse">
              <a:avLst/>
            </a:prstGeom>
            <a:noFill/>
            <a:ln w="28575" cap="flat" cmpd="sng" algn="ctr">
              <a:solidFill>
                <a:schemeClr val="accent3"/>
              </a:solidFill>
              <a:prstDash val="solid"/>
              <a:round/>
              <a:headEnd type="none" w="med" len="med"/>
              <a:tailEnd type="none" w="med" len="med"/>
            </a:ln>
            <a:effectLst/>
          </p:spPr>
          <p:txBody>
            <a:bodyPr vert="horz" wrap="square" lIns="91440" tIns="45720" rIns="91440" bIns="45720" numCol="1" rtlCol="0" anchor="t" anchorCtr="0" compatLnSpc="1"/>
            <a:lstStyle/>
            <a:p>
              <a:pPr marL="0" marR="0" indent="0" algn="r"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p:txBody>
        </p:sp>
        <p:sp>
          <p:nvSpPr>
            <p:cNvPr id="57" name="矩形 56"/>
            <p:cNvSpPr/>
            <p:nvPr>
              <p:custDataLst>
                <p:tags r:id="rId40"/>
              </p:custDataLst>
            </p:nvPr>
          </p:nvSpPr>
          <p:spPr>
            <a:xfrm>
              <a:off x="8805" y="9322"/>
              <a:ext cx="2697" cy="689"/>
            </a:xfrm>
            <a:prstGeom prst="rect">
              <a:avLst/>
            </a:prstGeom>
          </p:spPr>
          <p:txBody>
            <a:bodyPr wrap="square">
              <a:spAutoFit/>
            </a:bodyPr>
            <a:lstStyle/>
            <a:p>
              <a:pPr marL="3175" lvl="1" algn="ctr"/>
              <a:r>
                <a:rPr lang="zh-CN" altLang="en-US" sz="2400" b="1" i="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关注不足</a:t>
              </a:r>
              <a:r>
                <a:rPr lang="en-US" altLang="zh-CN" sz="2400" b="1" i="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2400" b="1" i="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8" name="矩形 57"/>
            <p:cNvSpPr/>
            <p:nvPr>
              <p:custDataLst>
                <p:tags r:id="rId41"/>
              </p:custDataLst>
            </p:nvPr>
          </p:nvSpPr>
          <p:spPr>
            <a:xfrm>
              <a:off x="5799" y="1992"/>
              <a:ext cx="3095" cy="597"/>
            </a:xfrm>
            <a:prstGeom prst="rect">
              <a:avLst/>
            </a:prstGeom>
          </p:spPr>
          <p:txBody>
            <a:bodyPr wrap="square">
              <a:spAutoFit/>
            </a:bodyPr>
            <a:lstStyle/>
            <a:p>
              <a:r>
                <a:rPr lang="zh-CN" altLang="en-US" sz="2000" b="1" dirty="0">
                  <a:solidFill>
                    <a:schemeClr val="tx1"/>
                  </a:solidFill>
                  <a:latin typeface="微软雅黑" panose="020B0503020204020204" pitchFamily="34" charset="-122"/>
                  <a:ea typeface="微软雅黑" panose="020B0503020204020204" pitchFamily="34" charset="-122"/>
                </a:rPr>
                <a:t>数据价值金字塔</a:t>
              </a:r>
              <a:endParaRPr lang="zh-CN" altLang="en-US" sz="2000" b="1" dirty="0">
                <a:solidFill>
                  <a:schemeClr val="tx1"/>
                </a:solidFill>
                <a:latin typeface="微软雅黑" panose="020B0503020204020204" pitchFamily="34" charset="-122"/>
                <a:ea typeface="微软雅黑" panose="020B0503020204020204" pitchFamily="34" charset="-122"/>
              </a:endParaRPr>
            </a:p>
          </p:txBody>
        </p:sp>
        <p:sp>
          <p:nvSpPr>
            <p:cNvPr id="140" name="Rectangle 84"/>
            <p:cNvSpPr/>
            <p:nvPr>
              <p:custDataLst>
                <p:tags r:id="rId42"/>
              </p:custDataLst>
            </p:nvPr>
          </p:nvSpPr>
          <p:spPr bwMode="auto">
            <a:xfrm>
              <a:off x="2689" y="3467"/>
              <a:ext cx="1690" cy="648"/>
            </a:xfrm>
            <a:prstGeom prst="rect">
              <a:avLst/>
            </a:prstGeom>
            <a:solidFill>
              <a:schemeClr val="tx2">
                <a:lumMod val="50000"/>
                <a:lumOff val="50000"/>
              </a:schemeClr>
            </a:solidFill>
            <a:ln w="25400" cap="flat" cmpd="sng" algn="ctr">
              <a:solidFill>
                <a:srgbClr val="000000">
                  <a:alpha val="0"/>
                </a:srgbClr>
              </a:solidFill>
              <a:prstDash val="solid"/>
              <a:headEnd type="none" w="med" len="med"/>
              <a:tailEnd type="none" w="med" len="med"/>
            </a:ln>
            <a:effectLst>
              <a:outerShdw blurRad="50800" dist="38100" dir="2700000" algn="tl" rotWithShape="0">
                <a:prstClr val="black">
                  <a:alpha val="40000"/>
                </a:prstClr>
              </a:outerShdw>
            </a:effectLst>
          </p:spPr>
          <p:txBody>
            <a:bodyPr wrap="square" lIns="0" tIns="0" rIns="0" bIns="0" anchor="ctr">
              <a:norm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rPr>
                <a:t>数据价值</a:t>
              </a:r>
              <a:endParaRPr kumimoji="0" lang="zh-CN" altLang="en-US" sz="1400" b="1"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endParaRPr>
            </a:p>
          </p:txBody>
        </p:sp>
        <p:sp>
          <p:nvSpPr>
            <p:cNvPr id="141" name="Rectangle 84"/>
            <p:cNvSpPr/>
            <p:nvPr>
              <p:custDataLst>
                <p:tags r:id="rId43"/>
              </p:custDataLst>
            </p:nvPr>
          </p:nvSpPr>
          <p:spPr bwMode="auto">
            <a:xfrm>
              <a:off x="2689" y="5799"/>
              <a:ext cx="1691" cy="592"/>
            </a:xfrm>
            <a:prstGeom prst="rect">
              <a:avLst/>
            </a:prstGeom>
            <a:solidFill>
              <a:schemeClr val="tx2">
                <a:lumMod val="50000"/>
                <a:lumOff val="50000"/>
              </a:schemeClr>
            </a:solidFill>
            <a:ln w="25400" cap="flat" cmpd="sng" algn="ctr">
              <a:solidFill>
                <a:srgbClr val="000000">
                  <a:alpha val="0"/>
                </a:srgbClr>
              </a:solidFill>
              <a:prstDash val="solid"/>
              <a:headEnd type="none" w="med" len="med"/>
              <a:tailEnd type="none" w="med" len="med"/>
            </a:ln>
            <a:effectLst>
              <a:outerShdw blurRad="50800" dist="38100" dir="2700000" algn="tl" rotWithShape="0">
                <a:prstClr val="black">
                  <a:alpha val="40000"/>
                </a:prstClr>
              </a:outerShdw>
            </a:effectLst>
          </p:spPr>
          <p:txBody>
            <a:bodyPr wrap="square" lIns="0" tIns="0" rIns="0" bIns="0" anchor="ctr">
              <a:normAutofit/>
            </a:bodyPr>
            <a:lstStyle/>
            <a:p>
              <a:pPr lvl="0" algn="ctr">
                <a:spcBef>
                  <a:spcPts val="0"/>
                </a:spcBef>
                <a:spcAft>
                  <a:spcPts val="0"/>
                </a:spcAft>
                <a:buClrTx/>
                <a:buSzTx/>
                <a:buFontTx/>
                <a:defRPr/>
              </a:pPr>
              <a:r>
                <a:rPr lang="zh-CN" altLang="en-US" sz="1400" b="1" kern="0" noProof="0" dirty="0">
                  <a:ln>
                    <a:noFill/>
                  </a:ln>
                  <a:solidFill>
                    <a:schemeClr val="bg1"/>
                  </a:solidFill>
                  <a:effectLst/>
                  <a:uLnTx/>
                  <a:uFillTx/>
                  <a:latin typeface="微软雅黑" panose="020B0503020204020204" pitchFamily="34" charset="-122"/>
                  <a:ea typeface="微软雅黑" panose="020B0503020204020204" pitchFamily="34" charset="-122"/>
                  <a:sym typeface="+mn-ea"/>
                </a:rPr>
                <a:t>数据平台</a:t>
              </a:r>
              <a:endParaRPr lang="zh-CN" altLang="en-US" sz="1400" b="1" kern="0" noProof="0" dirty="0">
                <a:ln>
                  <a:noFill/>
                </a:ln>
                <a:solidFill>
                  <a:schemeClr val="bg1"/>
                </a:solidFill>
                <a:effectLst/>
                <a:uLnTx/>
                <a:uFillTx/>
                <a:latin typeface="微软雅黑" panose="020B0503020204020204" pitchFamily="34" charset="-122"/>
                <a:ea typeface="微软雅黑" panose="020B0503020204020204" pitchFamily="34" charset="-122"/>
                <a:sym typeface="+mn-ea"/>
              </a:endParaRPr>
            </a:p>
          </p:txBody>
        </p:sp>
        <p:sp>
          <p:nvSpPr>
            <p:cNvPr id="142" name="Rectangle 84"/>
            <p:cNvSpPr/>
            <p:nvPr>
              <p:custDataLst>
                <p:tags r:id="rId44"/>
              </p:custDataLst>
            </p:nvPr>
          </p:nvSpPr>
          <p:spPr bwMode="auto">
            <a:xfrm>
              <a:off x="2689" y="7918"/>
              <a:ext cx="1690" cy="562"/>
            </a:xfrm>
            <a:prstGeom prst="rect">
              <a:avLst/>
            </a:prstGeom>
            <a:solidFill>
              <a:schemeClr val="tx2">
                <a:lumMod val="50000"/>
                <a:lumOff val="50000"/>
              </a:schemeClr>
            </a:solidFill>
            <a:ln w="25400" cap="flat" cmpd="sng" algn="ctr">
              <a:solidFill>
                <a:srgbClr val="000000">
                  <a:alpha val="0"/>
                </a:srgbClr>
              </a:solidFill>
              <a:prstDash val="solid"/>
              <a:headEnd type="none" w="med" len="med"/>
              <a:tailEnd type="none" w="med" len="med"/>
            </a:ln>
            <a:effectLst>
              <a:outerShdw blurRad="50800" dist="38100" dir="2700000" algn="tl" rotWithShape="0">
                <a:prstClr val="black">
                  <a:alpha val="40000"/>
                </a:prstClr>
              </a:outerShdw>
            </a:effectLst>
          </p:spPr>
          <p:txBody>
            <a:bodyPr wrap="square" lIns="0" tIns="0" rIns="0" bIns="0" anchor="ctr">
              <a:normAutofit/>
            </a:bodyPr>
            <a:lstStyle/>
            <a:p>
              <a:pPr lvl="0" algn="ctr">
                <a:spcBef>
                  <a:spcPts val="0"/>
                </a:spcBef>
                <a:spcAft>
                  <a:spcPts val="0"/>
                </a:spcAft>
                <a:buClrTx/>
                <a:buSzTx/>
                <a:buFontTx/>
                <a:defRPr/>
              </a:pPr>
              <a:r>
                <a:rPr lang="zh-CN" altLang="en-US" sz="1400" b="1" kern="0" noProof="0" dirty="0">
                  <a:ln>
                    <a:noFill/>
                  </a:ln>
                  <a:solidFill>
                    <a:schemeClr val="bg1"/>
                  </a:solidFill>
                  <a:effectLst/>
                  <a:uLnTx/>
                  <a:uFillTx/>
                  <a:latin typeface="微软雅黑" panose="020B0503020204020204" pitchFamily="34" charset="-122"/>
                  <a:ea typeface="微软雅黑" panose="020B0503020204020204" pitchFamily="34" charset="-122"/>
                  <a:sym typeface="+mn-ea"/>
                </a:rPr>
                <a:t>数据治理</a:t>
              </a:r>
              <a:endParaRPr lang="zh-CN" altLang="en-US" sz="1400" b="1" kern="0" noProof="0" dirty="0">
                <a:ln>
                  <a:noFill/>
                </a:ln>
                <a:solidFill>
                  <a:schemeClr val="bg1"/>
                </a:solidFill>
                <a:effectLst/>
                <a:uLnTx/>
                <a:uFillTx/>
                <a:latin typeface="微软雅黑" panose="020B0503020204020204" pitchFamily="34" charset="-122"/>
                <a:ea typeface="微软雅黑" panose="020B0503020204020204" pitchFamily="34" charset="-122"/>
                <a:sym typeface="+mn-ea"/>
              </a:endParaRPr>
            </a:p>
          </p:txBody>
        </p:sp>
      </p:grpSp>
      <p:sp>
        <p:nvSpPr>
          <p:cNvPr id="10" name="标题 9"/>
          <p:cNvSpPr>
            <a:spLocks noGrp="1"/>
          </p:cNvSpPr>
          <p:nvPr>
            <p:ph type="title"/>
            <p:custDataLst>
              <p:tags r:id="rId45"/>
            </p:custDataLst>
          </p:nvPr>
        </p:nvSpPr>
        <p:spPr/>
        <p:txBody>
          <a:bodyPr vert="horz" lIns="91440" tIns="45720" rIns="91440" bIns="45720" rtlCol="0" anchor="ctr">
            <a:normAutofit/>
          </a:bodyPr>
          <a:p>
            <a:pPr lvl="0" algn="l">
              <a:buClrTx/>
              <a:buSzTx/>
              <a:buFontTx/>
            </a:pPr>
            <a:r>
              <a:rPr lang="zh-CN" altLang="en-US" smtClean="0">
                <a:sym typeface="+mn-ea"/>
              </a:rPr>
              <a:t>浮沙之上盖高台，持续发展能几何？</a:t>
            </a:r>
            <a:endParaRPr lang="zh-CN" altLang="en-US" smtClean="0">
              <a:sym typeface="+mn-ea"/>
            </a:endParaRPr>
          </a:p>
        </p:txBody>
      </p:sp>
    </p:spTree>
    <p:custDataLst>
      <p:tags r:id="rId46"/>
    </p:custDataLst>
  </p:cSld>
  <p:clrMapOvr>
    <a:masterClrMapping/>
  </p:clrMapOv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圆角矩形 5"/>
          <p:cNvSpPr/>
          <p:nvPr>
            <p:custDataLst>
              <p:tags r:id="rId1"/>
            </p:custDataLst>
          </p:nvPr>
        </p:nvSpPr>
        <p:spPr bwMode="auto">
          <a:xfrm>
            <a:off x="1919536" y="2348880"/>
            <a:ext cx="6336704" cy="1080120"/>
          </a:xfrm>
          <a:prstGeom prst="roundRect">
            <a:avLst>
              <a:gd name="adj" fmla="val 10254"/>
            </a:avLst>
          </a:prstGeom>
          <a:solidFill>
            <a:schemeClr val="bg2">
              <a:lumMod val="50000"/>
            </a:schemeClr>
          </a:solidFill>
          <a:ln>
            <a:solidFill>
              <a:schemeClr val="accent1"/>
            </a:solidFill>
            <a:headEnd type="none" w="med" len="med"/>
            <a:tailEnd type="none" w="med" len="med"/>
          </a:ln>
        </p:spPr>
        <p:style>
          <a:lnRef idx="1">
            <a:schemeClr val="accent5"/>
          </a:lnRef>
          <a:fillRef idx="2">
            <a:schemeClr val="accent5"/>
          </a:fillRef>
          <a:effectRef idx="1">
            <a:schemeClr val="accent5"/>
          </a:effectRef>
          <a:fontRef idx="minor">
            <a:schemeClr val="dk1"/>
          </a:fontRef>
        </p:style>
        <p:txBody>
          <a:bodyPr vert="horz" wrap="square" lIns="91440" tIns="45720" rIns="91440" bIns="45720" numCol="1" rtlCol="0" anchor="t" anchorCtr="0" compatLnSpc="1"/>
          <a:lstStyle/>
          <a:p>
            <a:pPr marL="0" marR="0" indent="0" algn="r"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a:ln>
                <a:noFill/>
              </a:ln>
              <a:solidFill>
                <a:schemeClr val="tx1"/>
              </a:solidFill>
              <a:effectLst/>
              <a:latin typeface="Arial" panose="020B0604020202020204" pitchFamily="34" charset="0"/>
            </a:endParaRPr>
          </a:p>
        </p:txBody>
      </p:sp>
      <p:sp>
        <p:nvSpPr>
          <p:cNvPr id="8" name="内容占位符 2"/>
          <p:cNvSpPr>
            <a:spLocks noGrp="1"/>
          </p:cNvSpPr>
          <p:nvPr>
            <p:custDataLst>
              <p:tags r:id="rId2"/>
            </p:custDataLst>
          </p:nvPr>
        </p:nvSpPr>
        <p:spPr>
          <a:xfrm>
            <a:off x="1828800" y="1219200"/>
            <a:ext cx="8382000" cy="5105400"/>
          </a:xfrm>
          <a:prstGeom prst="rect">
            <a:avLst/>
          </a:prstGeom>
          <a:noFill/>
          <a:ln>
            <a:noFill/>
          </a:ln>
        </p:spPr>
        <p:txBody>
          <a:bodyPr vert="horz" wrap="square" lIns="91440" tIns="45720" rIns="91440" bIns="45720" numCol="1" anchor="t" anchorCtr="0" compatLnSpc="1">
            <a:normAutofit/>
          </a:bodyPr>
          <a:lstStyle>
            <a:lvl1pPr marL="342900" indent="-342900" algn="l" rtl="0" eaLnBrk="1" fontAlgn="base" hangingPunct="1">
              <a:spcBef>
                <a:spcPct val="20000"/>
              </a:spcBef>
              <a:spcAft>
                <a:spcPct val="0"/>
              </a:spcAft>
              <a:buClr>
                <a:schemeClr val="tx1"/>
              </a:buClr>
              <a:buFont typeface="Wingdings" panose="05000000000000000000" pitchFamily="2" charset="2"/>
              <a:buChar char="v"/>
              <a:defRPr sz="2000" b="1">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defRPr>
            </a:lvl1pPr>
            <a:lvl2pPr marL="742950" indent="-285750" algn="l" rtl="0" eaLnBrk="1" fontAlgn="base" hangingPunct="1">
              <a:spcBef>
                <a:spcPct val="20000"/>
              </a:spcBef>
              <a:spcAft>
                <a:spcPct val="0"/>
              </a:spcAft>
              <a:buFont typeface="Wingdings" panose="05000000000000000000" pitchFamily="2" charset="2"/>
              <a:buChar char="§"/>
              <a:defRPr sz="2000">
                <a:solidFill>
                  <a:schemeClr val="bg1">
                    <a:lumMod val="50000"/>
                  </a:schemeClr>
                </a:solidFill>
                <a:latin typeface="微软雅黑" panose="020B0503020204020204" pitchFamily="34" charset="-122"/>
                <a:ea typeface="微软雅黑" panose="020B0503020204020204" pitchFamily="34" charset="-122"/>
              </a:defRPr>
            </a:lvl2pPr>
            <a:lvl3pPr marL="1143000" indent="-228600" algn="l" rtl="0" eaLnBrk="1" fontAlgn="base" hangingPunct="1">
              <a:spcBef>
                <a:spcPct val="20000"/>
              </a:spcBef>
              <a:spcAft>
                <a:spcPct val="0"/>
              </a:spcAft>
              <a:buChar char="•"/>
              <a:defRPr sz="1800">
                <a:solidFill>
                  <a:schemeClr val="bg1">
                    <a:lumMod val="50000"/>
                  </a:schemeClr>
                </a:solidFill>
                <a:latin typeface="微软雅黑" panose="020B0503020204020204" pitchFamily="34" charset="-122"/>
                <a:ea typeface="微软雅黑" panose="020B0503020204020204" pitchFamily="34" charset="-122"/>
              </a:defRPr>
            </a:lvl3pPr>
            <a:lvl4pPr marL="1600200" indent="-228600" algn="l" rtl="0" eaLnBrk="1" fontAlgn="base" hangingPunct="1">
              <a:spcBef>
                <a:spcPct val="20000"/>
              </a:spcBef>
              <a:spcAft>
                <a:spcPct val="0"/>
              </a:spcAft>
              <a:buChar char="–"/>
              <a:defRPr sz="1600">
                <a:solidFill>
                  <a:schemeClr val="bg1">
                    <a:lumMod val="50000"/>
                  </a:schemeClr>
                </a:solidFill>
                <a:latin typeface="微软雅黑" panose="020B0503020204020204" pitchFamily="34" charset="-122"/>
                <a:ea typeface="微软雅黑" panose="020B0503020204020204" pitchFamily="34" charset="-122"/>
              </a:defRPr>
            </a:lvl4pPr>
            <a:lvl5pPr marL="2057400" indent="-228600" algn="l" rtl="0" eaLnBrk="1" fontAlgn="base" hangingPunct="1">
              <a:spcBef>
                <a:spcPct val="20000"/>
              </a:spcBef>
              <a:spcAft>
                <a:spcPct val="0"/>
              </a:spcAft>
              <a:buChar char="»"/>
              <a:defRPr sz="1600">
                <a:solidFill>
                  <a:schemeClr val="bg1">
                    <a:lumMod val="50000"/>
                  </a:schemeClr>
                </a:solidFill>
                <a:latin typeface="微软雅黑" panose="020B0503020204020204" pitchFamily="34" charset="-122"/>
                <a:ea typeface="微软雅黑" panose="020B0503020204020204" pitchFamily="34" charset="-122"/>
              </a:defRPr>
            </a:lvl5pPr>
            <a:lvl6pPr marL="2514600" indent="-228600" algn="l" rtl="0" eaLnBrk="1" fontAlgn="base" hangingPunct="1">
              <a:spcBef>
                <a:spcPct val="20000"/>
              </a:spcBef>
              <a:spcAft>
                <a:spcPct val="0"/>
              </a:spcAft>
              <a:buChar char="»"/>
              <a:defRPr sz="2000">
                <a:solidFill>
                  <a:schemeClr val="tx1"/>
                </a:solidFill>
                <a:latin typeface="Arial" panose="020B0604020202020204" pitchFamily="34" charset="0"/>
              </a:defRPr>
            </a:lvl6pPr>
            <a:lvl7pPr marL="2971800" indent="-228600" algn="l" rtl="0" eaLnBrk="1" fontAlgn="base" hangingPunct="1">
              <a:spcBef>
                <a:spcPct val="20000"/>
              </a:spcBef>
              <a:spcAft>
                <a:spcPct val="0"/>
              </a:spcAft>
              <a:buChar char="»"/>
              <a:defRPr sz="2000">
                <a:solidFill>
                  <a:schemeClr val="tx1"/>
                </a:solidFill>
                <a:latin typeface="Arial" panose="020B0604020202020204" pitchFamily="34" charset="0"/>
              </a:defRPr>
            </a:lvl7pPr>
            <a:lvl8pPr marL="3429000" indent="-228600" algn="l" rtl="0" eaLnBrk="1" fontAlgn="base" hangingPunct="1">
              <a:spcBef>
                <a:spcPct val="20000"/>
              </a:spcBef>
              <a:spcAft>
                <a:spcPct val="0"/>
              </a:spcAft>
              <a:buChar char="»"/>
              <a:defRPr sz="2000">
                <a:solidFill>
                  <a:schemeClr val="tx1"/>
                </a:solidFill>
                <a:latin typeface="Arial" panose="020B0604020202020204" pitchFamily="34" charset="0"/>
              </a:defRPr>
            </a:lvl8pPr>
            <a:lvl9pPr marL="3886200" indent="-228600" algn="l" rtl="0" eaLnBrk="1" fontAlgn="base" hangingPunct="1">
              <a:spcBef>
                <a:spcPct val="20000"/>
              </a:spcBef>
              <a:spcAft>
                <a:spcPct val="0"/>
              </a:spcAft>
              <a:buChar char="»"/>
              <a:defRPr sz="2000">
                <a:solidFill>
                  <a:schemeClr val="tx1"/>
                </a:solidFill>
                <a:latin typeface="Arial" panose="020B0604020202020204" pitchFamily="34" charset="0"/>
              </a:defRPr>
            </a:lvl9pPr>
          </a:lstStyle>
          <a:p>
            <a:r>
              <a:rPr lang="zh-CN" altLang="en-US" dirty="0">
                <a:solidFill>
                  <a:schemeClr val="tx1"/>
                </a:solidFill>
              </a:rPr>
              <a:t>什么是大数据？</a:t>
            </a:r>
            <a:endParaRPr lang="en-US" altLang="zh-CN" dirty="0">
              <a:solidFill>
                <a:schemeClr val="tx1"/>
              </a:solidFill>
            </a:endParaRPr>
          </a:p>
          <a:p>
            <a:pPr lvl="1"/>
            <a:r>
              <a:rPr lang="zh-CN" altLang="en-US" dirty="0">
                <a:solidFill>
                  <a:schemeClr val="tx1"/>
                </a:solidFill>
              </a:rPr>
              <a:t>概念</a:t>
            </a:r>
            <a:endParaRPr lang="en-US" altLang="zh-CN" dirty="0">
              <a:solidFill>
                <a:schemeClr val="tx1"/>
              </a:solidFill>
            </a:endParaRPr>
          </a:p>
          <a:p>
            <a:pPr lvl="1"/>
            <a:r>
              <a:rPr lang="zh-CN" altLang="en-US" dirty="0">
                <a:solidFill>
                  <a:schemeClr val="tx1"/>
                </a:solidFill>
              </a:rPr>
              <a:t>思考</a:t>
            </a:r>
            <a:endParaRPr lang="en-US" altLang="zh-CN" dirty="0">
              <a:solidFill>
                <a:schemeClr val="tx1"/>
              </a:solidFill>
            </a:endParaRPr>
          </a:p>
          <a:p>
            <a:r>
              <a:rPr lang="zh-CN" altLang="en-US" dirty="0">
                <a:solidFill>
                  <a:schemeClr val="bg1"/>
                </a:solidFill>
              </a:rPr>
              <a:t>什么是数据治理？</a:t>
            </a:r>
            <a:endParaRPr lang="en-US" altLang="zh-CN" dirty="0">
              <a:solidFill>
                <a:schemeClr val="bg1"/>
              </a:solidFill>
            </a:endParaRPr>
          </a:p>
          <a:p>
            <a:pPr lvl="1"/>
            <a:r>
              <a:rPr lang="zh-CN" altLang="en-US" dirty="0">
                <a:solidFill>
                  <a:schemeClr val="bg1"/>
                </a:solidFill>
              </a:rPr>
              <a:t>基本概念</a:t>
            </a:r>
            <a:endParaRPr lang="en-US" altLang="zh-CN" dirty="0">
              <a:solidFill>
                <a:schemeClr val="bg1"/>
              </a:solidFill>
            </a:endParaRPr>
          </a:p>
          <a:p>
            <a:pPr lvl="1"/>
            <a:r>
              <a:rPr lang="zh-CN" altLang="en-US" dirty="0">
                <a:solidFill>
                  <a:schemeClr val="bg1"/>
                </a:solidFill>
              </a:rPr>
              <a:t>数据治理实践回顾</a:t>
            </a:r>
            <a:endParaRPr lang="en-US" altLang="zh-CN" dirty="0">
              <a:solidFill>
                <a:schemeClr val="bg1"/>
              </a:solidFill>
            </a:endParaRPr>
          </a:p>
          <a:p>
            <a:r>
              <a:rPr lang="zh-CN" altLang="en-US" dirty="0">
                <a:solidFill>
                  <a:schemeClr val="tx1"/>
                </a:solidFill>
              </a:rPr>
              <a:t>行动建议</a:t>
            </a:r>
            <a:endParaRPr lang="zh-CN" altLang="en-US" dirty="0">
              <a:solidFill>
                <a:schemeClr val="tx1"/>
              </a:solidFill>
            </a:endParaRPr>
          </a:p>
        </p:txBody>
      </p:sp>
      <p:sp>
        <p:nvSpPr>
          <p:cNvPr id="7" name="灯片编号占位符 3"/>
          <p:cNvSpPr>
            <a:spLocks noGrp="1"/>
          </p:cNvSpPr>
          <p:nvPr>
            <p:custDataLst>
              <p:tags r:id="rId3"/>
            </p:custDataLst>
          </p:nvPr>
        </p:nvSpPr>
        <p:spPr>
          <a:xfrm>
            <a:off x="10134600" y="6607175"/>
            <a:ext cx="533400" cy="244475"/>
          </a:xfrm>
          <a:prstGeom prst="rect">
            <a:avLst/>
          </a:prstGeom>
        </p:spPr>
        <p:txBody>
          <a:bodyPr vert="horz" lIns="91440" tIns="45720" rIns="91440" bIns="45720" rtlCol="0" anchor="ctr"/>
          <a:lstStyle>
            <a:defPPr>
              <a:defRPr lang="zh-CN"/>
            </a:defPPr>
            <a:lvl1pPr marL="0" algn="l" defTabSz="914400" rtl="0" eaLnBrk="1" latinLnBrk="0" hangingPunct="1">
              <a:defRPr lang="en-US" altLang="zh-CN" sz="1000" kern="1200" baseline="0" smtClean="0">
                <a:solidFill>
                  <a:srgbClr val="666666"/>
                </a:solidFill>
                <a:latin typeface="微软雅黑" panose="020B0503020204020204" pitchFamily="34" charset="-122"/>
                <a:ea typeface="微软雅黑" panose="020B0503020204020204" pitchFamily="34" charset="-122"/>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5D86DFE6-83D9-4FE3-A95C-808B4CBE7F92}" type="slidenum">
              <a:rPr lang="en-US" altLang="zh-CN" smtClean="0">
                <a:solidFill>
                  <a:schemeClr val="tx1"/>
                </a:solidFill>
              </a:rPr>
            </a:fld>
            <a:endParaRPr lang="en-US" altLang="zh-CN" smtClean="0">
              <a:solidFill>
                <a:schemeClr val="tx1"/>
              </a:solidFill>
            </a:endParaRPr>
          </a:p>
        </p:txBody>
      </p:sp>
      <p:sp>
        <p:nvSpPr>
          <p:cNvPr id="16" name="标题 15"/>
          <p:cNvSpPr>
            <a:spLocks noGrp="1"/>
          </p:cNvSpPr>
          <p:nvPr>
            <p:ph type="title"/>
            <p:custDataLst>
              <p:tags r:id="rId4"/>
            </p:custDataLst>
          </p:nvPr>
        </p:nvSpPr>
        <p:spPr/>
        <p:txBody>
          <a:bodyPr vert="horz" lIns="91440" tIns="45720" rIns="91440" bIns="45720" rtlCol="0" anchor="ctr">
            <a:normAutofit/>
          </a:bodyPr>
          <a:p>
            <a:pPr lvl="0" algn="l">
              <a:buClrTx/>
              <a:buSzTx/>
              <a:buFontTx/>
            </a:pPr>
            <a:r>
              <a:rPr lang="zh-CN" altLang="en-US" smtClean="0">
                <a:sym typeface="+mn-ea"/>
              </a:rPr>
              <a:t>议题</a:t>
            </a:r>
            <a:endParaRPr lang="zh-CN" altLang="en-US" smtClean="0">
              <a:sym typeface="+mn-ea"/>
            </a:endParaRPr>
          </a:p>
        </p:txBody>
      </p:sp>
    </p:spTree>
    <p:custDataLst>
      <p:tags r:id="rId5"/>
    </p:custData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6" name="内容占位符 2"/>
          <p:cNvSpPr txBox="1">
            <a:spLocks noGrp="1"/>
          </p:cNvSpPr>
          <p:nvPr>
            <p:custDataLst>
              <p:tags r:id="rId1"/>
            </p:custDataLst>
          </p:nvPr>
        </p:nvSpPr>
        <p:spPr>
          <a:xfrm>
            <a:off x="695960" y="1219200"/>
            <a:ext cx="10544810" cy="666115"/>
          </a:xfrm>
          <a:prstGeom prst="rect">
            <a:avLst/>
          </a:prstGeom>
          <a:noFill/>
          <a:ln w="6350">
            <a:solidFill>
              <a:srgbClr val="2D6FA0"/>
            </a:solidFill>
            <a:prstDash val="sysDash"/>
          </a:ln>
        </p:spPr>
        <p:txBody>
          <a:bodyPr vert="horz" wrap="square" lIns="91440" tIns="45720" rIns="91440" bIns="45720" numCol="1" rtlCol="0" anchor="ctr" anchorCtr="0" compatLnSpc="0">
            <a:noAutofit/>
          </a:bodyPr>
          <a:lstStyle>
            <a:lvl1pPr marL="342900" indent="-342900" algn="l" rtl="0" eaLnBrk="1" fontAlgn="base" hangingPunct="1">
              <a:spcBef>
                <a:spcPct val="20000"/>
              </a:spcBef>
              <a:spcAft>
                <a:spcPct val="0"/>
              </a:spcAft>
              <a:buClr>
                <a:schemeClr val="tx1"/>
              </a:buClr>
              <a:buFont typeface="Wingdings" panose="05000000000000000000" pitchFamily="2" charset="2"/>
              <a:buChar char="v"/>
              <a:defRPr sz="2000" b="1">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defRPr>
            </a:lvl1pPr>
            <a:lvl2pPr marL="742950" indent="-285750" algn="l" rtl="0" eaLnBrk="1" fontAlgn="base" hangingPunct="1">
              <a:spcBef>
                <a:spcPct val="20000"/>
              </a:spcBef>
              <a:spcAft>
                <a:spcPct val="0"/>
              </a:spcAft>
              <a:buFont typeface="Wingdings" panose="05000000000000000000" pitchFamily="2" charset="2"/>
              <a:buChar char="§"/>
              <a:defRPr sz="2000">
                <a:solidFill>
                  <a:schemeClr val="bg1">
                    <a:lumMod val="50000"/>
                  </a:schemeClr>
                </a:solidFill>
                <a:latin typeface="微软雅黑" panose="020B0503020204020204" pitchFamily="34" charset="-122"/>
                <a:ea typeface="微软雅黑" panose="020B0503020204020204" pitchFamily="34" charset="-122"/>
              </a:defRPr>
            </a:lvl2pPr>
            <a:lvl3pPr marL="1143000" indent="-228600" algn="l" rtl="0" eaLnBrk="1" fontAlgn="base" hangingPunct="1">
              <a:spcBef>
                <a:spcPct val="20000"/>
              </a:spcBef>
              <a:spcAft>
                <a:spcPct val="0"/>
              </a:spcAft>
              <a:buChar char="•"/>
              <a:defRPr sz="1800">
                <a:solidFill>
                  <a:schemeClr val="bg1">
                    <a:lumMod val="50000"/>
                  </a:schemeClr>
                </a:solidFill>
                <a:latin typeface="微软雅黑" panose="020B0503020204020204" pitchFamily="34" charset="-122"/>
                <a:ea typeface="微软雅黑" panose="020B0503020204020204" pitchFamily="34" charset="-122"/>
              </a:defRPr>
            </a:lvl3pPr>
            <a:lvl4pPr marL="1600200" indent="-228600" algn="l" rtl="0" eaLnBrk="1" fontAlgn="base" hangingPunct="1">
              <a:spcBef>
                <a:spcPct val="20000"/>
              </a:spcBef>
              <a:spcAft>
                <a:spcPct val="0"/>
              </a:spcAft>
              <a:buChar char="–"/>
              <a:defRPr sz="1600">
                <a:solidFill>
                  <a:schemeClr val="bg1">
                    <a:lumMod val="50000"/>
                  </a:schemeClr>
                </a:solidFill>
                <a:latin typeface="微软雅黑" panose="020B0503020204020204" pitchFamily="34" charset="-122"/>
                <a:ea typeface="微软雅黑" panose="020B0503020204020204" pitchFamily="34" charset="-122"/>
              </a:defRPr>
            </a:lvl4pPr>
            <a:lvl5pPr marL="2057400" indent="-228600" algn="l" rtl="0" eaLnBrk="1" fontAlgn="base" hangingPunct="1">
              <a:spcBef>
                <a:spcPct val="20000"/>
              </a:spcBef>
              <a:spcAft>
                <a:spcPct val="0"/>
              </a:spcAft>
              <a:buChar char="»"/>
              <a:defRPr sz="1600">
                <a:solidFill>
                  <a:schemeClr val="bg1">
                    <a:lumMod val="50000"/>
                  </a:schemeClr>
                </a:solidFill>
                <a:latin typeface="微软雅黑" panose="020B0503020204020204" pitchFamily="34" charset="-122"/>
                <a:ea typeface="微软雅黑" panose="020B0503020204020204" pitchFamily="34" charset="-122"/>
              </a:defRPr>
            </a:lvl5pPr>
            <a:lvl6pPr marL="2514600" indent="-228600" algn="l" rtl="0" eaLnBrk="1" fontAlgn="base" hangingPunct="1">
              <a:spcBef>
                <a:spcPct val="20000"/>
              </a:spcBef>
              <a:spcAft>
                <a:spcPct val="0"/>
              </a:spcAft>
              <a:buChar char="»"/>
              <a:defRPr sz="2000">
                <a:solidFill>
                  <a:schemeClr val="tx1"/>
                </a:solidFill>
                <a:latin typeface="Arial" panose="020B0604020202020204" pitchFamily="34" charset="0"/>
              </a:defRPr>
            </a:lvl6pPr>
            <a:lvl7pPr marL="2971800" indent="-228600" algn="l" rtl="0" eaLnBrk="1" fontAlgn="base" hangingPunct="1">
              <a:spcBef>
                <a:spcPct val="20000"/>
              </a:spcBef>
              <a:spcAft>
                <a:spcPct val="0"/>
              </a:spcAft>
              <a:buChar char="»"/>
              <a:defRPr sz="2000">
                <a:solidFill>
                  <a:schemeClr val="tx1"/>
                </a:solidFill>
                <a:latin typeface="Arial" panose="020B0604020202020204" pitchFamily="34" charset="0"/>
              </a:defRPr>
            </a:lvl7pPr>
            <a:lvl8pPr marL="3429000" indent="-228600" algn="l" rtl="0" eaLnBrk="1" fontAlgn="base" hangingPunct="1">
              <a:spcBef>
                <a:spcPct val="20000"/>
              </a:spcBef>
              <a:spcAft>
                <a:spcPct val="0"/>
              </a:spcAft>
              <a:buChar char="»"/>
              <a:defRPr sz="2000">
                <a:solidFill>
                  <a:schemeClr val="tx1"/>
                </a:solidFill>
                <a:latin typeface="Arial" panose="020B0604020202020204" pitchFamily="34" charset="0"/>
              </a:defRPr>
            </a:lvl8pPr>
            <a:lvl9pPr marL="3886200" indent="-228600" algn="l" rtl="0" eaLnBrk="1" fontAlgn="base" hangingPunct="1">
              <a:spcBef>
                <a:spcPct val="20000"/>
              </a:spcBef>
              <a:spcAft>
                <a:spcPct val="0"/>
              </a:spcAft>
              <a:buChar char="»"/>
              <a:defRPr sz="2000">
                <a:solidFill>
                  <a:schemeClr val="tx1"/>
                </a:solidFill>
                <a:latin typeface="Arial" panose="020B0604020202020204" pitchFamily="34" charset="0"/>
              </a:defRPr>
            </a:lvl9pPr>
          </a:lstStyle>
          <a:p>
            <a:pPr marL="285750" lvl="0" indent="-285750" algn="l" fontAlgn="ctr">
              <a:lnSpc>
                <a:spcPct val="150000"/>
              </a:lnSpc>
              <a:spcBef>
                <a:spcPts val="0"/>
              </a:spcBef>
              <a:spcAft>
                <a:spcPts val="0"/>
              </a:spcAft>
              <a:buClrTx/>
              <a:buSzTx/>
              <a:buFont typeface="Wingdings" panose="05000000000000000000" charset="0"/>
              <a:buChar char="Ø"/>
            </a:pPr>
            <a:r>
              <a:rPr lang="zh-CN" altLang="en-US" sz="1600" dirty="0">
                <a:solidFill>
                  <a:schemeClr val="tx1"/>
                </a:solidFill>
                <a:cs typeface="+mn-cs"/>
                <a:sym typeface="+mn-ea"/>
              </a:rPr>
              <a:t>举例：基于社交、电商大数据的用户画像，如何与企业客户数据进行匹配？</a:t>
            </a:r>
            <a:endParaRPr lang="zh-CN" altLang="en-US" sz="1600" dirty="0">
              <a:solidFill>
                <a:schemeClr val="tx1"/>
              </a:solidFill>
              <a:cs typeface="+mn-cs"/>
              <a:sym typeface="+mn-ea"/>
            </a:endParaRPr>
          </a:p>
        </p:txBody>
      </p:sp>
      <p:sp>
        <p:nvSpPr>
          <p:cNvPr id="8" name="矩形 7"/>
          <p:cNvSpPr/>
          <p:nvPr>
            <p:custDataLst>
              <p:tags r:id="rId2"/>
            </p:custDataLst>
          </p:nvPr>
        </p:nvSpPr>
        <p:spPr>
          <a:xfrm>
            <a:off x="1991658" y="1916146"/>
            <a:ext cx="1403985" cy="583565"/>
          </a:xfrm>
          <a:prstGeom prst="rect">
            <a:avLst/>
          </a:prstGeom>
        </p:spPr>
        <p:txBody>
          <a:bodyPr wrap="none">
            <a:spAutoFit/>
          </a:bodyPr>
          <a:lstStyle/>
          <a:p>
            <a:r>
              <a:rPr lang="zh-CN" altLang="en-US" sz="3200" b="1" dirty="0">
                <a:solidFill>
                  <a:schemeClr val="accent1">
                    <a:lumMod val="50000"/>
                  </a:schemeClr>
                </a:solidFill>
              </a:rPr>
              <a:t>大数据</a:t>
            </a:r>
            <a:endParaRPr lang="zh-CN" altLang="en-US" sz="3200" b="1" dirty="0">
              <a:solidFill>
                <a:schemeClr val="accent1">
                  <a:lumMod val="50000"/>
                </a:schemeClr>
              </a:solidFill>
            </a:endParaRPr>
          </a:p>
        </p:txBody>
      </p:sp>
      <p:sp>
        <p:nvSpPr>
          <p:cNvPr id="13" name="矩形 12"/>
          <p:cNvSpPr/>
          <p:nvPr>
            <p:custDataLst>
              <p:tags r:id="rId3"/>
            </p:custDataLst>
          </p:nvPr>
        </p:nvSpPr>
        <p:spPr>
          <a:xfrm>
            <a:off x="9048298" y="1957898"/>
            <a:ext cx="1403985" cy="583565"/>
          </a:xfrm>
          <a:prstGeom prst="rect">
            <a:avLst/>
          </a:prstGeom>
        </p:spPr>
        <p:txBody>
          <a:bodyPr wrap="none">
            <a:spAutoFit/>
          </a:bodyPr>
          <a:lstStyle/>
          <a:p>
            <a:r>
              <a:rPr lang="zh-CN" altLang="en-US" sz="3200" b="1" dirty="0">
                <a:solidFill>
                  <a:schemeClr val="accent1">
                    <a:lumMod val="50000"/>
                  </a:schemeClr>
                </a:solidFill>
              </a:rPr>
              <a:t>小数据</a:t>
            </a:r>
            <a:endParaRPr lang="zh-CN" altLang="en-US" sz="3200" b="1" dirty="0">
              <a:solidFill>
                <a:schemeClr val="accent1">
                  <a:lumMod val="50000"/>
                </a:schemeClr>
              </a:solidFill>
            </a:endParaRPr>
          </a:p>
        </p:txBody>
      </p:sp>
      <p:sp>
        <p:nvSpPr>
          <p:cNvPr id="17" name="标题 16"/>
          <p:cNvSpPr>
            <a:spLocks noGrp="1"/>
          </p:cNvSpPr>
          <p:nvPr>
            <p:ph type="title"/>
            <p:custDataLst>
              <p:tags r:id="rId4"/>
            </p:custDataLst>
          </p:nvPr>
        </p:nvSpPr>
        <p:spPr/>
        <p:txBody>
          <a:bodyPr vert="horz" lIns="91440" tIns="45720" rIns="91440" bIns="45720" rtlCol="0" anchor="ctr">
            <a:normAutofit/>
          </a:bodyPr>
          <a:p>
            <a:pPr lvl="0" algn="l">
              <a:buClrTx/>
              <a:buSzTx/>
              <a:buFontTx/>
            </a:pPr>
            <a:r>
              <a:rPr lang="zh-CN" altLang="en-US" smtClean="0">
                <a:sym typeface="+mn-ea"/>
              </a:rPr>
              <a:t>为什么要做数据治理？</a:t>
            </a:r>
            <a:r>
              <a:rPr lang="zh-CN" altLang="en-US" smtClean="0">
                <a:sym typeface="+mn-ea"/>
              </a:rPr>
              <a:t>——“</a:t>
            </a:r>
            <a:r>
              <a:rPr lang="zh-CN" altLang="en-US" smtClean="0">
                <a:sym typeface="+mn-ea"/>
              </a:rPr>
              <a:t>大数据应用”</a:t>
            </a:r>
            <a:endParaRPr lang="zh-CN" altLang="en-US" smtClean="0">
              <a:sym typeface="+mn-ea"/>
            </a:endParaRPr>
          </a:p>
        </p:txBody>
      </p:sp>
      <p:sp>
        <p:nvSpPr>
          <p:cNvPr id="44" name="TextBox 7"/>
          <p:cNvSpPr txBox="1"/>
          <p:nvPr/>
        </p:nvSpPr>
        <p:spPr>
          <a:xfrm>
            <a:off x="1617519" y="2781786"/>
            <a:ext cx="2538028" cy="523220"/>
          </a:xfrm>
          <a:prstGeom prst="rect">
            <a:avLst/>
          </a:prstGeom>
          <a:noFill/>
        </p:spPr>
        <p:txBody>
          <a:bodyPr wrap="square" rtlCol="0">
            <a:spAutoFit/>
          </a:bodyPr>
          <a:lstStyle/>
          <a:p>
            <a:r>
              <a:rPr lang="zh-CN" altLang="en-US" sz="2800" b="1" dirty="0" smtClean="0">
                <a:solidFill>
                  <a:srgbClr val="00B050"/>
                </a:solidFill>
                <a:latin typeface="微软雅黑" panose="020B0503020204020204" pitchFamily="34" charset="-122"/>
                <a:ea typeface="微软雅黑" panose="020B0503020204020204" pitchFamily="34" charset="-122"/>
              </a:rPr>
              <a:t>姓名          </a:t>
            </a:r>
            <a:r>
              <a:rPr lang="zh-CN" altLang="en-US" b="1" dirty="0" smtClean="0">
                <a:solidFill>
                  <a:srgbClr val="00B050"/>
                </a:solidFill>
                <a:latin typeface="微软雅黑" panose="020B0503020204020204" pitchFamily="34" charset="-122"/>
                <a:ea typeface="微软雅黑" panose="020B0503020204020204" pitchFamily="34" charset="-122"/>
              </a:rPr>
              <a:t>性别</a:t>
            </a:r>
            <a:endParaRPr lang="en-US" altLang="zh-CN" b="1" dirty="0" smtClean="0">
              <a:solidFill>
                <a:srgbClr val="00B050"/>
              </a:solidFill>
              <a:latin typeface="微软雅黑" panose="020B0503020204020204" pitchFamily="34" charset="-122"/>
              <a:ea typeface="微软雅黑" panose="020B0503020204020204" pitchFamily="34" charset="-122"/>
            </a:endParaRPr>
          </a:p>
        </p:txBody>
      </p:sp>
      <p:sp>
        <p:nvSpPr>
          <p:cNvPr id="45" name="矩形 44"/>
          <p:cNvSpPr/>
          <p:nvPr/>
        </p:nvSpPr>
        <p:spPr>
          <a:xfrm>
            <a:off x="1273303" y="3331260"/>
            <a:ext cx="646331" cy="369332"/>
          </a:xfrm>
          <a:prstGeom prst="rect">
            <a:avLst/>
          </a:prstGeom>
        </p:spPr>
        <p:txBody>
          <a:bodyPr wrap="none">
            <a:spAutoFit/>
          </a:bodyPr>
          <a:lstStyle/>
          <a:p>
            <a:r>
              <a:rPr lang="zh-CN" altLang="en-US" b="1" dirty="0" smtClean="0">
                <a:solidFill>
                  <a:srgbClr val="F2BE69"/>
                </a:solidFill>
                <a:latin typeface="微软雅黑" panose="020B0503020204020204" pitchFamily="34" charset="-122"/>
                <a:ea typeface="微软雅黑" panose="020B0503020204020204" pitchFamily="34" charset="-122"/>
              </a:rPr>
              <a:t>生日</a:t>
            </a:r>
            <a:endParaRPr lang="zh-CN" altLang="en-US" dirty="0">
              <a:solidFill>
                <a:srgbClr val="F2BE69"/>
              </a:solidFill>
            </a:endParaRPr>
          </a:p>
        </p:txBody>
      </p:sp>
      <p:sp>
        <p:nvSpPr>
          <p:cNvPr id="46" name="矩形 45"/>
          <p:cNvSpPr/>
          <p:nvPr/>
        </p:nvSpPr>
        <p:spPr>
          <a:xfrm>
            <a:off x="2987412" y="2597120"/>
            <a:ext cx="646331" cy="369332"/>
          </a:xfrm>
          <a:prstGeom prst="rect">
            <a:avLst/>
          </a:prstGeom>
        </p:spPr>
        <p:txBody>
          <a:bodyPr wrap="none">
            <a:spAutoFit/>
          </a:bodyPr>
          <a:lstStyle/>
          <a:p>
            <a:r>
              <a:rPr lang="zh-CN" altLang="en-US" b="1" dirty="0" smtClean="0">
                <a:solidFill>
                  <a:srgbClr val="F2BE69"/>
                </a:solidFill>
                <a:latin typeface="微软雅黑" panose="020B0503020204020204" pitchFamily="34" charset="-122"/>
                <a:ea typeface="微软雅黑" panose="020B0503020204020204" pitchFamily="34" charset="-122"/>
              </a:rPr>
              <a:t>年龄</a:t>
            </a:r>
            <a:endParaRPr lang="zh-CN" altLang="en-US" dirty="0">
              <a:solidFill>
                <a:srgbClr val="F2BE69"/>
              </a:solidFill>
            </a:endParaRPr>
          </a:p>
        </p:txBody>
      </p:sp>
      <p:sp>
        <p:nvSpPr>
          <p:cNvPr id="47" name="矩形 46"/>
          <p:cNvSpPr/>
          <p:nvPr/>
        </p:nvSpPr>
        <p:spPr>
          <a:xfrm>
            <a:off x="4102180" y="4305280"/>
            <a:ext cx="697627" cy="400110"/>
          </a:xfrm>
          <a:prstGeom prst="rect">
            <a:avLst/>
          </a:prstGeom>
        </p:spPr>
        <p:txBody>
          <a:bodyPr wrap="none">
            <a:spAutoFit/>
          </a:bodyPr>
          <a:lstStyle/>
          <a:p>
            <a:r>
              <a:rPr lang="zh-CN" altLang="en-US" sz="2000" b="1" dirty="0" smtClean="0">
                <a:solidFill>
                  <a:srgbClr val="00B050"/>
                </a:solidFill>
                <a:latin typeface="微软雅黑" panose="020B0503020204020204" pitchFamily="34" charset="-122"/>
                <a:ea typeface="微软雅黑" panose="020B0503020204020204" pitchFamily="34" charset="-122"/>
              </a:rPr>
              <a:t>收入</a:t>
            </a:r>
            <a:endParaRPr lang="zh-CN" altLang="en-US" sz="2000" dirty="0"/>
          </a:p>
        </p:txBody>
      </p:sp>
      <p:sp>
        <p:nvSpPr>
          <p:cNvPr id="48" name="矩形 47"/>
          <p:cNvSpPr/>
          <p:nvPr/>
        </p:nvSpPr>
        <p:spPr>
          <a:xfrm>
            <a:off x="3883060" y="4787148"/>
            <a:ext cx="902811" cy="523220"/>
          </a:xfrm>
          <a:prstGeom prst="rect">
            <a:avLst/>
          </a:prstGeom>
        </p:spPr>
        <p:txBody>
          <a:bodyPr wrap="none">
            <a:spAutoFit/>
          </a:bodyPr>
          <a:lstStyle/>
          <a:p>
            <a:r>
              <a:rPr lang="zh-CN" altLang="en-US" sz="2800" b="1" dirty="0" smtClean="0">
                <a:solidFill>
                  <a:srgbClr val="00B050"/>
                </a:solidFill>
                <a:latin typeface="微软雅黑" panose="020B0503020204020204" pitchFamily="34" charset="-122"/>
                <a:ea typeface="微软雅黑" panose="020B0503020204020204" pitchFamily="34" charset="-122"/>
              </a:rPr>
              <a:t>星座</a:t>
            </a:r>
            <a:endParaRPr lang="zh-CN" altLang="en-US" sz="2800" dirty="0"/>
          </a:p>
        </p:txBody>
      </p:sp>
      <p:sp>
        <p:nvSpPr>
          <p:cNvPr id="49" name="矩形 48"/>
          <p:cNvSpPr/>
          <p:nvPr/>
        </p:nvSpPr>
        <p:spPr>
          <a:xfrm>
            <a:off x="607449" y="3992493"/>
            <a:ext cx="1107996" cy="369332"/>
          </a:xfrm>
          <a:prstGeom prst="rect">
            <a:avLst/>
          </a:prstGeom>
        </p:spPr>
        <p:txBody>
          <a:bodyPr wrap="none">
            <a:spAutoFit/>
          </a:bodyPr>
          <a:lstStyle/>
          <a:p>
            <a:r>
              <a:rPr lang="zh-CN" altLang="en-US" b="1" dirty="0" smtClean="0">
                <a:solidFill>
                  <a:srgbClr val="A8CDE0"/>
                </a:solidFill>
                <a:latin typeface="微软雅黑" panose="020B0503020204020204" pitchFamily="34" charset="-122"/>
                <a:ea typeface="微软雅黑" panose="020B0503020204020204" pitchFamily="34" charset="-122"/>
              </a:rPr>
              <a:t>购买频率</a:t>
            </a:r>
            <a:endParaRPr lang="zh-CN" altLang="en-US" dirty="0">
              <a:solidFill>
                <a:srgbClr val="A8CDE0"/>
              </a:solidFill>
            </a:endParaRPr>
          </a:p>
        </p:txBody>
      </p:sp>
      <p:sp>
        <p:nvSpPr>
          <p:cNvPr id="50" name="矩形 49"/>
          <p:cNvSpPr/>
          <p:nvPr/>
        </p:nvSpPr>
        <p:spPr>
          <a:xfrm>
            <a:off x="3375685" y="3995632"/>
            <a:ext cx="1107996" cy="369332"/>
          </a:xfrm>
          <a:prstGeom prst="rect">
            <a:avLst/>
          </a:prstGeom>
        </p:spPr>
        <p:txBody>
          <a:bodyPr wrap="none">
            <a:spAutoFit/>
          </a:bodyPr>
          <a:lstStyle/>
          <a:p>
            <a:r>
              <a:rPr lang="zh-CN" altLang="en-US" b="1" dirty="0" smtClean="0">
                <a:solidFill>
                  <a:srgbClr val="92D050"/>
                </a:solidFill>
                <a:latin typeface="微软雅黑" panose="020B0503020204020204" pitchFamily="34" charset="-122"/>
                <a:ea typeface="微软雅黑" panose="020B0503020204020204" pitchFamily="34" charset="-122"/>
              </a:rPr>
              <a:t>购物类型</a:t>
            </a:r>
            <a:endParaRPr lang="zh-CN" altLang="en-US" dirty="0">
              <a:solidFill>
                <a:srgbClr val="92D050"/>
              </a:solidFill>
            </a:endParaRPr>
          </a:p>
        </p:txBody>
      </p:sp>
      <p:sp>
        <p:nvSpPr>
          <p:cNvPr id="51" name="矩形 50"/>
          <p:cNvSpPr/>
          <p:nvPr/>
        </p:nvSpPr>
        <p:spPr>
          <a:xfrm>
            <a:off x="897439" y="5216123"/>
            <a:ext cx="646331" cy="369332"/>
          </a:xfrm>
          <a:prstGeom prst="rect">
            <a:avLst/>
          </a:prstGeom>
        </p:spPr>
        <p:txBody>
          <a:bodyPr wrap="none">
            <a:spAutoFit/>
          </a:bodyPr>
          <a:lstStyle/>
          <a:p>
            <a:r>
              <a:rPr lang="zh-CN" altLang="en-US" b="1" dirty="0" smtClean="0">
                <a:solidFill>
                  <a:srgbClr val="00B050"/>
                </a:solidFill>
                <a:latin typeface="微软雅黑" panose="020B0503020204020204" pitchFamily="34" charset="-122"/>
                <a:ea typeface="微软雅黑" panose="020B0503020204020204" pitchFamily="34" charset="-122"/>
              </a:rPr>
              <a:t>身高</a:t>
            </a:r>
            <a:endParaRPr lang="zh-CN" altLang="en-US" dirty="0"/>
          </a:p>
        </p:txBody>
      </p:sp>
      <p:sp>
        <p:nvSpPr>
          <p:cNvPr id="52" name="矩形 51"/>
          <p:cNvSpPr/>
          <p:nvPr/>
        </p:nvSpPr>
        <p:spPr>
          <a:xfrm>
            <a:off x="3341220" y="5466866"/>
            <a:ext cx="1176925" cy="369332"/>
          </a:xfrm>
          <a:prstGeom prst="rect">
            <a:avLst/>
          </a:prstGeom>
        </p:spPr>
        <p:txBody>
          <a:bodyPr wrap="none">
            <a:spAutoFit/>
          </a:bodyPr>
          <a:lstStyle/>
          <a:p>
            <a:r>
              <a:rPr lang="zh-CN" altLang="en-US" b="1" dirty="0" smtClean="0">
                <a:solidFill>
                  <a:srgbClr val="F2BE69"/>
                </a:solidFill>
                <a:latin typeface="微软雅黑" panose="020B0503020204020204" pitchFamily="34" charset="-122"/>
                <a:ea typeface="微软雅黑" panose="020B0503020204020204" pitchFamily="34" charset="-122"/>
              </a:rPr>
              <a:t>毕业院校 </a:t>
            </a:r>
            <a:endParaRPr lang="zh-CN" altLang="en-US" dirty="0">
              <a:solidFill>
                <a:srgbClr val="F2BE69"/>
              </a:solidFill>
            </a:endParaRPr>
          </a:p>
        </p:txBody>
      </p:sp>
      <p:sp>
        <p:nvSpPr>
          <p:cNvPr id="53" name="矩形 52"/>
          <p:cNvSpPr/>
          <p:nvPr/>
        </p:nvSpPr>
        <p:spPr>
          <a:xfrm>
            <a:off x="1052432" y="4413002"/>
            <a:ext cx="1537600" cy="584775"/>
          </a:xfrm>
          <a:prstGeom prst="rect">
            <a:avLst/>
          </a:prstGeom>
        </p:spPr>
        <p:txBody>
          <a:bodyPr wrap="none">
            <a:spAutoFit/>
          </a:bodyPr>
          <a:lstStyle/>
          <a:p>
            <a:r>
              <a:rPr lang="zh-CN" altLang="en-US" sz="3200" b="1" dirty="0" smtClean="0">
                <a:solidFill>
                  <a:srgbClr val="37C0BC"/>
                </a:solidFill>
                <a:latin typeface="微软雅黑" panose="020B0503020204020204" pitchFamily="34" charset="-122"/>
                <a:ea typeface="微软雅黑" panose="020B0503020204020204" pitchFamily="34" charset="-122"/>
              </a:rPr>
              <a:t>忠诚度 </a:t>
            </a:r>
            <a:endParaRPr lang="zh-CN" altLang="en-US" sz="3200" dirty="0">
              <a:solidFill>
                <a:srgbClr val="37C0BC"/>
              </a:solidFill>
            </a:endParaRPr>
          </a:p>
        </p:txBody>
      </p:sp>
      <p:sp>
        <p:nvSpPr>
          <p:cNvPr id="54" name="矩形 53"/>
          <p:cNvSpPr/>
          <p:nvPr/>
        </p:nvSpPr>
        <p:spPr>
          <a:xfrm>
            <a:off x="1617519" y="5823795"/>
            <a:ext cx="1338828" cy="369332"/>
          </a:xfrm>
          <a:prstGeom prst="rect">
            <a:avLst/>
          </a:prstGeom>
        </p:spPr>
        <p:txBody>
          <a:bodyPr wrap="none">
            <a:spAutoFit/>
          </a:bodyPr>
          <a:lstStyle/>
          <a:p>
            <a:r>
              <a:rPr lang="zh-CN" altLang="en-US" b="1" dirty="0" smtClean="0">
                <a:solidFill>
                  <a:srgbClr val="00B050"/>
                </a:solidFill>
                <a:latin typeface="微软雅黑" panose="020B0503020204020204" pitchFamily="34" charset="-122"/>
                <a:ea typeface="微软雅黑" panose="020B0503020204020204" pitchFamily="34" charset="-122"/>
              </a:rPr>
              <a:t>促销敏感度</a:t>
            </a:r>
            <a:endParaRPr lang="zh-CN" altLang="en-US" dirty="0"/>
          </a:p>
        </p:txBody>
      </p:sp>
      <p:sp>
        <p:nvSpPr>
          <p:cNvPr id="55" name="矩形 54"/>
          <p:cNvSpPr/>
          <p:nvPr/>
        </p:nvSpPr>
        <p:spPr>
          <a:xfrm>
            <a:off x="2918640" y="4580408"/>
            <a:ext cx="1638590" cy="369332"/>
          </a:xfrm>
          <a:prstGeom prst="rect">
            <a:avLst/>
          </a:prstGeom>
        </p:spPr>
        <p:txBody>
          <a:bodyPr wrap="none">
            <a:spAutoFit/>
          </a:bodyPr>
          <a:lstStyle/>
          <a:p>
            <a:r>
              <a:rPr lang="zh-CN" altLang="en-US" b="1" dirty="0" smtClean="0">
                <a:solidFill>
                  <a:srgbClr val="A8CDE0"/>
                </a:solidFill>
                <a:latin typeface="微软雅黑" panose="020B0503020204020204" pitchFamily="34" charset="-122"/>
                <a:ea typeface="微软雅黑" panose="020B0503020204020204" pitchFamily="34" charset="-122"/>
              </a:rPr>
              <a:t>消费信用水平 </a:t>
            </a:r>
            <a:endParaRPr lang="zh-CN" altLang="en-US" dirty="0">
              <a:solidFill>
                <a:srgbClr val="A8CDE0"/>
              </a:solidFill>
            </a:endParaRPr>
          </a:p>
        </p:txBody>
      </p:sp>
      <p:sp>
        <p:nvSpPr>
          <p:cNvPr id="56" name="矩形 55"/>
          <p:cNvSpPr/>
          <p:nvPr/>
        </p:nvSpPr>
        <p:spPr>
          <a:xfrm>
            <a:off x="1211820" y="5488925"/>
            <a:ext cx="1176925" cy="369332"/>
          </a:xfrm>
          <a:prstGeom prst="rect">
            <a:avLst/>
          </a:prstGeom>
        </p:spPr>
        <p:txBody>
          <a:bodyPr wrap="none">
            <a:spAutoFit/>
          </a:bodyPr>
          <a:lstStyle/>
          <a:p>
            <a:r>
              <a:rPr lang="zh-CN" altLang="en-US" b="1" dirty="0" smtClean="0">
                <a:solidFill>
                  <a:srgbClr val="37C0BC"/>
                </a:solidFill>
                <a:latin typeface="微软雅黑" panose="020B0503020204020204" pitchFamily="34" charset="-122"/>
                <a:ea typeface="微软雅黑" panose="020B0503020204020204" pitchFamily="34" charset="-122"/>
              </a:rPr>
              <a:t>购买偏好 </a:t>
            </a:r>
            <a:endParaRPr lang="zh-CN" altLang="en-US" dirty="0">
              <a:solidFill>
                <a:srgbClr val="37C0BC"/>
              </a:solidFill>
            </a:endParaRPr>
          </a:p>
        </p:txBody>
      </p:sp>
      <p:sp>
        <p:nvSpPr>
          <p:cNvPr id="57" name="矩形 56"/>
          <p:cNvSpPr/>
          <p:nvPr/>
        </p:nvSpPr>
        <p:spPr>
          <a:xfrm>
            <a:off x="3133197" y="5836198"/>
            <a:ext cx="1176925" cy="369332"/>
          </a:xfrm>
          <a:prstGeom prst="rect">
            <a:avLst/>
          </a:prstGeom>
        </p:spPr>
        <p:txBody>
          <a:bodyPr wrap="none">
            <a:spAutoFit/>
          </a:bodyPr>
          <a:lstStyle/>
          <a:p>
            <a:r>
              <a:rPr lang="zh-CN" altLang="en-US" b="1" dirty="0" smtClean="0">
                <a:solidFill>
                  <a:srgbClr val="00B050"/>
                </a:solidFill>
                <a:latin typeface="微软雅黑" panose="020B0503020204020204" pitchFamily="34" charset="-122"/>
                <a:ea typeface="微软雅黑" panose="020B0503020204020204" pitchFamily="34" charset="-122"/>
              </a:rPr>
              <a:t>所属省份 </a:t>
            </a:r>
            <a:endParaRPr lang="zh-CN" altLang="en-US" dirty="0"/>
          </a:p>
        </p:txBody>
      </p:sp>
      <p:sp>
        <p:nvSpPr>
          <p:cNvPr id="58" name="矩形 57"/>
          <p:cNvSpPr/>
          <p:nvPr/>
        </p:nvSpPr>
        <p:spPr>
          <a:xfrm>
            <a:off x="848251" y="3683323"/>
            <a:ext cx="1415772" cy="461665"/>
          </a:xfrm>
          <a:prstGeom prst="rect">
            <a:avLst/>
          </a:prstGeom>
        </p:spPr>
        <p:txBody>
          <a:bodyPr wrap="none">
            <a:spAutoFit/>
          </a:bodyPr>
          <a:lstStyle/>
          <a:p>
            <a:r>
              <a:rPr lang="zh-CN" altLang="en-US" sz="2400" b="1" dirty="0" smtClean="0">
                <a:solidFill>
                  <a:srgbClr val="00B050"/>
                </a:solidFill>
                <a:latin typeface="微软雅黑" panose="020B0503020204020204" pitchFamily="34" charset="-122"/>
                <a:ea typeface="微软雅黑" panose="020B0503020204020204" pitchFamily="34" charset="-122"/>
              </a:rPr>
              <a:t>教育程度</a:t>
            </a:r>
            <a:endParaRPr lang="zh-CN" altLang="en-US" sz="2400" dirty="0"/>
          </a:p>
        </p:txBody>
      </p:sp>
      <p:sp>
        <p:nvSpPr>
          <p:cNvPr id="59" name="矩形 58"/>
          <p:cNvSpPr/>
          <p:nvPr/>
        </p:nvSpPr>
        <p:spPr>
          <a:xfrm>
            <a:off x="3431125" y="3626300"/>
            <a:ext cx="1407758" cy="369332"/>
          </a:xfrm>
          <a:prstGeom prst="rect">
            <a:avLst/>
          </a:prstGeom>
        </p:spPr>
        <p:txBody>
          <a:bodyPr wrap="none">
            <a:spAutoFit/>
          </a:bodyPr>
          <a:lstStyle/>
          <a:p>
            <a:r>
              <a:rPr lang="zh-CN" altLang="en-US" b="1" dirty="0" smtClean="0">
                <a:solidFill>
                  <a:srgbClr val="00B050"/>
                </a:solidFill>
                <a:latin typeface="微软雅黑" panose="020B0503020204020204" pitchFamily="34" charset="-122"/>
                <a:ea typeface="微软雅黑" panose="020B0503020204020204" pitchFamily="34" charset="-122"/>
              </a:rPr>
              <a:t>用户关系网 </a:t>
            </a:r>
            <a:endParaRPr lang="zh-CN" altLang="en-US" dirty="0"/>
          </a:p>
        </p:txBody>
      </p:sp>
      <p:sp>
        <p:nvSpPr>
          <p:cNvPr id="60" name="矩形 59"/>
          <p:cNvSpPr/>
          <p:nvPr/>
        </p:nvSpPr>
        <p:spPr>
          <a:xfrm>
            <a:off x="2121575" y="6061055"/>
            <a:ext cx="1728358" cy="523220"/>
          </a:xfrm>
          <a:prstGeom prst="rect">
            <a:avLst/>
          </a:prstGeom>
        </p:spPr>
        <p:txBody>
          <a:bodyPr wrap="none">
            <a:spAutoFit/>
          </a:bodyPr>
          <a:lstStyle/>
          <a:p>
            <a:r>
              <a:rPr lang="zh-CN" altLang="en-US" sz="2800" b="1" dirty="0" smtClean="0">
                <a:solidFill>
                  <a:srgbClr val="00B050"/>
                </a:solidFill>
                <a:latin typeface="微软雅黑" panose="020B0503020204020204" pitchFamily="34" charset="-122"/>
                <a:ea typeface="微软雅黑" panose="020B0503020204020204" pitchFamily="34" charset="-122"/>
              </a:rPr>
              <a:t>颜色偏好 </a:t>
            </a:r>
            <a:endParaRPr lang="zh-CN" altLang="en-US" sz="2800" dirty="0"/>
          </a:p>
        </p:txBody>
      </p:sp>
      <p:sp>
        <p:nvSpPr>
          <p:cNvPr id="61" name="矩形 60"/>
          <p:cNvSpPr/>
          <p:nvPr/>
        </p:nvSpPr>
        <p:spPr>
          <a:xfrm>
            <a:off x="2994184" y="5134823"/>
            <a:ext cx="1107996" cy="369332"/>
          </a:xfrm>
          <a:prstGeom prst="rect">
            <a:avLst/>
          </a:prstGeom>
        </p:spPr>
        <p:txBody>
          <a:bodyPr wrap="none">
            <a:spAutoFit/>
          </a:bodyPr>
          <a:lstStyle/>
          <a:p>
            <a:r>
              <a:rPr lang="zh-CN" altLang="en-US" b="1" dirty="0" smtClean="0">
                <a:solidFill>
                  <a:srgbClr val="00B050"/>
                </a:solidFill>
                <a:latin typeface="微软雅黑" panose="020B0503020204020204" pitchFamily="34" charset="-122"/>
                <a:ea typeface="微软雅黑" panose="020B0503020204020204" pitchFamily="34" charset="-122"/>
              </a:rPr>
              <a:t>品牌偏好</a:t>
            </a:r>
            <a:endParaRPr lang="zh-CN" altLang="en-US" dirty="0"/>
          </a:p>
        </p:txBody>
      </p:sp>
      <p:sp>
        <p:nvSpPr>
          <p:cNvPr id="62" name="矩形 61"/>
          <p:cNvSpPr/>
          <p:nvPr/>
        </p:nvSpPr>
        <p:spPr>
          <a:xfrm>
            <a:off x="3102373" y="3285093"/>
            <a:ext cx="1415772" cy="461665"/>
          </a:xfrm>
          <a:prstGeom prst="rect">
            <a:avLst/>
          </a:prstGeom>
        </p:spPr>
        <p:txBody>
          <a:bodyPr wrap="none">
            <a:spAutoFit/>
          </a:bodyPr>
          <a:lstStyle/>
          <a:p>
            <a:r>
              <a:rPr lang="zh-CN" altLang="en-US" sz="2400" b="1" dirty="0" smtClean="0">
                <a:solidFill>
                  <a:srgbClr val="37C0BC"/>
                </a:solidFill>
                <a:latin typeface="微软雅黑" panose="020B0503020204020204" pitchFamily="34" charset="-122"/>
                <a:ea typeface="微软雅黑" panose="020B0503020204020204" pitchFamily="34" charset="-122"/>
              </a:rPr>
              <a:t>注册途径</a:t>
            </a:r>
            <a:endParaRPr lang="zh-CN" altLang="en-US" sz="2400" b="1" dirty="0">
              <a:solidFill>
                <a:srgbClr val="37C0BC"/>
              </a:solidFill>
              <a:latin typeface="微软雅黑" panose="020B0503020204020204" pitchFamily="34" charset="-122"/>
              <a:ea typeface="微软雅黑" panose="020B0503020204020204" pitchFamily="34" charset="-122"/>
            </a:endParaRPr>
          </a:p>
        </p:txBody>
      </p:sp>
      <p:pic>
        <p:nvPicPr>
          <p:cNvPr id="63" name="图片 62"/>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919634" y="2702665"/>
            <a:ext cx="1714109" cy="3693931"/>
          </a:xfrm>
          <a:prstGeom prst="rect">
            <a:avLst/>
          </a:prstGeom>
        </p:spPr>
      </p:pic>
      <p:sp>
        <p:nvSpPr>
          <p:cNvPr id="64" name="矩形 63"/>
          <p:cNvSpPr/>
          <p:nvPr/>
        </p:nvSpPr>
        <p:spPr>
          <a:xfrm>
            <a:off x="1189541" y="4968906"/>
            <a:ext cx="1338828" cy="369332"/>
          </a:xfrm>
          <a:prstGeom prst="rect">
            <a:avLst/>
          </a:prstGeom>
        </p:spPr>
        <p:txBody>
          <a:bodyPr wrap="none">
            <a:spAutoFit/>
          </a:bodyPr>
          <a:lstStyle/>
          <a:p>
            <a:r>
              <a:rPr lang="zh-CN" altLang="en-US" b="1" dirty="0">
                <a:solidFill>
                  <a:schemeClr val="bg2">
                    <a:lumMod val="50000"/>
                  </a:schemeClr>
                </a:solidFill>
                <a:latin typeface="微软雅黑" panose="020B0503020204020204" pitchFamily="34" charset="-122"/>
                <a:ea typeface="微软雅黑" panose="020B0503020204020204" pitchFamily="34" charset="-122"/>
              </a:rPr>
              <a:t>价格敏感度</a:t>
            </a:r>
            <a:endParaRPr lang="zh-CN" altLang="en-US" b="1" dirty="0">
              <a:solidFill>
                <a:schemeClr val="bg2">
                  <a:lumMod val="50000"/>
                </a:schemeClr>
              </a:solidFill>
              <a:latin typeface="微软雅黑" panose="020B0503020204020204" pitchFamily="34" charset="-122"/>
              <a:ea typeface="微软雅黑" panose="020B0503020204020204" pitchFamily="34" charset="-122"/>
            </a:endParaRPr>
          </a:p>
        </p:txBody>
      </p:sp>
      <p:graphicFrame>
        <p:nvGraphicFramePr>
          <p:cNvPr id="65" name="表格 64"/>
          <p:cNvGraphicFramePr>
            <a:graphicFrameLocks noGrp="1"/>
          </p:cNvGraphicFramePr>
          <p:nvPr>
            <p:custDataLst>
              <p:tags r:id="rId6"/>
            </p:custDataLst>
          </p:nvPr>
        </p:nvGraphicFramePr>
        <p:xfrm>
          <a:off x="8400415" y="2541270"/>
          <a:ext cx="2606040" cy="4143375"/>
        </p:xfrm>
        <a:graphic>
          <a:graphicData uri="http://schemas.openxmlformats.org/drawingml/2006/table">
            <a:tbl>
              <a:tblPr firstRow="1" bandRow="1">
                <a:tableStyleId>{5C22544A-7EE6-4342-B048-85BDC9FD1C3A}</a:tableStyleId>
              </a:tblPr>
              <a:tblGrid>
                <a:gridCol w="2606040"/>
              </a:tblGrid>
              <a:tr h="285115">
                <a:tc>
                  <a:txBody>
                    <a:bodyPr/>
                    <a:lstStyle/>
                    <a:p>
                      <a:r>
                        <a:rPr lang="zh-CN" altLang="en-US" sz="1200" dirty="0" smtClean="0">
                          <a:latin typeface="微软雅黑" panose="020B0503020204020204" pitchFamily="34" charset="-122"/>
                          <a:ea typeface="微软雅黑" panose="020B0503020204020204" pitchFamily="34" charset="-122"/>
                        </a:rPr>
                        <a:t>属性定义</a:t>
                      </a:r>
                      <a:endParaRPr lang="zh-CN" altLang="en-US" sz="1200" dirty="0" smtClean="0">
                        <a:latin typeface="微软雅黑" panose="020B0503020204020204" pitchFamily="34" charset="-122"/>
                        <a:ea typeface="微软雅黑" panose="020B0503020204020204" pitchFamily="34" charset="-122"/>
                      </a:endParaRPr>
                    </a:p>
                  </a:txBody>
                  <a:tcPr/>
                </a:tc>
              </a:tr>
              <a:tr h="321310">
                <a:tc>
                  <a:txBody>
                    <a:bodyPr/>
                    <a:lstStyle/>
                    <a:p>
                      <a:r>
                        <a:rPr lang="zh-CN" altLang="en-US" sz="1200" dirty="0" smtClean="0">
                          <a:latin typeface="微软雅黑" panose="020B0503020204020204" pitchFamily="34" charset="-122"/>
                          <a:ea typeface="微软雅黑" panose="020B0503020204020204" pitchFamily="34" charset="-122"/>
                        </a:rPr>
                        <a:t>客户标识</a:t>
                      </a:r>
                      <a:endParaRPr lang="zh-CN" altLang="en-US" sz="1200" dirty="0" smtClean="0">
                        <a:latin typeface="微软雅黑" panose="020B0503020204020204" pitchFamily="34" charset="-122"/>
                        <a:ea typeface="微软雅黑" panose="020B0503020204020204" pitchFamily="34" charset="-122"/>
                      </a:endParaRPr>
                    </a:p>
                  </a:txBody>
                  <a:tcPr/>
                </a:tc>
              </a:tr>
              <a:tr h="321945">
                <a:tc>
                  <a:txBody>
                    <a:bodyPr/>
                    <a:lstStyle/>
                    <a:p>
                      <a:r>
                        <a:rPr lang="zh-CN" altLang="en-US" sz="1200" dirty="0" smtClean="0">
                          <a:latin typeface="微软雅黑" panose="020B0503020204020204" pitchFamily="34" charset="-122"/>
                          <a:ea typeface="微软雅黑" panose="020B0503020204020204" pitchFamily="34" charset="-122"/>
                        </a:rPr>
                        <a:t>客户名称</a:t>
                      </a:r>
                      <a:endParaRPr lang="zh-CN" altLang="en-US" sz="1200" dirty="0" smtClean="0">
                        <a:latin typeface="微软雅黑" panose="020B0503020204020204" pitchFamily="34" charset="-122"/>
                        <a:ea typeface="微软雅黑" panose="020B0503020204020204" pitchFamily="34" charset="-122"/>
                      </a:endParaRPr>
                    </a:p>
                  </a:txBody>
                  <a:tcPr/>
                </a:tc>
              </a:tr>
              <a:tr h="321310">
                <a:tc>
                  <a:txBody>
                    <a:bodyPr/>
                    <a:lstStyle/>
                    <a:p>
                      <a:r>
                        <a:rPr lang="zh-CN" altLang="en-US" sz="1200" dirty="0" smtClean="0">
                          <a:latin typeface="微软雅黑" panose="020B0503020204020204" pitchFamily="34" charset="-122"/>
                          <a:ea typeface="微软雅黑" panose="020B0503020204020204" pitchFamily="34" charset="-122"/>
                        </a:rPr>
                        <a:t>客户类型</a:t>
                      </a:r>
                      <a:endParaRPr lang="zh-CN" altLang="en-US" sz="1200" dirty="0" smtClean="0">
                        <a:latin typeface="微软雅黑" panose="020B0503020204020204" pitchFamily="34" charset="-122"/>
                        <a:ea typeface="微软雅黑" panose="020B0503020204020204" pitchFamily="34" charset="-122"/>
                      </a:endParaRPr>
                    </a:p>
                  </a:txBody>
                  <a:tcPr/>
                </a:tc>
              </a:tr>
              <a:tr h="321310">
                <a:tc>
                  <a:txBody>
                    <a:bodyPr/>
                    <a:lstStyle/>
                    <a:p>
                      <a:r>
                        <a:rPr lang="zh-CN" altLang="en-US" sz="1200" dirty="0" smtClean="0">
                          <a:latin typeface="微软雅黑" panose="020B0503020204020204" pitchFamily="34" charset="-122"/>
                          <a:ea typeface="微软雅黑" panose="020B0503020204020204" pitchFamily="34" charset="-122"/>
                        </a:rPr>
                        <a:t>客户状态</a:t>
                      </a:r>
                      <a:endParaRPr lang="zh-CN" altLang="en-US" sz="1200" dirty="0" smtClean="0">
                        <a:latin typeface="微软雅黑" panose="020B0503020204020204" pitchFamily="34" charset="-122"/>
                        <a:ea typeface="微软雅黑" panose="020B0503020204020204" pitchFamily="34" charset="-122"/>
                      </a:endParaRPr>
                    </a:p>
                  </a:txBody>
                  <a:tcPr/>
                </a:tc>
              </a:tr>
              <a:tr h="321945">
                <a:tc>
                  <a:txBody>
                    <a:bodyPr/>
                    <a:lstStyle/>
                    <a:p>
                      <a:r>
                        <a:rPr lang="zh-CN" altLang="en-US" sz="1200" dirty="0" smtClean="0">
                          <a:latin typeface="微软雅黑" panose="020B0503020204020204" pitchFamily="34" charset="-122"/>
                          <a:ea typeface="微软雅黑" panose="020B0503020204020204" pitchFamily="34" charset="-122"/>
                        </a:rPr>
                        <a:t>状态变更时间</a:t>
                      </a:r>
                      <a:endParaRPr lang="zh-CN" altLang="en-US" sz="1200" dirty="0" smtClean="0">
                        <a:latin typeface="微软雅黑" panose="020B0503020204020204" pitchFamily="34" charset="-122"/>
                        <a:ea typeface="微软雅黑" panose="020B0503020204020204" pitchFamily="34" charset="-122"/>
                      </a:endParaRPr>
                    </a:p>
                  </a:txBody>
                  <a:tcPr/>
                </a:tc>
              </a:tr>
              <a:tr h="321310">
                <a:tc>
                  <a:txBody>
                    <a:bodyPr/>
                    <a:lstStyle/>
                    <a:p>
                      <a:r>
                        <a:rPr lang="zh-CN" altLang="en-US" sz="1200" dirty="0" smtClean="0">
                          <a:latin typeface="微软雅黑" panose="020B0503020204020204" pitchFamily="34" charset="-122"/>
                          <a:ea typeface="微软雅黑" panose="020B0503020204020204" pitchFamily="34" charset="-122"/>
                        </a:rPr>
                        <a:t>证件号码</a:t>
                      </a:r>
                      <a:endParaRPr lang="zh-CN" altLang="en-US" sz="1200" dirty="0" smtClean="0">
                        <a:latin typeface="微软雅黑" panose="020B0503020204020204" pitchFamily="34" charset="-122"/>
                        <a:ea typeface="微软雅黑" panose="020B0503020204020204" pitchFamily="34" charset="-122"/>
                      </a:endParaRPr>
                    </a:p>
                  </a:txBody>
                  <a:tcPr/>
                </a:tc>
              </a:tr>
              <a:tr h="321310">
                <a:tc>
                  <a:txBody>
                    <a:bodyPr/>
                    <a:lstStyle/>
                    <a:p>
                      <a:r>
                        <a:rPr lang="zh-CN" altLang="en-US" sz="1200" dirty="0" smtClean="0">
                          <a:latin typeface="微软雅黑" panose="020B0503020204020204" pitchFamily="34" charset="-122"/>
                          <a:ea typeface="微软雅黑" panose="020B0503020204020204" pitchFamily="34" charset="-122"/>
                        </a:rPr>
                        <a:t>证件类型</a:t>
                      </a:r>
                      <a:endParaRPr lang="zh-CN" altLang="en-US" sz="1200" dirty="0" smtClean="0">
                        <a:latin typeface="微软雅黑" panose="020B0503020204020204" pitchFamily="34" charset="-122"/>
                        <a:ea typeface="微软雅黑" panose="020B0503020204020204" pitchFamily="34" charset="-122"/>
                      </a:endParaRPr>
                    </a:p>
                  </a:txBody>
                  <a:tcPr/>
                </a:tc>
              </a:tr>
              <a:tr h="321945">
                <a:tc>
                  <a:txBody>
                    <a:bodyPr/>
                    <a:lstStyle/>
                    <a:p>
                      <a:r>
                        <a:rPr lang="zh-CN" altLang="en-US" sz="1200" dirty="0" smtClean="0">
                          <a:latin typeface="微软雅黑" panose="020B0503020204020204" pitchFamily="34" charset="-122"/>
                          <a:ea typeface="微软雅黑" panose="020B0503020204020204" pitchFamily="34" charset="-122"/>
                        </a:rPr>
                        <a:t>联系电话</a:t>
                      </a:r>
                      <a:endParaRPr lang="zh-CN" altLang="en-US" sz="1200" dirty="0" smtClean="0">
                        <a:latin typeface="微软雅黑" panose="020B0503020204020204" pitchFamily="34" charset="-122"/>
                        <a:ea typeface="微软雅黑" panose="020B0503020204020204" pitchFamily="34" charset="-122"/>
                      </a:endParaRPr>
                    </a:p>
                  </a:txBody>
                  <a:tcPr/>
                </a:tc>
              </a:tr>
              <a:tr h="321310">
                <a:tc>
                  <a:txBody>
                    <a:bodyPr/>
                    <a:lstStyle/>
                    <a:p>
                      <a:r>
                        <a:rPr lang="zh-CN" altLang="en-US" sz="1200" dirty="0" smtClean="0">
                          <a:latin typeface="微软雅黑" panose="020B0503020204020204" pitchFamily="34" charset="-122"/>
                          <a:ea typeface="微软雅黑" panose="020B0503020204020204" pitchFamily="34" charset="-122"/>
                        </a:rPr>
                        <a:t>通信地址</a:t>
                      </a:r>
                      <a:endParaRPr lang="zh-CN" altLang="en-US" sz="1200" dirty="0" smtClean="0">
                        <a:latin typeface="微软雅黑" panose="020B0503020204020204" pitchFamily="34" charset="-122"/>
                        <a:ea typeface="微软雅黑" panose="020B0503020204020204" pitchFamily="34" charset="-122"/>
                      </a:endParaRPr>
                    </a:p>
                  </a:txBody>
                  <a:tcPr/>
                </a:tc>
              </a:tr>
              <a:tr h="321310">
                <a:tc>
                  <a:txBody>
                    <a:bodyPr/>
                    <a:lstStyle/>
                    <a:p>
                      <a:r>
                        <a:rPr lang="zh-CN" altLang="en-US" sz="1200" dirty="0" smtClean="0">
                          <a:latin typeface="微软雅黑" panose="020B0503020204020204" pitchFamily="34" charset="-122"/>
                          <a:ea typeface="微软雅黑" panose="020B0503020204020204" pitchFamily="34" charset="-122"/>
                        </a:rPr>
                        <a:t>收货地址</a:t>
                      </a:r>
                      <a:endParaRPr lang="zh-CN" altLang="en-US" sz="1200" dirty="0" smtClean="0">
                        <a:latin typeface="微软雅黑" panose="020B0503020204020204" pitchFamily="34" charset="-122"/>
                        <a:ea typeface="微软雅黑" panose="020B0503020204020204" pitchFamily="34" charset="-122"/>
                      </a:endParaRPr>
                    </a:p>
                  </a:txBody>
                  <a:tcPr/>
                </a:tc>
              </a:tr>
              <a:tr h="321945">
                <a:tc>
                  <a:txBody>
                    <a:bodyPr/>
                    <a:lstStyle/>
                    <a:p>
                      <a:r>
                        <a:rPr lang="zh-CN" altLang="en-US" sz="1200" dirty="0" smtClean="0">
                          <a:latin typeface="微软雅黑" panose="020B0503020204020204" pitchFamily="34" charset="-122"/>
                          <a:ea typeface="微软雅黑" panose="020B0503020204020204" pitchFamily="34" charset="-122"/>
                        </a:rPr>
                        <a:t>价格敏感度</a:t>
                      </a:r>
                      <a:endParaRPr lang="zh-CN" altLang="en-US" sz="1200" dirty="0" smtClean="0">
                        <a:latin typeface="微软雅黑" panose="020B0503020204020204" pitchFamily="34" charset="-122"/>
                        <a:ea typeface="微软雅黑" panose="020B0503020204020204" pitchFamily="34" charset="-122"/>
                      </a:endParaRPr>
                    </a:p>
                  </a:txBody>
                  <a:tcPr/>
                </a:tc>
              </a:tr>
              <a:tr h="321310">
                <a:tc>
                  <a:txBody>
                    <a:bodyPr/>
                    <a:lstStyle/>
                    <a:p>
                      <a:r>
                        <a:rPr lang="zh-CN" altLang="en-US" sz="1200" dirty="0" smtClean="0">
                          <a:latin typeface="微软雅黑" panose="020B0503020204020204" pitchFamily="34" charset="-122"/>
                          <a:ea typeface="微软雅黑" panose="020B0503020204020204" pitchFamily="34" charset="-122"/>
                        </a:rPr>
                        <a:t>客户渠道标识</a:t>
                      </a:r>
                      <a:endParaRPr lang="zh-CN" altLang="en-US" sz="1200" dirty="0" smtClean="0">
                        <a:latin typeface="微软雅黑" panose="020B0503020204020204" pitchFamily="34" charset="-122"/>
                        <a:ea typeface="微软雅黑" panose="020B0503020204020204" pitchFamily="34" charset="-122"/>
                      </a:endParaRPr>
                    </a:p>
                  </a:txBody>
                  <a:tcPr/>
                </a:tc>
              </a:tr>
            </a:tbl>
          </a:graphicData>
        </a:graphic>
      </p:graphicFrame>
      <p:sp>
        <p:nvSpPr>
          <p:cNvPr id="66" name="左右箭头 65"/>
          <p:cNvSpPr/>
          <p:nvPr/>
        </p:nvSpPr>
        <p:spPr>
          <a:xfrm>
            <a:off x="5157470" y="3978910"/>
            <a:ext cx="2486025" cy="926465"/>
          </a:xfrm>
          <a:prstGeom prst="leftRightArrow">
            <a:avLst/>
          </a:prstGeom>
          <a:solidFill>
            <a:srgbClr val="A8CD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 name="矩形 66"/>
          <p:cNvSpPr/>
          <p:nvPr/>
        </p:nvSpPr>
        <p:spPr>
          <a:xfrm>
            <a:off x="5556885" y="3851910"/>
            <a:ext cx="1852295" cy="1198880"/>
          </a:xfrm>
          <a:prstGeom prst="rect">
            <a:avLst/>
          </a:prstGeom>
        </p:spPr>
        <p:txBody>
          <a:bodyPr wrap="square">
            <a:spAutoFit/>
          </a:bodyPr>
          <a:lstStyle/>
          <a:p>
            <a:r>
              <a:rPr lang="zh-CN" altLang="en-US" b="1" dirty="0" smtClean="0">
                <a:solidFill>
                  <a:srgbClr val="FF0000"/>
                </a:solidFill>
                <a:latin typeface="微软雅黑" panose="020B0503020204020204" pitchFamily="34" charset="-122"/>
                <a:ea typeface="微软雅黑" panose="020B0503020204020204" pitchFamily="34" charset="-122"/>
              </a:rPr>
              <a:t>数据治理问题：</a:t>
            </a:r>
            <a:endParaRPr lang="en-US" altLang="zh-CN" b="1" dirty="0" smtClean="0">
              <a:solidFill>
                <a:srgbClr val="FF0000"/>
              </a:solidFill>
              <a:latin typeface="微软雅黑" panose="020B0503020204020204" pitchFamily="34" charset="-122"/>
              <a:ea typeface="微软雅黑" panose="020B0503020204020204" pitchFamily="34" charset="-122"/>
            </a:endParaRPr>
          </a:p>
          <a:p>
            <a:r>
              <a:rPr lang="zh-CN" altLang="en-US" b="1" dirty="0" smtClean="0">
                <a:solidFill>
                  <a:srgbClr val="FF0000"/>
                </a:solidFill>
                <a:latin typeface="微软雅黑" panose="020B0503020204020204" pitchFamily="34" charset="-122"/>
                <a:ea typeface="微软雅黑" panose="020B0503020204020204" pitchFamily="34" charset="-122"/>
              </a:rPr>
              <a:t>如何匹配？</a:t>
            </a:r>
            <a:endParaRPr lang="en-US" altLang="zh-CN" b="1" dirty="0" smtClean="0">
              <a:solidFill>
                <a:srgbClr val="FF0000"/>
              </a:solidFill>
              <a:latin typeface="微软雅黑" panose="020B0503020204020204" pitchFamily="34" charset="-122"/>
              <a:ea typeface="微软雅黑" panose="020B0503020204020204" pitchFamily="34" charset="-122"/>
            </a:endParaRPr>
          </a:p>
          <a:p>
            <a:r>
              <a:rPr lang="zh-CN" altLang="en-US" b="1" dirty="0">
                <a:solidFill>
                  <a:srgbClr val="FF0000"/>
                </a:solidFill>
                <a:latin typeface="微软雅黑" panose="020B0503020204020204" pitchFamily="34" charset="-122"/>
                <a:ea typeface="微软雅黑" panose="020B0503020204020204" pitchFamily="34" charset="-122"/>
              </a:rPr>
              <a:t>匹配</a:t>
            </a:r>
            <a:r>
              <a:rPr lang="zh-CN" altLang="en-US" b="1" dirty="0" smtClean="0">
                <a:solidFill>
                  <a:srgbClr val="FF0000"/>
                </a:solidFill>
                <a:latin typeface="微软雅黑" panose="020B0503020204020204" pitchFamily="34" charset="-122"/>
                <a:ea typeface="微软雅黑" panose="020B0503020204020204" pitchFamily="34" charset="-122"/>
              </a:rPr>
              <a:t>率如何？</a:t>
            </a:r>
            <a:endParaRPr lang="en-US" altLang="zh-CN" b="1" dirty="0" smtClean="0">
              <a:solidFill>
                <a:srgbClr val="FF0000"/>
              </a:solidFill>
              <a:latin typeface="微软雅黑" panose="020B0503020204020204" pitchFamily="34" charset="-122"/>
              <a:ea typeface="微软雅黑" panose="020B0503020204020204" pitchFamily="34" charset="-122"/>
            </a:endParaRPr>
          </a:p>
          <a:p>
            <a:r>
              <a:rPr lang="zh-CN" altLang="en-US" b="1" dirty="0">
                <a:solidFill>
                  <a:srgbClr val="FF0000"/>
                </a:solidFill>
                <a:latin typeface="微软雅黑" panose="020B0503020204020204" pitchFamily="34" charset="-122"/>
                <a:ea typeface="微软雅黑" panose="020B0503020204020204" pitchFamily="34" charset="-122"/>
              </a:rPr>
              <a:t>如何</a:t>
            </a:r>
            <a:r>
              <a:rPr lang="zh-CN" altLang="en-US" b="1" dirty="0" smtClean="0">
                <a:solidFill>
                  <a:srgbClr val="FF0000"/>
                </a:solidFill>
                <a:latin typeface="微软雅黑" panose="020B0503020204020204" pitchFamily="34" charset="-122"/>
                <a:ea typeface="微软雅黑" panose="020B0503020204020204" pitchFamily="34" charset="-122"/>
              </a:rPr>
              <a:t>提高匹配率？</a:t>
            </a:r>
            <a:endParaRPr lang="zh-CN" altLang="en-US" b="1" dirty="0">
              <a:solidFill>
                <a:srgbClr val="FF0000"/>
              </a:solidFill>
              <a:latin typeface="微软雅黑" panose="020B0503020204020204" pitchFamily="34" charset="-122"/>
              <a:ea typeface="微软雅黑" panose="020B0503020204020204" pitchFamily="34" charset="-122"/>
            </a:endParaRPr>
          </a:p>
        </p:txBody>
      </p:sp>
    </p:spTree>
    <p:custDataLst>
      <p:tags r:id="rId7"/>
    </p:custData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8" name="组合 77"/>
          <p:cNvGrpSpPr/>
          <p:nvPr/>
        </p:nvGrpSpPr>
        <p:grpSpPr>
          <a:xfrm>
            <a:off x="695072" y="1273175"/>
            <a:ext cx="10859825" cy="5282565"/>
            <a:chOff x="1432" y="1319"/>
            <a:chExt cx="16159" cy="9668"/>
          </a:xfrm>
        </p:grpSpPr>
        <p:sp>
          <p:nvSpPr>
            <p:cNvPr id="3" name="灯片编号占位符 3"/>
            <p:cNvSpPr>
              <a:spLocks noGrp="1"/>
            </p:cNvSpPr>
            <p:nvPr>
              <p:custDataLst>
                <p:tags r:id="rId1"/>
              </p:custDataLst>
            </p:nvPr>
          </p:nvSpPr>
          <p:spPr>
            <a:xfrm>
              <a:off x="15960" y="10405"/>
              <a:ext cx="840" cy="385"/>
            </a:xfrm>
            <a:prstGeom prst="rect">
              <a:avLst/>
            </a:prstGeom>
          </p:spPr>
          <p:txBody>
            <a:bodyPr vert="horz" lIns="91440" tIns="45720" rIns="91440" bIns="45720" rtlCol="0" anchor="ctr"/>
            <a:lstStyle>
              <a:defPPr>
                <a:defRPr lang="zh-CN"/>
              </a:defPPr>
              <a:lvl1pPr marL="0" algn="l" defTabSz="914400" rtl="0" eaLnBrk="1" latinLnBrk="0" hangingPunct="1">
                <a:defRPr lang="en-US" altLang="zh-CN" sz="1000" kern="1200" baseline="0" smtClean="0">
                  <a:solidFill>
                    <a:srgbClr val="666666"/>
                  </a:solidFill>
                  <a:latin typeface="微软雅黑" panose="020B0503020204020204" pitchFamily="34" charset="-122"/>
                  <a:ea typeface="微软雅黑" panose="020B0503020204020204" pitchFamily="34" charset="-122"/>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5D86DFE6-83D9-4FE3-A95C-808B4CBE7F92}" type="slidenum">
                <a:rPr lang="en-US" altLang="zh-CN" smtClean="0">
                  <a:solidFill>
                    <a:schemeClr val="tx1"/>
                  </a:solidFill>
                </a:rPr>
              </a:fld>
              <a:endParaRPr lang="en-US" altLang="zh-CN" smtClean="0">
                <a:solidFill>
                  <a:schemeClr val="tx1"/>
                </a:solidFill>
              </a:endParaRPr>
            </a:p>
          </p:txBody>
        </p:sp>
        <p:sp>
          <p:nvSpPr>
            <p:cNvPr id="6" name="矩形 5"/>
            <p:cNvSpPr/>
            <p:nvPr>
              <p:custDataLst>
                <p:tags r:id="rId2"/>
              </p:custDataLst>
            </p:nvPr>
          </p:nvSpPr>
          <p:spPr>
            <a:xfrm>
              <a:off x="3476" y="6295"/>
              <a:ext cx="13060" cy="4573"/>
            </a:xfrm>
            <a:prstGeom prst="rect">
              <a:avLst/>
            </a:prstGeom>
            <a:solidFill>
              <a:srgbClr val="CBE4FF"/>
            </a:solidFill>
            <a:ln w="9525" cap="flat" cmpd="sng" algn="ctr">
              <a:noFill/>
              <a:prstDash val="solid"/>
            </a:ln>
            <a:effectLst>
              <a:outerShdw blurRad="40000" dist="20000" dir="5400000" rotWithShape="0">
                <a:srgbClr val="000000">
                  <a:alpha val="38000"/>
                </a:srgbClr>
              </a:outerShdw>
            </a:effectLst>
          </p:spPr>
          <p:txBody>
            <a:bodyPr anchor="ctr"/>
            <a:lstStyle/>
            <a:p>
              <a:pPr algn="ctr" eaLnBrk="1" fontAlgn="auto" hangingPunct="1">
                <a:spcBef>
                  <a:spcPts val="0"/>
                </a:spcBef>
                <a:spcAft>
                  <a:spcPts val="0"/>
                </a:spcAft>
                <a:buFontTx/>
                <a:buNone/>
                <a:defRPr/>
              </a:pPr>
              <a:endParaRPr lang="zh-CN" altLang="en-US" sz="1800" kern="0" dirty="0">
                <a:solidFill>
                  <a:schemeClr val="tx1"/>
                </a:solidFill>
              </a:endParaRPr>
            </a:p>
          </p:txBody>
        </p:sp>
        <p:sp>
          <p:nvSpPr>
            <p:cNvPr id="7" name="矩形 6"/>
            <p:cNvSpPr/>
            <p:nvPr>
              <p:custDataLst>
                <p:tags r:id="rId3"/>
              </p:custDataLst>
            </p:nvPr>
          </p:nvSpPr>
          <p:spPr>
            <a:xfrm>
              <a:off x="3496" y="2468"/>
              <a:ext cx="13040" cy="3487"/>
            </a:xfrm>
            <a:prstGeom prst="rect">
              <a:avLst/>
            </a:prstGeom>
            <a:solidFill>
              <a:srgbClr val="CBE4FF"/>
            </a:solidFill>
            <a:ln w="9525" cap="flat" cmpd="sng" algn="ctr">
              <a:noFill/>
              <a:prstDash val="solid"/>
            </a:ln>
            <a:effectLst>
              <a:outerShdw blurRad="40000" dist="20000" dir="5400000" rotWithShape="0">
                <a:srgbClr val="000000">
                  <a:alpha val="38000"/>
                </a:srgbClr>
              </a:outerShdw>
            </a:effectLst>
          </p:spPr>
          <p:txBody>
            <a:bodyPr anchor="ctr">
              <a:noAutofit/>
            </a:bodyPr>
            <a:lstStyle/>
            <a:p>
              <a:pPr lvl="0" algn="ctr">
                <a:spcBef>
                  <a:spcPts val="0"/>
                </a:spcBef>
                <a:spcAft>
                  <a:spcPts val="0"/>
                </a:spcAft>
                <a:buClrTx/>
                <a:buSzTx/>
                <a:buFontTx/>
                <a:defRPr/>
              </a:pPr>
              <a:endParaRPr lang="zh-CN" altLang="en-US" kern="0" dirty="0">
                <a:sym typeface="+mn-ea"/>
              </a:endParaRPr>
            </a:p>
          </p:txBody>
        </p:sp>
        <p:sp>
          <p:nvSpPr>
            <p:cNvPr id="8" name="圆角矩形 7"/>
            <p:cNvSpPr/>
            <p:nvPr>
              <p:custDataLst>
                <p:tags r:id="rId4"/>
              </p:custDataLst>
            </p:nvPr>
          </p:nvSpPr>
          <p:spPr>
            <a:xfrm>
              <a:off x="3936" y="4708"/>
              <a:ext cx="1257" cy="795"/>
            </a:xfrm>
            <a:prstGeom prst="roundRect">
              <a:avLst/>
            </a:prstGeom>
            <a:solidFill>
              <a:srgbClr val="3787C3"/>
            </a:solidFill>
            <a:ln w="25400" cap="flat" cmpd="sng" algn="ctr">
              <a:solidFill>
                <a:srgbClr val="000000">
                  <a:alpha val="0"/>
                </a:srgbClr>
              </a:solidFill>
              <a:prstDash val="solid"/>
            </a:ln>
            <a:effectLst/>
          </p:spPr>
          <p:txBody>
            <a:bodyPr wrap="square" anchor="ctr">
              <a:normAutofit/>
            </a:bodyPr>
            <a:lstStyle/>
            <a:p>
              <a:pPr lvl="0" algn="ctr">
                <a:spcBef>
                  <a:spcPts val="0"/>
                </a:spcBef>
                <a:spcAft>
                  <a:spcPts val="0"/>
                </a:spcAft>
                <a:buClrTx/>
                <a:buSzTx/>
                <a:buFontTx/>
                <a:defRPr/>
              </a:pPr>
              <a:r>
                <a:rPr lang="zh-CN" altLang="en-US" sz="1400" b="1" kern="0" dirty="0">
                  <a:solidFill>
                    <a:schemeClr val="bg1"/>
                  </a:solidFill>
                  <a:latin typeface="微软雅黑" panose="020B0503020204020204" pitchFamily="34" charset="-122"/>
                  <a:ea typeface="微软雅黑" panose="020B0503020204020204" pitchFamily="34" charset="-122"/>
                  <a:sym typeface="+mn-ea"/>
                </a:rPr>
                <a:t>资产部</a:t>
              </a:r>
              <a:endParaRPr lang="zh-CN" altLang="en-US" sz="1400" b="1" kern="0" dirty="0">
                <a:solidFill>
                  <a:schemeClr val="bg1"/>
                </a:solidFill>
                <a:latin typeface="微软雅黑" panose="020B0503020204020204" pitchFamily="34" charset="-122"/>
                <a:ea typeface="微软雅黑" panose="020B0503020204020204" pitchFamily="34" charset="-122"/>
                <a:sym typeface="+mn-ea"/>
              </a:endParaRPr>
            </a:p>
          </p:txBody>
        </p:sp>
        <p:sp>
          <p:nvSpPr>
            <p:cNvPr id="9" name="圆角矩形 8"/>
            <p:cNvSpPr/>
            <p:nvPr>
              <p:custDataLst>
                <p:tags r:id="rId5"/>
              </p:custDataLst>
            </p:nvPr>
          </p:nvSpPr>
          <p:spPr>
            <a:xfrm>
              <a:off x="5976" y="4700"/>
              <a:ext cx="1257" cy="793"/>
            </a:xfrm>
            <a:prstGeom prst="roundRect">
              <a:avLst/>
            </a:prstGeom>
            <a:solidFill>
              <a:srgbClr val="3787C3"/>
            </a:solidFill>
            <a:ln w="25400" cap="flat" cmpd="sng" algn="ctr">
              <a:solidFill>
                <a:srgbClr val="000000">
                  <a:alpha val="0"/>
                </a:srgbClr>
              </a:solidFill>
              <a:prstDash val="solid"/>
            </a:ln>
            <a:effectLst/>
          </p:spPr>
          <p:txBody>
            <a:bodyPr wrap="square" anchor="ctr">
              <a:normAutofit/>
            </a:bodyPr>
            <a:lstStyle/>
            <a:p>
              <a:pPr lvl="0" algn="ctr">
                <a:spcBef>
                  <a:spcPts val="0"/>
                </a:spcBef>
                <a:spcAft>
                  <a:spcPts val="0"/>
                </a:spcAft>
                <a:buClrTx/>
                <a:buSzTx/>
                <a:buFontTx/>
                <a:defRPr/>
              </a:pPr>
              <a:r>
                <a:rPr lang="zh-CN" altLang="en-US" sz="1400" b="1" kern="0" dirty="0">
                  <a:solidFill>
                    <a:schemeClr val="bg1"/>
                  </a:solidFill>
                  <a:latin typeface="微软雅黑" panose="020B0503020204020204" pitchFamily="34" charset="-122"/>
                  <a:ea typeface="微软雅黑" panose="020B0503020204020204" pitchFamily="34" charset="-122"/>
                  <a:sym typeface="+mn-ea"/>
                </a:rPr>
                <a:t>财务部</a:t>
              </a:r>
              <a:endParaRPr lang="zh-CN" altLang="en-US" sz="1400" b="1" kern="0" dirty="0">
                <a:solidFill>
                  <a:schemeClr val="bg1"/>
                </a:solidFill>
                <a:latin typeface="微软雅黑" panose="020B0503020204020204" pitchFamily="34" charset="-122"/>
                <a:ea typeface="微软雅黑" panose="020B0503020204020204" pitchFamily="34" charset="-122"/>
                <a:sym typeface="+mn-ea"/>
              </a:endParaRPr>
            </a:p>
          </p:txBody>
        </p:sp>
        <p:sp>
          <p:nvSpPr>
            <p:cNvPr id="10" name="圆角矩形 9"/>
            <p:cNvSpPr/>
            <p:nvPr>
              <p:custDataLst>
                <p:tags r:id="rId6"/>
              </p:custDataLst>
            </p:nvPr>
          </p:nvSpPr>
          <p:spPr>
            <a:xfrm>
              <a:off x="8019" y="4708"/>
              <a:ext cx="1258" cy="795"/>
            </a:xfrm>
            <a:prstGeom prst="roundRect">
              <a:avLst/>
            </a:prstGeom>
            <a:solidFill>
              <a:srgbClr val="3787C3"/>
            </a:solidFill>
            <a:ln w="25400" cap="flat" cmpd="sng" algn="ctr">
              <a:solidFill>
                <a:srgbClr val="000000">
                  <a:alpha val="0"/>
                </a:srgbClr>
              </a:solidFill>
              <a:prstDash val="solid"/>
            </a:ln>
            <a:effectLst/>
          </p:spPr>
          <p:txBody>
            <a:bodyPr wrap="square" anchor="ctr">
              <a:normAutofit fontScale="80000"/>
            </a:bodyPr>
            <a:lstStyle/>
            <a:p>
              <a:pPr lvl="0" algn="ctr">
                <a:spcBef>
                  <a:spcPts val="0"/>
                </a:spcBef>
                <a:spcAft>
                  <a:spcPts val="0"/>
                </a:spcAft>
                <a:buClrTx/>
                <a:buSzTx/>
                <a:buFontTx/>
                <a:defRPr/>
              </a:pPr>
              <a:r>
                <a:rPr lang="zh-CN" altLang="en-US" sz="1400" b="1" kern="0" dirty="0">
                  <a:solidFill>
                    <a:schemeClr val="bg1"/>
                  </a:solidFill>
                  <a:latin typeface="微软雅黑" panose="020B0503020204020204" pitchFamily="34" charset="-122"/>
                  <a:ea typeface="微软雅黑" panose="020B0503020204020204" pitchFamily="34" charset="-122"/>
                  <a:sym typeface="+mn-ea"/>
                </a:rPr>
                <a:t>房地产部</a:t>
              </a:r>
              <a:endParaRPr lang="zh-CN" altLang="en-US" sz="1400" b="1" kern="0" dirty="0">
                <a:solidFill>
                  <a:schemeClr val="bg1"/>
                </a:solidFill>
                <a:latin typeface="微软雅黑" panose="020B0503020204020204" pitchFamily="34" charset="-122"/>
                <a:ea typeface="微软雅黑" panose="020B0503020204020204" pitchFamily="34" charset="-122"/>
                <a:sym typeface="+mn-ea"/>
              </a:endParaRPr>
            </a:p>
          </p:txBody>
        </p:sp>
        <p:sp>
          <p:nvSpPr>
            <p:cNvPr id="11" name="圆角矩形 10"/>
            <p:cNvSpPr/>
            <p:nvPr>
              <p:custDataLst>
                <p:tags r:id="rId7"/>
              </p:custDataLst>
            </p:nvPr>
          </p:nvSpPr>
          <p:spPr>
            <a:xfrm>
              <a:off x="10059" y="4680"/>
              <a:ext cx="1258" cy="795"/>
            </a:xfrm>
            <a:prstGeom prst="roundRect">
              <a:avLst/>
            </a:prstGeom>
            <a:solidFill>
              <a:srgbClr val="3787C3"/>
            </a:solidFill>
            <a:ln w="25400" cap="flat" cmpd="sng" algn="ctr">
              <a:solidFill>
                <a:srgbClr val="000000">
                  <a:alpha val="0"/>
                </a:srgbClr>
              </a:solidFill>
              <a:prstDash val="solid"/>
            </a:ln>
            <a:effectLst/>
          </p:spPr>
          <p:txBody>
            <a:bodyPr wrap="square" anchor="ctr">
              <a:normAutofit fontScale="60000"/>
            </a:bodyPr>
            <a:lstStyle/>
            <a:p>
              <a:pPr lvl="0" algn="ctr">
                <a:spcBef>
                  <a:spcPts val="0"/>
                </a:spcBef>
                <a:spcAft>
                  <a:spcPts val="0"/>
                </a:spcAft>
                <a:buClrTx/>
                <a:buSzTx/>
                <a:buFontTx/>
                <a:defRPr/>
              </a:pPr>
              <a:r>
                <a:rPr lang="zh-CN" altLang="en-US" sz="1400" b="1" kern="0" dirty="0">
                  <a:solidFill>
                    <a:schemeClr val="bg1"/>
                  </a:solidFill>
                  <a:latin typeface="微软雅黑" panose="020B0503020204020204" pitchFamily="34" charset="-122"/>
                  <a:ea typeface="微软雅黑" panose="020B0503020204020204" pitchFamily="34" charset="-122"/>
                  <a:sym typeface="+mn-ea"/>
                </a:rPr>
                <a:t>金融业务部</a:t>
              </a:r>
              <a:endParaRPr lang="zh-CN" altLang="en-US" sz="1400" b="1" kern="0" dirty="0">
                <a:solidFill>
                  <a:schemeClr val="bg1"/>
                </a:solidFill>
                <a:latin typeface="微软雅黑" panose="020B0503020204020204" pitchFamily="34" charset="-122"/>
                <a:ea typeface="微软雅黑" panose="020B0503020204020204" pitchFamily="34" charset="-122"/>
                <a:sym typeface="+mn-ea"/>
              </a:endParaRPr>
            </a:p>
          </p:txBody>
        </p:sp>
        <p:sp>
          <p:nvSpPr>
            <p:cNvPr id="12" name="圆角矩形 11"/>
            <p:cNvSpPr/>
            <p:nvPr>
              <p:custDataLst>
                <p:tags r:id="rId8"/>
              </p:custDataLst>
            </p:nvPr>
          </p:nvSpPr>
          <p:spPr>
            <a:xfrm>
              <a:off x="8296" y="2668"/>
              <a:ext cx="1815" cy="792"/>
            </a:xfrm>
            <a:prstGeom prst="roundRect">
              <a:avLst/>
            </a:prstGeom>
            <a:solidFill>
              <a:srgbClr val="3787C3"/>
            </a:solidFill>
            <a:ln w="25400" cap="flat" cmpd="sng" algn="ctr">
              <a:solidFill>
                <a:srgbClr val="000000">
                  <a:alpha val="0"/>
                </a:srgbClr>
              </a:solidFill>
              <a:prstDash val="solid"/>
            </a:ln>
            <a:effectLst/>
          </p:spPr>
          <p:txBody>
            <a:bodyPr wrap="square" anchor="ctr">
              <a:normAutofit/>
            </a:bodyPr>
            <a:lstStyle/>
            <a:p>
              <a:pPr lvl="0" algn="ctr">
                <a:spcBef>
                  <a:spcPts val="0"/>
                </a:spcBef>
                <a:spcAft>
                  <a:spcPts val="0"/>
                </a:spcAft>
                <a:buClrTx/>
                <a:buSzTx/>
                <a:buFontTx/>
                <a:defRPr/>
              </a:pPr>
              <a:r>
                <a:rPr lang="zh-CN" altLang="en-US" sz="1400" b="1" kern="0" dirty="0">
                  <a:solidFill>
                    <a:schemeClr val="bg1"/>
                  </a:solidFill>
                  <a:latin typeface="微软雅黑" panose="020B0503020204020204" pitchFamily="34" charset="-122"/>
                  <a:ea typeface="微软雅黑" panose="020B0503020204020204" pitchFamily="34" charset="-122"/>
                  <a:sym typeface="+mn-ea"/>
                </a:rPr>
                <a:t>集团管理层</a:t>
              </a:r>
              <a:endParaRPr lang="zh-CN" altLang="en-US" sz="1400" b="1" kern="0" dirty="0">
                <a:solidFill>
                  <a:schemeClr val="bg1"/>
                </a:solidFill>
                <a:latin typeface="微软雅黑" panose="020B0503020204020204" pitchFamily="34" charset="-122"/>
                <a:ea typeface="微软雅黑" panose="020B0503020204020204" pitchFamily="34" charset="-122"/>
                <a:sym typeface="+mn-ea"/>
              </a:endParaRPr>
            </a:p>
          </p:txBody>
        </p:sp>
        <p:sp>
          <p:nvSpPr>
            <p:cNvPr id="13" name="圆角矩形 12"/>
            <p:cNvSpPr/>
            <p:nvPr>
              <p:custDataLst>
                <p:tags r:id="rId9"/>
              </p:custDataLst>
            </p:nvPr>
          </p:nvSpPr>
          <p:spPr>
            <a:xfrm>
              <a:off x="11841" y="4680"/>
              <a:ext cx="1257" cy="795"/>
            </a:xfrm>
            <a:prstGeom prst="roundRect">
              <a:avLst/>
            </a:prstGeom>
            <a:solidFill>
              <a:srgbClr val="3787C3"/>
            </a:solidFill>
            <a:ln w="25400" cap="flat" cmpd="sng" algn="ctr">
              <a:solidFill>
                <a:srgbClr val="000000">
                  <a:alpha val="0"/>
                </a:srgbClr>
              </a:solidFill>
              <a:prstDash val="solid"/>
            </a:ln>
            <a:effectLst/>
          </p:spPr>
          <p:txBody>
            <a:bodyPr wrap="square" anchor="ctr">
              <a:normAutofit/>
            </a:bodyPr>
            <a:lstStyle/>
            <a:p>
              <a:pPr lvl="0" algn="ctr">
                <a:spcBef>
                  <a:spcPts val="0"/>
                </a:spcBef>
                <a:spcAft>
                  <a:spcPts val="0"/>
                </a:spcAft>
                <a:buClrTx/>
                <a:buSzTx/>
                <a:buFontTx/>
                <a:defRPr/>
              </a:pPr>
              <a:r>
                <a:rPr lang="zh-CN" altLang="en-US" sz="1400" b="1" kern="0" dirty="0">
                  <a:solidFill>
                    <a:schemeClr val="bg1"/>
                  </a:solidFill>
                  <a:latin typeface="微软雅黑" panose="020B0503020204020204" pitchFamily="34" charset="-122"/>
                  <a:ea typeface="微软雅黑" panose="020B0503020204020204" pitchFamily="34" charset="-122"/>
                  <a:sym typeface="+mn-ea"/>
                </a:rPr>
                <a:t>风险部</a:t>
              </a:r>
              <a:endParaRPr lang="zh-CN" altLang="en-US" sz="1400" b="1" kern="0" dirty="0">
                <a:solidFill>
                  <a:schemeClr val="bg1"/>
                </a:solidFill>
                <a:latin typeface="微软雅黑" panose="020B0503020204020204" pitchFamily="34" charset="-122"/>
                <a:ea typeface="微软雅黑" panose="020B0503020204020204" pitchFamily="34" charset="-122"/>
                <a:sym typeface="+mn-ea"/>
              </a:endParaRPr>
            </a:p>
          </p:txBody>
        </p:sp>
        <p:sp>
          <p:nvSpPr>
            <p:cNvPr id="14" name="圆角矩形 13"/>
            <p:cNvSpPr/>
            <p:nvPr>
              <p:custDataLst>
                <p:tags r:id="rId10"/>
              </p:custDataLst>
            </p:nvPr>
          </p:nvSpPr>
          <p:spPr>
            <a:xfrm>
              <a:off x="5699" y="8790"/>
              <a:ext cx="1815" cy="795"/>
            </a:xfrm>
            <a:prstGeom prst="roundRect">
              <a:avLst/>
            </a:prstGeom>
            <a:solidFill>
              <a:srgbClr val="3787C3"/>
            </a:solidFill>
            <a:ln w="25400" cap="flat" cmpd="sng" algn="ctr">
              <a:solidFill>
                <a:srgbClr val="000000">
                  <a:alpha val="0"/>
                </a:srgbClr>
              </a:solidFill>
              <a:prstDash val="solid"/>
            </a:ln>
            <a:effectLst/>
          </p:spPr>
          <p:txBody>
            <a:bodyPr wrap="square" anchor="ctr">
              <a:normAutofit/>
            </a:bodyPr>
            <a:lstStyle/>
            <a:p>
              <a:pPr lvl="0" algn="ctr">
                <a:spcBef>
                  <a:spcPts val="0"/>
                </a:spcBef>
                <a:spcAft>
                  <a:spcPts val="0"/>
                </a:spcAft>
                <a:buClrTx/>
                <a:buSzTx/>
                <a:buFontTx/>
                <a:defRPr/>
              </a:pPr>
              <a:r>
                <a:rPr lang="zh-CN" altLang="en-US" sz="1400" b="1" kern="0" dirty="0">
                  <a:solidFill>
                    <a:schemeClr val="bg1"/>
                  </a:solidFill>
                  <a:latin typeface="微软雅黑" panose="020B0503020204020204" pitchFamily="34" charset="-122"/>
                  <a:ea typeface="微软雅黑" panose="020B0503020204020204" pitchFamily="34" charset="-122"/>
                  <a:sym typeface="+mn-ea"/>
                </a:rPr>
                <a:t>财务部</a:t>
              </a:r>
              <a:endParaRPr lang="zh-CN" altLang="en-US" sz="1400" b="1" kern="0" dirty="0">
                <a:solidFill>
                  <a:schemeClr val="bg1"/>
                </a:solidFill>
                <a:latin typeface="微软雅黑" panose="020B0503020204020204" pitchFamily="34" charset="-122"/>
                <a:ea typeface="微软雅黑" panose="020B0503020204020204" pitchFamily="34" charset="-122"/>
                <a:sym typeface="+mn-ea"/>
              </a:endParaRPr>
            </a:p>
          </p:txBody>
        </p:sp>
        <p:sp>
          <p:nvSpPr>
            <p:cNvPr id="15" name="圆角矩形 14"/>
            <p:cNvSpPr/>
            <p:nvPr>
              <p:custDataLst>
                <p:tags r:id="rId11"/>
              </p:custDataLst>
            </p:nvPr>
          </p:nvSpPr>
          <p:spPr>
            <a:xfrm>
              <a:off x="3659" y="8790"/>
              <a:ext cx="1813" cy="795"/>
            </a:xfrm>
            <a:prstGeom prst="roundRect">
              <a:avLst/>
            </a:prstGeom>
            <a:solidFill>
              <a:srgbClr val="3787C3"/>
            </a:solidFill>
            <a:ln w="25400" cap="flat" cmpd="sng" algn="ctr">
              <a:solidFill>
                <a:srgbClr val="000000">
                  <a:alpha val="0"/>
                </a:srgbClr>
              </a:solidFill>
              <a:prstDash val="solid"/>
            </a:ln>
            <a:effectLst/>
          </p:spPr>
          <p:txBody>
            <a:bodyPr wrap="square" anchor="ctr">
              <a:noAutofit/>
            </a:bodyPr>
            <a:lstStyle/>
            <a:p>
              <a:pPr lvl="0" algn="ctr">
                <a:spcBef>
                  <a:spcPts val="0"/>
                </a:spcBef>
                <a:spcAft>
                  <a:spcPts val="0"/>
                </a:spcAft>
                <a:buClrTx/>
                <a:buSzTx/>
                <a:buFontTx/>
                <a:defRPr/>
              </a:pPr>
              <a:r>
                <a:rPr lang="zh-CN" altLang="en-US" sz="1400" b="1" kern="0" dirty="0">
                  <a:solidFill>
                    <a:schemeClr val="bg1"/>
                  </a:solidFill>
                  <a:latin typeface="微软雅黑" panose="020B0503020204020204" pitchFamily="34" charset="-122"/>
                  <a:ea typeface="微软雅黑" panose="020B0503020204020204" pitchFamily="34" charset="-122"/>
                  <a:sym typeface="+mn-ea"/>
                </a:rPr>
                <a:t>经营计划归口部门</a:t>
              </a:r>
              <a:endParaRPr lang="zh-CN" altLang="en-US" sz="1400" b="1" kern="0" dirty="0">
                <a:solidFill>
                  <a:schemeClr val="bg1"/>
                </a:solidFill>
                <a:latin typeface="微软雅黑" panose="020B0503020204020204" pitchFamily="34" charset="-122"/>
                <a:ea typeface="微软雅黑" panose="020B0503020204020204" pitchFamily="34" charset="-122"/>
                <a:sym typeface="+mn-ea"/>
              </a:endParaRPr>
            </a:p>
          </p:txBody>
        </p:sp>
        <p:sp>
          <p:nvSpPr>
            <p:cNvPr id="16" name="圆角矩形 15"/>
            <p:cNvSpPr/>
            <p:nvPr>
              <p:custDataLst>
                <p:tags r:id="rId12"/>
              </p:custDataLst>
            </p:nvPr>
          </p:nvSpPr>
          <p:spPr>
            <a:xfrm>
              <a:off x="9721" y="8805"/>
              <a:ext cx="1815" cy="795"/>
            </a:xfrm>
            <a:prstGeom prst="roundRect">
              <a:avLst>
                <a:gd name="adj" fmla="val 17843"/>
              </a:avLst>
            </a:prstGeom>
            <a:solidFill>
              <a:srgbClr val="3787C3"/>
            </a:solidFill>
            <a:ln w="25400" cap="flat" cmpd="sng" algn="ctr">
              <a:solidFill>
                <a:srgbClr val="000000">
                  <a:alpha val="0"/>
                </a:srgbClr>
              </a:solidFill>
              <a:prstDash val="solid"/>
            </a:ln>
            <a:effectLst/>
          </p:spPr>
          <p:txBody>
            <a:bodyPr wrap="square" anchor="ctr">
              <a:normAutofit/>
            </a:bodyPr>
            <a:lstStyle/>
            <a:p>
              <a:pPr lvl="0" algn="ctr">
                <a:spcBef>
                  <a:spcPts val="0"/>
                </a:spcBef>
                <a:spcAft>
                  <a:spcPts val="0"/>
                </a:spcAft>
                <a:buClrTx/>
                <a:buSzTx/>
                <a:buFontTx/>
                <a:defRPr/>
              </a:pPr>
              <a:r>
                <a:rPr lang="zh-CN" altLang="en-US" sz="1400" b="1" kern="0" dirty="0">
                  <a:solidFill>
                    <a:schemeClr val="bg1"/>
                  </a:solidFill>
                  <a:latin typeface="微软雅黑" panose="020B0503020204020204" pitchFamily="34" charset="-122"/>
                  <a:ea typeface="微软雅黑" panose="020B0503020204020204" pitchFamily="34" charset="-122"/>
                  <a:sym typeface="+mn-ea"/>
                </a:rPr>
                <a:t>房地产公司</a:t>
              </a:r>
              <a:endParaRPr lang="zh-CN" altLang="en-US" sz="1400" b="1" kern="0" dirty="0">
                <a:solidFill>
                  <a:schemeClr val="bg1"/>
                </a:solidFill>
                <a:latin typeface="微软雅黑" panose="020B0503020204020204" pitchFamily="34" charset="-122"/>
                <a:ea typeface="微软雅黑" panose="020B0503020204020204" pitchFamily="34" charset="-122"/>
                <a:sym typeface="+mn-ea"/>
              </a:endParaRPr>
            </a:p>
          </p:txBody>
        </p:sp>
        <p:sp>
          <p:nvSpPr>
            <p:cNvPr id="17" name="圆角矩形 16"/>
            <p:cNvSpPr/>
            <p:nvPr>
              <p:custDataLst>
                <p:tags r:id="rId13"/>
              </p:custDataLst>
            </p:nvPr>
          </p:nvSpPr>
          <p:spPr>
            <a:xfrm>
              <a:off x="11841" y="8805"/>
              <a:ext cx="1815" cy="795"/>
            </a:xfrm>
            <a:prstGeom prst="roundRect">
              <a:avLst>
                <a:gd name="adj" fmla="val 14869"/>
              </a:avLst>
            </a:prstGeom>
            <a:solidFill>
              <a:srgbClr val="3787C3"/>
            </a:solidFill>
            <a:ln w="25400" cap="flat" cmpd="sng" algn="ctr">
              <a:solidFill>
                <a:srgbClr val="000000">
                  <a:alpha val="0"/>
                </a:srgbClr>
              </a:solidFill>
              <a:prstDash val="solid"/>
            </a:ln>
            <a:effectLst/>
          </p:spPr>
          <p:txBody>
            <a:bodyPr wrap="square" anchor="ctr">
              <a:normAutofit/>
            </a:bodyPr>
            <a:lstStyle/>
            <a:p>
              <a:pPr algn="ctr" eaLnBrk="1" fontAlgn="auto" hangingPunct="1">
                <a:spcBef>
                  <a:spcPts val="0"/>
                </a:spcBef>
                <a:spcAft>
                  <a:spcPts val="0"/>
                </a:spcAft>
                <a:buFontTx/>
                <a:buNone/>
                <a:defRPr/>
              </a:pPr>
              <a:r>
                <a:rPr lang="zh-CN" altLang="en-US" sz="1400" b="1" kern="0" dirty="0">
                  <a:solidFill>
                    <a:schemeClr val="bg1"/>
                  </a:solidFill>
                  <a:latin typeface="微软雅黑" panose="020B0503020204020204" pitchFamily="34" charset="-122"/>
                  <a:ea typeface="微软雅黑" panose="020B0503020204020204" pitchFamily="34" charset="-122"/>
                </a:rPr>
                <a:t>证券、保险</a:t>
              </a:r>
              <a:endParaRPr lang="zh-CN" altLang="en-US" sz="1400" b="1" kern="0" dirty="0">
                <a:solidFill>
                  <a:schemeClr val="bg1"/>
                </a:solidFill>
                <a:latin typeface="微软雅黑" panose="020B0503020204020204" pitchFamily="34" charset="-122"/>
                <a:ea typeface="微软雅黑" panose="020B0503020204020204" pitchFamily="34" charset="-122"/>
              </a:endParaRPr>
            </a:p>
          </p:txBody>
        </p:sp>
        <p:cxnSp>
          <p:nvCxnSpPr>
            <p:cNvPr id="18" name="直接箭头连接符 73"/>
            <p:cNvCxnSpPr>
              <a:cxnSpLocks noChangeShapeType="1"/>
              <a:stCxn id="15" idx="0"/>
              <a:endCxn id="8" idx="2"/>
            </p:cNvCxnSpPr>
            <p:nvPr>
              <p:custDataLst>
                <p:tags r:id="rId14"/>
              </p:custDataLst>
            </p:nvPr>
          </p:nvCxnSpPr>
          <p:spPr bwMode="auto">
            <a:xfrm flipV="1">
              <a:off x="4564" y="5503"/>
              <a:ext cx="0" cy="3287"/>
            </a:xfrm>
            <a:prstGeom prst="straightConnector1">
              <a:avLst/>
            </a:prstGeom>
            <a:noFill/>
            <a:ln w="9525" algn="ctr">
              <a:solidFill>
                <a:schemeClr val="accent5"/>
              </a:solidFill>
              <a:round/>
              <a:tailEnd type="triangle" w="med" len="med"/>
            </a:ln>
            <a:extLst>
              <a:ext uri="{909E8E84-426E-40DD-AFC4-6F175D3DCCD1}">
                <a14:hiddenFill xmlns:a14="http://schemas.microsoft.com/office/drawing/2010/main">
                  <a:noFill/>
                </a14:hiddenFill>
              </a:ext>
            </a:extLst>
          </p:spPr>
        </p:cxnSp>
        <p:sp>
          <p:nvSpPr>
            <p:cNvPr id="19" name="圆角矩形 18"/>
            <p:cNvSpPr/>
            <p:nvPr>
              <p:custDataLst>
                <p:tags r:id="rId15"/>
              </p:custDataLst>
            </p:nvPr>
          </p:nvSpPr>
          <p:spPr>
            <a:xfrm>
              <a:off x="7669" y="8805"/>
              <a:ext cx="1815" cy="795"/>
            </a:xfrm>
            <a:prstGeom prst="roundRect">
              <a:avLst/>
            </a:prstGeom>
            <a:solidFill>
              <a:srgbClr val="3787C3"/>
            </a:solidFill>
            <a:ln w="25400" cap="flat" cmpd="sng" algn="ctr">
              <a:solidFill>
                <a:srgbClr val="000000">
                  <a:alpha val="0"/>
                </a:srgbClr>
              </a:solidFill>
              <a:prstDash val="solid"/>
            </a:ln>
            <a:effectLst/>
          </p:spPr>
          <p:txBody>
            <a:bodyPr wrap="square" anchor="ctr">
              <a:normAutofit/>
            </a:bodyPr>
            <a:lstStyle/>
            <a:p>
              <a:pPr lvl="0" algn="ctr">
                <a:spcBef>
                  <a:spcPts val="0"/>
                </a:spcBef>
                <a:spcAft>
                  <a:spcPts val="0"/>
                </a:spcAft>
                <a:buClrTx/>
                <a:buSzTx/>
                <a:buFontTx/>
                <a:defRPr/>
              </a:pPr>
              <a:r>
                <a:rPr lang="zh-CN" altLang="en-US" sz="1400" b="1" kern="0" dirty="0">
                  <a:solidFill>
                    <a:schemeClr val="bg1"/>
                  </a:solidFill>
                  <a:latin typeface="微软雅黑" panose="020B0503020204020204" pitchFamily="34" charset="-122"/>
                  <a:ea typeface="微软雅黑" panose="020B0503020204020204" pitchFamily="34" charset="-122"/>
                  <a:sym typeface="+mn-ea"/>
                </a:rPr>
                <a:t>其他部门</a:t>
              </a:r>
              <a:r>
                <a:rPr lang="zh-CN" altLang="en-US" sz="1400" b="1" kern="0" dirty="0">
                  <a:solidFill>
                    <a:schemeClr val="bg1"/>
                  </a:solidFill>
                  <a:latin typeface="微软雅黑" panose="020B0503020204020204" pitchFamily="34" charset="-122"/>
                  <a:ea typeface="微软雅黑" panose="020B0503020204020204" pitchFamily="34" charset="-122"/>
                  <a:sym typeface="+mn-ea"/>
                </a:rPr>
                <a:t>…</a:t>
              </a:r>
              <a:endParaRPr lang="zh-CN" altLang="en-US" sz="1400" b="1" kern="0" dirty="0">
                <a:solidFill>
                  <a:schemeClr val="bg1"/>
                </a:solidFill>
                <a:latin typeface="微软雅黑" panose="020B0503020204020204" pitchFamily="34" charset="-122"/>
                <a:ea typeface="微软雅黑" panose="020B0503020204020204" pitchFamily="34" charset="-122"/>
                <a:sym typeface="+mn-ea"/>
              </a:endParaRPr>
            </a:p>
          </p:txBody>
        </p:sp>
        <p:cxnSp>
          <p:nvCxnSpPr>
            <p:cNvPr id="20" name="直接箭头连接符 75"/>
            <p:cNvCxnSpPr>
              <a:cxnSpLocks noChangeShapeType="1"/>
              <a:stCxn id="14" idx="0"/>
              <a:endCxn id="9" idx="2"/>
            </p:cNvCxnSpPr>
            <p:nvPr>
              <p:custDataLst>
                <p:tags r:id="rId16"/>
              </p:custDataLst>
            </p:nvPr>
          </p:nvCxnSpPr>
          <p:spPr bwMode="auto">
            <a:xfrm flipV="1">
              <a:off x="6606" y="5493"/>
              <a:ext cx="0" cy="3297"/>
            </a:xfrm>
            <a:prstGeom prst="straightConnector1">
              <a:avLst/>
            </a:prstGeom>
            <a:noFill/>
            <a:ln w="9525" algn="ctr">
              <a:solidFill>
                <a:schemeClr val="accent5"/>
              </a:solidFill>
              <a:round/>
              <a:tailEnd type="triangle" w="med" len="med"/>
            </a:ln>
            <a:extLst>
              <a:ext uri="{909E8E84-426E-40DD-AFC4-6F175D3DCCD1}">
                <a14:hiddenFill xmlns:a14="http://schemas.microsoft.com/office/drawing/2010/main">
                  <a:noFill/>
                </a14:hiddenFill>
              </a:ext>
            </a:extLst>
          </p:spPr>
        </p:cxnSp>
        <p:sp>
          <p:nvSpPr>
            <p:cNvPr id="21" name="流程图: 磁盘 20"/>
            <p:cNvSpPr/>
            <p:nvPr>
              <p:custDataLst>
                <p:tags r:id="rId17"/>
              </p:custDataLst>
            </p:nvPr>
          </p:nvSpPr>
          <p:spPr>
            <a:xfrm>
              <a:off x="5915" y="7430"/>
              <a:ext cx="1599" cy="968"/>
            </a:xfrm>
            <a:prstGeom prst="flowChartMagneticDisk">
              <a:avLst/>
            </a:prstGeom>
            <a:gradFill rotWithShape="1">
              <a:gsLst>
                <a:gs pos="0">
                  <a:schemeClr val="accent1">
                    <a:tint val="50000"/>
                    <a:satMod val="300000"/>
                  </a:schemeClr>
                </a:gs>
                <a:gs pos="35000">
                  <a:schemeClr val="accent1">
                    <a:tint val="37000"/>
                    <a:satMod val="300000"/>
                  </a:schemeClr>
                </a:gs>
                <a:gs pos="100000">
                  <a:schemeClr val="accent1">
                    <a:tint val="15000"/>
                    <a:satMod val="350000"/>
                  </a:schemeClr>
                </a:gs>
              </a:gsLst>
              <a:lin ang="16200000" scaled="1"/>
            </a:gradFill>
            <a:ln w="9525" cap="flat" cmpd="sng" algn="ctr">
              <a:solidFill>
                <a:schemeClr val="accent1">
                  <a:shade val="95000"/>
                  <a:satMod val="105000"/>
                </a:schemeClr>
              </a:solidFill>
              <a:prstDash val="solid"/>
            </a:ln>
            <a:effectLst>
              <a:outerShdw blurRad="40000" dist="20000" dir="5400000" rotWithShape="0">
                <a:srgbClr val="000000">
                  <a:alpha val="38000"/>
                </a:srgbClr>
              </a:outerShdw>
            </a:effectLst>
          </p:spPr>
          <p:txBody>
            <a:bodyPr anchor="ctr"/>
            <a:lstStyle/>
            <a:p>
              <a:pPr algn="ctr" eaLnBrk="1" fontAlgn="auto" hangingPunct="1">
                <a:spcBef>
                  <a:spcPts val="0"/>
                </a:spcBef>
                <a:spcAft>
                  <a:spcPts val="0"/>
                </a:spcAft>
                <a:buFontTx/>
                <a:buNone/>
                <a:defRPr/>
              </a:pPr>
              <a:r>
                <a:rPr lang="zh-CN" altLang="en-US" sz="1200" kern="0" dirty="0">
                  <a:solidFill>
                    <a:schemeClr val="tx1"/>
                  </a:solidFill>
                </a:rPr>
                <a:t>财务系统</a:t>
              </a:r>
              <a:endParaRPr lang="zh-CN" altLang="en-US" sz="1200" kern="0" dirty="0">
                <a:solidFill>
                  <a:schemeClr val="tx1"/>
                </a:solidFill>
              </a:endParaRPr>
            </a:p>
          </p:txBody>
        </p:sp>
        <p:sp>
          <p:nvSpPr>
            <p:cNvPr id="22" name="流程图: 多文档 21"/>
            <p:cNvSpPr/>
            <p:nvPr>
              <p:custDataLst>
                <p:tags r:id="rId18"/>
              </p:custDataLst>
            </p:nvPr>
          </p:nvSpPr>
          <p:spPr>
            <a:xfrm>
              <a:off x="3789" y="7459"/>
              <a:ext cx="1628" cy="1026"/>
            </a:xfrm>
            <a:prstGeom prst="flowChartMultidocument">
              <a:avLst/>
            </a:prstGeom>
            <a:gradFill rotWithShape="1">
              <a:gsLst>
                <a:gs pos="0">
                  <a:schemeClr val="accent1">
                    <a:tint val="50000"/>
                    <a:satMod val="300000"/>
                  </a:schemeClr>
                </a:gs>
                <a:gs pos="35000">
                  <a:schemeClr val="accent1">
                    <a:tint val="37000"/>
                    <a:satMod val="300000"/>
                  </a:schemeClr>
                </a:gs>
                <a:gs pos="100000">
                  <a:schemeClr val="accent1">
                    <a:tint val="15000"/>
                    <a:satMod val="350000"/>
                  </a:schemeClr>
                </a:gs>
              </a:gsLst>
              <a:lin ang="16200000" scaled="1"/>
            </a:gradFill>
            <a:ln w="9525" cap="flat" cmpd="sng" algn="ctr">
              <a:solidFill>
                <a:schemeClr val="accent1">
                  <a:shade val="95000"/>
                  <a:satMod val="105000"/>
                </a:schemeClr>
              </a:solidFill>
              <a:prstDash val="solid"/>
            </a:ln>
            <a:effectLst>
              <a:outerShdw blurRad="40000" dist="20000" dir="5400000" rotWithShape="0">
                <a:srgbClr val="000000">
                  <a:alpha val="38000"/>
                </a:srgbClr>
              </a:outerShdw>
            </a:effectLst>
          </p:spPr>
          <p:txBody>
            <a:bodyPr anchor="ctr"/>
            <a:lstStyle/>
            <a:p>
              <a:pPr algn="ctr" eaLnBrk="1" fontAlgn="auto" hangingPunct="1">
                <a:spcBef>
                  <a:spcPts val="0"/>
                </a:spcBef>
                <a:spcAft>
                  <a:spcPts val="0"/>
                </a:spcAft>
                <a:buFontTx/>
                <a:buNone/>
                <a:defRPr/>
              </a:pPr>
              <a:r>
                <a:rPr lang="en-US" altLang="zh-CN" sz="1200" kern="0" dirty="0">
                  <a:solidFill>
                    <a:schemeClr val="tx1"/>
                  </a:solidFill>
                </a:rPr>
                <a:t>XLS+</a:t>
              </a:r>
              <a:r>
                <a:rPr lang="zh-CN" altLang="en-US" sz="1200" kern="0" dirty="0">
                  <a:solidFill>
                    <a:schemeClr val="tx1"/>
                  </a:solidFill>
                </a:rPr>
                <a:t>邮件</a:t>
              </a:r>
              <a:endParaRPr lang="zh-CN" altLang="en-US" sz="1200" kern="0" dirty="0">
                <a:solidFill>
                  <a:schemeClr val="tx1"/>
                </a:solidFill>
              </a:endParaRPr>
            </a:p>
          </p:txBody>
        </p:sp>
        <p:sp>
          <p:nvSpPr>
            <p:cNvPr id="23" name="流程图: 磁盘 22"/>
            <p:cNvSpPr/>
            <p:nvPr>
              <p:custDataLst>
                <p:tags r:id="rId19"/>
              </p:custDataLst>
            </p:nvPr>
          </p:nvSpPr>
          <p:spPr>
            <a:xfrm>
              <a:off x="5981" y="10038"/>
              <a:ext cx="1247" cy="795"/>
            </a:xfrm>
            <a:prstGeom prst="flowChartMagneticDisk">
              <a:avLst/>
            </a:prstGeom>
            <a:gradFill rotWithShape="1">
              <a:gsLst>
                <a:gs pos="0">
                  <a:schemeClr val="accent1">
                    <a:tint val="50000"/>
                    <a:satMod val="300000"/>
                  </a:schemeClr>
                </a:gs>
                <a:gs pos="35000">
                  <a:schemeClr val="accent1">
                    <a:tint val="37000"/>
                    <a:satMod val="300000"/>
                  </a:schemeClr>
                </a:gs>
                <a:gs pos="100000">
                  <a:schemeClr val="accent1">
                    <a:tint val="15000"/>
                    <a:satMod val="350000"/>
                  </a:schemeClr>
                </a:gs>
              </a:gsLst>
              <a:lin ang="16200000" scaled="1"/>
            </a:gradFill>
            <a:ln w="9525" cap="flat" cmpd="sng" algn="ctr">
              <a:solidFill>
                <a:schemeClr val="accent1">
                  <a:shade val="95000"/>
                  <a:satMod val="105000"/>
                </a:schemeClr>
              </a:solidFill>
              <a:prstDash val="solid"/>
            </a:ln>
            <a:effectLst>
              <a:outerShdw blurRad="40000" dist="20000" dir="5400000" rotWithShape="0">
                <a:srgbClr val="000000">
                  <a:alpha val="38000"/>
                </a:srgbClr>
              </a:outerShdw>
            </a:effectLst>
          </p:spPr>
          <p:txBody>
            <a:bodyPr anchor="ctr"/>
            <a:lstStyle/>
            <a:p>
              <a:pPr algn="ctr" eaLnBrk="1" fontAlgn="auto" hangingPunct="1">
                <a:spcBef>
                  <a:spcPts val="0"/>
                </a:spcBef>
                <a:spcAft>
                  <a:spcPts val="0"/>
                </a:spcAft>
                <a:buFontTx/>
                <a:buNone/>
                <a:defRPr/>
              </a:pPr>
              <a:r>
                <a:rPr lang="zh-CN" altLang="en-US" sz="1200" kern="0" dirty="0">
                  <a:solidFill>
                    <a:schemeClr val="tx1"/>
                  </a:solidFill>
                </a:rPr>
                <a:t>财报系统</a:t>
              </a:r>
              <a:endParaRPr lang="zh-CN" altLang="en-US" sz="1200" kern="0" dirty="0">
                <a:solidFill>
                  <a:schemeClr val="tx1"/>
                </a:solidFill>
              </a:endParaRPr>
            </a:p>
          </p:txBody>
        </p:sp>
        <p:sp>
          <p:nvSpPr>
            <p:cNvPr id="24" name="圆角矩形 23"/>
            <p:cNvSpPr/>
            <p:nvPr>
              <p:custDataLst>
                <p:tags r:id="rId20"/>
              </p:custDataLst>
            </p:nvPr>
          </p:nvSpPr>
          <p:spPr>
            <a:xfrm>
              <a:off x="2211" y="1475"/>
              <a:ext cx="1815" cy="795"/>
            </a:xfrm>
            <a:prstGeom prst="roundRect">
              <a:avLst/>
            </a:prstGeom>
            <a:solidFill>
              <a:srgbClr val="3787C3"/>
            </a:solidFill>
            <a:ln w="25400" cap="flat" cmpd="sng" algn="ctr">
              <a:solidFill>
                <a:srgbClr val="000000">
                  <a:alpha val="0"/>
                </a:srgbClr>
              </a:solidFill>
              <a:prstDash val="solid"/>
            </a:ln>
            <a:effectLst/>
          </p:spPr>
          <p:txBody>
            <a:bodyPr wrap="square" anchor="ctr">
              <a:normAutofit/>
            </a:bodyPr>
            <a:lstStyle/>
            <a:p>
              <a:pPr lvl="0" algn="ctr">
                <a:spcBef>
                  <a:spcPts val="0"/>
                </a:spcBef>
                <a:spcAft>
                  <a:spcPts val="0"/>
                </a:spcAft>
                <a:buClrTx/>
                <a:buSzTx/>
                <a:buFontTx/>
                <a:defRPr/>
              </a:pPr>
              <a:r>
                <a:rPr lang="zh-CN" altLang="en-US" sz="1400" b="1" kern="0" dirty="0">
                  <a:solidFill>
                    <a:schemeClr val="bg1"/>
                  </a:solidFill>
                  <a:latin typeface="微软雅黑" panose="020B0503020204020204" pitchFamily="34" charset="-122"/>
                  <a:ea typeface="微软雅黑" panose="020B0503020204020204" pitchFamily="34" charset="-122"/>
                  <a:sym typeface="+mn-ea"/>
                </a:rPr>
                <a:t>国资委</a:t>
              </a:r>
              <a:endParaRPr lang="zh-CN" altLang="en-US" sz="1400" b="1" kern="0" dirty="0">
                <a:solidFill>
                  <a:schemeClr val="bg1"/>
                </a:solidFill>
                <a:latin typeface="微软雅黑" panose="020B0503020204020204" pitchFamily="34" charset="-122"/>
                <a:ea typeface="微软雅黑" panose="020B0503020204020204" pitchFamily="34" charset="-122"/>
                <a:sym typeface="+mn-ea"/>
              </a:endParaRPr>
            </a:p>
          </p:txBody>
        </p:sp>
        <p:sp>
          <p:nvSpPr>
            <p:cNvPr id="25" name="圆角矩形 24"/>
            <p:cNvSpPr/>
            <p:nvPr>
              <p:custDataLst>
                <p:tags r:id="rId21"/>
              </p:custDataLst>
            </p:nvPr>
          </p:nvSpPr>
          <p:spPr>
            <a:xfrm>
              <a:off x="4176" y="1475"/>
              <a:ext cx="1815" cy="795"/>
            </a:xfrm>
            <a:prstGeom prst="roundRect">
              <a:avLst/>
            </a:prstGeom>
            <a:solidFill>
              <a:srgbClr val="3787C3"/>
            </a:solidFill>
            <a:ln w="25400" cap="flat" cmpd="sng" algn="ctr">
              <a:solidFill>
                <a:srgbClr val="000000">
                  <a:alpha val="0"/>
                </a:srgbClr>
              </a:solidFill>
              <a:prstDash val="solid"/>
            </a:ln>
            <a:effectLst/>
          </p:spPr>
          <p:txBody>
            <a:bodyPr wrap="square" anchor="ctr">
              <a:normAutofit/>
            </a:bodyPr>
            <a:lstStyle/>
            <a:p>
              <a:pPr lvl="0" algn="ctr">
                <a:spcBef>
                  <a:spcPts val="0"/>
                </a:spcBef>
                <a:spcAft>
                  <a:spcPts val="0"/>
                </a:spcAft>
                <a:buClrTx/>
                <a:buSzTx/>
                <a:buFontTx/>
                <a:defRPr/>
              </a:pPr>
              <a:r>
                <a:rPr lang="zh-CN" altLang="en-US" sz="1400" b="1" kern="0" dirty="0">
                  <a:solidFill>
                    <a:schemeClr val="bg1"/>
                  </a:solidFill>
                  <a:latin typeface="微软雅黑" panose="020B0503020204020204" pitchFamily="34" charset="-122"/>
                  <a:ea typeface="微软雅黑" panose="020B0503020204020204" pitchFamily="34" charset="-122"/>
                  <a:sym typeface="+mn-ea"/>
                </a:rPr>
                <a:t>财政局</a:t>
              </a:r>
              <a:endParaRPr lang="zh-CN" altLang="en-US" sz="1400" b="1" kern="0" dirty="0">
                <a:solidFill>
                  <a:schemeClr val="bg1"/>
                </a:solidFill>
                <a:latin typeface="微软雅黑" panose="020B0503020204020204" pitchFamily="34" charset="-122"/>
                <a:ea typeface="微软雅黑" panose="020B0503020204020204" pitchFamily="34" charset="-122"/>
                <a:sym typeface="+mn-ea"/>
              </a:endParaRPr>
            </a:p>
          </p:txBody>
        </p:sp>
        <p:sp>
          <p:nvSpPr>
            <p:cNvPr id="26" name="圆角矩形 25"/>
            <p:cNvSpPr/>
            <p:nvPr>
              <p:custDataLst>
                <p:tags r:id="rId22"/>
              </p:custDataLst>
            </p:nvPr>
          </p:nvSpPr>
          <p:spPr>
            <a:xfrm>
              <a:off x="6161" y="1475"/>
              <a:ext cx="1815" cy="795"/>
            </a:xfrm>
            <a:prstGeom prst="roundRect">
              <a:avLst/>
            </a:prstGeom>
            <a:solidFill>
              <a:srgbClr val="3787C3"/>
            </a:solidFill>
            <a:ln w="25400" cap="flat" cmpd="sng" algn="ctr">
              <a:solidFill>
                <a:srgbClr val="000000">
                  <a:alpha val="0"/>
                </a:srgbClr>
              </a:solidFill>
              <a:prstDash val="solid"/>
            </a:ln>
            <a:effectLst/>
          </p:spPr>
          <p:txBody>
            <a:bodyPr wrap="square" anchor="ctr">
              <a:normAutofit/>
            </a:bodyPr>
            <a:lstStyle/>
            <a:p>
              <a:pPr lvl="0" algn="ctr">
                <a:spcBef>
                  <a:spcPts val="0"/>
                </a:spcBef>
                <a:spcAft>
                  <a:spcPts val="0"/>
                </a:spcAft>
                <a:buClrTx/>
                <a:buSzTx/>
                <a:buFontTx/>
                <a:defRPr/>
              </a:pPr>
              <a:r>
                <a:rPr lang="zh-CN" altLang="en-US" sz="1400" b="1" kern="0" dirty="0">
                  <a:solidFill>
                    <a:schemeClr val="bg1"/>
                  </a:solidFill>
                  <a:latin typeface="微软雅黑" panose="020B0503020204020204" pitchFamily="34" charset="-122"/>
                  <a:ea typeface="微软雅黑" panose="020B0503020204020204" pitchFamily="34" charset="-122"/>
                  <a:sym typeface="+mn-ea"/>
                </a:rPr>
                <a:t>建委</a:t>
              </a:r>
              <a:endParaRPr lang="zh-CN" altLang="en-US" sz="1400" b="1" kern="0" dirty="0">
                <a:solidFill>
                  <a:schemeClr val="bg1"/>
                </a:solidFill>
                <a:latin typeface="微软雅黑" panose="020B0503020204020204" pitchFamily="34" charset="-122"/>
                <a:ea typeface="微软雅黑" panose="020B0503020204020204" pitchFamily="34" charset="-122"/>
                <a:sym typeface="+mn-ea"/>
              </a:endParaRPr>
            </a:p>
          </p:txBody>
        </p:sp>
        <p:cxnSp>
          <p:nvCxnSpPr>
            <p:cNvPr id="27" name="肘形连接符 82"/>
            <p:cNvCxnSpPr>
              <a:cxnSpLocks noChangeShapeType="1"/>
              <a:stCxn id="23" idx="2"/>
              <a:endCxn id="24" idx="2"/>
            </p:cNvCxnSpPr>
            <p:nvPr>
              <p:custDataLst>
                <p:tags r:id="rId23"/>
              </p:custDataLst>
            </p:nvPr>
          </p:nvCxnSpPr>
          <p:spPr bwMode="auto">
            <a:xfrm rot="10800000">
              <a:off x="3119" y="2270"/>
              <a:ext cx="2863" cy="8165"/>
            </a:xfrm>
            <a:prstGeom prst="bentConnector2">
              <a:avLst/>
            </a:prstGeom>
            <a:noFill/>
            <a:ln w="9525" algn="ctr">
              <a:solidFill>
                <a:schemeClr val="accent5"/>
              </a:solidFill>
              <a:miter lim="800000"/>
              <a:tailEnd type="triangle" w="med" len="med"/>
            </a:ln>
            <a:extLst>
              <a:ext uri="{909E8E84-426E-40DD-AFC4-6F175D3DCCD1}">
                <a14:hiddenFill xmlns:a14="http://schemas.microsoft.com/office/drawing/2010/main">
                  <a:noFill/>
                </a14:hiddenFill>
              </a:ext>
            </a:extLst>
          </p:spPr>
        </p:cxnSp>
        <p:cxnSp>
          <p:nvCxnSpPr>
            <p:cNvPr id="28" name="直接箭头连接符 83"/>
            <p:cNvCxnSpPr>
              <a:cxnSpLocks noChangeShapeType="1"/>
              <a:stCxn id="16" idx="0"/>
              <a:endCxn id="10" idx="2"/>
            </p:cNvCxnSpPr>
            <p:nvPr>
              <p:custDataLst>
                <p:tags r:id="rId24"/>
              </p:custDataLst>
            </p:nvPr>
          </p:nvCxnSpPr>
          <p:spPr bwMode="auto">
            <a:xfrm flipH="1" flipV="1">
              <a:off x="8646" y="5503"/>
              <a:ext cx="1982" cy="3302"/>
            </a:xfrm>
            <a:prstGeom prst="straightConnector1">
              <a:avLst/>
            </a:prstGeom>
            <a:noFill/>
            <a:ln w="9525" algn="ctr">
              <a:solidFill>
                <a:schemeClr val="accent5"/>
              </a:solidFill>
              <a:round/>
              <a:tailEnd type="triangle" w="med" len="med"/>
            </a:ln>
            <a:extLst>
              <a:ext uri="{909E8E84-426E-40DD-AFC4-6F175D3DCCD1}">
                <a14:hiddenFill xmlns:a14="http://schemas.microsoft.com/office/drawing/2010/main">
                  <a:noFill/>
                </a14:hiddenFill>
              </a:ext>
            </a:extLst>
          </p:spPr>
        </p:cxnSp>
        <p:cxnSp>
          <p:nvCxnSpPr>
            <p:cNvPr id="29" name="直接箭头连接符 84"/>
            <p:cNvCxnSpPr>
              <a:cxnSpLocks noChangeShapeType="1"/>
              <a:stCxn id="17" idx="0"/>
              <a:endCxn id="11" idx="2"/>
            </p:cNvCxnSpPr>
            <p:nvPr>
              <p:custDataLst>
                <p:tags r:id="rId25"/>
              </p:custDataLst>
            </p:nvPr>
          </p:nvCxnSpPr>
          <p:spPr bwMode="auto">
            <a:xfrm flipH="1" flipV="1">
              <a:off x="10689" y="5475"/>
              <a:ext cx="2060" cy="3330"/>
            </a:xfrm>
            <a:prstGeom prst="straightConnector1">
              <a:avLst/>
            </a:prstGeom>
            <a:noFill/>
            <a:ln w="9525" algn="ctr">
              <a:solidFill>
                <a:schemeClr val="accent5"/>
              </a:solidFill>
              <a:round/>
              <a:tailEnd type="triangle" w="med" len="med"/>
            </a:ln>
            <a:extLst>
              <a:ext uri="{909E8E84-426E-40DD-AFC4-6F175D3DCCD1}">
                <a14:hiddenFill xmlns:a14="http://schemas.microsoft.com/office/drawing/2010/main">
                  <a:noFill/>
                </a14:hiddenFill>
              </a:ext>
            </a:extLst>
          </p:spPr>
        </p:cxnSp>
        <p:sp>
          <p:nvSpPr>
            <p:cNvPr id="30" name="流程图: 多文档 29"/>
            <p:cNvSpPr/>
            <p:nvPr>
              <p:custDataLst>
                <p:tags r:id="rId26"/>
              </p:custDataLst>
            </p:nvPr>
          </p:nvSpPr>
          <p:spPr>
            <a:xfrm>
              <a:off x="9203" y="7430"/>
              <a:ext cx="1504" cy="1084"/>
            </a:xfrm>
            <a:prstGeom prst="flowChartMultidocument">
              <a:avLst/>
            </a:prstGeom>
            <a:gradFill rotWithShape="1">
              <a:gsLst>
                <a:gs pos="0">
                  <a:schemeClr val="accent1">
                    <a:tint val="50000"/>
                    <a:satMod val="300000"/>
                  </a:schemeClr>
                </a:gs>
                <a:gs pos="35000">
                  <a:schemeClr val="accent1">
                    <a:tint val="37000"/>
                    <a:satMod val="300000"/>
                  </a:schemeClr>
                </a:gs>
                <a:gs pos="100000">
                  <a:schemeClr val="accent1">
                    <a:tint val="15000"/>
                    <a:satMod val="350000"/>
                  </a:schemeClr>
                </a:gs>
              </a:gsLst>
              <a:lin ang="16200000" scaled="1"/>
            </a:gradFill>
            <a:ln w="9525" cap="flat" cmpd="sng" algn="ctr">
              <a:solidFill>
                <a:schemeClr val="accent1">
                  <a:shade val="95000"/>
                  <a:satMod val="105000"/>
                </a:schemeClr>
              </a:solidFill>
              <a:prstDash val="solid"/>
            </a:ln>
            <a:effectLst>
              <a:outerShdw blurRad="40000" dist="20000" dir="5400000" rotWithShape="0">
                <a:srgbClr val="000000">
                  <a:alpha val="38000"/>
                </a:srgbClr>
              </a:outerShdw>
            </a:effectLst>
          </p:spPr>
          <p:txBody>
            <a:bodyPr anchor="ctr"/>
            <a:lstStyle/>
            <a:p>
              <a:pPr algn="ctr" eaLnBrk="1" fontAlgn="auto" hangingPunct="1">
                <a:spcBef>
                  <a:spcPts val="0"/>
                </a:spcBef>
                <a:spcAft>
                  <a:spcPts val="0"/>
                </a:spcAft>
                <a:buFontTx/>
                <a:buNone/>
                <a:defRPr/>
              </a:pPr>
              <a:r>
                <a:rPr lang="en-US" altLang="zh-CN" sz="1200" kern="0" dirty="0">
                  <a:solidFill>
                    <a:schemeClr val="tx1"/>
                  </a:solidFill>
                </a:rPr>
                <a:t>XLS+</a:t>
              </a:r>
              <a:r>
                <a:rPr lang="zh-CN" altLang="en-US" sz="1200" kern="0" dirty="0">
                  <a:solidFill>
                    <a:schemeClr val="tx1"/>
                  </a:solidFill>
                </a:rPr>
                <a:t>邮件</a:t>
              </a:r>
              <a:endParaRPr lang="zh-CN" altLang="en-US" sz="1200" kern="0" dirty="0">
                <a:solidFill>
                  <a:schemeClr val="tx1"/>
                </a:solidFill>
              </a:endParaRPr>
            </a:p>
          </p:txBody>
        </p:sp>
        <p:sp>
          <p:nvSpPr>
            <p:cNvPr id="31" name="流程图: 多文档 30"/>
            <p:cNvSpPr/>
            <p:nvPr>
              <p:custDataLst>
                <p:tags r:id="rId27"/>
              </p:custDataLst>
            </p:nvPr>
          </p:nvSpPr>
          <p:spPr>
            <a:xfrm>
              <a:off x="11317" y="7370"/>
              <a:ext cx="1542" cy="1116"/>
            </a:xfrm>
            <a:prstGeom prst="flowChartMultidocument">
              <a:avLst/>
            </a:prstGeom>
            <a:gradFill rotWithShape="1">
              <a:gsLst>
                <a:gs pos="0">
                  <a:schemeClr val="accent1">
                    <a:tint val="50000"/>
                    <a:satMod val="300000"/>
                  </a:schemeClr>
                </a:gs>
                <a:gs pos="35000">
                  <a:schemeClr val="accent1">
                    <a:tint val="37000"/>
                    <a:satMod val="300000"/>
                  </a:schemeClr>
                </a:gs>
                <a:gs pos="100000">
                  <a:schemeClr val="accent1">
                    <a:tint val="15000"/>
                    <a:satMod val="350000"/>
                  </a:schemeClr>
                </a:gs>
              </a:gsLst>
              <a:lin ang="16200000" scaled="1"/>
            </a:gradFill>
            <a:ln w="9525" cap="flat" cmpd="sng" algn="ctr">
              <a:solidFill>
                <a:schemeClr val="accent1">
                  <a:shade val="95000"/>
                  <a:satMod val="105000"/>
                </a:schemeClr>
              </a:solidFill>
              <a:prstDash val="solid"/>
            </a:ln>
            <a:effectLst>
              <a:outerShdw blurRad="40000" dist="20000" dir="5400000" rotWithShape="0">
                <a:srgbClr val="000000">
                  <a:alpha val="38000"/>
                </a:srgbClr>
              </a:outerShdw>
            </a:effectLst>
          </p:spPr>
          <p:txBody>
            <a:bodyPr anchor="ctr"/>
            <a:lstStyle/>
            <a:p>
              <a:pPr algn="ctr" eaLnBrk="1" fontAlgn="auto" hangingPunct="1">
                <a:spcBef>
                  <a:spcPts val="0"/>
                </a:spcBef>
                <a:spcAft>
                  <a:spcPts val="0"/>
                </a:spcAft>
                <a:buFontTx/>
                <a:buNone/>
                <a:defRPr/>
              </a:pPr>
              <a:r>
                <a:rPr lang="en-US" altLang="zh-CN" sz="1200" kern="0" dirty="0">
                  <a:solidFill>
                    <a:schemeClr val="tx1"/>
                  </a:solidFill>
                </a:rPr>
                <a:t>XLS+</a:t>
              </a:r>
              <a:r>
                <a:rPr lang="zh-CN" altLang="en-US" sz="1200" kern="0" dirty="0">
                  <a:solidFill>
                    <a:schemeClr val="tx1"/>
                  </a:solidFill>
                </a:rPr>
                <a:t>邮件</a:t>
              </a:r>
              <a:r>
                <a:rPr lang="en-US" altLang="zh-CN" sz="1200" kern="0" dirty="0">
                  <a:solidFill>
                    <a:schemeClr val="tx1"/>
                  </a:solidFill>
                </a:rPr>
                <a:t>+OA</a:t>
              </a:r>
              <a:endParaRPr lang="en-US" altLang="zh-CN" sz="1200" kern="0" dirty="0">
                <a:solidFill>
                  <a:schemeClr val="tx1"/>
                </a:solidFill>
              </a:endParaRPr>
            </a:p>
          </p:txBody>
        </p:sp>
        <p:cxnSp>
          <p:nvCxnSpPr>
            <p:cNvPr id="32" name="肘形连接符 87"/>
            <p:cNvCxnSpPr>
              <a:cxnSpLocks noChangeShapeType="1"/>
              <a:stCxn id="19" idx="2"/>
              <a:endCxn id="15" idx="2"/>
            </p:cNvCxnSpPr>
            <p:nvPr>
              <p:custDataLst>
                <p:tags r:id="rId28"/>
              </p:custDataLst>
            </p:nvPr>
          </p:nvCxnSpPr>
          <p:spPr bwMode="auto">
            <a:xfrm rot="5400000" flipH="1">
              <a:off x="6563" y="7586"/>
              <a:ext cx="15" cy="4013"/>
            </a:xfrm>
            <a:prstGeom prst="bentConnector3">
              <a:avLst>
                <a:gd name="adj1" fmla="val -2411394"/>
              </a:avLst>
            </a:prstGeom>
            <a:noFill/>
            <a:ln w="9525" algn="ctr">
              <a:solidFill>
                <a:schemeClr val="accent5"/>
              </a:solidFill>
              <a:miter lim="800000"/>
              <a:tailEnd type="triangle" w="med" len="med"/>
            </a:ln>
            <a:extLst>
              <a:ext uri="{909E8E84-426E-40DD-AFC4-6F175D3DCCD1}">
                <a14:hiddenFill xmlns:a14="http://schemas.microsoft.com/office/drawing/2010/main">
                  <a:noFill/>
                </a14:hiddenFill>
              </a:ext>
            </a:extLst>
          </p:spPr>
        </p:cxnSp>
        <p:sp>
          <p:nvSpPr>
            <p:cNvPr id="33" name="流程图: 多文档 32"/>
            <p:cNvSpPr/>
            <p:nvPr>
              <p:custDataLst>
                <p:tags r:id="rId29"/>
              </p:custDataLst>
            </p:nvPr>
          </p:nvSpPr>
          <p:spPr>
            <a:xfrm>
              <a:off x="1753" y="7063"/>
              <a:ext cx="1743" cy="1187"/>
            </a:xfrm>
            <a:prstGeom prst="flowChartMultidocument">
              <a:avLst/>
            </a:prstGeom>
            <a:gradFill rotWithShape="1">
              <a:gsLst>
                <a:gs pos="0">
                  <a:schemeClr val="accent1">
                    <a:tint val="50000"/>
                    <a:satMod val="300000"/>
                  </a:schemeClr>
                </a:gs>
                <a:gs pos="35000">
                  <a:schemeClr val="accent1">
                    <a:tint val="37000"/>
                    <a:satMod val="300000"/>
                  </a:schemeClr>
                </a:gs>
                <a:gs pos="100000">
                  <a:schemeClr val="accent1">
                    <a:tint val="15000"/>
                    <a:satMod val="350000"/>
                  </a:schemeClr>
                </a:gs>
              </a:gsLst>
              <a:lin ang="16200000" scaled="1"/>
            </a:gradFill>
            <a:ln w="9525" cap="flat" cmpd="sng" algn="ctr">
              <a:solidFill>
                <a:schemeClr val="accent1">
                  <a:shade val="95000"/>
                  <a:satMod val="105000"/>
                </a:schemeClr>
              </a:solidFill>
              <a:prstDash val="solid"/>
            </a:ln>
            <a:effectLst>
              <a:outerShdw blurRad="40000" dist="20000" dir="5400000" rotWithShape="0">
                <a:srgbClr val="000000">
                  <a:alpha val="38000"/>
                </a:srgbClr>
              </a:outerShdw>
            </a:effectLst>
          </p:spPr>
          <p:txBody>
            <a:bodyPr anchor="ctr"/>
            <a:lstStyle/>
            <a:p>
              <a:pPr algn="ctr" eaLnBrk="1" fontAlgn="auto" hangingPunct="1">
                <a:spcBef>
                  <a:spcPts val="0"/>
                </a:spcBef>
                <a:spcAft>
                  <a:spcPts val="0"/>
                </a:spcAft>
                <a:buFontTx/>
                <a:buNone/>
                <a:defRPr/>
              </a:pPr>
              <a:r>
                <a:rPr lang="zh-CN" altLang="en-US" sz="1200" kern="0" dirty="0">
                  <a:solidFill>
                    <a:schemeClr val="tx1"/>
                  </a:solidFill>
                </a:rPr>
                <a:t>快报</a:t>
              </a:r>
              <a:r>
                <a:rPr lang="en-US" altLang="zh-CN" sz="1200" kern="0" dirty="0">
                  <a:solidFill>
                    <a:schemeClr val="tx1"/>
                  </a:solidFill>
                </a:rPr>
                <a:t>/</a:t>
              </a:r>
              <a:r>
                <a:rPr lang="zh-CN" altLang="en-US" sz="1200" kern="0" dirty="0">
                  <a:solidFill>
                    <a:schemeClr val="tx1"/>
                  </a:solidFill>
                </a:rPr>
                <a:t>月报</a:t>
              </a:r>
              <a:endParaRPr lang="zh-CN" altLang="en-US" sz="1200" kern="0" dirty="0">
                <a:solidFill>
                  <a:schemeClr val="tx1"/>
                </a:solidFill>
              </a:endParaRPr>
            </a:p>
          </p:txBody>
        </p:sp>
        <p:cxnSp>
          <p:nvCxnSpPr>
            <p:cNvPr id="34" name="肘形连接符 89"/>
            <p:cNvCxnSpPr>
              <a:cxnSpLocks noChangeShapeType="1"/>
              <a:endCxn id="25" idx="2"/>
            </p:cNvCxnSpPr>
            <p:nvPr>
              <p:custDataLst>
                <p:tags r:id="rId30"/>
              </p:custDataLst>
            </p:nvPr>
          </p:nvCxnSpPr>
          <p:spPr bwMode="auto">
            <a:xfrm flipV="1">
              <a:off x="3119" y="2270"/>
              <a:ext cx="1965" cy="398"/>
            </a:xfrm>
            <a:prstGeom prst="bentConnector2">
              <a:avLst/>
            </a:prstGeom>
            <a:noFill/>
            <a:ln w="9525" algn="ctr">
              <a:solidFill>
                <a:schemeClr val="accent5"/>
              </a:solidFill>
              <a:miter lim="800000"/>
              <a:tailEnd type="triangle" w="med" len="med"/>
            </a:ln>
            <a:extLst>
              <a:ext uri="{909E8E84-426E-40DD-AFC4-6F175D3DCCD1}">
                <a14:hiddenFill xmlns:a14="http://schemas.microsoft.com/office/drawing/2010/main">
                  <a:noFill/>
                </a14:hiddenFill>
              </a:ext>
            </a:extLst>
          </p:spPr>
        </p:cxnSp>
        <p:sp>
          <p:nvSpPr>
            <p:cNvPr id="35" name="圆角矩形 34"/>
            <p:cNvSpPr/>
            <p:nvPr>
              <p:custDataLst>
                <p:tags r:id="rId31"/>
              </p:custDataLst>
            </p:nvPr>
          </p:nvSpPr>
          <p:spPr>
            <a:xfrm>
              <a:off x="13429" y="4680"/>
              <a:ext cx="1258" cy="795"/>
            </a:xfrm>
            <a:prstGeom prst="roundRect">
              <a:avLst/>
            </a:prstGeom>
            <a:solidFill>
              <a:srgbClr val="3787C3"/>
            </a:solidFill>
            <a:ln w="25400" cap="flat" cmpd="sng" algn="ctr">
              <a:solidFill>
                <a:srgbClr val="000000">
                  <a:alpha val="0"/>
                </a:srgbClr>
              </a:solidFill>
              <a:prstDash val="solid"/>
            </a:ln>
            <a:effectLst/>
          </p:spPr>
          <p:txBody>
            <a:bodyPr wrap="square" anchor="ctr">
              <a:noAutofit/>
            </a:bodyPr>
            <a:lstStyle/>
            <a:p>
              <a:pPr lvl="0" algn="ctr">
                <a:spcBef>
                  <a:spcPts val="0"/>
                </a:spcBef>
                <a:spcAft>
                  <a:spcPts val="0"/>
                </a:spcAft>
                <a:buClrTx/>
                <a:buSzTx/>
                <a:buFontTx/>
                <a:defRPr/>
              </a:pPr>
              <a:r>
                <a:rPr lang="zh-CN" altLang="en-US" sz="1400" b="1" kern="0" dirty="0">
                  <a:solidFill>
                    <a:schemeClr val="bg1"/>
                  </a:solidFill>
                  <a:latin typeface="微软雅黑" panose="020B0503020204020204" pitchFamily="34" charset="-122"/>
                  <a:ea typeface="微软雅黑" panose="020B0503020204020204" pitchFamily="34" charset="-122"/>
                  <a:sym typeface="+mn-ea"/>
                </a:rPr>
                <a:t>人力资源部</a:t>
              </a:r>
              <a:endParaRPr lang="zh-CN" altLang="en-US" sz="1400" b="1" kern="0" dirty="0">
                <a:solidFill>
                  <a:schemeClr val="bg1"/>
                </a:solidFill>
                <a:latin typeface="微软雅黑" panose="020B0503020204020204" pitchFamily="34" charset="-122"/>
                <a:ea typeface="微软雅黑" panose="020B0503020204020204" pitchFamily="34" charset="-122"/>
                <a:sym typeface="+mn-ea"/>
              </a:endParaRPr>
            </a:p>
          </p:txBody>
        </p:sp>
        <p:sp>
          <p:nvSpPr>
            <p:cNvPr id="36" name="矩形 91"/>
            <p:cNvSpPr>
              <a:spLocks noChangeArrowheads="1"/>
            </p:cNvSpPr>
            <p:nvPr>
              <p:custDataLst>
                <p:tags r:id="rId32"/>
              </p:custDataLst>
            </p:nvPr>
          </p:nvSpPr>
          <p:spPr bwMode="auto">
            <a:xfrm>
              <a:off x="14812" y="10313"/>
              <a:ext cx="1728" cy="6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eaLnBrk="1" hangingPunct="1">
                <a:buFontTx/>
                <a:buNone/>
              </a:pPr>
              <a:r>
                <a:rPr lang="zh-CN" altLang="en-US" sz="1800">
                  <a:solidFill>
                    <a:schemeClr val="tx1"/>
                  </a:solidFill>
                </a:rPr>
                <a:t>二级公司</a:t>
              </a:r>
              <a:endParaRPr lang="zh-CN" altLang="en-US" sz="1800">
                <a:solidFill>
                  <a:schemeClr val="tx1"/>
                </a:solidFill>
              </a:endParaRPr>
            </a:p>
          </p:txBody>
        </p:sp>
        <p:sp>
          <p:nvSpPr>
            <p:cNvPr id="37" name="矩形 92"/>
            <p:cNvSpPr>
              <a:spLocks noChangeArrowheads="1"/>
            </p:cNvSpPr>
            <p:nvPr>
              <p:custDataLst>
                <p:tags r:id="rId33"/>
              </p:custDataLst>
            </p:nvPr>
          </p:nvSpPr>
          <p:spPr bwMode="auto">
            <a:xfrm>
              <a:off x="14800" y="2456"/>
              <a:ext cx="1728" cy="6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p>
              <a:pPr algn="ctr" eaLnBrk="1" hangingPunct="1">
                <a:buFontTx/>
                <a:buNone/>
              </a:pPr>
              <a:r>
                <a:rPr lang="zh-CN" altLang="en-US" sz="1800">
                  <a:solidFill>
                    <a:schemeClr val="tx1"/>
                  </a:solidFill>
                </a:rPr>
                <a:t>集团公司</a:t>
              </a:r>
              <a:endParaRPr lang="zh-CN" altLang="en-US" sz="1800">
                <a:solidFill>
                  <a:schemeClr val="tx1"/>
                </a:solidFill>
              </a:endParaRPr>
            </a:p>
          </p:txBody>
        </p:sp>
        <p:sp>
          <p:nvSpPr>
            <p:cNvPr id="38" name="TextBox 94"/>
            <p:cNvSpPr txBox="1">
              <a:spLocks noChangeArrowheads="1"/>
            </p:cNvSpPr>
            <p:nvPr>
              <p:custDataLst>
                <p:tags r:id="rId34"/>
              </p:custDataLst>
            </p:nvPr>
          </p:nvSpPr>
          <p:spPr bwMode="auto">
            <a:xfrm>
              <a:off x="2825" y="5317"/>
              <a:ext cx="2260" cy="2138"/>
            </a:xfrm>
            <a:prstGeom prst="rect">
              <a:avLst/>
            </a:prstGeom>
            <a:noFill/>
            <a:ln>
              <a:noFill/>
            </a:ln>
            <a:extLst>
              <a:ext uri="{909E8E84-426E-40DD-AFC4-6F175D3DCCD1}">
                <a14:hiddenFill xmlns:a14="http://schemas.microsoft.com/office/drawing/2010/main">
                  <a:solidFill>
                    <a:srgbClr val="FFFFFF"/>
                  </a:solidFill>
                </a14:hiddenFill>
              </a:ext>
            </a:extLst>
          </p:spPr>
          <p:txBody>
            <a:bodyPr wrap="square">
              <a:spAutoFit/>
            </a:bodyPr>
            <a:lstStyle>
              <a:lvl1pPr marL="285750" indent="-285750">
                <a:defRPr sz="1600">
                  <a:solidFill>
                    <a:schemeClr val="tx1"/>
                  </a:solidFill>
                  <a:latin typeface="楷体_GB2312" pitchFamily="1" charset="-122"/>
                  <a:ea typeface="宋体" panose="02010600030101010101" pitchFamily="2" charset="-122"/>
                </a:defRPr>
              </a:lvl1pPr>
              <a:lvl2pPr>
                <a:defRPr sz="1600">
                  <a:solidFill>
                    <a:schemeClr val="tx1"/>
                  </a:solidFill>
                  <a:latin typeface="楷体_GB2312" pitchFamily="1" charset="-122"/>
                  <a:ea typeface="宋体" panose="02010600030101010101" pitchFamily="2" charset="-122"/>
                </a:defRPr>
              </a:lvl2pPr>
              <a:lvl3pPr>
                <a:defRPr sz="1600">
                  <a:solidFill>
                    <a:schemeClr val="tx1"/>
                  </a:solidFill>
                  <a:latin typeface="楷体_GB2312" pitchFamily="1" charset="-122"/>
                  <a:ea typeface="宋体" panose="02010600030101010101" pitchFamily="2" charset="-122"/>
                </a:defRPr>
              </a:lvl3pPr>
              <a:lvl4pPr>
                <a:defRPr sz="1600">
                  <a:solidFill>
                    <a:schemeClr val="tx1"/>
                  </a:solidFill>
                  <a:latin typeface="楷体_GB2312" pitchFamily="1" charset="-122"/>
                  <a:ea typeface="宋体" panose="02010600030101010101" pitchFamily="2" charset="-122"/>
                </a:defRPr>
              </a:lvl4pPr>
              <a:lvl5pPr>
                <a:defRPr sz="1600">
                  <a:solidFill>
                    <a:schemeClr val="tx1"/>
                  </a:solidFill>
                  <a:latin typeface="楷体_GB2312" pitchFamily="1" charset="-122"/>
                  <a:ea typeface="宋体" panose="02010600030101010101" pitchFamily="2" charset="-122"/>
                </a:defRPr>
              </a:lvl5pPr>
              <a:lvl6pPr marL="2543175" indent="-257175" eaLnBrk="0" fontAlgn="base" hangingPunct="0">
                <a:spcBef>
                  <a:spcPct val="0"/>
                </a:spcBef>
                <a:spcAft>
                  <a:spcPct val="0"/>
                </a:spcAft>
                <a:buFont typeface="Arial" panose="020B0604020202020204" pitchFamily="34" charset="0"/>
                <a:defRPr sz="1600">
                  <a:solidFill>
                    <a:schemeClr val="tx1"/>
                  </a:solidFill>
                  <a:latin typeface="楷体_GB2312" pitchFamily="1" charset="-122"/>
                  <a:ea typeface="宋体" panose="02010600030101010101" pitchFamily="2" charset="-122"/>
                </a:defRPr>
              </a:lvl6pPr>
              <a:lvl7pPr marL="3000375" indent="-257175" eaLnBrk="0" fontAlgn="base" hangingPunct="0">
                <a:spcBef>
                  <a:spcPct val="0"/>
                </a:spcBef>
                <a:spcAft>
                  <a:spcPct val="0"/>
                </a:spcAft>
                <a:buFont typeface="Arial" panose="020B0604020202020204" pitchFamily="34" charset="0"/>
                <a:defRPr sz="1600">
                  <a:solidFill>
                    <a:schemeClr val="tx1"/>
                  </a:solidFill>
                  <a:latin typeface="楷体_GB2312" pitchFamily="1" charset="-122"/>
                  <a:ea typeface="宋体" panose="02010600030101010101" pitchFamily="2" charset="-122"/>
                </a:defRPr>
              </a:lvl7pPr>
              <a:lvl8pPr marL="3457575" indent="-257175" eaLnBrk="0" fontAlgn="base" hangingPunct="0">
                <a:spcBef>
                  <a:spcPct val="0"/>
                </a:spcBef>
                <a:spcAft>
                  <a:spcPct val="0"/>
                </a:spcAft>
                <a:buFont typeface="Arial" panose="020B0604020202020204" pitchFamily="34" charset="0"/>
                <a:defRPr sz="1600">
                  <a:solidFill>
                    <a:schemeClr val="tx1"/>
                  </a:solidFill>
                  <a:latin typeface="楷体_GB2312" pitchFamily="1" charset="-122"/>
                  <a:ea typeface="宋体" panose="02010600030101010101" pitchFamily="2" charset="-122"/>
                </a:defRPr>
              </a:lvl8pPr>
              <a:lvl9pPr marL="3914775" indent="-257175" eaLnBrk="0" fontAlgn="base" hangingPunct="0">
                <a:spcBef>
                  <a:spcPct val="0"/>
                </a:spcBef>
                <a:spcAft>
                  <a:spcPct val="0"/>
                </a:spcAft>
                <a:buFont typeface="Arial" panose="020B0604020202020204" pitchFamily="34" charset="0"/>
                <a:defRPr sz="1600">
                  <a:solidFill>
                    <a:schemeClr val="tx1"/>
                  </a:solidFill>
                  <a:latin typeface="楷体_GB2312" pitchFamily="1" charset="-122"/>
                  <a:ea typeface="宋体" panose="02010600030101010101" pitchFamily="2" charset="-122"/>
                </a:defRPr>
              </a:lvl9pPr>
            </a:lstStyle>
            <a:p>
              <a:pPr lvl="0" algn="l">
                <a:buClrTx/>
                <a:buSzTx/>
                <a:buFont typeface="Arial" panose="020B0604020202020204" pitchFamily="34" charset="0"/>
                <a:buChar char="•"/>
              </a:pPr>
              <a:r>
                <a:rPr lang="zh-CN" altLang="en-US" sz="1400" b="1">
                  <a:latin typeface="微软雅黑" panose="020B0503020204020204" pitchFamily="34" charset="-122"/>
                  <a:ea typeface="微软雅黑" panose="020B0503020204020204" pitchFamily="34" charset="-122"/>
                  <a:sym typeface="+mn-ea"/>
                </a:rPr>
                <a:t>经营</a:t>
              </a:r>
              <a:endParaRPr lang="zh-CN" altLang="en-US" sz="1400" b="1">
                <a:latin typeface="微软雅黑" panose="020B0503020204020204" pitchFamily="34" charset="-122"/>
                <a:ea typeface="微软雅黑" panose="020B0503020204020204" pitchFamily="34" charset="-122"/>
                <a:sym typeface="+mn-ea"/>
              </a:endParaRPr>
            </a:p>
            <a:p>
              <a:pPr lvl="0" algn="l">
                <a:buClrTx/>
                <a:buSzTx/>
                <a:buFont typeface="Arial" panose="020B0604020202020204" pitchFamily="34" charset="0"/>
                <a:buChar char="•"/>
              </a:pPr>
              <a:r>
                <a:rPr lang="zh-CN" altLang="en-US" sz="1400" b="1">
                  <a:latin typeface="微软雅黑" panose="020B0503020204020204" pitchFamily="34" charset="-122"/>
                  <a:ea typeface="微软雅黑" panose="020B0503020204020204" pitchFamily="34" charset="-122"/>
                  <a:sym typeface="+mn-ea"/>
                </a:rPr>
                <a:t>业务</a:t>
              </a:r>
              <a:endParaRPr lang="zh-CN" altLang="en-US" sz="1400" b="1">
                <a:latin typeface="微软雅黑" panose="020B0503020204020204" pitchFamily="34" charset="-122"/>
                <a:ea typeface="微软雅黑" panose="020B0503020204020204" pitchFamily="34" charset="-122"/>
                <a:sym typeface="+mn-ea"/>
              </a:endParaRPr>
            </a:p>
            <a:p>
              <a:pPr lvl="0" algn="l">
                <a:buClrTx/>
                <a:buSzTx/>
                <a:buFont typeface="Arial" panose="020B0604020202020204" pitchFamily="34" charset="0"/>
                <a:buChar char="•"/>
              </a:pPr>
              <a:r>
                <a:rPr lang="zh-CN" altLang="en-US" sz="1400" b="1">
                  <a:latin typeface="微软雅黑" panose="020B0503020204020204" pitchFamily="34" charset="-122"/>
                  <a:ea typeface="微软雅黑" panose="020B0503020204020204" pitchFamily="34" charset="-122"/>
                  <a:sym typeface="+mn-ea"/>
                </a:rPr>
                <a:t>财务</a:t>
              </a:r>
              <a:endParaRPr lang="zh-CN" altLang="en-US" sz="1400" b="1">
                <a:latin typeface="微软雅黑" panose="020B0503020204020204" pitchFamily="34" charset="-122"/>
                <a:ea typeface="微软雅黑" panose="020B0503020204020204" pitchFamily="34" charset="-122"/>
                <a:sym typeface="+mn-ea"/>
              </a:endParaRPr>
            </a:p>
            <a:p>
              <a:pPr lvl="0" algn="l">
                <a:buClrTx/>
                <a:buSzTx/>
                <a:buFont typeface="Arial" panose="020B0604020202020204" pitchFamily="34" charset="0"/>
                <a:buChar char="•"/>
              </a:pPr>
              <a:r>
                <a:rPr lang="zh-CN" altLang="en-US" sz="1400" b="1">
                  <a:latin typeface="微软雅黑" panose="020B0503020204020204" pitchFamily="34" charset="-122"/>
                  <a:ea typeface="微软雅黑" panose="020B0503020204020204" pitchFamily="34" charset="-122"/>
                  <a:sym typeface="+mn-ea"/>
                </a:rPr>
                <a:t>风险</a:t>
              </a:r>
              <a:endParaRPr lang="zh-CN" altLang="en-US" sz="1400" b="1">
                <a:latin typeface="微软雅黑" panose="020B0503020204020204" pitchFamily="34" charset="-122"/>
                <a:ea typeface="微软雅黑" panose="020B0503020204020204" pitchFamily="34" charset="-122"/>
                <a:sym typeface="+mn-ea"/>
              </a:endParaRPr>
            </a:p>
            <a:p>
              <a:pPr lvl="0" algn="l">
                <a:buClrTx/>
                <a:buSzTx/>
                <a:buFont typeface="Arial" panose="020B0604020202020204" pitchFamily="34" charset="0"/>
                <a:buChar char="•"/>
              </a:pPr>
              <a:r>
                <a:rPr lang="zh-CN" altLang="en-US" sz="1400" b="1">
                  <a:latin typeface="微软雅黑" panose="020B0503020204020204" pitchFamily="34" charset="-122"/>
                  <a:ea typeface="微软雅黑" panose="020B0503020204020204" pitchFamily="34" charset="-122"/>
                  <a:sym typeface="+mn-ea"/>
                </a:rPr>
                <a:t>三表</a:t>
              </a:r>
              <a:endParaRPr lang="zh-CN" altLang="en-US" sz="1400" b="1">
                <a:latin typeface="微软雅黑" panose="020B0503020204020204" pitchFamily="34" charset="-122"/>
                <a:ea typeface="微软雅黑" panose="020B0503020204020204" pitchFamily="34" charset="-122"/>
                <a:sym typeface="+mn-ea"/>
              </a:endParaRPr>
            </a:p>
          </p:txBody>
        </p:sp>
        <p:sp>
          <p:nvSpPr>
            <p:cNvPr id="39" name="TextBox 95"/>
            <p:cNvSpPr txBox="1">
              <a:spLocks noChangeArrowheads="1"/>
            </p:cNvSpPr>
            <p:nvPr>
              <p:custDataLst>
                <p:tags r:id="rId35"/>
              </p:custDataLst>
            </p:nvPr>
          </p:nvSpPr>
          <p:spPr bwMode="auto">
            <a:xfrm>
              <a:off x="6076" y="5955"/>
              <a:ext cx="1777" cy="476"/>
            </a:xfrm>
            <a:prstGeom prst="rect">
              <a:avLst/>
            </a:prstGeom>
            <a:noFill/>
            <a:ln>
              <a:noFill/>
            </a:ln>
            <a:extLst>
              <a:ext uri="{909E8E84-426E-40DD-AFC4-6F175D3DCCD1}">
                <a14:hiddenFill xmlns:a14="http://schemas.microsoft.com/office/drawing/2010/main">
                  <a:solidFill>
                    <a:srgbClr val="FFFFFF"/>
                  </a:solidFill>
                </a14:hiddenFill>
              </a:ext>
            </a:extLst>
          </p:spPr>
          <p:txBody>
            <a:bodyPr>
              <a:spAutoFit/>
            </a:bodyPr>
            <a:lstStyle>
              <a:lvl1pPr marL="285750" indent="-285750">
                <a:defRPr sz="1600">
                  <a:solidFill>
                    <a:schemeClr val="tx1"/>
                  </a:solidFill>
                  <a:latin typeface="楷体_GB2312" pitchFamily="1" charset="-122"/>
                  <a:ea typeface="宋体" panose="02010600030101010101" pitchFamily="2" charset="-122"/>
                </a:defRPr>
              </a:lvl1pPr>
              <a:lvl2pPr>
                <a:defRPr sz="1600">
                  <a:solidFill>
                    <a:schemeClr val="tx1"/>
                  </a:solidFill>
                  <a:latin typeface="楷体_GB2312" pitchFamily="1" charset="-122"/>
                  <a:ea typeface="宋体" panose="02010600030101010101" pitchFamily="2" charset="-122"/>
                </a:defRPr>
              </a:lvl2pPr>
              <a:lvl3pPr>
                <a:defRPr sz="1600">
                  <a:solidFill>
                    <a:schemeClr val="tx1"/>
                  </a:solidFill>
                  <a:latin typeface="楷体_GB2312" pitchFamily="1" charset="-122"/>
                  <a:ea typeface="宋体" panose="02010600030101010101" pitchFamily="2" charset="-122"/>
                </a:defRPr>
              </a:lvl3pPr>
              <a:lvl4pPr>
                <a:defRPr sz="1600">
                  <a:solidFill>
                    <a:schemeClr val="tx1"/>
                  </a:solidFill>
                  <a:latin typeface="楷体_GB2312" pitchFamily="1" charset="-122"/>
                  <a:ea typeface="宋体" panose="02010600030101010101" pitchFamily="2" charset="-122"/>
                </a:defRPr>
              </a:lvl4pPr>
              <a:lvl5pPr>
                <a:defRPr sz="1600">
                  <a:solidFill>
                    <a:schemeClr val="tx1"/>
                  </a:solidFill>
                  <a:latin typeface="楷体_GB2312" pitchFamily="1" charset="-122"/>
                  <a:ea typeface="宋体" panose="02010600030101010101" pitchFamily="2" charset="-122"/>
                </a:defRPr>
              </a:lvl5pPr>
              <a:lvl6pPr marL="2543175" indent="-257175" eaLnBrk="0" fontAlgn="base" hangingPunct="0">
                <a:spcBef>
                  <a:spcPct val="0"/>
                </a:spcBef>
                <a:spcAft>
                  <a:spcPct val="0"/>
                </a:spcAft>
                <a:buFont typeface="Arial" panose="020B0604020202020204" pitchFamily="34" charset="0"/>
                <a:defRPr sz="1600">
                  <a:solidFill>
                    <a:schemeClr val="tx1"/>
                  </a:solidFill>
                  <a:latin typeface="楷体_GB2312" pitchFamily="1" charset="-122"/>
                  <a:ea typeface="宋体" panose="02010600030101010101" pitchFamily="2" charset="-122"/>
                </a:defRPr>
              </a:lvl6pPr>
              <a:lvl7pPr marL="3000375" indent="-257175" eaLnBrk="0" fontAlgn="base" hangingPunct="0">
                <a:spcBef>
                  <a:spcPct val="0"/>
                </a:spcBef>
                <a:spcAft>
                  <a:spcPct val="0"/>
                </a:spcAft>
                <a:buFont typeface="Arial" panose="020B0604020202020204" pitchFamily="34" charset="0"/>
                <a:defRPr sz="1600">
                  <a:solidFill>
                    <a:schemeClr val="tx1"/>
                  </a:solidFill>
                  <a:latin typeface="楷体_GB2312" pitchFamily="1" charset="-122"/>
                  <a:ea typeface="宋体" panose="02010600030101010101" pitchFamily="2" charset="-122"/>
                </a:defRPr>
              </a:lvl7pPr>
              <a:lvl8pPr marL="3457575" indent="-257175" eaLnBrk="0" fontAlgn="base" hangingPunct="0">
                <a:spcBef>
                  <a:spcPct val="0"/>
                </a:spcBef>
                <a:spcAft>
                  <a:spcPct val="0"/>
                </a:spcAft>
                <a:buFont typeface="Arial" panose="020B0604020202020204" pitchFamily="34" charset="0"/>
                <a:defRPr sz="1600">
                  <a:solidFill>
                    <a:schemeClr val="tx1"/>
                  </a:solidFill>
                  <a:latin typeface="楷体_GB2312" pitchFamily="1" charset="-122"/>
                  <a:ea typeface="宋体" panose="02010600030101010101" pitchFamily="2" charset="-122"/>
                </a:defRPr>
              </a:lvl8pPr>
              <a:lvl9pPr marL="3914775" indent="-257175" eaLnBrk="0" fontAlgn="base" hangingPunct="0">
                <a:spcBef>
                  <a:spcPct val="0"/>
                </a:spcBef>
                <a:spcAft>
                  <a:spcPct val="0"/>
                </a:spcAft>
                <a:buFont typeface="Arial" panose="020B0604020202020204" pitchFamily="34" charset="0"/>
                <a:defRPr sz="1600">
                  <a:solidFill>
                    <a:schemeClr val="tx1"/>
                  </a:solidFill>
                  <a:latin typeface="楷体_GB2312" pitchFamily="1" charset="-122"/>
                  <a:ea typeface="宋体" panose="02010600030101010101" pitchFamily="2" charset="-122"/>
                </a:defRPr>
              </a:lvl9pPr>
            </a:lstStyle>
            <a:p>
              <a:pPr lvl="0" algn="l">
                <a:buClrTx/>
                <a:buSzTx/>
                <a:buFont typeface="Arial" panose="020B0604020202020204" pitchFamily="34" charset="0"/>
                <a:buChar char="•"/>
              </a:pPr>
              <a:r>
                <a:rPr lang="zh-CN" altLang="en-US" sz="1400" b="1">
                  <a:latin typeface="微软雅黑" panose="020B0503020204020204" pitchFamily="34" charset="-122"/>
                  <a:ea typeface="微软雅黑" panose="020B0503020204020204" pitchFamily="34" charset="-122"/>
                  <a:sym typeface="+mn-ea"/>
                </a:rPr>
                <a:t>三表</a:t>
              </a:r>
              <a:endParaRPr lang="zh-CN" altLang="en-US" sz="1400" b="1">
                <a:latin typeface="微软雅黑" panose="020B0503020204020204" pitchFamily="34" charset="-122"/>
                <a:ea typeface="微软雅黑" panose="020B0503020204020204" pitchFamily="34" charset="-122"/>
                <a:sym typeface="+mn-ea"/>
              </a:endParaRPr>
            </a:p>
          </p:txBody>
        </p:sp>
        <p:grpSp>
          <p:nvGrpSpPr>
            <p:cNvPr id="40" name="组合 96"/>
            <p:cNvGrpSpPr/>
            <p:nvPr/>
          </p:nvGrpSpPr>
          <p:grpSpPr bwMode="auto">
            <a:xfrm>
              <a:off x="4302" y="4367"/>
              <a:ext cx="9797" cy="341"/>
              <a:chOff x="1457882" y="2708920"/>
              <a:chExt cx="6496624" cy="216024"/>
            </a:xfrm>
          </p:grpSpPr>
          <p:cxnSp>
            <p:nvCxnSpPr>
              <p:cNvPr id="41" name="肘形连接符 97"/>
              <p:cNvCxnSpPr>
                <a:cxnSpLocks noChangeShapeType="1"/>
                <a:stCxn id="8" idx="0"/>
                <a:endCxn id="13" idx="0"/>
              </p:cNvCxnSpPr>
              <p:nvPr>
                <p:custDataLst>
                  <p:tags r:id="rId36"/>
                </p:custDataLst>
              </p:nvPr>
            </p:nvCxnSpPr>
            <p:spPr bwMode="auto">
              <a:xfrm rot="5400000" flipH="1" flipV="1">
                <a:off x="4070095" y="209848"/>
                <a:ext cx="17406" cy="5241832"/>
              </a:xfrm>
              <a:prstGeom prst="bentConnector3">
                <a:avLst>
                  <a:gd name="adj1" fmla="val 1409053"/>
                </a:avLst>
              </a:prstGeom>
              <a:noFill/>
              <a:ln w="9525" algn="ctr">
                <a:solidFill>
                  <a:schemeClr val="accent5"/>
                </a:solidFill>
                <a:miter lim="800000"/>
                <a:tailEnd type="arrow" w="med" len="med"/>
              </a:ln>
              <a:extLst>
                <a:ext uri="{909E8E84-426E-40DD-AFC4-6F175D3DCCD1}">
                  <a14:hiddenFill xmlns:a14="http://schemas.microsoft.com/office/drawing/2010/main">
                    <a:noFill/>
                  </a14:hiddenFill>
                </a:ext>
              </a:extLst>
            </p:spPr>
          </p:cxnSp>
          <p:cxnSp>
            <p:nvCxnSpPr>
              <p:cNvPr id="42" name="肘形连接符 98"/>
              <p:cNvCxnSpPr>
                <a:cxnSpLocks noChangeShapeType="1"/>
                <a:stCxn id="9" idx="0"/>
                <a:endCxn id="13" idx="0"/>
              </p:cNvCxnSpPr>
              <p:nvPr>
                <p:custDataLst>
                  <p:tags r:id="rId37"/>
                </p:custDataLst>
              </p:nvPr>
            </p:nvCxnSpPr>
            <p:spPr bwMode="auto">
              <a:xfrm rot="5400000" flipH="1" flipV="1">
                <a:off x="4748834" y="883839"/>
                <a:ext cx="12658" cy="3889101"/>
              </a:xfrm>
              <a:prstGeom prst="bentConnector3">
                <a:avLst>
                  <a:gd name="adj1" fmla="val 1900000"/>
                </a:avLst>
              </a:prstGeom>
              <a:noFill/>
              <a:ln w="9525" algn="ctr">
                <a:solidFill>
                  <a:srgbClr val="3787C3"/>
                </a:solidFill>
                <a:miter lim="800000"/>
                <a:tailEnd type="triangle" w="med" len="med"/>
              </a:ln>
              <a:extLst>
                <a:ext uri="{909E8E84-426E-40DD-AFC4-6F175D3DCCD1}">
                  <a14:hiddenFill xmlns:a14="http://schemas.microsoft.com/office/drawing/2010/main">
                    <a:noFill/>
                  </a14:hiddenFill>
                </a:ext>
              </a:extLst>
            </p:spPr>
          </p:cxnSp>
          <p:cxnSp>
            <p:nvCxnSpPr>
              <p:cNvPr id="43" name="肘形连接符 99"/>
              <p:cNvCxnSpPr>
                <a:cxnSpLocks noChangeShapeType="1"/>
                <a:stCxn id="35" idx="0"/>
                <a:endCxn id="13" idx="0"/>
              </p:cNvCxnSpPr>
              <p:nvPr>
                <p:custDataLst>
                  <p:tags r:id="rId38"/>
                </p:custDataLst>
              </p:nvPr>
            </p:nvCxnSpPr>
            <p:spPr bwMode="auto">
              <a:xfrm rot="16200000" flipV="1">
                <a:off x="7226355" y="2295724"/>
                <a:ext cx="12658" cy="1052677"/>
              </a:xfrm>
              <a:prstGeom prst="bentConnector3">
                <a:avLst>
                  <a:gd name="adj1" fmla="val 1800000"/>
                </a:avLst>
              </a:prstGeom>
              <a:noFill/>
              <a:ln w="9525" algn="ctr">
                <a:solidFill>
                  <a:srgbClr val="3787C3"/>
                </a:solidFill>
                <a:miter lim="800000"/>
                <a:tailEnd type="triangle" w="med" len="med"/>
              </a:ln>
              <a:extLst>
                <a:ext uri="{909E8E84-426E-40DD-AFC4-6F175D3DCCD1}">
                  <a14:hiddenFill xmlns:a14="http://schemas.microsoft.com/office/drawing/2010/main">
                    <a:noFill/>
                  </a14:hiddenFill>
                </a:ext>
              </a:extLst>
            </p:spPr>
          </p:cxnSp>
          <p:cxnSp>
            <p:nvCxnSpPr>
              <p:cNvPr id="44" name="直接箭头连接符 100"/>
              <p:cNvCxnSpPr>
                <a:cxnSpLocks noChangeShapeType="1"/>
              </p:cNvCxnSpPr>
              <p:nvPr>
                <p:custDataLst>
                  <p:tags r:id="rId39"/>
                </p:custDataLst>
              </p:nvPr>
            </p:nvCxnSpPr>
            <p:spPr bwMode="auto">
              <a:xfrm flipV="1">
                <a:off x="1637487" y="2708920"/>
                <a:ext cx="0" cy="216024"/>
              </a:xfrm>
              <a:prstGeom prst="straightConnector1">
                <a:avLst/>
              </a:prstGeom>
              <a:noFill/>
              <a:ln w="9525" algn="ctr">
                <a:solidFill>
                  <a:schemeClr val="accent5"/>
                </a:solidFill>
                <a:round/>
                <a:tailEnd type="triangle" w="med" len="med"/>
              </a:ln>
              <a:extLst>
                <a:ext uri="{909E8E84-426E-40DD-AFC4-6F175D3DCCD1}">
                  <a14:hiddenFill xmlns:a14="http://schemas.microsoft.com/office/drawing/2010/main">
                    <a:noFill/>
                  </a14:hiddenFill>
                </a:ext>
              </a:extLst>
            </p:spPr>
          </p:cxnSp>
          <p:cxnSp>
            <p:nvCxnSpPr>
              <p:cNvPr id="45" name="直接箭头连接符 101"/>
              <p:cNvCxnSpPr>
                <a:cxnSpLocks noChangeShapeType="1"/>
              </p:cNvCxnSpPr>
              <p:nvPr>
                <p:custDataLst>
                  <p:tags r:id="rId40"/>
                </p:custDataLst>
              </p:nvPr>
            </p:nvCxnSpPr>
            <p:spPr bwMode="auto">
              <a:xfrm flipV="1">
                <a:off x="2991134" y="2708920"/>
                <a:ext cx="0" cy="210696"/>
              </a:xfrm>
              <a:prstGeom prst="straightConnector1">
                <a:avLst/>
              </a:prstGeom>
              <a:noFill/>
              <a:ln w="9525" algn="ctr">
                <a:solidFill>
                  <a:schemeClr val="accent5"/>
                </a:solidFill>
                <a:round/>
                <a:tailEnd type="triangle" w="med" len="med"/>
              </a:ln>
              <a:extLst>
                <a:ext uri="{909E8E84-426E-40DD-AFC4-6F175D3DCCD1}">
                  <a14:hiddenFill xmlns:a14="http://schemas.microsoft.com/office/drawing/2010/main">
                    <a:noFill/>
                  </a14:hiddenFill>
                </a:ext>
              </a:extLst>
            </p:spPr>
          </p:cxnSp>
          <p:cxnSp>
            <p:nvCxnSpPr>
              <p:cNvPr id="46" name="直接箭头连接符 102"/>
              <p:cNvCxnSpPr>
                <a:cxnSpLocks noChangeShapeType="1"/>
              </p:cNvCxnSpPr>
              <p:nvPr>
                <p:custDataLst>
                  <p:tags r:id="rId41"/>
                </p:custDataLst>
              </p:nvPr>
            </p:nvCxnSpPr>
            <p:spPr bwMode="auto">
              <a:xfrm flipV="1">
                <a:off x="7948156" y="2708920"/>
                <a:ext cx="6350" cy="198512"/>
              </a:xfrm>
              <a:prstGeom prst="straightConnector1">
                <a:avLst/>
              </a:prstGeom>
              <a:noFill/>
              <a:ln w="9525" algn="ctr">
                <a:solidFill>
                  <a:schemeClr val="accent5"/>
                </a:solidFill>
                <a:round/>
                <a:tailEnd type="triangle" w="med" len="med"/>
              </a:ln>
              <a:extLst>
                <a:ext uri="{909E8E84-426E-40DD-AFC4-6F175D3DCCD1}">
                  <a14:hiddenFill xmlns:a14="http://schemas.microsoft.com/office/drawing/2010/main">
                    <a:noFill/>
                  </a14:hiddenFill>
                </a:ext>
              </a:extLst>
            </p:spPr>
          </p:cxnSp>
        </p:grpSp>
        <p:sp>
          <p:nvSpPr>
            <p:cNvPr id="47" name="流程图: 磁盘 46"/>
            <p:cNvSpPr/>
            <p:nvPr>
              <p:custDataLst>
                <p:tags r:id="rId42"/>
              </p:custDataLst>
            </p:nvPr>
          </p:nvSpPr>
          <p:spPr>
            <a:xfrm>
              <a:off x="13098" y="6558"/>
              <a:ext cx="1908" cy="795"/>
            </a:xfrm>
            <a:prstGeom prst="flowChartMagneticDisk">
              <a:avLst/>
            </a:prstGeom>
            <a:gradFill rotWithShape="1">
              <a:gsLst>
                <a:gs pos="0">
                  <a:schemeClr val="accent1">
                    <a:tint val="50000"/>
                    <a:satMod val="300000"/>
                  </a:schemeClr>
                </a:gs>
                <a:gs pos="35000">
                  <a:schemeClr val="accent1">
                    <a:tint val="37000"/>
                    <a:satMod val="300000"/>
                  </a:schemeClr>
                </a:gs>
                <a:gs pos="100000">
                  <a:schemeClr val="accent1">
                    <a:tint val="15000"/>
                    <a:satMod val="350000"/>
                  </a:schemeClr>
                </a:gs>
              </a:gsLst>
              <a:lin ang="16200000" scaled="1"/>
            </a:gradFill>
            <a:ln w="9525" cap="flat" cmpd="sng" algn="ctr">
              <a:solidFill>
                <a:schemeClr val="accent1">
                  <a:shade val="95000"/>
                  <a:satMod val="105000"/>
                </a:schemeClr>
              </a:solidFill>
              <a:prstDash val="solid"/>
            </a:ln>
            <a:effectLst>
              <a:outerShdw blurRad="40000" dist="20000" dir="5400000" rotWithShape="0">
                <a:srgbClr val="000000">
                  <a:alpha val="38000"/>
                </a:srgbClr>
              </a:outerShdw>
            </a:effectLst>
          </p:spPr>
          <p:txBody>
            <a:bodyPr anchor="ctr"/>
            <a:lstStyle/>
            <a:p>
              <a:pPr algn="ctr" eaLnBrk="1" fontAlgn="auto" hangingPunct="1">
                <a:spcBef>
                  <a:spcPts val="0"/>
                </a:spcBef>
                <a:spcAft>
                  <a:spcPts val="0"/>
                </a:spcAft>
                <a:buFontTx/>
                <a:buNone/>
                <a:defRPr/>
              </a:pPr>
              <a:r>
                <a:rPr lang="en-US" altLang="zh-CN" sz="1200" kern="0" dirty="0">
                  <a:solidFill>
                    <a:schemeClr val="tx1"/>
                  </a:solidFill>
                </a:rPr>
                <a:t>HR</a:t>
              </a:r>
              <a:r>
                <a:rPr lang="zh-CN" altLang="en-US" sz="1200" kern="0" dirty="0">
                  <a:solidFill>
                    <a:schemeClr val="tx1"/>
                  </a:solidFill>
                </a:rPr>
                <a:t>系统</a:t>
              </a:r>
              <a:endParaRPr lang="en-US" altLang="zh-CN" sz="1200" kern="0" dirty="0">
                <a:solidFill>
                  <a:schemeClr val="tx1"/>
                </a:solidFill>
              </a:endParaRPr>
            </a:p>
            <a:p>
              <a:pPr algn="ctr" eaLnBrk="1" fontAlgn="auto" hangingPunct="1">
                <a:spcBef>
                  <a:spcPts val="0"/>
                </a:spcBef>
                <a:spcAft>
                  <a:spcPts val="0"/>
                </a:spcAft>
                <a:buFontTx/>
                <a:buNone/>
                <a:defRPr/>
              </a:pPr>
              <a:r>
                <a:rPr lang="zh-CN" altLang="en-US" sz="1200" kern="0" dirty="0">
                  <a:solidFill>
                    <a:schemeClr val="tx1"/>
                  </a:solidFill>
                </a:rPr>
                <a:t>（统一）</a:t>
              </a:r>
              <a:endParaRPr lang="zh-CN" altLang="en-US" sz="1200" kern="0" dirty="0">
                <a:solidFill>
                  <a:schemeClr val="tx1"/>
                </a:solidFill>
              </a:endParaRPr>
            </a:p>
          </p:txBody>
        </p:sp>
        <p:cxnSp>
          <p:nvCxnSpPr>
            <p:cNvPr id="48" name="直接箭头连接符 104"/>
            <p:cNvCxnSpPr>
              <a:cxnSpLocks noChangeShapeType="1"/>
              <a:stCxn id="47" idx="1"/>
              <a:endCxn id="35" idx="2"/>
            </p:cNvCxnSpPr>
            <p:nvPr>
              <p:custDataLst>
                <p:tags r:id="rId43"/>
              </p:custDataLst>
            </p:nvPr>
          </p:nvCxnSpPr>
          <p:spPr bwMode="auto">
            <a:xfrm flipV="1">
              <a:off x="14052" y="5475"/>
              <a:ext cx="6" cy="1083"/>
            </a:xfrm>
            <a:prstGeom prst="straightConnector1">
              <a:avLst/>
            </a:prstGeom>
            <a:noFill/>
            <a:ln w="9525" algn="ctr">
              <a:solidFill>
                <a:schemeClr val="accent5"/>
              </a:solidFill>
              <a:round/>
              <a:tailEnd type="triangle" w="med" len="med"/>
            </a:ln>
            <a:extLst>
              <a:ext uri="{909E8E84-426E-40DD-AFC4-6F175D3DCCD1}">
                <a14:hiddenFill xmlns:a14="http://schemas.microsoft.com/office/drawing/2010/main">
                  <a:noFill/>
                </a14:hiddenFill>
              </a:ext>
            </a:extLst>
          </p:spPr>
        </p:cxnSp>
        <p:sp>
          <p:nvSpPr>
            <p:cNvPr id="49" name="流程图: 磁盘 48"/>
            <p:cNvSpPr/>
            <p:nvPr>
              <p:custDataLst>
                <p:tags r:id="rId44"/>
              </p:custDataLst>
            </p:nvPr>
          </p:nvSpPr>
          <p:spPr>
            <a:xfrm>
              <a:off x="13097" y="7455"/>
              <a:ext cx="1869" cy="795"/>
            </a:xfrm>
            <a:prstGeom prst="flowChartMagneticDisk">
              <a:avLst/>
            </a:prstGeom>
            <a:gradFill rotWithShape="1">
              <a:gsLst>
                <a:gs pos="0">
                  <a:schemeClr val="accent1">
                    <a:tint val="50000"/>
                    <a:satMod val="300000"/>
                  </a:schemeClr>
                </a:gs>
                <a:gs pos="35000">
                  <a:schemeClr val="accent1">
                    <a:tint val="37000"/>
                    <a:satMod val="300000"/>
                  </a:schemeClr>
                </a:gs>
                <a:gs pos="100000">
                  <a:schemeClr val="accent1">
                    <a:tint val="15000"/>
                    <a:satMod val="350000"/>
                  </a:schemeClr>
                </a:gs>
              </a:gsLst>
              <a:lin ang="16200000" scaled="1"/>
            </a:gradFill>
            <a:ln w="9525" cap="flat" cmpd="sng" algn="ctr">
              <a:solidFill>
                <a:schemeClr val="accent1">
                  <a:shade val="95000"/>
                  <a:satMod val="105000"/>
                </a:schemeClr>
              </a:solidFill>
              <a:prstDash val="solid"/>
            </a:ln>
            <a:effectLst>
              <a:outerShdw blurRad="40000" dist="20000" dir="5400000" rotWithShape="0">
                <a:srgbClr val="000000">
                  <a:alpha val="38000"/>
                </a:srgbClr>
              </a:outerShdw>
            </a:effectLst>
          </p:spPr>
          <p:txBody>
            <a:bodyPr anchor="ctr"/>
            <a:lstStyle/>
            <a:p>
              <a:pPr algn="ctr" eaLnBrk="1" fontAlgn="auto" hangingPunct="1">
                <a:spcBef>
                  <a:spcPts val="0"/>
                </a:spcBef>
                <a:spcAft>
                  <a:spcPts val="0"/>
                </a:spcAft>
                <a:buFontTx/>
                <a:buNone/>
                <a:defRPr/>
              </a:pPr>
              <a:r>
                <a:rPr lang="en-US" altLang="zh-CN" sz="1200" kern="0" dirty="0">
                  <a:solidFill>
                    <a:schemeClr val="tx1"/>
                  </a:solidFill>
                </a:rPr>
                <a:t>HR</a:t>
              </a:r>
              <a:r>
                <a:rPr lang="zh-CN" altLang="en-US" sz="1200" kern="0" dirty="0">
                  <a:solidFill>
                    <a:schemeClr val="tx1"/>
                  </a:solidFill>
                </a:rPr>
                <a:t>系统</a:t>
              </a:r>
              <a:endParaRPr lang="en-US" altLang="zh-CN" sz="1200" kern="0" dirty="0">
                <a:solidFill>
                  <a:schemeClr val="tx1"/>
                </a:solidFill>
              </a:endParaRPr>
            </a:p>
            <a:p>
              <a:pPr algn="ctr" eaLnBrk="1" fontAlgn="auto" hangingPunct="1">
                <a:spcBef>
                  <a:spcPts val="0"/>
                </a:spcBef>
                <a:spcAft>
                  <a:spcPts val="0"/>
                </a:spcAft>
                <a:buFontTx/>
                <a:buNone/>
                <a:defRPr/>
              </a:pPr>
              <a:r>
                <a:rPr lang="zh-CN" altLang="en-US" sz="1200" kern="0" dirty="0">
                  <a:solidFill>
                    <a:schemeClr val="tx1"/>
                  </a:solidFill>
                </a:rPr>
                <a:t>（保险）</a:t>
              </a:r>
              <a:endParaRPr lang="zh-CN" altLang="en-US" sz="1200" kern="0" dirty="0">
                <a:solidFill>
                  <a:schemeClr val="tx1"/>
                </a:solidFill>
              </a:endParaRPr>
            </a:p>
          </p:txBody>
        </p:sp>
        <p:sp>
          <p:nvSpPr>
            <p:cNvPr id="50" name="椭圆 49"/>
            <p:cNvSpPr/>
            <p:nvPr>
              <p:custDataLst>
                <p:tags r:id="rId45"/>
              </p:custDataLst>
            </p:nvPr>
          </p:nvSpPr>
          <p:spPr>
            <a:xfrm>
              <a:off x="4924" y="6723"/>
              <a:ext cx="1360" cy="647"/>
            </a:xfrm>
            <a:prstGeom prst="ellipse">
              <a:avLst/>
            </a:prstGeom>
            <a:gradFill rotWithShape="1">
              <a:gsLst>
                <a:gs pos="0">
                  <a:schemeClr val="accent2">
                    <a:tint val="50000"/>
                    <a:satMod val="300000"/>
                  </a:schemeClr>
                </a:gs>
                <a:gs pos="35000">
                  <a:schemeClr val="accent2">
                    <a:tint val="37000"/>
                    <a:satMod val="300000"/>
                  </a:schemeClr>
                </a:gs>
                <a:gs pos="100000">
                  <a:schemeClr val="accent2">
                    <a:tint val="15000"/>
                    <a:satMod val="350000"/>
                  </a:schemeClr>
                </a:gs>
              </a:gsLst>
              <a:lin ang="16200000" scaled="1"/>
            </a:gradFill>
            <a:ln w="9525" cap="flat" cmpd="sng" algn="ctr">
              <a:solidFill>
                <a:schemeClr val="accent2">
                  <a:shade val="95000"/>
                  <a:satMod val="105000"/>
                </a:schemeClr>
              </a:solidFill>
              <a:prstDash val="solid"/>
            </a:ln>
            <a:effectLst>
              <a:outerShdw blurRad="40000" dist="20000" dir="5400000" rotWithShape="0">
                <a:srgbClr val="000000">
                  <a:alpha val="38000"/>
                </a:srgbClr>
              </a:outerShdw>
            </a:effectLst>
          </p:spPr>
          <p:txBody>
            <a:bodyPr anchor="ctr"/>
            <a:lstStyle/>
            <a:p>
              <a:pPr algn="ctr" eaLnBrk="1" fontAlgn="auto" hangingPunct="1">
                <a:spcBef>
                  <a:spcPts val="0"/>
                </a:spcBef>
                <a:spcAft>
                  <a:spcPts val="0"/>
                </a:spcAft>
                <a:buFontTx/>
                <a:buNone/>
                <a:defRPr/>
              </a:pPr>
              <a:r>
                <a:rPr lang="zh-CN" altLang="en-US" sz="1100" kern="0" dirty="0">
                  <a:solidFill>
                    <a:schemeClr val="tx1"/>
                  </a:solidFill>
                </a:rPr>
                <a:t>潜在</a:t>
              </a:r>
              <a:br>
                <a:rPr lang="en-US" altLang="zh-CN" sz="1100" kern="0" dirty="0">
                  <a:solidFill>
                    <a:schemeClr val="tx1"/>
                  </a:solidFill>
                </a:rPr>
              </a:br>
              <a:r>
                <a:rPr lang="zh-CN" altLang="en-US" sz="1100" kern="0" dirty="0">
                  <a:solidFill>
                    <a:schemeClr val="tx1"/>
                  </a:solidFill>
                </a:rPr>
                <a:t>不一致风险</a:t>
              </a:r>
              <a:endParaRPr lang="zh-CN" altLang="en-US" sz="1100" kern="0" dirty="0">
                <a:solidFill>
                  <a:schemeClr val="tx1"/>
                </a:solidFill>
              </a:endParaRPr>
            </a:p>
          </p:txBody>
        </p:sp>
        <p:sp>
          <p:nvSpPr>
            <p:cNvPr id="51" name="上箭头 50"/>
            <p:cNvSpPr/>
            <p:nvPr>
              <p:custDataLst>
                <p:tags r:id="rId46"/>
              </p:custDataLst>
            </p:nvPr>
          </p:nvSpPr>
          <p:spPr>
            <a:xfrm rot="18335439">
              <a:off x="4558" y="6184"/>
              <a:ext cx="398" cy="660"/>
            </a:xfrm>
            <a:prstGeom prst="upArrow">
              <a:avLst/>
            </a:prstGeom>
            <a:gradFill rotWithShape="1">
              <a:gsLst>
                <a:gs pos="0">
                  <a:schemeClr val="accent2">
                    <a:tint val="50000"/>
                    <a:satMod val="300000"/>
                  </a:schemeClr>
                </a:gs>
                <a:gs pos="35000">
                  <a:schemeClr val="accent2">
                    <a:tint val="37000"/>
                    <a:satMod val="300000"/>
                  </a:schemeClr>
                </a:gs>
                <a:gs pos="100000">
                  <a:schemeClr val="accent2">
                    <a:tint val="15000"/>
                    <a:satMod val="350000"/>
                  </a:schemeClr>
                </a:gs>
              </a:gsLst>
              <a:lin ang="16200000" scaled="1"/>
            </a:gradFill>
            <a:ln w="9525" cap="flat" cmpd="sng" algn="ctr">
              <a:solidFill>
                <a:schemeClr val="accent2">
                  <a:shade val="95000"/>
                  <a:satMod val="105000"/>
                </a:schemeClr>
              </a:solidFill>
              <a:prstDash val="solid"/>
            </a:ln>
            <a:effectLst>
              <a:outerShdw blurRad="40000" dist="20000" dir="5400000" rotWithShape="0">
                <a:srgbClr val="000000">
                  <a:alpha val="38000"/>
                </a:srgbClr>
              </a:outerShdw>
            </a:effectLst>
          </p:spPr>
          <p:txBody>
            <a:bodyPr anchor="ctr"/>
            <a:lstStyle/>
            <a:p>
              <a:pPr algn="ctr" eaLnBrk="1" fontAlgn="auto" hangingPunct="1">
                <a:spcBef>
                  <a:spcPts val="0"/>
                </a:spcBef>
                <a:spcAft>
                  <a:spcPts val="0"/>
                </a:spcAft>
                <a:buFontTx/>
                <a:buNone/>
                <a:defRPr/>
              </a:pPr>
              <a:endParaRPr lang="zh-CN" altLang="en-US" sz="1800" kern="0">
                <a:solidFill>
                  <a:schemeClr val="tx1"/>
                </a:solidFill>
                <a:latin typeface="微软雅黑" panose="020B0503020204020204" pitchFamily="34" charset="-122"/>
                <a:ea typeface="微软雅黑" panose="020B0503020204020204" pitchFamily="34" charset="-122"/>
              </a:endParaRPr>
            </a:p>
          </p:txBody>
        </p:sp>
        <p:sp>
          <p:nvSpPr>
            <p:cNvPr id="52" name="上箭头 51"/>
            <p:cNvSpPr/>
            <p:nvPr>
              <p:custDataLst>
                <p:tags r:id="rId47"/>
              </p:custDataLst>
            </p:nvPr>
          </p:nvSpPr>
          <p:spPr>
            <a:xfrm rot="2567829">
              <a:off x="6184" y="6145"/>
              <a:ext cx="360" cy="668"/>
            </a:xfrm>
            <a:prstGeom prst="upArrow">
              <a:avLst/>
            </a:prstGeom>
            <a:gradFill rotWithShape="1">
              <a:gsLst>
                <a:gs pos="0">
                  <a:schemeClr val="accent2">
                    <a:tint val="50000"/>
                    <a:satMod val="300000"/>
                  </a:schemeClr>
                </a:gs>
                <a:gs pos="35000">
                  <a:schemeClr val="accent2">
                    <a:tint val="37000"/>
                    <a:satMod val="300000"/>
                  </a:schemeClr>
                </a:gs>
                <a:gs pos="100000">
                  <a:schemeClr val="accent2">
                    <a:tint val="15000"/>
                    <a:satMod val="350000"/>
                  </a:schemeClr>
                </a:gs>
              </a:gsLst>
              <a:lin ang="16200000" scaled="1"/>
            </a:gradFill>
            <a:ln w="9525" cap="flat" cmpd="sng" algn="ctr">
              <a:solidFill>
                <a:schemeClr val="accent2">
                  <a:shade val="95000"/>
                  <a:satMod val="105000"/>
                </a:schemeClr>
              </a:solidFill>
              <a:prstDash val="solid"/>
            </a:ln>
            <a:effectLst>
              <a:outerShdw blurRad="40000" dist="20000" dir="5400000" rotWithShape="0">
                <a:srgbClr val="000000">
                  <a:alpha val="38000"/>
                </a:srgbClr>
              </a:outerShdw>
            </a:effectLst>
          </p:spPr>
          <p:txBody>
            <a:bodyPr anchor="ctr"/>
            <a:lstStyle/>
            <a:p>
              <a:pPr algn="ctr" eaLnBrk="1" fontAlgn="auto" hangingPunct="1">
                <a:spcBef>
                  <a:spcPts val="0"/>
                </a:spcBef>
                <a:spcAft>
                  <a:spcPts val="0"/>
                </a:spcAft>
                <a:buFontTx/>
                <a:buNone/>
                <a:defRPr/>
              </a:pPr>
              <a:endParaRPr lang="zh-CN" altLang="en-US" sz="1800" kern="0">
                <a:solidFill>
                  <a:schemeClr val="tx1"/>
                </a:solidFill>
                <a:latin typeface="微软雅黑" panose="020B0503020204020204" pitchFamily="34" charset="-122"/>
                <a:ea typeface="微软雅黑" panose="020B0503020204020204" pitchFamily="34" charset="-122"/>
              </a:endParaRPr>
            </a:p>
          </p:txBody>
        </p:sp>
        <p:sp>
          <p:nvSpPr>
            <p:cNvPr id="53" name="上箭头 52"/>
            <p:cNvSpPr/>
            <p:nvPr>
              <p:custDataLst>
                <p:tags r:id="rId48"/>
              </p:custDataLst>
            </p:nvPr>
          </p:nvSpPr>
          <p:spPr>
            <a:xfrm rot="15432679">
              <a:off x="3794" y="6620"/>
              <a:ext cx="430" cy="1535"/>
            </a:xfrm>
            <a:prstGeom prst="upArrow">
              <a:avLst/>
            </a:prstGeom>
            <a:gradFill rotWithShape="1">
              <a:gsLst>
                <a:gs pos="0">
                  <a:schemeClr val="accent2">
                    <a:tint val="50000"/>
                    <a:satMod val="300000"/>
                  </a:schemeClr>
                </a:gs>
                <a:gs pos="35000">
                  <a:schemeClr val="accent2">
                    <a:tint val="37000"/>
                    <a:satMod val="300000"/>
                  </a:schemeClr>
                </a:gs>
                <a:gs pos="100000">
                  <a:schemeClr val="accent2">
                    <a:tint val="15000"/>
                    <a:satMod val="350000"/>
                  </a:schemeClr>
                </a:gs>
              </a:gsLst>
              <a:lin ang="16200000" scaled="1"/>
            </a:gradFill>
            <a:ln w="9525" cap="flat" cmpd="sng" algn="ctr">
              <a:solidFill>
                <a:schemeClr val="accent2">
                  <a:shade val="95000"/>
                  <a:satMod val="105000"/>
                </a:schemeClr>
              </a:solidFill>
              <a:prstDash val="solid"/>
            </a:ln>
            <a:effectLst>
              <a:outerShdw blurRad="40000" dist="20000" dir="5400000" rotWithShape="0">
                <a:srgbClr val="000000">
                  <a:alpha val="38000"/>
                </a:srgbClr>
              </a:outerShdw>
            </a:effectLst>
          </p:spPr>
          <p:txBody>
            <a:bodyPr anchor="ctr"/>
            <a:lstStyle/>
            <a:p>
              <a:pPr algn="ctr" eaLnBrk="1" fontAlgn="auto" hangingPunct="1">
                <a:spcBef>
                  <a:spcPts val="0"/>
                </a:spcBef>
                <a:spcAft>
                  <a:spcPts val="0"/>
                </a:spcAft>
                <a:buFontTx/>
                <a:buNone/>
                <a:defRPr/>
              </a:pPr>
              <a:endParaRPr lang="zh-CN" altLang="en-US" sz="1800" kern="0">
                <a:solidFill>
                  <a:schemeClr val="tx1"/>
                </a:solidFill>
                <a:latin typeface="微软雅黑" panose="020B0503020204020204" pitchFamily="34" charset="-122"/>
                <a:ea typeface="微软雅黑" panose="020B0503020204020204" pitchFamily="34" charset="-122"/>
              </a:endParaRPr>
            </a:p>
          </p:txBody>
        </p:sp>
        <p:sp>
          <p:nvSpPr>
            <p:cNvPr id="54" name="TextBox 110"/>
            <p:cNvSpPr txBox="1">
              <a:spLocks noChangeArrowheads="1"/>
            </p:cNvSpPr>
            <p:nvPr>
              <p:custDataLst>
                <p:tags r:id="rId49"/>
              </p:custDataLst>
            </p:nvPr>
          </p:nvSpPr>
          <p:spPr bwMode="auto">
            <a:xfrm>
              <a:off x="8539" y="6418"/>
              <a:ext cx="1775" cy="476"/>
            </a:xfrm>
            <a:prstGeom prst="rect">
              <a:avLst/>
            </a:prstGeom>
            <a:noFill/>
            <a:ln>
              <a:noFill/>
            </a:ln>
            <a:extLst>
              <a:ext uri="{909E8E84-426E-40DD-AFC4-6F175D3DCCD1}">
                <a14:hiddenFill xmlns:a14="http://schemas.microsoft.com/office/drawing/2010/main">
                  <a:solidFill>
                    <a:srgbClr val="FFFFFF"/>
                  </a:solidFill>
                </a14:hiddenFill>
              </a:ext>
            </a:extLst>
          </p:spPr>
          <p:txBody>
            <a:bodyPr>
              <a:spAutoFit/>
            </a:bodyPr>
            <a:lstStyle>
              <a:lvl1pPr marL="285750" indent="-285750">
                <a:defRPr sz="1600">
                  <a:solidFill>
                    <a:schemeClr val="tx1"/>
                  </a:solidFill>
                  <a:latin typeface="楷体_GB2312" pitchFamily="1" charset="-122"/>
                  <a:ea typeface="宋体" panose="02010600030101010101" pitchFamily="2" charset="-122"/>
                </a:defRPr>
              </a:lvl1pPr>
              <a:lvl2pPr>
                <a:defRPr sz="1600">
                  <a:solidFill>
                    <a:schemeClr val="tx1"/>
                  </a:solidFill>
                  <a:latin typeface="楷体_GB2312" pitchFamily="1" charset="-122"/>
                  <a:ea typeface="宋体" panose="02010600030101010101" pitchFamily="2" charset="-122"/>
                </a:defRPr>
              </a:lvl2pPr>
              <a:lvl3pPr>
                <a:defRPr sz="1600">
                  <a:solidFill>
                    <a:schemeClr val="tx1"/>
                  </a:solidFill>
                  <a:latin typeface="楷体_GB2312" pitchFamily="1" charset="-122"/>
                  <a:ea typeface="宋体" panose="02010600030101010101" pitchFamily="2" charset="-122"/>
                </a:defRPr>
              </a:lvl3pPr>
              <a:lvl4pPr>
                <a:defRPr sz="1600">
                  <a:solidFill>
                    <a:schemeClr val="tx1"/>
                  </a:solidFill>
                  <a:latin typeface="楷体_GB2312" pitchFamily="1" charset="-122"/>
                  <a:ea typeface="宋体" panose="02010600030101010101" pitchFamily="2" charset="-122"/>
                </a:defRPr>
              </a:lvl4pPr>
              <a:lvl5pPr>
                <a:defRPr sz="1600">
                  <a:solidFill>
                    <a:schemeClr val="tx1"/>
                  </a:solidFill>
                  <a:latin typeface="楷体_GB2312" pitchFamily="1" charset="-122"/>
                  <a:ea typeface="宋体" panose="02010600030101010101" pitchFamily="2" charset="-122"/>
                </a:defRPr>
              </a:lvl5pPr>
              <a:lvl6pPr marL="2543175" indent="-257175" eaLnBrk="0" fontAlgn="base" hangingPunct="0">
                <a:spcBef>
                  <a:spcPct val="0"/>
                </a:spcBef>
                <a:spcAft>
                  <a:spcPct val="0"/>
                </a:spcAft>
                <a:buFont typeface="Arial" panose="020B0604020202020204" pitchFamily="34" charset="0"/>
                <a:defRPr sz="1600">
                  <a:solidFill>
                    <a:schemeClr val="tx1"/>
                  </a:solidFill>
                  <a:latin typeface="楷体_GB2312" pitchFamily="1" charset="-122"/>
                  <a:ea typeface="宋体" panose="02010600030101010101" pitchFamily="2" charset="-122"/>
                </a:defRPr>
              </a:lvl6pPr>
              <a:lvl7pPr marL="3000375" indent="-257175" eaLnBrk="0" fontAlgn="base" hangingPunct="0">
                <a:spcBef>
                  <a:spcPct val="0"/>
                </a:spcBef>
                <a:spcAft>
                  <a:spcPct val="0"/>
                </a:spcAft>
                <a:buFont typeface="Arial" panose="020B0604020202020204" pitchFamily="34" charset="0"/>
                <a:defRPr sz="1600">
                  <a:solidFill>
                    <a:schemeClr val="tx1"/>
                  </a:solidFill>
                  <a:latin typeface="楷体_GB2312" pitchFamily="1" charset="-122"/>
                  <a:ea typeface="宋体" panose="02010600030101010101" pitchFamily="2" charset="-122"/>
                </a:defRPr>
              </a:lvl7pPr>
              <a:lvl8pPr marL="3457575" indent="-257175" eaLnBrk="0" fontAlgn="base" hangingPunct="0">
                <a:spcBef>
                  <a:spcPct val="0"/>
                </a:spcBef>
                <a:spcAft>
                  <a:spcPct val="0"/>
                </a:spcAft>
                <a:buFont typeface="Arial" panose="020B0604020202020204" pitchFamily="34" charset="0"/>
                <a:defRPr sz="1600">
                  <a:solidFill>
                    <a:schemeClr val="tx1"/>
                  </a:solidFill>
                  <a:latin typeface="楷体_GB2312" pitchFamily="1" charset="-122"/>
                  <a:ea typeface="宋体" panose="02010600030101010101" pitchFamily="2" charset="-122"/>
                </a:defRPr>
              </a:lvl8pPr>
              <a:lvl9pPr marL="3914775" indent="-257175" eaLnBrk="0" fontAlgn="base" hangingPunct="0">
                <a:spcBef>
                  <a:spcPct val="0"/>
                </a:spcBef>
                <a:spcAft>
                  <a:spcPct val="0"/>
                </a:spcAft>
                <a:buFont typeface="Arial" panose="020B0604020202020204" pitchFamily="34" charset="0"/>
                <a:defRPr sz="1600">
                  <a:solidFill>
                    <a:schemeClr val="tx1"/>
                  </a:solidFill>
                  <a:latin typeface="楷体_GB2312" pitchFamily="1" charset="-122"/>
                  <a:ea typeface="宋体" panose="02010600030101010101" pitchFamily="2" charset="-122"/>
                </a:defRPr>
              </a:lvl9pPr>
            </a:lstStyle>
            <a:p>
              <a:pPr lvl="0" algn="l">
                <a:buClrTx/>
                <a:buSzTx/>
                <a:buFont typeface="Arial" panose="020B0604020202020204" pitchFamily="34" charset="0"/>
                <a:buChar char="•"/>
              </a:pPr>
              <a:r>
                <a:rPr lang="zh-CN" altLang="en-US" sz="1400" b="1">
                  <a:latin typeface="微软雅黑" panose="020B0503020204020204" pitchFamily="34" charset="-122"/>
                  <a:ea typeface="微软雅黑" panose="020B0503020204020204" pitchFamily="34" charset="-122"/>
                  <a:sym typeface="+mn-ea"/>
                </a:rPr>
                <a:t>项目进度</a:t>
              </a:r>
              <a:endParaRPr lang="zh-CN" altLang="en-US" sz="1400" b="1">
                <a:latin typeface="微软雅黑" panose="020B0503020204020204" pitchFamily="34" charset="-122"/>
                <a:ea typeface="微软雅黑" panose="020B0503020204020204" pitchFamily="34" charset="-122"/>
                <a:sym typeface="+mn-ea"/>
              </a:endParaRPr>
            </a:p>
          </p:txBody>
        </p:sp>
        <p:cxnSp>
          <p:nvCxnSpPr>
            <p:cNvPr id="55" name="直接箭头连接符 111"/>
            <p:cNvCxnSpPr>
              <a:cxnSpLocks noChangeShapeType="1"/>
              <a:stCxn id="10" idx="0"/>
              <a:endCxn id="26" idx="2"/>
            </p:cNvCxnSpPr>
            <p:nvPr>
              <p:custDataLst>
                <p:tags r:id="rId50"/>
              </p:custDataLst>
            </p:nvPr>
          </p:nvCxnSpPr>
          <p:spPr bwMode="auto">
            <a:xfrm flipH="1" flipV="1">
              <a:off x="7069" y="2270"/>
              <a:ext cx="1578" cy="2438"/>
            </a:xfrm>
            <a:prstGeom prst="straightConnector1">
              <a:avLst/>
            </a:prstGeom>
            <a:noFill/>
            <a:ln w="9525" algn="ctr">
              <a:solidFill>
                <a:schemeClr val="accent5"/>
              </a:solidFill>
              <a:round/>
              <a:tailEnd type="triangle" w="med" len="med"/>
            </a:ln>
            <a:extLst>
              <a:ext uri="{909E8E84-426E-40DD-AFC4-6F175D3DCCD1}">
                <a14:hiddenFill xmlns:a14="http://schemas.microsoft.com/office/drawing/2010/main">
                  <a:noFill/>
                </a14:hiddenFill>
              </a:ext>
            </a:extLst>
          </p:spPr>
        </p:cxnSp>
        <p:sp>
          <p:nvSpPr>
            <p:cNvPr id="56" name="TextBox 112"/>
            <p:cNvSpPr txBox="1">
              <a:spLocks noChangeArrowheads="1"/>
            </p:cNvSpPr>
            <p:nvPr>
              <p:custDataLst>
                <p:tags r:id="rId51"/>
              </p:custDataLst>
            </p:nvPr>
          </p:nvSpPr>
          <p:spPr bwMode="auto">
            <a:xfrm>
              <a:off x="10689" y="6418"/>
              <a:ext cx="1775" cy="5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a:defRPr sz="1600">
                  <a:solidFill>
                    <a:schemeClr val="tx1"/>
                  </a:solidFill>
                  <a:latin typeface="楷体_GB2312" pitchFamily="1" charset="-122"/>
                  <a:ea typeface="宋体" panose="02010600030101010101" pitchFamily="2" charset="-122"/>
                </a:defRPr>
              </a:lvl1pPr>
              <a:lvl2pPr>
                <a:defRPr sz="1600">
                  <a:solidFill>
                    <a:schemeClr val="tx1"/>
                  </a:solidFill>
                  <a:latin typeface="楷体_GB2312" pitchFamily="1" charset="-122"/>
                  <a:ea typeface="宋体" panose="02010600030101010101" pitchFamily="2" charset="-122"/>
                </a:defRPr>
              </a:lvl2pPr>
              <a:lvl3pPr>
                <a:defRPr sz="1600">
                  <a:solidFill>
                    <a:schemeClr val="tx1"/>
                  </a:solidFill>
                  <a:latin typeface="楷体_GB2312" pitchFamily="1" charset="-122"/>
                  <a:ea typeface="宋体" panose="02010600030101010101" pitchFamily="2" charset="-122"/>
                </a:defRPr>
              </a:lvl3pPr>
              <a:lvl4pPr>
                <a:defRPr sz="1600">
                  <a:solidFill>
                    <a:schemeClr val="tx1"/>
                  </a:solidFill>
                  <a:latin typeface="楷体_GB2312" pitchFamily="1" charset="-122"/>
                  <a:ea typeface="宋体" panose="02010600030101010101" pitchFamily="2" charset="-122"/>
                </a:defRPr>
              </a:lvl4pPr>
              <a:lvl5pPr>
                <a:defRPr sz="1600">
                  <a:solidFill>
                    <a:schemeClr val="tx1"/>
                  </a:solidFill>
                  <a:latin typeface="楷体_GB2312" pitchFamily="1" charset="-122"/>
                  <a:ea typeface="宋体" panose="02010600030101010101" pitchFamily="2" charset="-122"/>
                </a:defRPr>
              </a:lvl5pPr>
              <a:lvl6pPr marL="2543175" indent="-257175" eaLnBrk="0" fontAlgn="base" hangingPunct="0">
                <a:spcBef>
                  <a:spcPct val="0"/>
                </a:spcBef>
                <a:spcAft>
                  <a:spcPct val="0"/>
                </a:spcAft>
                <a:buFont typeface="Arial" panose="020B0604020202020204" pitchFamily="34" charset="0"/>
                <a:defRPr sz="1600">
                  <a:solidFill>
                    <a:schemeClr val="tx1"/>
                  </a:solidFill>
                  <a:latin typeface="楷体_GB2312" pitchFamily="1" charset="-122"/>
                  <a:ea typeface="宋体" panose="02010600030101010101" pitchFamily="2" charset="-122"/>
                </a:defRPr>
              </a:lvl6pPr>
              <a:lvl7pPr marL="3000375" indent="-257175" eaLnBrk="0" fontAlgn="base" hangingPunct="0">
                <a:spcBef>
                  <a:spcPct val="0"/>
                </a:spcBef>
                <a:spcAft>
                  <a:spcPct val="0"/>
                </a:spcAft>
                <a:buFont typeface="Arial" panose="020B0604020202020204" pitchFamily="34" charset="0"/>
                <a:defRPr sz="1600">
                  <a:solidFill>
                    <a:schemeClr val="tx1"/>
                  </a:solidFill>
                  <a:latin typeface="楷体_GB2312" pitchFamily="1" charset="-122"/>
                  <a:ea typeface="宋体" panose="02010600030101010101" pitchFamily="2" charset="-122"/>
                </a:defRPr>
              </a:lvl7pPr>
              <a:lvl8pPr marL="3457575" indent="-257175" eaLnBrk="0" fontAlgn="base" hangingPunct="0">
                <a:spcBef>
                  <a:spcPct val="0"/>
                </a:spcBef>
                <a:spcAft>
                  <a:spcPct val="0"/>
                </a:spcAft>
                <a:buFont typeface="Arial" panose="020B0604020202020204" pitchFamily="34" charset="0"/>
                <a:defRPr sz="1600">
                  <a:solidFill>
                    <a:schemeClr val="tx1"/>
                  </a:solidFill>
                  <a:latin typeface="楷体_GB2312" pitchFamily="1" charset="-122"/>
                  <a:ea typeface="宋体" panose="02010600030101010101" pitchFamily="2" charset="-122"/>
                </a:defRPr>
              </a:lvl8pPr>
              <a:lvl9pPr marL="3914775" indent="-257175" eaLnBrk="0" fontAlgn="base" hangingPunct="0">
                <a:spcBef>
                  <a:spcPct val="0"/>
                </a:spcBef>
                <a:spcAft>
                  <a:spcPct val="0"/>
                </a:spcAft>
                <a:buFont typeface="Arial" panose="020B0604020202020204" pitchFamily="34" charset="0"/>
                <a:defRPr sz="1600">
                  <a:solidFill>
                    <a:schemeClr val="tx1"/>
                  </a:solidFill>
                  <a:latin typeface="楷体_GB2312" pitchFamily="1" charset="-122"/>
                  <a:ea typeface="宋体" panose="02010600030101010101" pitchFamily="2" charset="-122"/>
                </a:defRPr>
              </a:lvl9pPr>
            </a:lstStyle>
            <a:p>
              <a:pPr eaLnBrk="1" hangingPunct="1">
                <a:buFont typeface="Arial" panose="020B0604020202020204" pitchFamily="34" charset="0"/>
                <a:buChar char="•"/>
              </a:pPr>
              <a:r>
                <a:rPr lang="zh-CN" altLang="en-US" sz="1400" b="1">
                  <a:solidFill>
                    <a:schemeClr val="tx1"/>
                  </a:solidFill>
                  <a:latin typeface="微软雅黑" panose="020B0503020204020204" pitchFamily="34" charset="-122"/>
                  <a:ea typeface="微软雅黑" panose="020B0503020204020204" pitchFamily="34" charset="-122"/>
                </a:rPr>
                <a:t>分析报告</a:t>
              </a:r>
              <a:endParaRPr lang="zh-CN" altLang="en-US" sz="1400" b="1">
                <a:solidFill>
                  <a:schemeClr val="tx1"/>
                </a:solidFill>
                <a:latin typeface="微软雅黑" panose="020B0503020204020204" pitchFamily="34" charset="-122"/>
                <a:ea typeface="微软雅黑" panose="020B0503020204020204" pitchFamily="34" charset="-122"/>
              </a:endParaRPr>
            </a:p>
          </p:txBody>
        </p:sp>
        <p:cxnSp>
          <p:nvCxnSpPr>
            <p:cNvPr id="57" name="肘形连接符 113"/>
            <p:cNvCxnSpPr>
              <a:cxnSpLocks noChangeShapeType="1"/>
              <a:stCxn id="8" idx="0"/>
              <a:endCxn id="12" idx="1"/>
            </p:cNvCxnSpPr>
            <p:nvPr>
              <p:custDataLst>
                <p:tags r:id="rId52"/>
              </p:custDataLst>
            </p:nvPr>
          </p:nvCxnSpPr>
          <p:spPr bwMode="auto">
            <a:xfrm rot="5400000" flipH="1" flipV="1">
              <a:off x="5608" y="2019"/>
              <a:ext cx="1645" cy="3733"/>
            </a:xfrm>
            <a:prstGeom prst="bentConnector2">
              <a:avLst/>
            </a:prstGeom>
            <a:noFill/>
            <a:ln w="9525" algn="ctr">
              <a:solidFill>
                <a:srgbClr val="3787C3"/>
              </a:solidFill>
              <a:miter lim="800000"/>
              <a:tailEnd type="triangle" w="med" len="med"/>
            </a:ln>
            <a:extLst>
              <a:ext uri="{909E8E84-426E-40DD-AFC4-6F175D3DCCD1}">
                <a14:hiddenFill xmlns:a14="http://schemas.microsoft.com/office/drawing/2010/main">
                  <a:noFill/>
                </a14:hiddenFill>
              </a:ext>
            </a:extLst>
          </p:spPr>
        </p:cxnSp>
        <p:cxnSp>
          <p:nvCxnSpPr>
            <p:cNvPr id="58" name="肘形连接符 114"/>
            <p:cNvCxnSpPr>
              <a:cxnSpLocks noChangeShapeType="1"/>
              <a:stCxn id="13" idx="0"/>
            </p:cNvCxnSpPr>
            <p:nvPr>
              <p:custDataLst>
                <p:tags r:id="rId53"/>
              </p:custDataLst>
            </p:nvPr>
          </p:nvCxnSpPr>
          <p:spPr bwMode="auto">
            <a:xfrm rot="16200000" flipV="1">
              <a:off x="10508" y="2719"/>
              <a:ext cx="1595" cy="2327"/>
            </a:xfrm>
            <a:prstGeom prst="bentConnector2">
              <a:avLst/>
            </a:prstGeom>
            <a:noFill/>
            <a:ln w="9525" algn="ctr">
              <a:solidFill>
                <a:srgbClr val="3787C3"/>
              </a:solidFill>
              <a:miter lim="800000"/>
              <a:tailEnd type="triangle" w="med" len="med"/>
            </a:ln>
            <a:extLst>
              <a:ext uri="{909E8E84-426E-40DD-AFC4-6F175D3DCCD1}">
                <a14:hiddenFill xmlns:a14="http://schemas.microsoft.com/office/drawing/2010/main">
                  <a:noFill/>
                </a14:hiddenFill>
              </a:ext>
            </a:extLst>
          </p:spPr>
        </p:cxnSp>
        <p:sp>
          <p:nvSpPr>
            <p:cNvPr id="59" name="流程图: 多文档 58"/>
            <p:cNvSpPr/>
            <p:nvPr>
              <p:custDataLst>
                <p:tags r:id="rId54"/>
              </p:custDataLst>
            </p:nvPr>
          </p:nvSpPr>
          <p:spPr>
            <a:xfrm>
              <a:off x="10523" y="2668"/>
              <a:ext cx="2075" cy="998"/>
            </a:xfrm>
            <a:prstGeom prst="flowChartMultidocument">
              <a:avLst/>
            </a:prstGeom>
            <a:gradFill rotWithShape="1">
              <a:gsLst>
                <a:gs pos="0">
                  <a:schemeClr val="accent1">
                    <a:tint val="50000"/>
                    <a:satMod val="300000"/>
                  </a:schemeClr>
                </a:gs>
                <a:gs pos="35000">
                  <a:schemeClr val="accent1">
                    <a:tint val="37000"/>
                    <a:satMod val="300000"/>
                  </a:schemeClr>
                </a:gs>
                <a:gs pos="100000">
                  <a:schemeClr val="accent1">
                    <a:tint val="15000"/>
                    <a:satMod val="350000"/>
                  </a:schemeClr>
                </a:gs>
              </a:gsLst>
              <a:lin ang="16200000" scaled="1"/>
            </a:gradFill>
            <a:ln w="9525" cap="flat" cmpd="sng" algn="ctr">
              <a:solidFill>
                <a:schemeClr val="accent1">
                  <a:shade val="95000"/>
                  <a:satMod val="105000"/>
                </a:schemeClr>
              </a:solidFill>
              <a:prstDash val="solid"/>
            </a:ln>
            <a:effectLst>
              <a:outerShdw blurRad="40000" dist="20000" dir="5400000" rotWithShape="0">
                <a:srgbClr val="000000">
                  <a:alpha val="38000"/>
                </a:srgbClr>
              </a:outerShdw>
            </a:effectLst>
          </p:spPr>
          <p:txBody>
            <a:bodyPr anchor="ctr"/>
            <a:lstStyle/>
            <a:p>
              <a:pPr algn="ctr" eaLnBrk="1" fontAlgn="auto" hangingPunct="1">
                <a:spcBef>
                  <a:spcPts val="0"/>
                </a:spcBef>
                <a:spcAft>
                  <a:spcPts val="0"/>
                </a:spcAft>
                <a:buFontTx/>
                <a:buNone/>
                <a:defRPr/>
              </a:pPr>
              <a:r>
                <a:rPr lang="zh-CN" altLang="en-US" sz="1200" kern="0" dirty="0">
                  <a:solidFill>
                    <a:schemeClr val="tx1"/>
                  </a:solidFill>
                </a:rPr>
                <a:t>风险分析报告</a:t>
              </a:r>
              <a:endParaRPr lang="zh-CN" altLang="en-US" sz="1200" kern="0" dirty="0">
                <a:solidFill>
                  <a:schemeClr val="tx1"/>
                </a:solidFill>
              </a:endParaRPr>
            </a:p>
          </p:txBody>
        </p:sp>
        <p:sp>
          <p:nvSpPr>
            <p:cNvPr id="60" name="流程图: 多文档 59"/>
            <p:cNvSpPr/>
            <p:nvPr>
              <p:custDataLst>
                <p:tags r:id="rId55"/>
              </p:custDataLst>
            </p:nvPr>
          </p:nvSpPr>
          <p:spPr>
            <a:xfrm>
              <a:off x="5225" y="2668"/>
              <a:ext cx="2073" cy="1029"/>
            </a:xfrm>
            <a:prstGeom prst="flowChartMultidocument">
              <a:avLst/>
            </a:prstGeom>
            <a:gradFill rotWithShape="1">
              <a:gsLst>
                <a:gs pos="0">
                  <a:schemeClr val="accent1">
                    <a:tint val="50000"/>
                    <a:satMod val="300000"/>
                  </a:schemeClr>
                </a:gs>
                <a:gs pos="35000">
                  <a:schemeClr val="accent1">
                    <a:tint val="37000"/>
                    <a:satMod val="300000"/>
                  </a:schemeClr>
                </a:gs>
                <a:gs pos="100000">
                  <a:schemeClr val="accent1">
                    <a:tint val="15000"/>
                    <a:satMod val="350000"/>
                  </a:schemeClr>
                </a:gs>
              </a:gsLst>
              <a:lin ang="16200000" scaled="1"/>
            </a:gradFill>
            <a:ln w="9525" cap="flat" cmpd="sng" algn="ctr">
              <a:solidFill>
                <a:schemeClr val="accent1">
                  <a:shade val="95000"/>
                  <a:satMod val="105000"/>
                </a:schemeClr>
              </a:solidFill>
              <a:prstDash val="solid"/>
            </a:ln>
            <a:effectLst>
              <a:outerShdw blurRad="40000" dist="20000" dir="5400000" rotWithShape="0">
                <a:srgbClr val="000000">
                  <a:alpha val="38000"/>
                </a:srgbClr>
              </a:outerShdw>
            </a:effectLst>
          </p:spPr>
          <p:txBody>
            <a:bodyPr anchor="ctr"/>
            <a:lstStyle/>
            <a:p>
              <a:pPr algn="ctr" eaLnBrk="1" fontAlgn="auto" hangingPunct="1">
                <a:spcBef>
                  <a:spcPts val="0"/>
                </a:spcBef>
                <a:spcAft>
                  <a:spcPts val="0"/>
                </a:spcAft>
                <a:buFontTx/>
                <a:buNone/>
                <a:defRPr/>
              </a:pPr>
              <a:r>
                <a:rPr lang="zh-CN" altLang="en-US" sz="1200" kern="0" dirty="0">
                  <a:solidFill>
                    <a:schemeClr val="tx1"/>
                  </a:solidFill>
                </a:rPr>
                <a:t>经营分析报告</a:t>
              </a:r>
              <a:endParaRPr lang="zh-CN" altLang="en-US" sz="1200" kern="0" dirty="0">
                <a:solidFill>
                  <a:schemeClr val="tx1"/>
                </a:solidFill>
              </a:endParaRPr>
            </a:p>
          </p:txBody>
        </p:sp>
        <p:cxnSp>
          <p:nvCxnSpPr>
            <p:cNvPr id="61" name="肘形连接符 117"/>
            <p:cNvCxnSpPr>
              <a:cxnSpLocks noChangeShapeType="1"/>
              <a:stCxn id="14" idx="2"/>
              <a:endCxn id="15" idx="2"/>
            </p:cNvCxnSpPr>
            <p:nvPr>
              <p:custDataLst>
                <p:tags r:id="rId56"/>
              </p:custDataLst>
            </p:nvPr>
          </p:nvCxnSpPr>
          <p:spPr bwMode="auto">
            <a:xfrm rot="5400000">
              <a:off x="5585" y="8564"/>
              <a:ext cx="20" cy="2043"/>
            </a:xfrm>
            <a:prstGeom prst="bentConnector3">
              <a:avLst>
                <a:gd name="adj1" fmla="val 1800000"/>
              </a:avLst>
            </a:prstGeom>
            <a:noFill/>
            <a:ln w="9525" algn="ctr">
              <a:solidFill>
                <a:schemeClr val="accent5"/>
              </a:solidFill>
              <a:miter lim="800000"/>
              <a:tailEnd type="triangle" w="med" len="med"/>
            </a:ln>
            <a:extLst>
              <a:ext uri="{909E8E84-426E-40DD-AFC4-6F175D3DCCD1}">
                <a14:hiddenFill xmlns:a14="http://schemas.microsoft.com/office/drawing/2010/main">
                  <a:noFill/>
                </a14:hiddenFill>
              </a:ext>
            </a:extLst>
          </p:spPr>
        </p:cxnSp>
        <p:sp>
          <p:nvSpPr>
            <p:cNvPr id="63" name="圆角矩形 62"/>
            <p:cNvSpPr>
              <a:spLocks noChangeArrowheads="1"/>
            </p:cNvSpPr>
            <p:nvPr>
              <p:custDataLst>
                <p:tags r:id="rId57"/>
              </p:custDataLst>
            </p:nvPr>
          </p:nvSpPr>
          <p:spPr bwMode="auto">
            <a:xfrm>
              <a:off x="13111" y="1319"/>
              <a:ext cx="3854" cy="2950"/>
            </a:xfrm>
            <a:prstGeom prst="roundRect">
              <a:avLst>
                <a:gd name="adj" fmla="val 16667"/>
              </a:avLst>
            </a:prstGeom>
            <a:solidFill>
              <a:schemeClr val="accent6"/>
            </a:solidFill>
            <a:ln>
              <a:noFill/>
            </a:ln>
            <a:extLst>
              <a:ext uri="{91240B29-F687-4F45-9708-019B960494DF}">
                <a14:hiddenLine xmlns:a14="http://schemas.microsoft.com/office/drawing/2010/main" w="9525">
                  <a:solidFill>
                    <a:srgbClr val="000000"/>
                  </a:solidFill>
                  <a:round/>
                </a14:hiddenLine>
              </a:ext>
            </a:extLst>
          </p:spPr>
          <p:txBody>
            <a:bodyPr anchor="ctr"/>
            <a:lstStyle/>
            <a:p>
              <a:r>
                <a:rPr lang="zh-CN" altLang="en-US" sz="1400" dirty="0">
                  <a:solidFill>
                    <a:schemeClr val="tx1"/>
                  </a:solidFill>
                </a:rPr>
                <a:t>指标名称：</a:t>
              </a:r>
              <a:r>
                <a:rPr lang="zh-CN" altLang="en-US" sz="1400" b="1" dirty="0">
                  <a:solidFill>
                    <a:schemeClr val="tx1"/>
                  </a:solidFill>
                </a:rPr>
                <a:t>净资产收益率</a:t>
              </a:r>
              <a:endParaRPr lang="en-US" altLang="zh-CN" sz="1400" b="1" dirty="0">
                <a:solidFill>
                  <a:schemeClr val="tx1"/>
                </a:solidFill>
              </a:endParaRPr>
            </a:p>
            <a:p>
              <a:r>
                <a:rPr lang="zh-CN" altLang="en-US" sz="1400" dirty="0">
                  <a:solidFill>
                    <a:schemeClr val="tx1"/>
                  </a:solidFill>
                </a:rPr>
                <a:t>收集部门：资产部</a:t>
              </a:r>
              <a:endParaRPr lang="en-US" altLang="zh-CN" sz="1400" dirty="0">
                <a:solidFill>
                  <a:schemeClr val="tx1"/>
                </a:solidFill>
              </a:endParaRPr>
            </a:p>
            <a:p>
              <a:r>
                <a:rPr lang="zh-CN" altLang="en-US" sz="1400" dirty="0">
                  <a:solidFill>
                    <a:schemeClr val="tx1"/>
                  </a:solidFill>
                </a:rPr>
                <a:t>收集对象：二级公司经营部</a:t>
              </a:r>
              <a:endParaRPr lang="en-US" altLang="zh-CN" sz="1400" dirty="0">
                <a:solidFill>
                  <a:schemeClr val="tx1"/>
                </a:solidFill>
              </a:endParaRPr>
            </a:p>
            <a:p>
              <a:r>
                <a:rPr lang="zh-CN" altLang="en-US" sz="1400" dirty="0">
                  <a:solidFill>
                    <a:schemeClr val="tx1"/>
                  </a:solidFill>
                </a:rPr>
                <a:t>收集时间：每月</a:t>
              </a:r>
              <a:r>
                <a:rPr lang="en-US" altLang="zh-CN" sz="1400" dirty="0">
                  <a:solidFill>
                    <a:schemeClr val="tx1"/>
                  </a:solidFill>
                </a:rPr>
                <a:t>6</a:t>
              </a:r>
              <a:r>
                <a:rPr lang="zh-CN" altLang="en-US" sz="1400" dirty="0">
                  <a:solidFill>
                    <a:schemeClr val="tx1"/>
                  </a:solidFill>
                </a:rPr>
                <a:t>号</a:t>
              </a:r>
              <a:endParaRPr lang="en-US" altLang="zh-CN" sz="1400" dirty="0">
                <a:solidFill>
                  <a:schemeClr val="tx1"/>
                </a:solidFill>
              </a:endParaRPr>
            </a:p>
            <a:p>
              <a:r>
                <a:rPr lang="zh-CN" altLang="en-US" sz="1400" dirty="0">
                  <a:solidFill>
                    <a:schemeClr val="tx1"/>
                  </a:solidFill>
                </a:rPr>
                <a:t>指标定义：</a:t>
              </a:r>
              <a:endParaRPr lang="en-US" altLang="zh-CN" sz="1400" dirty="0">
                <a:solidFill>
                  <a:schemeClr val="tx1"/>
                </a:solidFill>
              </a:endParaRPr>
            </a:p>
            <a:p>
              <a:r>
                <a:rPr lang="en-US" altLang="zh-CN" sz="1400" dirty="0">
                  <a:solidFill>
                    <a:schemeClr val="tx1"/>
                  </a:solidFill>
                </a:rPr>
                <a:t>  2*</a:t>
              </a:r>
              <a:r>
                <a:rPr lang="zh-CN" altLang="en-US" sz="1400" dirty="0">
                  <a:solidFill>
                    <a:schemeClr val="tx1"/>
                  </a:solidFill>
                </a:rPr>
                <a:t>净利润</a:t>
              </a:r>
              <a:r>
                <a:rPr lang="en-US" altLang="zh-CN" sz="1400" dirty="0">
                  <a:solidFill>
                    <a:schemeClr val="tx1"/>
                  </a:solidFill>
                </a:rPr>
                <a:t>/(</a:t>
              </a:r>
              <a:r>
                <a:rPr lang="zh-CN" altLang="en-US" sz="1400" dirty="0">
                  <a:solidFill>
                    <a:schemeClr val="tx1"/>
                  </a:solidFill>
                </a:rPr>
                <a:t>本期末净资产</a:t>
              </a:r>
              <a:r>
                <a:rPr lang="en-US" altLang="zh-CN" sz="1400" dirty="0">
                  <a:solidFill>
                    <a:schemeClr val="tx1"/>
                  </a:solidFill>
                </a:rPr>
                <a:t>+</a:t>
              </a:r>
              <a:r>
                <a:rPr lang="zh-CN" altLang="en-US" sz="1400" dirty="0">
                  <a:solidFill>
                    <a:schemeClr val="tx1"/>
                  </a:solidFill>
                </a:rPr>
                <a:t>上年同期净资产</a:t>
              </a:r>
              <a:r>
                <a:rPr lang="en-US" altLang="zh-CN" sz="1400" dirty="0">
                  <a:solidFill>
                    <a:schemeClr val="tx1"/>
                  </a:solidFill>
                </a:rPr>
                <a:t>)</a:t>
              </a:r>
              <a:endParaRPr lang="en-US" altLang="zh-CN" sz="1400" dirty="0">
                <a:solidFill>
                  <a:schemeClr val="tx1"/>
                </a:solidFill>
              </a:endParaRPr>
            </a:p>
          </p:txBody>
        </p:sp>
        <p:sp>
          <p:nvSpPr>
            <p:cNvPr id="65" name="圆角矩形 64"/>
            <p:cNvSpPr>
              <a:spLocks noChangeArrowheads="1"/>
            </p:cNvSpPr>
            <p:nvPr>
              <p:custDataLst>
                <p:tags r:id="rId58"/>
              </p:custDataLst>
            </p:nvPr>
          </p:nvSpPr>
          <p:spPr bwMode="auto">
            <a:xfrm>
              <a:off x="13121" y="1319"/>
              <a:ext cx="3856" cy="2950"/>
            </a:xfrm>
            <a:prstGeom prst="roundRect">
              <a:avLst>
                <a:gd name="adj" fmla="val 16667"/>
              </a:avLst>
            </a:prstGeom>
            <a:solidFill>
              <a:schemeClr val="accent6"/>
            </a:solidFill>
            <a:ln>
              <a:noFill/>
            </a:ln>
            <a:extLst>
              <a:ext uri="{91240B29-F687-4F45-9708-019B960494DF}">
                <a14:hiddenLine xmlns:a14="http://schemas.microsoft.com/office/drawing/2010/main" w="9525">
                  <a:solidFill>
                    <a:srgbClr val="000000"/>
                  </a:solidFill>
                  <a:round/>
                </a14:hiddenLine>
              </a:ext>
            </a:extLst>
          </p:spPr>
          <p:txBody>
            <a:bodyPr wrap="square" anchor="ctr">
              <a:normAutofit lnSpcReduction="20000"/>
            </a:bodyPr>
            <a:lstStyle/>
            <a:p>
              <a:r>
                <a:rPr lang="zh-CN" altLang="en-US" sz="1400" dirty="0">
                  <a:solidFill>
                    <a:schemeClr val="tx1"/>
                  </a:solidFill>
                </a:rPr>
                <a:t>指标名称：</a:t>
              </a:r>
              <a:r>
                <a:rPr lang="zh-CN" altLang="en-US" sz="1400" b="1" dirty="0">
                  <a:solidFill>
                    <a:schemeClr val="tx1"/>
                  </a:solidFill>
                </a:rPr>
                <a:t>净资产收益率</a:t>
              </a:r>
              <a:endParaRPr lang="en-US" altLang="zh-CN" sz="1400" b="1" dirty="0">
                <a:solidFill>
                  <a:schemeClr val="tx1"/>
                </a:solidFill>
              </a:endParaRPr>
            </a:p>
            <a:p>
              <a:r>
                <a:rPr lang="zh-CN" altLang="en-US" sz="1400" dirty="0">
                  <a:solidFill>
                    <a:schemeClr val="tx1"/>
                  </a:solidFill>
                </a:rPr>
                <a:t>收集部门：财务部</a:t>
              </a:r>
              <a:endParaRPr lang="en-US" altLang="zh-CN" sz="1400" dirty="0">
                <a:solidFill>
                  <a:schemeClr val="tx1"/>
                </a:solidFill>
              </a:endParaRPr>
            </a:p>
            <a:p>
              <a:r>
                <a:rPr lang="zh-CN" altLang="en-US" sz="1400" dirty="0">
                  <a:solidFill>
                    <a:schemeClr val="tx1"/>
                  </a:solidFill>
                </a:rPr>
                <a:t>收集对象：二级公司财务部</a:t>
              </a:r>
              <a:endParaRPr lang="en-US" altLang="zh-CN" sz="1400" dirty="0">
                <a:solidFill>
                  <a:schemeClr val="tx1"/>
                </a:solidFill>
              </a:endParaRPr>
            </a:p>
            <a:p>
              <a:r>
                <a:rPr lang="zh-CN" altLang="en-US" sz="1400" dirty="0">
                  <a:solidFill>
                    <a:schemeClr val="tx1"/>
                  </a:solidFill>
                </a:rPr>
                <a:t>收集时间：每月</a:t>
              </a:r>
              <a:r>
                <a:rPr lang="en-US" altLang="zh-CN" sz="1400" dirty="0">
                  <a:solidFill>
                    <a:schemeClr val="tx1"/>
                  </a:solidFill>
                </a:rPr>
                <a:t>15</a:t>
              </a:r>
              <a:r>
                <a:rPr lang="zh-CN" altLang="en-US" sz="1400" dirty="0">
                  <a:solidFill>
                    <a:schemeClr val="tx1"/>
                  </a:solidFill>
                </a:rPr>
                <a:t>号</a:t>
              </a:r>
              <a:endParaRPr lang="en-US" altLang="zh-CN" sz="1400" dirty="0">
                <a:solidFill>
                  <a:schemeClr val="tx1"/>
                </a:solidFill>
              </a:endParaRPr>
            </a:p>
            <a:p>
              <a:r>
                <a:rPr lang="zh-CN" altLang="en-US" sz="1400" dirty="0">
                  <a:solidFill>
                    <a:schemeClr val="tx1"/>
                  </a:solidFill>
                </a:rPr>
                <a:t>指标定义：</a:t>
              </a:r>
              <a:endParaRPr lang="en-US" altLang="zh-CN" sz="1400" dirty="0">
                <a:solidFill>
                  <a:schemeClr val="tx1"/>
                </a:solidFill>
              </a:endParaRPr>
            </a:p>
            <a:p>
              <a:r>
                <a:rPr lang="zh-CN" altLang="en-US" sz="1400" dirty="0">
                  <a:solidFill>
                    <a:schemeClr val="tx1"/>
                  </a:solidFill>
                </a:rPr>
                <a:t>  净利润</a:t>
              </a:r>
              <a:r>
                <a:rPr lang="en-US" altLang="zh-CN" sz="1400" dirty="0">
                  <a:solidFill>
                    <a:schemeClr val="tx1"/>
                  </a:solidFill>
                </a:rPr>
                <a:t>/</a:t>
              </a:r>
              <a:r>
                <a:rPr lang="zh-CN" altLang="en-US" sz="1400" dirty="0">
                  <a:solidFill>
                    <a:schemeClr val="tx1"/>
                  </a:solidFill>
                </a:rPr>
                <a:t>平均净资产</a:t>
              </a:r>
              <a:endParaRPr lang="zh-CN" altLang="en-US" sz="1400" dirty="0">
                <a:solidFill>
                  <a:schemeClr val="tx1"/>
                </a:solidFill>
              </a:endParaRPr>
            </a:p>
          </p:txBody>
        </p:sp>
        <p:sp>
          <p:nvSpPr>
            <p:cNvPr id="66" name="圆角矩形 65"/>
            <p:cNvSpPr>
              <a:spLocks noChangeArrowheads="1"/>
            </p:cNvSpPr>
            <p:nvPr/>
          </p:nvSpPr>
          <p:spPr bwMode="auto">
            <a:xfrm>
              <a:off x="1432" y="8677"/>
              <a:ext cx="1587" cy="898"/>
            </a:xfrm>
            <a:prstGeom prst="roundRect">
              <a:avLst>
                <a:gd name="adj" fmla="val 16667"/>
              </a:avLst>
            </a:prstGeom>
            <a:solidFill>
              <a:schemeClr val="tx2">
                <a:lumMod val="50000"/>
                <a:lumOff val="50000"/>
              </a:schemeClr>
            </a:solidFill>
            <a:ln>
              <a:noFill/>
            </a:ln>
          </p:spPr>
          <p:txBody>
            <a:bodyPr wrap="square" anchor="ctr">
              <a:noAutofit/>
            </a:bodyPr>
            <a:lstStyle/>
            <a:p>
              <a:pPr lvl="0" algn="ctr">
                <a:buClrTx/>
                <a:buSzTx/>
                <a:buFontTx/>
              </a:pPr>
              <a:r>
                <a:rPr lang="zh-CN" altLang="en-US" sz="1400" b="1" dirty="0">
                  <a:solidFill>
                    <a:schemeClr val="bg1"/>
                  </a:solidFill>
                  <a:latin typeface="微软雅黑" panose="020B0503020204020204" pitchFamily="34" charset="-122"/>
                  <a:ea typeface="微软雅黑" panose="020B0503020204020204" pitchFamily="34" charset="-122"/>
                  <a:sym typeface="+mn-ea"/>
                </a:rPr>
                <a:t>净资产</a:t>
              </a:r>
              <a:endParaRPr lang="zh-CN" altLang="en-US" sz="1400" b="1" dirty="0">
                <a:solidFill>
                  <a:schemeClr val="bg1"/>
                </a:solidFill>
                <a:latin typeface="微软雅黑" panose="020B0503020204020204" pitchFamily="34" charset="-122"/>
                <a:ea typeface="微软雅黑" panose="020B0503020204020204" pitchFamily="34" charset="-122"/>
                <a:sym typeface="+mn-ea"/>
              </a:endParaRPr>
            </a:p>
            <a:p>
              <a:pPr lvl="0" algn="ctr">
                <a:buClrTx/>
                <a:buSzTx/>
                <a:buFontTx/>
              </a:pPr>
              <a:r>
                <a:rPr lang="zh-CN" altLang="en-US" sz="1400" b="1" dirty="0">
                  <a:solidFill>
                    <a:schemeClr val="bg1"/>
                  </a:solidFill>
                  <a:latin typeface="微软雅黑" panose="020B0503020204020204" pitchFamily="34" charset="-122"/>
                  <a:ea typeface="微软雅黑" panose="020B0503020204020204" pitchFamily="34" charset="-122"/>
                  <a:sym typeface="+mn-ea"/>
                </a:rPr>
                <a:t>收益率</a:t>
              </a:r>
              <a:endParaRPr lang="zh-CN" altLang="en-US" sz="1400" b="1" dirty="0">
                <a:solidFill>
                  <a:schemeClr val="bg1"/>
                </a:solidFill>
                <a:latin typeface="微软雅黑" panose="020B0503020204020204" pitchFamily="34" charset="-122"/>
                <a:ea typeface="微软雅黑" panose="020B0503020204020204" pitchFamily="34" charset="-122"/>
                <a:sym typeface="+mn-ea"/>
              </a:endParaRPr>
            </a:p>
          </p:txBody>
        </p:sp>
        <p:sp>
          <p:nvSpPr>
            <p:cNvPr id="67" name="圆角矩形 66"/>
            <p:cNvSpPr>
              <a:spLocks noChangeArrowheads="1"/>
            </p:cNvSpPr>
            <p:nvPr>
              <p:custDataLst>
                <p:tags r:id="rId59"/>
              </p:custDataLst>
            </p:nvPr>
          </p:nvSpPr>
          <p:spPr bwMode="auto">
            <a:xfrm>
              <a:off x="13132" y="1342"/>
              <a:ext cx="3856" cy="2950"/>
            </a:xfrm>
            <a:prstGeom prst="roundRect">
              <a:avLst>
                <a:gd name="adj" fmla="val 16667"/>
              </a:avLst>
            </a:prstGeom>
            <a:solidFill>
              <a:schemeClr val="tx2">
                <a:lumMod val="50000"/>
                <a:lumOff val="50000"/>
              </a:schemeClr>
            </a:solidFill>
            <a:ln>
              <a:noFill/>
            </a:ln>
            <a:extLst>
              <a:ext uri="{91240B29-F687-4F45-9708-019B960494DF}">
                <a14:hiddenLine xmlns:a14="http://schemas.microsoft.com/office/drawing/2010/main" w="9525">
                  <a:solidFill>
                    <a:srgbClr val="000000"/>
                  </a:solidFill>
                  <a:round/>
                </a14:hiddenLine>
              </a:ext>
            </a:extLst>
          </p:spPr>
          <p:txBody>
            <a:bodyPr wrap="square" anchor="ctr">
              <a:normAutofit/>
            </a:bodyPr>
            <a:lstStyle/>
            <a:p>
              <a:pPr algn="l"/>
              <a:r>
                <a:rPr lang="zh-CN" altLang="en-US" sz="14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指标名称：净资产收益率</a:t>
              </a:r>
              <a:endParaRPr lang="en-US" altLang="zh-CN" sz="14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a:p>
              <a:pPr algn="l"/>
              <a:r>
                <a:rPr lang="zh-CN" altLang="en-US" sz="14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收集部门：金融业务部</a:t>
              </a:r>
              <a:endParaRPr lang="en-US" altLang="zh-CN" sz="14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a:p>
              <a:pPr algn="l"/>
              <a:r>
                <a:rPr lang="zh-CN" altLang="en-US" sz="14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收集对象：</a:t>
              </a:r>
              <a:r>
                <a:rPr lang="en-US" altLang="zh-CN" sz="14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XX</a:t>
              </a:r>
              <a:r>
                <a:rPr lang="zh-CN" altLang="en-US" sz="14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证券</a:t>
              </a:r>
              <a:endParaRPr lang="en-US" altLang="zh-CN" sz="14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a:p>
              <a:pPr algn="l"/>
              <a:r>
                <a:rPr lang="zh-CN" altLang="en-US" sz="14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收集时间：每月</a:t>
              </a:r>
              <a:r>
                <a:rPr lang="en-US" altLang="zh-CN" sz="14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15</a:t>
              </a:r>
              <a:r>
                <a:rPr lang="zh-CN" altLang="en-US" sz="14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号</a:t>
              </a:r>
              <a:endParaRPr lang="en-US" altLang="zh-CN" sz="14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a:p>
              <a:pPr algn="l"/>
              <a:r>
                <a:rPr lang="zh-CN" altLang="en-US" sz="14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指标定义：</a:t>
              </a:r>
              <a:endParaRPr lang="en-US" altLang="zh-CN" sz="14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a:p>
              <a:pPr algn="l"/>
              <a:r>
                <a:rPr lang="zh-CN" altLang="en-US" sz="14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4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XX</a:t>
              </a:r>
              <a:r>
                <a:rPr lang="zh-CN" altLang="en-US" sz="14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证券提供定义</a:t>
              </a:r>
              <a:endParaRPr lang="zh-CN" altLang="en-US" sz="14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8" name="圆角矩形 67"/>
            <p:cNvSpPr>
              <a:spLocks noChangeArrowheads="1"/>
            </p:cNvSpPr>
            <p:nvPr>
              <p:custDataLst>
                <p:tags r:id="rId60"/>
              </p:custDataLst>
            </p:nvPr>
          </p:nvSpPr>
          <p:spPr bwMode="auto">
            <a:xfrm>
              <a:off x="16004" y="8790"/>
              <a:ext cx="1587" cy="898"/>
            </a:xfrm>
            <a:prstGeom prst="roundRect">
              <a:avLst>
                <a:gd name="adj" fmla="val 16667"/>
              </a:avLst>
            </a:prstGeom>
            <a:solidFill>
              <a:schemeClr val="tx2">
                <a:lumMod val="50000"/>
                <a:lumOff val="50000"/>
              </a:schemeClr>
            </a:solidFill>
            <a:ln>
              <a:noFill/>
            </a:ln>
          </p:spPr>
          <p:txBody>
            <a:bodyPr wrap="square" anchor="ctr">
              <a:noAutofit/>
            </a:bodyPr>
            <a:lstStyle/>
            <a:p>
              <a:pPr lvl="0" algn="ctr">
                <a:buClrTx/>
                <a:buSzTx/>
                <a:buFontTx/>
              </a:pPr>
              <a:r>
                <a:rPr lang="zh-CN" altLang="en-US" sz="1400" b="1" dirty="0">
                  <a:solidFill>
                    <a:schemeClr val="bg1"/>
                  </a:solidFill>
                  <a:latin typeface="微软雅黑" panose="020B0503020204020204" pitchFamily="34" charset="-122"/>
                  <a:ea typeface="微软雅黑" panose="020B0503020204020204" pitchFamily="34" charset="-122"/>
                  <a:sym typeface="+mn-ea"/>
                </a:rPr>
                <a:t>净资产</a:t>
              </a:r>
              <a:endParaRPr lang="zh-CN" altLang="en-US" sz="1400" b="1" dirty="0">
                <a:solidFill>
                  <a:schemeClr val="bg1"/>
                </a:solidFill>
                <a:latin typeface="微软雅黑" panose="020B0503020204020204" pitchFamily="34" charset="-122"/>
                <a:ea typeface="微软雅黑" panose="020B0503020204020204" pitchFamily="34" charset="-122"/>
                <a:sym typeface="+mn-ea"/>
              </a:endParaRPr>
            </a:p>
            <a:p>
              <a:pPr lvl="0" algn="ctr">
                <a:buClrTx/>
                <a:buSzTx/>
                <a:buFontTx/>
              </a:pPr>
              <a:r>
                <a:rPr lang="zh-CN" altLang="en-US" sz="1400" b="1" dirty="0">
                  <a:solidFill>
                    <a:schemeClr val="bg1"/>
                  </a:solidFill>
                  <a:latin typeface="微软雅黑" panose="020B0503020204020204" pitchFamily="34" charset="-122"/>
                  <a:ea typeface="微软雅黑" panose="020B0503020204020204" pitchFamily="34" charset="-122"/>
                  <a:sym typeface="+mn-ea"/>
                </a:rPr>
                <a:t>收益率</a:t>
              </a:r>
              <a:endParaRPr lang="zh-CN" altLang="en-US" sz="1400" b="1" dirty="0">
                <a:solidFill>
                  <a:schemeClr val="bg1"/>
                </a:solidFill>
                <a:latin typeface="微软雅黑" panose="020B0503020204020204" pitchFamily="34" charset="-122"/>
                <a:ea typeface="微软雅黑" panose="020B0503020204020204" pitchFamily="34" charset="-122"/>
                <a:sym typeface="+mn-ea"/>
              </a:endParaRPr>
            </a:p>
          </p:txBody>
        </p:sp>
      </p:grpSp>
      <p:sp>
        <p:nvSpPr>
          <p:cNvPr id="75" name="标题 74"/>
          <p:cNvSpPr>
            <a:spLocks noGrp="1"/>
          </p:cNvSpPr>
          <p:nvPr>
            <p:ph type="title"/>
            <p:custDataLst>
              <p:tags r:id="rId61"/>
            </p:custDataLst>
          </p:nvPr>
        </p:nvSpPr>
        <p:spPr/>
        <p:txBody>
          <a:bodyPr vert="horz" lIns="91440" tIns="45720" rIns="91440" bIns="45720" rtlCol="0" anchor="ctr">
            <a:normAutofit/>
          </a:bodyPr>
          <a:p>
            <a:pPr lvl="0" algn="l">
              <a:buClrTx/>
              <a:buSzTx/>
              <a:buFontTx/>
            </a:pPr>
            <a:r>
              <a:rPr lang="zh-CN" altLang="en-US" smtClean="0">
                <a:sym typeface="+mn-ea"/>
              </a:rPr>
              <a:t>为什么要做数据治理？</a:t>
            </a:r>
            <a:r>
              <a:rPr lang="zh-CN" altLang="en-US" smtClean="0">
                <a:sym typeface="+mn-ea"/>
              </a:rPr>
              <a:t> ——“</a:t>
            </a:r>
            <a:r>
              <a:rPr lang="zh-CN" altLang="en-US" smtClean="0">
                <a:sym typeface="+mn-ea"/>
              </a:rPr>
              <a:t>小数据应用”</a:t>
            </a:r>
            <a:endParaRPr lang="zh-CN" altLang="en-US" smtClean="0">
              <a:sym typeface="+mn-ea"/>
            </a:endParaRPr>
          </a:p>
        </p:txBody>
      </p:sp>
    </p:spTree>
    <p:custDataLst>
      <p:tags r:id="rId62"/>
    </p:custDataLst>
  </p:cSld>
  <p:clrMapOvr>
    <a:masterClrMapping/>
  </p:clrMapOvr>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1"/>
          <p:cNvSpPr>
            <a:spLocks noChangeArrowheads="1"/>
          </p:cNvSpPr>
          <p:nvPr>
            <p:custDataLst>
              <p:tags r:id="rId1"/>
            </p:custDataLst>
          </p:nvPr>
        </p:nvSpPr>
        <p:spPr bwMode="auto">
          <a:xfrm>
            <a:off x="1487344" y="1700213"/>
            <a:ext cx="1607820"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2800">
                <a:solidFill>
                  <a:schemeClr val="tx1"/>
                </a:solidFill>
                <a:latin typeface="微软雅黑" panose="020B0503020204020204" pitchFamily="34" charset="-122"/>
                <a:ea typeface="微软雅黑" panose="020B0503020204020204" pitchFamily="34" charset="-122"/>
              </a:defRPr>
            </a:lvl1pPr>
            <a:lvl2pPr marL="742950" indent="-285750" eaLnBrk="0" hangingPunct="0">
              <a:spcBef>
                <a:spcPct val="20000"/>
              </a:spcBef>
              <a:buChar char="–"/>
              <a:defRPr sz="2400">
                <a:solidFill>
                  <a:schemeClr val="tx1"/>
                </a:solidFill>
                <a:latin typeface="微软雅黑" panose="020B0503020204020204" pitchFamily="34" charset="-122"/>
                <a:ea typeface="微软雅黑" panose="020B0503020204020204" pitchFamily="34" charset="-122"/>
              </a:defRPr>
            </a:lvl2pPr>
            <a:lvl3pPr marL="1143000" indent="-228600" eaLnBrk="0" hangingPunct="0">
              <a:spcBef>
                <a:spcPct val="20000"/>
              </a:spcBef>
              <a:buChar char="•"/>
              <a:defRPr sz="2000">
                <a:solidFill>
                  <a:schemeClr val="tx1"/>
                </a:solidFill>
                <a:latin typeface="微软雅黑" panose="020B0503020204020204" pitchFamily="34" charset="-122"/>
                <a:ea typeface="微软雅黑" panose="020B0503020204020204" pitchFamily="34" charset="-122"/>
              </a:defRPr>
            </a:lvl3pPr>
            <a:lvl4pPr marL="1600200" indent="-228600" eaLnBrk="0" hangingPunct="0">
              <a:spcBef>
                <a:spcPct val="20000"/>
              </a:spcBef>
              <a:buChar char="–"/>
              <a:defRPr>
                <a:solidFill>
                  <a:schemeClr val="tx1"/>
                </a:solidFill>
                <a:latin typeface="微软雅黑" panose="020B0503020204020204" pitchFamily="34" charset="-122"/>
                <a:ea typeface="微软雅黑" panose="020B0503020204020204" pitchFamily="34" charset="-122"/>
              </a:defRPr>
            </a:lvl4pPr>
            <a:lvl5pPr marL="2057400" indent="-228600" eaLnBrk="0" hangingPunct="0">
              <a:spcBef>
                <a:spcPct val="20000"/>
              </a:spcBef>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a:solidFill>
                  <a:schemeClr val="tx1"/>
                </a:solidFill>
                <a:latin typeface="微软雅黑" panose="020B0503020204020204" pitchFamily="34" charset="-122"/>
                <a:ea typeface="微软雅黑" panose="020B0503020204020204" pitchFamily="34" charset="-122"/>
              </a:defRPr>
            </a:lvl9pPr>
          </a:lstStyle>
          <a:p>
            <a:pPr eaLnBrk="1" hangingPunct="1">
              <a:spcBef>
                <a:spcPct val="0"/>
              </a:spcBef>
              <a:buFontTx/>
              <a:buNone/>
            </a:pPr>
            <a:r>
              <a:rPr lang="zh-CN" altLang="en-US" b="1" dirty="0">
                <a:solidFill>
                  <a:schemeClr val="tx1"/>
                </a:solidFill>
                <a:latin typeface="+mn-lt"/>
                <a:ea typeface="+mn-ea"/>
              </a:rPr>
              <a:t>数据治理</a:t>
            </a:r>
            <a:endParaRPr lang="zh-CN" altLang="en-US" b="1" dirty="0">
              <a:solidFill>
                <a:schemeClr val="tx1"/>
              </a:solidFill>
              <a:latin typeface="+mn-lt"/>
              <a:ea typeface="+mn-ea"/>
            </a:endParaRPr>
          </a:p>
        </p:txBody>
      </p:sp>
      <p:sp>
        <p:nvSpPr>
          <p:cNvPr id="5" name="矩形 10"/>
          <p:cNvSpPr>
            <a:spLocks noChangeArrowheads="1"/>
          </p:cNvSpPr>
          <p:nvPr>
            <p:custDataLst>
              <p:tags r:id="rId2"/>
            </p:custDataLst>
          </p:nvPr>
        </p:nvSpPr>
        <p:spPr bwMode="auto">
          <a:xfrm>
            <a:off x="2039794" y="2955925"/>
            <a:ext cx="1607820"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2800">
                <a:solidFill>
                  <a:schemeClr val="tx1"/>
                </a:solidFill>
                <a:latin typeface="微软雅黑" panose="020B0503020204020204" pitchFamily="34" charset="-122"/>
                <a:ea typeface="微软雅黑" panose="020B0503020204020204" pitchFamily="34" charset="-122"/>
              </a:defRPr>
            </a:lvl1pPr>
            <a:lvl2pPr marL="742950" indent="-285750" eaLnBrk="0" hangingPunct="0">
              <a:spcBef>
                <a:spcPct val="20000"/>
              </a:spcBef>
              <a:buChar char="–"/>
              <a:defRPr sz="2400">
                <a:solidFill>
                  <a:schemeClr val="tx1"/>
                </a:solidFill>
                <a:latin typeface="微软雅黑" panose="020B0503020204020204" pitchFamily="34" charset="-122"/>
                <a:ea typeface="微软雅黑" panose="020B0503020204020204" pitchFamily="34" charset="-122"/>
              </a:defRPr>
            </a:lvl2pPr>
            <a:lvl3pPr marL="1143000" indent="-228600" eaLnBrk="0" hangingPunct="0">
              <a:spcBef>
                <a:spcPct val="20000"/>
              </a:spcBef>
              <a:buChar char="•"/>
              <a:defRPr sz="2000">
                <a:solidFill>
                  <a:schemeClr val="tx1"/>
                </a:solidFill>
                <a:latin typeface="微软雅黑" panose="020B0503020204020204" pitchFamily="34" charset="-122"/>
                <a:ea typeface="微软雅黑" panose="020B0503020204020204" pitchFamily="34" charset="-122"/>
              </a:defRPr>
            </a:lvl3pPr>
            <a:lvl4pPr marL="1600200" indent="-228600" eaLnBrk="0" hangingPunct="0">
              <a:spcBef>
                <a:spcPct val="20000"/>
              </a:spcBef>
              <a:buChar char="–"/>
              <a:defRPr>
                <a:solidFill>
                  <a:schemeClr val="tx1"/>
                </a:solidFill>
                <a:latin typeface="微软雅黑" panose="020B0503020204020204" pitchFamily="34" charset="-122"/>
                <a:ea typeface="微软雅黑" panose="020B0503020204020204" pitchFamily="34" charset="-122"/>
              </a:defRPr>
            </a:lvl4pPr>
            <a:lvl5pPr marL="2057400" indent="-228600" eaLnBrk="0" hangingPunct="0">
              <a:spcBef>
                <a:spcPct val="20000"/>
              </a:spcBef>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a:solidFill>
                  <a:schemeClr val="tx1"/>
                </a:solidFill>
                <a:latin typeface="微软雅黑" panose="020B0503020204020204" pitchFamily="34" charset="-122"/>
                <a:ea typeface="微软雅黑" panose="020B0503020204020204" pitchFamily="34" charset="-122"/>
              </a:defRPr>
            </a:lvl9pPr>
          </a:lstStyle>
          <a:p>
            <a:pPr eaLnBrk="1" hangingPunct="1">
              <a:spcBef>
                <a:spcPct val="0"/>
              </a:spcBef>
              <a:buFontTx/>
              <a:buNone/>
            </a:pPr>
            <a:r>
              <a:rPr lang="zh-CN" altLang="en-US" b="1">
                <a:solidFill>
                  <a:schemeClr val="tx1"/>
                </a:solidFill>
                <a:latin typeface="+mn-lt"/>
                <a:ea typeface="+mn-ea"/>
              </a:rPr>
              <a:t>数据管控</a:t>
            </a:r>
            <a:endParaRPr lang="zh-CN" altLang="en-US" b="1">
              <a:solidFill>
                <a:schemeClr val="tx1"/>
              </a:solidFill>
              <a:latin typeface="+mn-lt"/>
              <a:ea typeface="+mn-ea"/>
            </a:endParaRPr>
          </a:p>
        </p:txBody>
      </p:sp>
      <p:sp>
        <p:nvSpPr>
          <p:cNvPr id="6" name="矩形 11"/>
          <p:cNvSpPr>
            <a:spLocks noChangeArrowheads="1"/>
          </p:cNvSpPr>
          <p:nvPr>
            <p:custDataLst>
              <p:tags r:id="rId3"/>
            </p:custDataLst>
          </p:nvPr>
        </p:nvSpPr>
        <p:spPr bwMode="auto">
          <a:xfrm>
            <a:off x="9253394" y="2707005"/>
            <a:ext cx="1607820"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2800">
                <a:solidFill>
                  <a:schemeClr val="tx1"/>
                </a:solidFill>
                <a:latin typeface="微软雅黑" panose="020B0503020204020204" pitchFamily="34" charset="-122"/>
                <a:ea typeface="微软雅黑" panose="020B0503020204020204" pitchFamily="34" charset="-122"/>
              </a:defRPr>
            </a:lvl1pPr>
            <a:lvl2pPr marL="742950" indent="-285750" eaLnBrk="0" hangingPunct="0">
              <a:spcBef>
                <a:spcPct val="20000"/>
              </a:spcBef>
              <a:buChar char="–"/>
              <a:defRPr sz="2400">
                <a:solidFill>
                  <a:schemeClr val="tx1"/>
                </a:solidFill>
                <a:latin typeface="微软雅黑" panose="020B0503020204020204" pitchFamily="34" charset="-122"/>
                <a:ea typeface="微软雅黑" panose="020B0503020204020204" pitchFamily="34" charset="-122"/>
              </a:defRPr>
            </a:lvl2pPr>
            <a:lvl3pPr marL="1143000" indent="-228600" eaLnBrk="0" hangingPunct="0">
              <a:spcBef>
                <a:spcPct val="20000"/>
              </a:spcBef>
              <a:buChar char="•"/>
              <a:defRPr sz="2000">
                <a:solidFill>
                  <a:schemeClr val="tx1"/>
                </a:solidFill>
                <a:latin typeface="微软雅黑" panose="020B0503020204020204" pitchFamily="34" charset="-122"/>
                <a:ea typeface="微软雅黑" panose="020B0503020204020204" pitchFamily="34" charset="-122"/>
              </a:defRPr>
            </a:lvl3pPr>
            <a:lvl4pPr marL="1600200" indent="-228600" eaLnBrk="0" hangingPunct="0">
              <a:spcBef>
                <a:spcPct val="20000"/>
              </a:spcBef>
              <a:buChar char="–"/>
              <a:defRPr>
                <a:solidFill>
                  <a:schemeClr val="tx1"/>
                </a:solidFill>
                <a:latin typeface="微软雅黑" panose="020B0503020204020204" pitchFamily="34" charset="-122"/>
                <a:ea typeface="微软雅黑" panose="020B0503020204020204" pitchFamily="34" charset="-122"/>
              </a:defRPr>
            </a:lvl4pPr>
            <a:lvl5pPr marL="2057400" indent="-228600" eaLnBrk="0" hangingPunct="0">
              <a:spcBef>
                <a:spcPct val="20000"/>
              </a:spcBef>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a:solidFill>
                  <a:schemeClr val="tx1"/>
                </a:solidFill>
                <a:latin typeface="微软雅黑" panose="020B0503020204020204" pitchFamily="34" charset="-122"/>
                <a:ea typeface="微软雅黑" panose="020B0503020204020204" pitchFamily="34" charset="-122"/>
              </a:defRPr>
            </a:lvl9pPr>
          </a:lstStyle>
          <a:p>
            <a:pPr eaLnBrk="1" hangingPunct="1">
              <a:spcBef>
                <a:spcPct val="0"/>
              </a:spcBef>
              <a:buFontTx/>
              <a:buNone/>
            </a:pPr>
            <a:r>
              <a:rPr lang="zh-CN" altLang="en-US" b="1">
                <a:solidFill>
                  <a:schemeClr val="tx1"/>
                </a:solidFill>
                <a:latin typeface="+mn-lt"/>
                <a:ea typeface="+mn-ea"/>
              </a:rPr>
              <a:t>数据管治</a:t>
            </a:r>
            <a:endParaRPr lang="zh-CN" altLang="en-US" b="1">
              <a:solidFill>
                <a:schemeClr val="tx1"/>
              </a:solidFill>
              <a:latin typeface="+mn-lt"/>
              <a:ea typeface="+mn-ea"/>
            </a:endParaRPr>
          </a:p>
        </p:txBody>
      </p:sp>
      <p:sp>
        <p:nvSpPr>
          <p:cNvPr id="7" name="矩形 12"/>
          <p:cNvSpPr>
            <a:spLocks noChangeArrowheads="1"/>
          </p:cNvSpPr>
          <p:nvPr>
            <p:custDataLst>
              <p:tags r:id="rId4"/>
            </p:custDataLst>
          </p:nvPr>
        </p:nvSpPr>
        <p:spPr bwMode="auto">
          <a:xfrm>
            <a:off x="5231939" y="5634990"/>
            <a:ext cx="2320290"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2800">
                <a:solidFill>
                  <a:schemeClr val="tx1"/>
                </a:solidFill>
                <a:latin typeface="微软雅黑" panose="020B0503020204020204" pitchFamily="34" charset="-122"/>
                <a:ea typeface="微软雅黑" panose="020B0503020204020204" pitchFamily="34" charset="-122"/>
              </a:defRPr>
            </a:lvl1pPr>
            <a:lvl2pPr marL="742950" indent="-285750" eaLnBrk="0" hangingPunct="0">
              <a:spcBef>
                <a:spcPct val="20000"/>
              </a:spcBef>
              <a:buChar char="–"/>
              <a:defRPr sz="2400">
                <a:solidFill>
                  <a:schemeClr val="tx1"/>
                </a:solidFill>
                <a:latin typeface="微软雅黑" panose="020B0503020204020204" pitchFamily="34" charset="-122"/>
                <a:ea typeface="微软雅黑" panose="020B0503020204020204" pitchFamily="34" charset="-122"/>
              </a:defRPr>
            </a:lvl2pPr>
            <a:lvl3pPr marL="1143000" indent="-228600" eaLnBrk="0" hangingPunct="0">
              <a:spcBef>
                <a:spcPct val="20000"/>
              </a:spcBef>
              <a:buChar char="•"/>
              <a:defRPr sz="2000">
                <a:solidFill>
                  <a:schemeClr val="tx1"/>
                </a:solidFill>
                <a:latin typeface="微软雅黑" panose="020B0503020204020204" pitchFamily="34" charset="-122"/>
                <a:ea typeface="微软雅黑" panose="020B0503020204020204" pitchFamily="34" charset="-122"/>
              </a:defRPr>
            </a:lvl3pPr>
            <a:lvl4pPr marL="1600200" indent="-228600" eaLnBrk="0" hangingPunct="0">
              <a:spcBef>
                <a:spcPct val="20000"/>
              </a:spcBef>
              <a:buChar char="–"/>
              <a:defRPr>
                <a:solidFill>
                  <a:schemeClr val="tx1"/>
                </a:solidFill>
                <a:latin typeface="微软雅黑" panose="020B0503020204020204" pitchFamily="34" charset="-122"/>
                <a:ea typeface="微软雅黑" panose="020B0503020204020204" pitchFamily="34" charset="-122"/>
              </a:defRPr>
            </a:lvl4pPr>
            <a:lvl5pPr marL="2057400" indent="-228600" eaLnBrk="0" hangingPunct="0">
              <a:spcBef>
                <a:spcPct val="20000"/>
              </a:spcBef>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a:solidFill>
                  <a:schemeClr val="tx1"/>
                </a:solidFill>
                <a:latin typeface="微软雅黑" panose="020B0503020204020204" pitchFamily="34" charset="-122"/>
                <a:ea typeface="微软雅黑" panose="020B0503020204020204" pitchFamily="34" charset="-122"/>
              </a:defRPr>
            </a:lvl9pPr>
          </a:lstStyle>
          <a:p>
            <a:pPr eaLnBrk="1" hangingPunct="1">
              <a:spcBef>
                <a:spcPct val="0"/>
              </a:spcBef>
              <a:buFontTx/>
              <a:buNone/>
            </a:pPr>
            <a:r>
              <a:rPr lang="zh-CN" altLang="en-US" b="1">
                <a:solidFill>
                  <a:schemeClr val="tx1"/>
                </a:solidFill>
                <a:latin typeface="+mn-lt"/>
                <a:ea typeface="+mn-ea"/>
              </a:rPr>
              <a:t>数据资源管理</a:t>
            </a:r>
            <a:endParaRPr lang="zh-CN" altLang="en-US" b="1">
              <a:solidFill>
                <a:schemeClr val="tx1"/>
              </a:solidFill>
              <a:latin typeface="+mn-lt"/>
              <a:ea typeface="+mn-ea"/>
            </a:endParaRPr>
          </a:p>
        </p:txBody>
      </p:sp>
      <p:sp>
        <p:nvSpPr>
          <p:cNvPr id="8" name="矩形 13"/>
          <p:cNvSpPr>
            <a:spLocks noChangeArrowheads="1"/>
          </p:cNvSpPr>
          <p:nvPr>
            <p:custDataLst>
              <p:tags r:id="rId5"/>
            </p:custDataLst>
          </p:nvPr>
        </p:nvSpPr>
        <p:spPr bwMode="auto">
          <a:xfrm>
            <a:off x="1409557" y="4022725"/>
            <a:ext cx="2320290"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2800">
                <a:solidFill>
                  <a:schemeClr val="tx1"/>
                </a:solidFill>
                <a:latin typeface="微软雅黑" panose="020B0503020204020204" pitchFamily="34" charset="-122"/>
                <a:ea typeface="微软雅黑" panose="020B0503020204020204" pitchFamily="34" charset="-122"/>
              </a:defRPr>
            </a:lvl1pPr>
            <a:lvl2pPr marL="742950" indent="-285750" eaLnBrk="0" hangingPunct="0">
              <a:spcBef>
                <a:spcPct val="20000"/>
              </a:spcBef>
              <a:buChar char="–"/>
              <a:defRPr sz="2400">
                <a:solidFill>
                  <a:schemeClr val="tx1"/>
                </a:solidFill>
                <a:latin typeface="微软雅黑" panose="020B0503020204020204" pitchFamily="34" charset="-122"/>
                <a:ea typeface="微软雅黑" panose="020B0503020204020204" pitchFamily="34" charset="-122"/>
              </a:defRPr>
            </a:lvl2pPr>
            <a:lvl3pPr marL="1143000" indent="-228600" eaLnBrk="0" hangingPunct="0">
              <a:spcBef>
                <a:spcPct val="20000"/>
              </a:spcBef>
              <a:buChar char="•"/>
              <a:defRPr sz="2000">
                <a:solidFill>
                  <a:schemeClr val="tx1"/>
                </a:solidFill>
                <a:latin typeface="微软雅黑" panose="020B0503020204020204" pitchFamily="34" charset="-122"/>
                <a:ea typeface="微软雅黑" panose="020B0503020204020204" pitchFamily="34" charset="-122"/>
              </a:defRPr>
            </a:lvl3pPr>
            <a:lvl4pPr marL="1600200" indent="-228600" eaLnBrk="0" hangingPunct="0">
              <a:spcBef>
                <a:spcPct val="20000"/>
              </a:spcBef>
              <a:buChar char="–"/>
              <a:defRPr>
                <a:solidFill>
                  <a:schemeClr val="tx1"/>
                </a:solidFill>
                <a:latin typeface="微软雅黑" panose="020B0503020204020204" pitchFamily="34" charset="-122"/>
                <a:ea typeface="微软雅黑" panose="020B0503020204020204" pitchFamily="34" charset="-122"/>
              </a:defRPr>
            </a:lvl4pPr>
            <a:lvl5pPr marL="2057400" indent="-228600" eaLnBrk="0" hangingPunct="0">
              <a:spcBef>
                <a:spcPct val="20000"/>
              </a:spcBef>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a:solidFill>
                  <a:schemeClr val="tx1"/>
                </a:solidFill>
                <a:latin typeface="微软雅黑" panose="020B0503020204020204" pitchFamily="34" charset="-122"/>
                <a:ea typeface="微软雅黑" panose="020B0503020204020204" pitchFamily="34" charset="-122"/>
              </a:defRPr>
            </a:lvl9pPr>
          </a:lstStyle>
          <a:p>
            <a:pPr eaLnBrk="1" hangingPunct="1">
              <a:spcBef>
                <a:spcPct val="0"/>
              </a:spcBef>
              <a:buFontTx/>
              <a:buNone/>
            </a:pPr>
            <a:r>
              <a:rPr lang="zh-CN" altLang="en-US" b="1">
                <a:solidFill>
                  <a:schemeClr val="tx1"/>
                </a:solidFill>
                <a:latin typeface="+mn-lt"/>
                <a:ea typeface="+mn-ea"/>
              </a:rPr>
              <a:t>数据资产管理</a:t>
            </a:r>
            <a:endParaRPr lang="zh-CN" altLang="en-US" b="1">
              <a:solidFill>
                <a:schemeClr val="tx1"/>
              </a:solidFill>
              <a:latin typeface="+mn-lt"/>
              <a:ea typeface="+mn-ea"/>
            </a:endParaRPr>
          </a:p>
        </p:txBody>
      </p:sp>
      <p:sp>
        <p:nvSpPr>
          <p:cNvPr id="9" name="矩形 14"/>
          <p:cNvSpPr>
            <a:spLocks noChangeArrowheads="1"/>
          </p:cNvSpPr>
          <p:nvPr>
            <p:custDataLst>
              <p:tags r:id="rId6"/>
            </p:custDataLst>
          </p:nvPr>
        </p:nvSpPr>
        <p:spPr bwMode="auto">
          <a:xfrm>
            <a:off x="8472344" y="1606868"/>
            <a:ext cx="1607820"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2800">
                <a:solidFill>
                  <a:schemeClr val="tx1"/>
                </a:solidFill>
                <a:latin typeface="微软雅黑" panose="020B0503020204020204" pitchFamily="34" charset="-122"/>
                <a:ea typeface="微软雅黑" panose="020B0503020204020204" pitchFamily="34" charset="-122"/>
              </a:defRPr>
            </a:lvl1pPr>
            <a:lvl2pPr marL="742950" indent="-285750" eaLnBrk="0" hangingPunct="0">
              <a:spcBef>
                <a:spcPct val="20000"/>
              </a:spcBef>
              <a:buChar char="–"/>
              <a:defRPr sz="2400">
                <a:solidFill>
                  <a:schemeClr val="tx1"/>
                </a:solidFill>
                <a:latin typeface="微软雅黑" panose="020B0503020204020204" pitchFamily="34" charset="-122"/>
                <a:ea typeface="微软雅黑" panose="020B0503020204020204" pitchFamily="34" charset="-122"/>
              </a:defRPr>
            </a:lvl2pPr>
            <a:lvl3pPr marL="1143000" indent="-228600" eaLnBrk="0" hangingPunct="0">
              <a:spcBef>
                <a:spcPct val="20000"/>
              </a:spcBef>
              <a:buChar char="•"/>
              <a:defRPr sz="2000">
                <a:solidFill>
                  <a:schemeClr val="tx1"/>
                </a:solidFill>
                <a:latin typeface="微软雅黑" panose="020B0503020204020204" pitchFamily="34" charset="-122"/>
                <a:ea typeface="微软雅黑" panose="020B0503020204020204" pitchFamily="34" charset="-122"/>
              </a:defRPr>
            </a:lvl3pPr>
            <a:lvl4pPr marL="1600200" indent="-228600" eaLnBrk="0" hangingPunct="0">
              <a:spcBef>
                <a:spcPct val="20000"/>
              </a:spcBef>
              <a:buChar char="–"/>
              <a:defRPr>
                <a:solidFill>
                  <a:schemeClr val="tx1"/>
                </a:solidFill>
                <a:latin typeface="微软雅黑" panose="020B0503020204020204" pitchFamily="34" charset="-122"/>
                <a:ea typeface="微软雅黑" panose="020B0503020204020204" pitchFamily="34" charset="-122"/>
              </a:defRPr>
            </a:lvl4pPr>
            <a:lvl5pPr marL="2057400" indent="-228600" eaLnBrk="0" hangingPunct="0">
              <a:spcBef>
                <a:spcPct val="20000"/>
              </a:spcBef>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a:solidFill>
                  <a:schemeClr val="tx1"/>
                </a:solidFill>
                <a:latin typeface="微软雅黑" panose="020B0503020204020204" pitchFamily="34" charset="-122"/>
                <a:ea typeface="微软雅黑" panose="020B0503020204020204" pitchFamily="34" charset="-122"/>
              </a:defRPr>
            </a:lvl9pPr>
          </a:lstStyle>
          <a:p>
            <a:pPr eaLnBrk="1" hangingPunct="1">
              <a:spcBef>
                <a:spcPct val="0"/>
              </a:spcBef>
              <a:buFontTx/>
              <a:buNone/>
            </a:pPr>
            <a:r>
              <a:rPr lang="zh-CN" altLang="en-US" b="1">
                <a:latin typeface="+mn-lt"/>
                <a:ea typeface="+mn-ea"/>
              </a:rPr>
              <a:t>数据管理</a:t>
            </a:r>
            <a:endParaRPr lang="zh-CN" altLang="en-US" b="1">
              <a:latin typeface="+mn-lt"/>
              <a:ea typeface="+mn-ea"/>
            </a:endParaRPr>
          </a:p>
        </p:txBody>
      </p:sp>
      <p:sp>
        <p:nvSpPr>
          <p:cNvPr id="10" name="矩形 15"/>
          <p:cNvSpPr>
            <a:spLocks noChangeArrowheads="1"/>
          </p:cNvSpPr>
          <p:nvPr>
            <p:custDataLst>
              <p:tags r:id="rId7"/>
            </p:custDataLst>
          </p:nvPr>
        </p:nvSpPr>
        <p:spPr bwMode="auto">
          <a:xfrm>
            <a:off x="8964469" y="3676968"/>
            <a:ext cx="2320290"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2800">
                <a:solidFill>
                  <a:schemeClr val="tx1"/>
                </a:solidFill>
                <a:latin typeface="微软雅黑" panose="020B0503020204020204" pitchFamily="34" charset="-122"/>
                <a:ea typeface="微软雅黑" panose="020B0503020204020204" pitchFamily="34" charset="-122"/>
              </a:defRPr>
            </a:lvl1pPr>
            <a:lvl2pPr marL="742950" indent="-285750" eaLnBrk="0" hangingPunct="0">
              <a:spcBef>
                <a:spcPct val="20000"/>
              </a:spcBef>
              <a:buChar char="–"/>
              <a:defRPr sz="2400">
                <a:solidFill>
                  <a:schemeClr val="tx1"/>
                </a:solidFill>
                <a:latin typeface="微软雅黑" panose="020B0503020204020204" pitchFamily="34" charset="-122"/>
                <a:ea typeface="微软雅黑" panose="020B0503020204020204" pitchFamily="34" charset="-122"/>
              </a:defRPr>
            </a:lvl2pPr>
            <a:lvl3pPr marL="1143000" indent="-228600" eaLnBrk="0" hangingPunct="0">
              <a:spcBef>
                <a:spcPct val="20000"/>
              </a:spcBef>
              <a:buChar char="•"/>
              <a:defRPr sz="2000">
                <a:solidFill>
                  <a:schemeClr val="tx1"/>
                </a:solidFill>
                <a:latin typeface="微软雅黑" panose="020B0503020204020204" pitchFamily="34" charset="-122"/>
                <a:ea typeface="微软雅黑" panose="020B0503020204020204" pitchFamily="34" charset="-122"/>
              </a:defRPr>
            </a:lvl3pPr>
            <a:lvl4pPr marL="1600200" indent="-228600" eaLnBrk="0" hangingPunct="0">
              <a:spcBef>
                <a:spcPct val="20000"/>
              </a:spcBef>
              <a:buChar char="–"/>
              <a:defRPr>
                <a:solidFill>
                  <a:schemeClr val="tx1"/>
                </a:solidFill>
                <a:latin typeface="微软雅黑" panose="020B0503020204020204" pitchFamily="34" charset="-122"/>
                <a:ea typeface="微软雅黑" panose="020B0503020204020204" pitchFamily="34" charset="-122"/>
              </a:defRPr>
            </a:lvl4pPr>
            <a:lvl5pPr marL="2057400" indent="-228600" eaLnBrk="0" hangingPunct="0">
              <a:spcBef>
                <a:spcPct val="20000"/>
              </a:spcBef>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a:solidFill>
                  <a:schemeClr val="tx1"/>
                </a:solidFill>
                <a:latin typeface="微软雅黑" panose="020B0503020204020204" pitchFamily="34" charset="-122"/>
                <a:ea typeface="微软雅黑" panose="020B0503020204020204" pitchFamily="34" charset="-122"/>
              </a:defRPr>
            </a:lvl9pPr>
          </a:lstStyle>
          <a:p>
            <a:pPr eaLnBrk="1" hangingPunct="1">
              <a:spcBef>
                <a:spcPct val="0"/>
              </a:spcBef>
              <a:buFontTx/>
              <a:buNone/>
            </a:pPr>
            <a:r>
              <a:rPr lang="zh-CN" altLang="en-US" b="1">
                <a:solidFill>
                  <a:schemeClr val="tx1"/>
                </a:solidFill>
                <a:latin typeface="+mn-lt"/>
                <a:ea typeface="+mn-ea"/>
              </a:rPr>
              <a:t>信息资源管理</a:t>
            </a:r>
            <a:endParaRPr lang="zh-CN" altLang="en-US" b="1">
              <a:solidFill>
                <a:schemeClr val="tx1"/>
              </a:solidFill>
              <a:latin typeface="+mn-lt"/>
              <a:ea typeface="+mn-ea"/>
            </a:endParaRPr>
          </a:p>
        </p:txBody>
      </p:sp>
      <p:sp>
        <p:nvSpPr>
          <p:cNvPr id="14" name="标题 13"/>
          <p:cNvSpPr>
            <a:spLocks noGrp="1"/>
          </p:cNvSpPr>
          <p:nvPr>
            <p:ph type="title"/>
            <p:custDataLst>
              <p:tags r:id="rId8"/>
            </p:custDataLst>
          </p:nvPr>
        </p:nvSpPr>
        <p:spPr/>
        <p:txBody>
          <a:bodyPr vert="horz" lIns="91440" tIns="45720" rIns="91440" bIns="45720" rtlCol="0" anchor="ctr">
            <a:normAutofit/>
          </a:bodyPr>
          <a:p>
            <a:pPr lvl="0" algn="l">
              <a:buClrTx/>
              <a:buSzTx/>
              <a:buFontTx/>
            </a:pPr>
            <a:r>
              <a:rPr lang="zh-CN" altLang="en-US" smtClean="0">
                <a:sym typeface="+mn-ea"/>
              </a:rPr>
              <a:t>DATA GOVERNANCE</a:t>
            </a:r>
            <a:endParaRPr lang="zh-CN" altLang="en-US" smtClean="0">
              <a:sym typeface="+mn-ea"/>
            </a:endParaRPr>
          </a:p>
        </p:txBody>
      </p:sp>
      <p:pic>
        <p:nvPicPr>
          <p:cNvPr id="4098" name="Picture 2" descr="黑人问号"/>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439538" y="1555884"/>
            <a:ext cx="3654849" cy="3746045"/>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0"/>
    </p:custData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3"/>
          <p:cNvSpPr>
            <a:spLocks noGrp="1"/>
          </p:cNvSpPr>
          <p:nvPr>
            <p:custDataLst>
              <p:tags r:id="rId1"/>
            </p:custDataLst>
          </p:nvPr>
        </p:nvSpPr>
        <p:spPr>
          <a:xfrm>
            <a:off x="12582525" y="3080385"/>
            <a:ext cx="533400" cy="244475"/>
          </a:xfrm>
          <a:prstGeom prst="rect">
            <a:avLst/>
          </a:prstGeom>
        </p:spPr>
        <p:txBody>
          <a:bodyPr vert="horz" lIns="91440" tIns="45720" rIns="91440" bIns="45720" rtlCol="0" anchor="ctr"/>
          <a:lstStyle>
            <a:defPPr>
              <a:defRPr lang="zh-CN"/>
            </a:defPPr>
            <a:lvl1pPr marL="0" algn="l" defTabSz="914400" rtl="0" eaLnBrk="1" latinLnBrk="0" hangingPunct="1">
              <a:defRPr lang="en-US" altLang="zh-CN" sz="1000" kern="1200" baseline="0" smtClean="0">
                <a:solidFill>
                  <a:srgbClr val="666666"/>
                </a:solidFill>
                <a:latin typeface="微软雅黑" panose="020B0503020204020204" pitchFamily="34" charset="-122"/>
                <a:ea typeface="微软雅黑" panose="020B0503020204020204" pitchFamily="34" charset="-122"/>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5D86DFE6-83D9-4FE3-A95C-808B4CBE7F92}" type="slidenum">
              <a:rPr lang="en-US" altLang="zh-CN" smtClean="0">
                <a:solidFill>
                  <a:schemeClr val="tx1"/>
                </a:solidFill>
              </a:rPr>
            </a:fld>
            <a:endParaRPr lang="en-US" altLang="zh-CN" smtClean="0">
              <a:solidFill>
                <a:schemeClr val="tx1"/>
              </a:solidFill>
            </a:endParaRPr>
          </a:p>
        </p:txBody>
      </p:sp>
      <p:pic>
        <p:nvPicPr>
          <p:cNvPr id="7" name="图片 31"/>
          <p:cNvPicPr>
            <a:picLocks noChangeAspect="1" noChangeArrowheads="1"/>
          </p:cNvPicPr>
          <p:nvPr>
            <p:custDataLst>
              <p:tags r:id="rId2"/>
            </p:custDataLst>
          </p:nvPr>
        </p:nvPicPr>
        <p:blipFill>
          <a:blip r:embed="rId3">
            <a:extLst>
              <a:ext uri="{28A0092B-C50C-407E-A947-70E740481C1C}">
                <a14:useLocalDpi xmlns:a14="http://schemas.microsoft.com/office/drawing/2010/main" val="0"/>
              </a:ext>
            </a:extLst>
          </a:blip>
          <a:srcRect/>
          <a:stretch>
            <a:fillRect/>
          </a:stretch>
        </p:blipFill>
        <p:spPr bwMode="auto">
          <a:xfrm>
            <a:off x="7148830" y="2559685"/>
            <a:ext cx="4432300" cy="2867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矩形 5"/>
          <p:cNvSpPr/>
          <p:nvPr>
            <p:custDataLst>
              <p:tags r:id="rId4"/>
            </p:custDataLst>
          </p:nvPr>
        </p:nvSpPr>
        <p:spPr>
          <a:xfrm>
            <a:off x="7679690" y="5661025"/>
            <a:ext cx="1579245" cy="398780"/>
          </a:xfrm>
          <a:prstGeom prst="rect">
            <a:avLst/>
          </a:prstGeom>
        </p:spPr>
        <p:txBody>
          <a:bodyPr wrap="square">
            <a:spAutoFit/>
          </a:bodyPr>
          <a:lstStyle/>
          <a:p>
            <a:pPr lvl="0" algn="l">
              <a:lnSpc>
                <a:spcPct val="125000"/>
              </a:lnSpc>
              <a:buClrTx/>
              <a:buSzTx/>
              <a:buFontTx/>
            </a:pPr>
            <a:r>
              <a:rPr lang="zh-CN" altLang="en-US" sz="1600" b="1" dirty="0">
                <a:solidFill>
                  <a:schemeClr val="accent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10   </a:t>
            </a:r>
            <a:r>
              <a:rPr lang="zh-CN" altLang="en-US" sz="1600" b="1" dirty="0">
                <a:solidFill>
                  <a:schemeClr val="accent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中级</a:t>
            </a:r>
            <a:endParaRPr lang="zh-CN" altLang="en-US" sz="1600" b="1" dirty="0">
              <a:solidFill>
                <a:schemeClr val="accent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9" name="矩形 8"/>
          <p:cNvSpPr/>
          <p:nvPr>
            <p:custDataLst>
              <p:tags r:id="rId5"/>
            </p:custDataLst>
          </p:nvPr>
        </p:nvSpPr>
        <p:spPr>
          <a:xfrm>
            <a:off x="10066020" y="3644900"/>
            <a:ext cx="2125980" cy="583565"/>
          </a:xfrm>
          <a:prstGeom prst="rect">
            <a:avLst/>
          </a:prstGeom>
        </p:spPr>
        <p:txBody>
          <a:bodyPr wrap="square">
            <a:spAutoFit/>
          </a:bodyPr>
          <a:lstStyle/>
          <a:p>
            <a:pPr lvl="0" algn="l">
              <a:lnSpc>
                <a:spcPct val="125000"/>
              </a:lnSpc>
              <a:buClrTx/>
              <a:buSzTx/>
              <a:buFontTx/>
            </a:pPr>
            <a:r>
              <a:rPr lang="zh-CN" altLang="en-US" sz="1600" b="1" dirty="0">
                <a:solidFill>
                  <a:schemeClr val="accent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司龄：</a:t>
            </a:r>
            <a:r>
              <a:rPr lang="zh-CN" altLang="en-US" sz="1600" b="1" dirty="0">
                <a:solidFill>
                  <a:schemeClr val="accent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10</a:t>
            </a:r>
            <a:r>
              <a:rPr lang="zh-CN" altLang="en-US" sz="1600" b="1" dirty="0">
                <a:solidFill>
                  <a:schemeClr val="accent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年</a:t>
            </a:r>
            <a:endParaRPr lang="zh-CN" altLang="en-US" sz="1600" b="1" dirty="0">
              <a:solidFill>
                <a:schemeClr val="accent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lvl="0" algn="l">
              <a:lnSpc>
                <a:spcPct val="125000"/>
              </a:lnSpc>
              <a:buClrTx/>
              <a:buSzTx/>
              <a:buFontTx/>
            </a:pPr>
            <a:r>
              <a:rPr lang="zh-CN" altLang="en-US" sz="1600" b="1" dirty="0">
                <a:solidFill>
                  <a:schemeClr val="accent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职务级别</a:t>
            </a:r>
            <a:r>
              <a:rPr lang="zh-CN" altLang="en-US" sz="1600" b="1" dirty="0">
                <a:solidFill>
                  <a:schemeClr val="accent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600" b="1" dirty="0">
                <a:solidFill>
                  <a:schemeClr val="accent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中级</a:t>
            </a:r>
            <a:endParaRPr lang="zh-CN" altLang="en-US" sz="1600" b="1" dirty="0">
              <a:solidFill>
                <a:schemeClr val="accent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0" name="矩形 9"/>
          <p:cNvSpPr/>
          <p:nvPr>
            <p:custDataLst>
              <p:tags r:id="rId6"/>
            </p:custDataLst>
          </p:nvPr>
        </p:nvSpPr>
        <p:spPr>
          <a:xfrm>
            <a:off x="9034145" y="1772285"/>
            <a:ext cx="2752725" cy="706755"/>
          </a:xfrm>
          <a:prstGeom prst="rect">
            <a:avLst/>
          </a:prstGeom>
        </p:spPr>
        <p:txBody>
          <a:bodyPr wrap="square">
            <a:spAutoFit/>
          </a:bodyPr>
          <a:lstStyle/>
          <a:p>
            <a:pPr algn="r">
              <a:lnSpc>
                <a:spcPct val="125000"/>
              </a:lnSpc>
              <a:spcBef>
                <a:spcPct val="0"/>
              </a:spcBef>
              <a:spcAft>
                <a:spcPct val="0"/>
              </a:spcAft>
            </a:pPr>
            <a:r>
              <a:rPr lang="zh-CN" altLang="en-US" sz="1600" b="1" dirty="0">
                <a:solidFill>
                  <a:schemeClr val="accent1">
                    <a:lumMod val="50000"/>
                  </a:schemeClr>
                </a:solidFill>
                <a:latin typeface="微软雅黑" panose="020B0503020204020204" pitchFamily="34" charset="-122"/>
                <a:ea typeface="微软雅黑" panose="020B0503020204020204" pitchFamily="34" charset="-122"/>
                <a:cs typeface="微软雅黑" panose="020B0503020204020204" pitchFamily="34" charset="-122"/>
              </a:rPr>
              <a:t>司龄超过</a:t>
            </a:r>
            <a:r>
              <a:rPr lang="en-US" altLang="zh-CN" sz="1600" b="1" dirty="0">
                <a:solidFill>
                  <a:schemeClr val="accent1">
                    <a:lumMod val="50000"/>
                  </a:schemeClr>
                </a:solidFill>
                <a:latin typeface="微软雅黑" panose="020B0503020204020204" pitchFamily="34" charset="-122"/>
                <a:ea typeface="微软雅黑" panose="020B0503020204020204" pitchFamily="34" charset="-122"/>
                <a:cs typeface="微软雅黑" panose="020B0503020204020204" pitchFamily="34" charset="-122"/>
              </a:rPr>
              <a:t>10</a:t>
            </a:r>
            <a:r>
              <a:rPr lang="zh-CN" altLang="en-US" sz="1600" b="1" dirty="0">
                <a:solidFill>
                  <a:schemeClr val="accent1">
                    <a:lumMod val="50000"/>
                  </a:schemeClr>
                </a:solidFill>
                <a:latin typeface="微软雅黑" panose="020B0503020204020204" pitchFamily="34" charset="-122"/>
                <a:ea typeface="微软雅黑" panose="020B0503020204020204" pitchFamily="34" charset="-122"/>
                <a:cs typeface="微软雅黑" panose="020B0503020204020204" pitchFamily="34" charset="-122"/>
              </a:rPr>
              <a:t>年的员工</a:t>
            </a:r>
            <a:endParaRPr lang="zh-CN" altLang="en-US" sz="1600" b="1" dirty="0">
              <a:solidFill>
                <a:schemeClr val="accent1">
                  <a:lumMod val="50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algn="r">
              <a:lnSpc>
                <a:spcPct val="125000"/>
              </a:lnSpc>
              <a:spcBef>
                <a:spcPct val="0"/>
              </a:spcBef>
              <a:spcAft>
                <a:spcPct val="0"/>
              </a:spcAft>
            </a:pPr>
            <a:r>
              <a:rPr lang="en-US" altLang="zh-CN" sz="1600" b="1" dirty="0">
                <a:solidFill>
                  <a:schemeClr val="accent1">
                    <a:lumMod val="50000"/>
                  </a:schemeClr>
                </a:solidFill>
                <a:latin typeface="微软雅黑" panose="020B0503020204020204" pitchFamily="34" charset="-122"/>
                <a:ea typeface="微软雅黑" panose="020B0503020204020204" pitchFamily="34" charset="-122"/>
                <a:cs typeface="微软雅黑" panose="020B0503020204020204" pitchFamily="34" charset="-122"/>
              </a:rPr>
              <a:t>85%</a:t>
            </a:r>
            <a:r>
              <a:rPr lang="zh-CN" altLang="en-US" sz="1600" b="1" dirty="0">
                <a:solidFill>
                  <a:schemeClr val="accent1">
                    <a:lumMod val="50000"/>
                  </a:schemeClr>
                </a:solidFill>
                <a:latin typeface="微软雅黑" panose="020B0503020204020204" pitchFamily="34" charset="-122"/>
                <a:ea typeface="微软雅黑" panose="020B0503020204020204" pitchFamily="34" charset="-122"/>
                <a:cs typeface="微软雅黑" panose="020B0503020204020204" pitchFamily="34" charset="-122"/>
              </a:rPr>
              <a:t>以上职务级别高于中级</a:t>
            </a:r>
            <a:endParaRPr lang="zh-CN" altLang="en-US" sz="1600" b="1" dirty="0">
              <a:solidFill>
                <a:schemeClr val="accent1">
                  <a:lumMod val="50000"/>
                </a:schemeClr>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7" name="标题 16"/>
          <p:cNvSpPr>
            <a:spLocks noGrp="1"/>
          </p:cNvSpPr>
          <p:nvPr>
            <p:ph type="title"/>
            <p:custDataLst>
              <p:tags r:id="rId7"/>
            </p:custDataLst>
          </p:nvPr>
        </p:nvSpPr>
        <p:spPr/>
        <p:txBody>
          <a:bodyPr vert="horz" lIns="91440" tIns="45720" rIns="91440" bIns="45720" rtlCol="0" anchor="ctr">
            <a:normAutofit/>
          </a:bodyPr>
          <a:p>
            <a:pPr lvl="0" algn="l">
              <a:buClrTx/>
              <a:buSzTx/>
              <a:buFontTx/>
            </a:pPr>
            <a:r>
              <a:rPr lang="zh-CN" altLang="en-US" smtClean="0">
                <a:sym typeface="+mn-ea"/>
              </a:rPr>
              <a:t>什么是数据？</a:t>
            </a:r>
            <a:endParaRPr lang="zh-CN" altLang="en-US" smtClean="0">
              <a:sym typeface="+mn-ea"/>
            </a:endParaRPr>
          </a:p>
        </p:txBody>
      </p:sp>
      <p:sp>
        <p:nvSpPr>
          <p:cNvPr id="20" name="标题 1"/>
          <p:cNvSpPr>
            <a:spLocks noGrp="1"/>
          </p:cNvSpPr>
          <p:nvPr/>
        </p:nvSpPr>
        <p:spPr>
          <a:xfrm>
            <a:off x="408940" y="1483360"/>
            <a:ext cx="6403975" cy="5055235"/>
          </a:xfrm>
          <a:prstGeom prst="rect">
            <a:avLst/>
          </a:prstGeom>
          <a:ln w="19050">
            <a:solidFill>
              <a:srgbClr val="2D6FA0"/>
            </a:solidFill>
            <a:prstDash val="dash"/>
          </a:ln>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lnSpc>
                <a:spcPct val="150000"/>
              </a:lnSpc>
            </a:pPr>
            <a:r>
              <a:rPr lang="en-US" altLang="zh-CN" sz="1600" b="1" dirty="0" smtClean="0">
                <a:latin typeface="微软雅黑" panose="020B0503020204020204" pitchFamily="34" charset="-122"/>
                <a:ea typeface="微软雅黑" panose="020B0503020204020204" pitchFamily="34" charset="-122"/>
              </a:rPr>
              <a:t>《DAMA</a:t>
            </a:r>
            <a:r>
              <a:rPr lang="zh-CN" altLang="en-US" sz="1600" b="1" dirty="0" smtClean="0">
                <a:latin typeface="微软雅黑" panose="020B0503020204020204" pitchFamily="34" charset="-122"/>
                <a:ea typeface="微软雅黑" panose="020B0503020204020204" pitchFamily="34" charset="-122"/>
              </a:rPr>
              <a:t>数据管理知识体系指南</a:t>
            </a:r>
            <a:r>
              <a:rPr lang="en-US" altLang="zh-CN" sz="1600" b="1" dirty="0" smtClean="0">
                <a:latin typeface="微软雅黑" panose="020B0503020204020204" pitchFamily="34" charset="-122"/>
                <a:ea typeface="微软雅黑" panose="020B0503020204020204" pitchFamily="34" charset="-122"/>
              </a:rPr>
              <a:t>》</a:t>
            </a:r>
            <a:r>
              <a:rPr lang="zh-CN" altLang="en-US" sz="1600" b="1" dirty="0" smtClean="0">
                <a:latin typeface="微软雅黑" panose="020B0503020204020204" pitchFamily="34" charset="-122"/>
                <a:ea typeface="微软雅黑" panose="020B0503020204020204" pitchFamily="34" charset="-122"/>
              </a:rPr>
              <a:t>的定义：</a:t>
            </a:r>
            <a:br>
              <a:rPr lang="en-US" altLang="zh-CN" sz="1600" b="1" dirty="0" smtClean="0">
                <a:latin typeface="微软雅黑" panose="020B0503020204020204" pitchFamily="34" charset="-122"/>
                <a:ea typeface="微软雅黑" panose="020B0503020204020204" pitchFamily="34" charset="-122"/>
              </a:rPr>
            </a:br>
            <a:r>
              <a:rPr lang="zh-CN" altLang="en-US" sz="1600" b="1" dirty="0" smtClean="0">
                <a:latin typeface="微软雅黑" panose="020B0503020204020204" pitchFamily="34" charset="-122"/>
                <a:ea typeface="微软雅黑" panose="020B0503020204020204" pitchFamily="34" charset="-122"/>
              </a:rPr>
              <a:t>数据</a:t>
            </a:r>
            <a:r>
              <a:rPr lang="en-US" altLang="zh-CN" sz="1600" b="1" dirty="0" smtClean="0">
                <a:latin typeface="微软雅黑" panose="020B0503020204020204" pitchFamily="34" charset="-122"/>
                <a:ea typeface="微软雅黑" panose="020B0503020204020204" pitchFamily="34" charset="-122"/>
              </a:rPr>
              <a:t>——</a:t>
            </a:r>
            <a:r>
              <a:rPr lang="zh-CN" altLang="en-US" sz="1600" b="1" dirty="0" smtClean="0">
                <a:latin typeface="微软雅黑" panose="020B0503020204020204" pitchFamily="34" charset="-122"/>
                <a:ea typeface="微软雅黑" panose="020B0503020204020204" pitchFamily="34" charset="-122"/>
              </a:rPr>
              <a:t>是以文本、数字、图形、图像、音频和视频等格式对事实进行表现。</a:t>
            </a:r>
            <a:br>
              <a:rPr lang="en-US" altLang="zh-CN" sz="1600" b="1" dirty="0" smtClean="0">
                <a:latin typeface="微软雅黑" panose="020B0503020204020204" pitchFamily="34" charset="-122"/>
                <a:ea typeface="微软雅黑" panose="020B0503020204020204" pitchFamily="34" charset="-122"/>
              </a:rPr>
            </a:br>
            <a:r>
              <a:rPr lang="zh-CN" altLang="en-US" sz="1600" b="1" dirty="0" smtClean="0">
                <a:latin typeface="微软雅黑" panose="020B0503020204020204" pitchFamily="34" charset="-122"/>
                <a:ea typeface="微软雅黑" panose="020B0503020204020204" pitchFamily="34" charset="-122"/>
              </a:rPr>
              <a:t>信息</a:t>
            </a:r>
            <a:r>
              <a:rPr lang="en-US" altLang="zh-CN" sz="1600" b="1" dirty="0" smtClean="0">
                <a:latin typeface="微软雅黑" panose="020B0503020204020204" pitchFamily="34" charset="-122"/>
                <a:ea typeface="微软雅黑" panose="020B0503020204020204" pitchFamily="34" charset="-122"/>
              </a:rPr>
              <a:t>——</a:t>
            </a:r>
            <a:r>
              <a:rPr lang="zh-CN" altLang="en-US" sz="1600" b="1" dirty="0" smtClean="0">
                <a:latin typeface="微软雅黑" panose="020B0503020204020204" pitchFamily="34" charset="-122"/>
                <a:ea typeface="微软雅黑" panose="020B0503020204020204" pitchFamily="34" charset="-122"/>
              </a:rPr>
              <a:t>是指有上下文的数据。上下文包括：</a:t>
            </a:r>
            <a:br>
              <a:rPr lang="en-US" altLang="zh-CN" sz="1600" b="1" dirty="0" smtClean="0">
                <a:latin typeface="微软雅黑" panose="020B0503020204020204" pitchFamily="34" charset="-122"/>
                <a:ea typeface="微软雅黑" panose="020B0503020204020204" pitchFamily="34" charset="-122"/>
              </a:rPr>
            </a:br>
            <a:r>
              <a:rPr lang="en-US" altLang="zh-CN" sz="1600" dirty="0" smtClean="0">
                <a:latin typeface="微软雅黑" panose="020B0503020204020204" pitchFamily="34" charset="-122"/>
                <a:ea typeface="微软雅黑" panose="020B0503020204020204" pitchFamily="34" charset="-122"/>
              </a:rPr>
              <a:t>       1</a:t>
            </a:r>
            <a:r>
              <a:rPr lang="zh-CN" altLang="en-US" sz="1600" dirty="0" smtClean="0">
                <a:latin typeface="微软雅黑" panose="020B0503020204020204" pitchFamily="34" charset="-122"/>
                <a:ea typeface="微软雅黑" panose="020B0503020204020204" pitchFamily="34" charset="-122"/>
              </a:rPr>
              <a:t>、数据相关的业务数据含义</a:t>
            </a:r>
            <a:br>
              <a:rPr lang="en-US" altLang="zh-CN" sz="1600" dirty="0" smtClean="0">
                <a:latin typeface="微软雅黑" panose="020B0503020204020204" pitchFamily="34" charset="-122"/>
                <a:ea typeface="微软雅黑" panose="020B0503020204020204" pitchFamily="34" charset="-122"/>
              </a:rPr>
            </a:br>
            <a:r>
              <a:rPr lang="en-US" altLang="zh-CN" sz="1600" dirty="0" smtClean="0">
                <a:latin typeface="微软雅黑" panose="020B0503020204020204" pitchFamily="34" charset="-122"/>
                <a:ea typeface="微软雅黑" panose="020B0503020204020204" pitchFamily="34" charset="-122"/>
              </a:rPr>
              <a:t>       2</a:t>
            </a:r>
            <a:r>
              <a:rPr lang="zh-CN" altLang="en-US" sz="1600" dirty="0" smtClean="0">
                <a:latin typeface="微软雅黑" panose="020B0503020204020204" pitchFamily="34" charset="-122"/>
                <a:ea typeface="微软雅黑" panose="020B0503020204020204" pitchFamily="34" charset="-122"/>
              </a:rPr>
              <a:t>、数据</a:t>
            </a:r>
            <a:r>
              <a:rPr lang="zh-CN" altLang="en-US" sz="1600" dirty="0">
                <a:latin typeface="微软雅黑" panose="020B0503020204020204" pitchFamily="34" charset="-122"/>
                <a:ea typeface="微软雅黑" panose="020B0503020204020204" pitchFamily="34" charset="-122"/>
              </a:rPr>
              <a:t>表达</a:t>
            </a:r>
            <a:r>
              <a:rPr lang="zh-CN" altLang="en-US" sz="1600" dirty="0" smtClean="0">
                <a:latin typeface="微软雅黑" panose="020B0503020204020204" pitchFamily="34" charset="-122"/>
                <a:ea typeface="微软雅黑" panose="020B0503020204020204" pitchFamily="34" charset="-122"/>
              </a:rPr>
              <a:t>格式</a:t>
            </a:r>
            <a:br>
              <a:rPr lang="en-US" altLang="zh-CN" sz="1600" dirty="0" smtClean="0">
                <a:latin typeface="微软雅黑" panose="020B0503020204020204" pitchFamily="34" charset="-122"/>
                <a:ea typeface="微软雅黑" panose="020B0503020204020204" pitchFamily="34" charset="-122"/>
              </a:rPr>
            </a:br>
            <a:r>
              <a:rPr lang="en-US" altLang="zh-CN" sz="1600" dirty="0" smtClean="0">
                <a:latin typeface="微软雅黑" panose="020B0503020204020204" pitchFamily="34" charset="-122"/>
                <a:ea typeface="微软雅黑" panose="020B0503020204020204" pitchFamily="34" charset="-122"/>
              </a:rPr>
              <a:t>       3</a:t>
            </a:r>
            <a:r>
              <a:rPr lang="zh-CN" altLang="en-US" sz="1600" dirty="0">
                <a:latin typeface="微软雅黑" panose="020B0503020204020204" pitchFamily="34" charset="-122"/>
                <a:ea typeface="微软雅黑" panose="020B0503020204020204" pitchFamily="34" charset="-122"/>
              </a:rPr>
              <a:t>、</a:t>
            </a:r>
            <a:r>
              <a:rPr lang="zh-CN" altLang="en-US" sz="1600" dirty="0" smtClean="0">
                <a:latin typeface="微软雅黑" panose="020B0503020204020204" pitchFamily="34" charset="-122"/>
                <a:ea typeface="微软雅黑" panose="020B0503020204020204" pitchFamily="34" charset="-122"/>
              </a:rPr>
              <a:t>数据</a:t>
            </a:r>
            <a:r>
              <a:rPr lang="zh-CN" altLang="en-US" sz="1600" dirty="0">
                <a:latin typeface="微软雅黑" panose="020B0503020204020204" pitchFamily="34" charset="-122"/>
                <a:ea typeface="微软雅黑" panose="020B0503020204020204" pitchFamily="34" charset="-122"/>
              </a:rPr>
              <a:t>所</a:t>
            </a:r>
            <a:r>
              <a:rPr lang="zh-CN" altLang="en-US" sz="1600" dirty="0" smtClean="0">
                <a:latin typeface="微软雅黑" panose="020B0503020204020204" pitchFamily="34" charset="-122"/>
                <a:ea typeface="微软雅黑" panose="020B0503020204020204" pitchFamily="34" charset="-122"/>
              </a:rPr>
              <a:t>处的时间范围</a:t>
            </a:r>
            <a:br>
              <a:rPr lang="en-US" altLang="zh-CN" sz="1600" dirty="0" smtClean="0">
                <a:latin typeface="微软雅黑" panose="020B0503020204020204" pitchFamily="34" charset="-122"/>
                <a:ea typeface="微软雅黑" panose="020B0503020204020204" pitchFamily="34" charset="-122"/>
              </a:rPr>
            </a:br>
            <a:r>
              <a:rPr lang="en-US" altLang="zh-CN" sz="1600" dirty="0" smtClean="0">
                <a:latin typeface="微软雅黑" panose="020B0503020204020204" pitchFamily="34" charset="-122"/>
                <a:ea typeface="微软雅黑" panose="020B0503020204020204" pitchFamily="34" charset="-122"/>
              </a:rPr>
              <a:t>       4</a:t>
            </a:r>
            <a:r>
              <a:rPr lang="zh-CN" altLang="en-US" sz="1600" dirty="0" smtClean="0">
                <a:latin typeface="微软雅黑" panose="020B0503020204020204" pitchFamily="34" charset="-122"/>
                <a:ea typeface="微软雅黑" panose="020B0503020204020204" pitchFamily="34" charset="-122"/>
              </a:rPr>
              <a:t>、数据与特定用法的相关性</a:t>
            </a:r>
            <a:br>
              <a:rPr lang="en-US" altLang="zh-CN" sz="1600" b="1" dirty="0" smtClean="0">
                <a:latin typeface="微软雅黑" panose="020B0503020204020204" pitchFamily="34" charset="-122"/>
                <a:ea typeface="微软雅黑" panose="020B0503020204020204" pitchFamily="34" charset="-122"/>
              </a:rPr>
            </a:br>
            <a:r>
              <a:rPr lang="zh-CN" altLang="en-US" sz="1600" b="1" dirty="0" smtClean="0">
                <a:latin typeface="微软雅黑" panose="020B0503020204020204" pitchFamily="34" charset="-122"/>
                <a:ea typeface="微软雅黑" panose="020B0503020204020204" pitchFamily="34" charset="-122"/>
              </a:rPr>
              <a:t>知识</a:t>
            </a:r>
            <a:r>
              <a:rPr lang="en-US" altLang="zh-CN" sz="1600" b="1" dirty="0" smtClean="0">
                <a:latin typeface="微软雅黑" panose="020B0503020204020204" pitchFamily="34" charset="-122"/>
                <a:ea typeface="微软雅黑" panose="020B0503020204020204" pitchFamily="34" charset="-122"/>
              </a:rPr>
              <a:t>——</a:t>
            </a:r>
            <a:r>
              <a:rPr lang="zh-CN" altLang="en-US" sz="1600" b="1" dirty="0" smtClean="0">
                <a:latin typeface="微软雅黑" panose="020B0503020204020204" pitchFamily="34" charset="-122"/>
                <a:ea typeface="微软雅黑" panose="020B0503020204020204" pitchFamily="34" charset="-122"/>
              </a:rPr>
              <a:t>是基于信息整合形成的观点，是基于信息对模式、趋势的识别、解释、假设和推理</a:t>
            </a:r>
            <a:endParaRPr lang="zh-CN" altLang="en-US" sz="1600" b="1" dirty="0">
              <a:latin typeface="微软雅黑" panose="020B0503020204020204" pitchFamily="34" charset="-122"/>
              <a:ea typeface="微软雅黑" panose="020B0503020204020204" pitchFamily="34" charset="-122"/>
            </a:endParaRPr>
          </a:p>
        </p:txBody>
      </p:sp>
      <p:sp>
        <p:nvSpPr>
          <p:cNvPr id="21" name="圆角矩形 20"/>
          <p:cNvSpPr/>
          <p:nvPr/>
        </p:nvSpPr>
        <p:spPr>
          <a:xfrm>
            <a:off x="767080" y="1196340"/>
            <a:ext cx="2413000" cy="497205"/>
          </a:xfrm>
          <a:prstGeom prst="roundRect">
            <a:avLst/>
          </a:prstGeom>
          <a:gradFill>
            <a:gsLst>
              <a:gs pos="50000">
                <a:srgbClr val="29B6F4"/>
              </a:gs>
              <a:gs pos="0">
                <a:srgbClr val="82D1F6"/>
              </a:gs>
              <a:gs pos="99000">
                <a:srgbClr val="0089CD"/>
              </a:gs>
            </a:gsLst>
            <a:lin ang="162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a:t>什么是数据</a:t>
            </a:r>
            <a:endParaRPr lang="zh-CN" altLang="en-US"/>
          </a:p>
        </p:txBody>
      </p:sp>
      <p:pic>
        <p:nvPicPr>
          <p:cNvPr id="28" name="图片 27"/>
          <p:cNvPicPr>
            <a:picLocks noChangeAspect="1"/>
          </p:cNvPicPr>
          <p:nvPr/>
        </p:nvPicPr>
        <p:blipFill>
          <a:blip r:embed="rId8"/>
          <a:stretch>
            <a:fillRect/>
          </a:stretch>
        </p:blipFill>
        <p:spPr>
          <a:xfrm>
            <a:off x="8759825" y="5228590"/>
            <a:ext cx="1176020" cy="1361440"/>
          </a:xfrm>
          <a:prstGeom prst="rect">
            <a:avLst/>
          </a:prstGeom>
        </p:spPr>
      </p:pic>
    </p:spTree>
    <p:custDataLst>
      <p:tags r:id="rId9"/>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9" grpId="0"/>
      <p:bldP spid="10"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2"/>
          <p:cNvSpPr>
            <a:spLocks noGrp="1"/>
          </p:cNvSpPr>
          <p:nvPr>
            <p:custDataLst>
              <p:tags r:id="rId1"/>
            </p:custDataLst>
          </p:nvPr>
        </p:nvSpPr>
        <p:spPr>
          <a:xfrm>
            <a:off x="10422255" y="11107420"/>
            <a:ext cx="533400" cy="244475"/>
          </a:xfrm>
          <a:prstGeom prst="rect">
            <a:avLst/>
          </a:prstGeom>
        </p:spPr>
        <p:txBody>
          <a:bodyPr vert="horz" lIns="91440" tIns="45720" rIns="91440" bIns="45720" rtlCol="0" anchor="ctr"/>
          <a:lstStyle>
            <a:defPPr>
              <a:defRPr lang="zh-CN"/>
            </a:defPPr>
            <a:lvl1pPr marL="0" algn="l" defTabSz="914400" rtl="0" eaLnBrk="1" latinLnBrk="0" hangingPunct="1">
              <a:defRPr lang="en-US" altLang="zh-CN" sz="1000" kern="1200" baseline="0" smtClean="0">
                <a:solidFill>
                  <a:srgbClr val="666666"/>
                </a:solidFill>
                <a:latin typeface="微软雅黑" panose="020B0503020204020204" pitchFamily="34" charset="-122"/>
                <a:ea typeface="微软雅黑" panose="020B0503020204020204" pitchFamily="34" charset="-122"/>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A5AC9BE9-63D1-49E6-9056-5F9732871E1C}" type="slidenum">
              <a:rPr lang="en-US" altLang="zh-CN" smtClean="0">
                <a:solidFill>
                  <a:schemeClr val="tx1"/>
                </a:solidFill>
              </a:rPr>
            </a:fld>
            <a:endParaRPr lang="en-US" altLang="zh-CN" smtClean="0">
              <a:solidFill>
                <a:schemeClr val="tx1"/>
              </a:solidFill>
            </a:endParaRPr>
          </a:p>
        </p:txBody>
      </p:sp>
      <p:grpSp>
        <p:nvGrpSpPr>
          <p:cNvPr id="6" name="组合 5"/>
          <p:cNvGrpSpPr/>
          <p:nvPr/>
        </p:nvGrpSpPr>
        <p:grpSpPr>
          <a:xfrm>
            <a:off x="1415222" y="1225136"/>
            <a:ext cx="8720138" cy="4879975"/>
            <a:chOff x="304800" y="1447800"/>
            <a:chExt cx="8720138" cy="4879975"/>
          </a:xfrm>
        </p:grpSpPr>
        <p:sp>
          <p:nvSpPr>
            <p:cNvPr id="7" name="Rectangle 2"/>
            <p:cNvSpPr>
              <a:spLocks noChangeArrowheads="1"/>
            </p:cNvSpPr>
            <p:nvPr>
              <p:custDataLst>
                <p:tags r:id="rId2"/>
              </p:custDataLst>
            </p:nvPr>
          </p:nvSpPr>
          <p:spPr bwMode="auto">
            <a:xfrm>
              <a:off x="4945063" y="1643063"/>
              <a:ext cx="648335" cy="33718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sz="1000">
                  <a:solidFill>
                    <a:schemeClr val="tx1"/>
                  </a:solidFill>
                  <a:latin typeface="Verdana" panose="020B0604030504040204" pitchFamily="34" charset="0"/>
                  <a:ea typeface="宋体" panose="02010600030101010101" pitchFamily="2" charset="-122"/>
                </a:defRPr>
              </a:lvl1pPr>
              <a:lvl2pPr marL="742950" indent="-285750">
                <a:defRPr sz="1000">
                  <a:solidFill>
                    <a:schemeClr val="tx1"/>
                  </a:solidFill>
                  <a:latin typeface="Verdana" panose="020B0604030504040204" pitchFamily="34" charset="0"/>
                  <a:ea typeface="宋体" panose="02010600030101010101" pitchFamily="2" charset="-122"/>
                </a:defRPr>
              </a:lvl2pPr>
              <a:lvl3pPr marL="1143000" indent="-228600">
                <a:defRPr sz="1000">
                  <a:solidFill>
                    <a:schemeClr val="tx1"/>
                  </a:solidFill>
                  <a:latin typeface="Verdana" panose="020B0604030504040204" pitchFamily="34" charset="0"/>
                  <a:ea typeface="宋体" panose="02010600030101010101" pitchFamily="2" charset="-122"/>
                </a:defRPr>
              </a:lvl3pPr>
              <a:lvl4pPr marL="1600200" indent="-228600">
                <a:defRPr sz="1000">
                  <a:solidFill>
                    <a:schemeClr val="tx1"/>
                  </a:solidFill>
                  <a:latin typeface="Verdana" panose="020B0604030504040204" pitchFamily="34" charset="0"/>
                  <a:ea typeface="宋体" panose="02010600030101010101" pitchFamily="2" charset="-122"/>
                </a:defRPr>
              </a:lvl4pPr>
              <a:lvl5pPr marL="2057400" indent="-228600">
                <a:defRPr sz="1000">
                  <a:solidFill>
                    <a:schemeClr val="tx1"/>
                  </a:solidFill>
                  <a:latin typeface="Verdan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sz="1000">
                  <a:solidFill>
                    <a:schemeClr val="tx1"/>
                  </a:solidFill>
                  <a:latin typeface="Verdan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sz="1000">
                  <a:solidFill>
                    <a:schemeClr val="tx1"/>
                  </a:solidFill>
                  <a:latin typeface="Verdan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sz="1000">
                  <a:solidFill>
                    <a:schemeClr val="tx1"/>
                  </a:solidFill>
                  <a:latin typeface="Verdan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sz="1000">
                  <a:solidFill>
                    <a:schemeClr val="tx1"/>
                  </a:solidFill>
                  <a:latin typeface="Verdana" panose="020B060403050404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0" lang="zh-CN" altLang="en-US" sz="1600" b="1" i="0" u="none" strike="noStrike" kern="0" cap="none" spc="0" normalizeH="0" baseline="0" noProof="0">
                  <a:ln>
                    <a:noFill/>
                  </a:ln>
                  <a:solidFill>
                    <a:schemeClr val="accent1">
                      <a:lumMod val="50000"/>
                    </a:schemeClr>
                  </a:solidFill>
                  <a:effectLst/>
                  <a:uLnTx/>
                  <a:uFillTx/>
                  <a:latin typeface="+mn-lt"/>
                  <a:ea typeface="+mn-ea"/>
                </a:rPr>
                <a:t>财务 </a:t>
              </a:r>
              <a:endParaRPr kumimoji="0" lang="zh-CN" altLang="en-US" sz="1600" b="1" i="0" u="none" strike="noStrike" kern="0" cap="none" spc="0" normalizeH="0" baseline="0" noProof="0">
                <a:ln>
                  <a:noFill/>
                </a:ln>
                <a:solidFill>
                  <a:schemeClr val="accent1">
                    <a:lumMod val="50000"/>
                  </a:schemeClr>
                </a:solidFill>
                <a:effectLst/>
                <a:uLnTx/>
                <a:uFillTx/>
                <a:latin typeface="+mn-lt"/>
                <a:ea typeface="+mn-ea"/>
              </a:endParaRPr>
            </a:p>
          </p:txBody>
        </p:sp>
        <p:sp>
          <p:nvSpPr>
            <p:cNvPr id="8" name="Rectangle 3"/>
            <p:cNvSpPr>
              <a:spLocks noChangeArrowheads="1"/>
            </p:cNvSpPr>
            <p:nvPr>
              <p:custDataLst>
                <p:tags r:id="rId3"/>
              </p:custDataLst>
            </p:nvPr>
          </p:nvSpPr>
          <p:spPr bwMode="auto">
            <a:xfrm>
              <a:off x="2735263" y="1447800"/>
              <a:ext cx="591820" cy="33718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sz="1000">
                  <a:solidFill>
                    <a:schemeClr val="tx1"/>
                  </a:solidFill>
                  <a:latin typeface="Verdana" panose="020B0604030504040204" pitchFamily="34" charset="0"/>
                  <a:ea typeface="宋体" panose="02010600030101010101" pitchFamily="2" charset="-122"/>
                </a:defRPr>
              </a:lvl1pPr>
              <a:lvl2pPr marL="742950" indent="-285750">
                <a:defRPr sz="1000">
                  <a:solidFill>
                    <a:schemeClr val="tx1"/>
                  </a:solidFill>
                  <a:latin typeface="Verdana" panose="020B0604030504040204" pitchFamily="34" charset="0"/>
                  <a:ea typeface="宋体" panose="02010600030101010101" pitchFamily="2" charset="-122"/>
                </a:defRPr>
              </a:lvl2pPr>
              <a:lvl3pPr marL="1143000" indent="-228600">
                <a:defRPr sz="1000">
                  <a:solidFill>
                    <a:schemeClr val="tx1"/>
                  </a:solidFill>
                  <a:latin typeface="Verdana" panose="020B0604030504040204" pitchFamily="34" charset="0"/>
                  <a:ea typeface="宋体" panose="02010600030101010101" pitchFamily="2" charset="-122"/>
                </a:defRPr>
              </a:lvl3pPr>
              <a:lvl4pPr marL="1600200" indent="-228600">
                <a:defRPr sz="1000">
                  <a:solidFill>
                    <a:schemeClr val="tx1"/>
                  </a:solidFill>
                  <a:latin typeface="Verdana" panose="020B0604030504040204" pitchFamily="34" charset="0"/>
                  <a:ea typeface="宋体" panose="02010600030101010101" pitchFamily="2" charset="-122"/>
                </a:defRPr>
              </a:lvl4pPr>
              <a:lvl5pPr marL="2057400" indent="-228600">
                <a:defRPr sz="1000">
                  <a:solidFill>
                    <a:schemeClr val="tx1"/>
                  </a:solidFill>
                  <a:latin typeface="Verdan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sz="1000">
                  <a:solidFill>
                    <a:schemeClr val="tx1"/>
                  </a:solidFill>
                  <a:latin typeface="Verdan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sz="1000">
                  <a:solidFill>
                    <a:schemeClr val="tx1"/>
                  </a:solidFill>
                  <a:latin typeface="Verdan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sz="1000">
                  <a:solidFill>
                    <a:schemeClr val="tx1"/>
                  </a:solidFill>
                  <a:latin typeface="Verdan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sz="1000">
                  <a:solidFill>
                    <a:schemeClr val="tx1"/>
                  </a:solidFill>
                  <a:latin typeface="Verdana" panose="020B060403050404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0" lang="zh-CN" altLang="en-US" sz="1600" b="1" i="0" u="none" strike="noStrike" kern="0" cap="none" spc="0" normalizeH="0" baseline="0" noProof="0">
                  <a:ln>
                    <a:noFill/>
                  </a:ln>
                  <a:solidFill>
                    <a:schemeClr val="accent1">
                      <a:lumMod val="50000"/>
                    </a:schemeClr>
                  </a:solidFill>
                  <a:effectLst/>
                  <a:uLnTx/>
                  <a:uFillTx/>
                  <a:latin typeface="+mn-lt"/>
                  <a:ea typeface="+mn-ea"/>
                </a:rPr>
                <a:t>资产</a:t>
              </a:r>
              <a:endParaRPr kumimoji="0" lang="zh-CN" altLang="en-US" sz="1600" b="1" i="0" u="none" strike="noStrike" kern="0" cap="none" spc="0" normalizeH="0" baseline="0" noProof="0">
                <a:ln>
                  <a:noFill/>
                </a:ln>
                <a:solidFill>
                  <a:schemeClr val="accent1">
                    <a:lumMod val="50000"/>
                  </a:schemeClr>
                </a:solidFill>
                <a:effectLst/>
                <a:uLnTx/>
                <a:uFillTx/>
                <a:latin typeface="+mn-lt"/>
                <a:ea typeface="+mn-ea"/>
              </a:endParaRPr>
            </a:p>
          </p:txBody>
        </p:sp>
        <p:sp>
          <p:nvSpPr>
            <p:cNvPr id="9" name="Rectangle 4"/>
            <p:cNvSpPr>
              <a:spLocks noChangeArrowheads="1"/>
            </p:cNvSpPr>
            <p:nvPr>
              <p:custDataLst>
                <p:tags r:id="rId4"/>
              </p:custDataLst>
            </p:nvPr>
          </p:nvSpPr>
          <p:spPr bwMode="auto">
            <a:xfrm>
              <a:off x="762000" y="1692275"/>
              <a:ext cx="795655" cy="33718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sz="1000">
                  <a:solidFill>
                    <a:schemeClr val="tx1"/>
                  </a:solidFill>
                  <a:latin typeface="Verdana" panose="020B0604030504040204" pitchFamily="34" charset="0"/>
                  <a:ea typeface="宋体" panose="02010600030101010101" pitchFamily="2" charset="-122"/>
                </a:defRPr>
              </a:lvl1pPr>
              <a:lvl2pPr marL="742950" indent="-285750">
                <a:defRPr sz="1000">
                  <a:solidFill>
                    <a:schemeClr val="tx1"/>
                  </a:solidFill>
                  <a:latin typeface="Verdana" panose="020B0604030504040204" pitchFamily="34" charset="0"/>
                  <a:ea typeface="宋体" panose="02010600030101010101" pitchFamily="2" charset="-122"/>
                </a:defRPr>
              </a:lvl2pPr>
              <a:lvl3pPr marL="1143000" indent="-228600">
                <a:defRPr sz="1000">
                  <a:solidFill>
                    <a:schemeClr val="tx1"/>
                  </a:solidFill>
                  <a:latin typeface="Verdana" panose="020B0604030504040204" pitchFamily="34" charset="0"/>
                  <a:ea typeface="宋体" panose="02010600030101010101" pitchFamily="2" charset="-122"/>
                </a:defRPr>
              </a:lvl3pPr>
              <a:lvl4pPr marL="1600200" indent="-228600">
                <a:defRPr sz="1000">
                  <a:solidFill>
                    <a:schemeClr val="tx1"/>
                  </a:solidFill>
                  <a:latin typeface="Verdana" panose="020B0604030504040204" pitchFamily="34" charset="0"/>
                  <a:ea typeface="宋体" panose="02010600030101010101" pitchFamily="2" charset="-122"/>
                </a:defRPr>
              </a:lvl4pPr>
              <a:lvl5pPr marL="2057400" indent="-228600">
                <a:defRPr sz="1000">
                  <a:solidFill>
                    <a:schemeClr val="tx1"/>
                  </a:solidFill>
                  <a:latin typeface="Verdan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sz="1000">
                  <a:solidFill>
                    <a:schemeClr val="tx1"/>
                  </a:solidFill>
                  <a:latin typeface="Verdan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sz="1000">
                  <a:solidFill>
                    <a:schemeClr val="tx1"/>
                  </a:solidFill>
                  <a:latin typeface="Verdan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sz="1000">
                  <a:solidFill>
                    <a:schemeClr val="tx1"/>
                  </a:solidFill>
                  <a:latin typeface="Verdan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sz="1000">
                  <a:solidFill>
                    <a:schemeClr val="tx1"/>
                  </a:solidFill>
                  <a:latin typeface="Verdana" panose="020B060403050404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0" lang="zh-CN" altLang="en-US" sz="1600" b="1" i="0" u="none" strike="noStrike" kern="0" cap="none" spc="0" normalizeH="0" baseline="0" noProof="0">
                  <a:ln>
                    <a:noFill/>
                  </a:ln>
                  <a:solidFill>
                    <a:schemeClr val="accent1">
                      <a:lumMod val="50000"/>
                    </a:schemeClr>
                  </a:solidFill>
                  <a:effectLst/>
                  <a:uLnTx/>
                  <a:uFillTx/>
                  <a:latin typeface="+mn-lt"/>
                  <a:ea typeface="+mn-ea"/>
                </a:rPr>
                <a:t>当事人</a:t>
              </a:r>
              <a:endParaRPr kumimoji="0" lang="zh-CN" altLang="en-US" sz="1600" b="1" i="0" u="none" strike="noStrike" kern="0" cap="none" spc="0" normalizeH="0" baseline="0" noProof="0">
                <a:ln>
                  <a:noFill/>
                </a:ln>
                <a:solidFill>
                  <a:schemeClr val="accent1">
                    <a:lumMod val="50000"/>
                  </a:schemeClr>
                </a:solidFill>
                <a:effectLst/>
                <a:uLnTx/>
                <a:uFillTx/>
                <a:latin typeface="+mn-lt"/>
                <a:ea typeface="+mn-ea"/>
              </a:endParaRPr>
            </a:p>
          </p:txBody>
        </p:sp>
        <p:sp>
          <p:nvSpPr>
            <p:cNvPr id="10" name="Line 6"/>
            <p:cNvSpPr>
              <a:spLocks noChangeShapeType="1"/>
            </p:cNvSpPr>
            <p:nvPr>
              <p:custDataLst>
                <p:tags r:id="rId5"/>
              </p:custDataLst>
            </p:nvPr>
          </p:nvSpPr>
          <p:spPr bwMode="auto">
            <a:xfrm>
              <a:off x="5965825" y="3741738"/>
              <a:ext cx="349250" cy="0"/>
            </a:xfrm>
            <a:prstGeom prst="line">
              <a:avLst/>
            </a:prstGeom>
            <a:noFill/>
            <a:ln w="28575">
              <a:solidFill>
                <a:schemeClr val="accent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endParaRPr>
            </a:p>
          </p:txBody>
        </p:sp>
        <p:sp>
          <p:nvSpPr>
            <p:cNvPr id="11" name="Line 7"/>
            <p:cNvSpPr>
              <a:spLocks noChangeShapeType="1"/>
            </p:cNvSpPr>
            <p:nvPr>
              <p:custDataLst>
                <p:tags r:id="rId6"/>
              </p:custDataLst>
            </p:nvPr>
          </p:nvSpPr>
          <p:spPr bwMode="auto">
            <a:xfrm>
              <a:off x="2293938" y="2701925"/>
              <a:ext cx="4567237" cy="69850"/>
            </a:xfrm>
            <a:prstGeom prst="line">
              <a:avLst/>
            </a:prstGeom>
            <a:noFill/>
            <a:ln w="28575">
              <a:solidFill>
                <a:schemeClr val="accent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endParaRPr>
            </a:p>
          </p:txBody>
        </p:sp>
        <p:sp>
          <p:nvSpPr>
            <p:cNvPr id="12" name="Line 8"/>
            <p:cNvSpPr>
              <a:spLocks noChangeShapeType="1"/>
            </p:cNvSpPr>
            <p:nvPr>
              <p:custDataLst>
                <p:tags r:id="rId7"/>
              </p:custDataLst>
            </p:nvPr>
          </p:nvSpPr>
          <p:spPr bwMode="auto">
            <a:xfrm>
              <a:off x="2227263" y="2755900"/>
              <a:ext cx="0" cy="722313"/>
            </a:xfrm>
            <a:prstGeom prst="line">
              <a:avLst/>
            </a:prstGeom>
            <a:noFill/>
            <a:ln w="28575">
              <a:solidFill>
                <a:schemeClr val="accent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endParaRPr>
            </a:p>
          </p:txBody>
        </p:sp>
        <p:sp>
          <p:nvSpPr>
            <p:cNvPr id="13" name="Line 9"/>
            <p:cNvSpPr>
              <a:spLocks noChangeShapeType="1"/>
            </p:cNvSpPr>
            <p:nvPr>
              <p:custDataLst>
                <p:tags r:id="rId8"/>
              </p:custDataLst>
            </p:nvPr>
          </p:nvSpPr>
          <p:spPr bwMode="auto">
            <a:xfrm>
              <a:off x="1169988" y="2755900"/>
              <a:ext cx="0" cy="2701925"/>
            </a:xfrm>
            <a:prstGeom prst="line">
              <a:avLst/>
            </a:prstGeom>
            <a:noFill/>
            <a:ln w="28575">
              <a:solidFill>
                <a:schemeClr val="accent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endParaRPr>
            </a:p>
          </p:txBody>
        </p:sp>
        <p:sp>
          <p:nvSpPr>
            <p:cNvPr id="14" name="Line 10"/>
            <p:cNvSpPr>
              <a:spLocks noChangeShapeType="1"/>
            </p:cNvSpPr>
            <p:nvPr>
              <p:custDataLst>
                <p:tags r:id="rId9"/>
              </p:custDataLst>
            </p:nvPr>
          </p:nvSpPr>
          <p:spPr bwMode="auto">
            <a:xfrm flipV="1">
              <a:off x="2227263" y="4600575"/>
              <a:ext cx="0" cy="989013"/>
            </a:xfrm>
            <a:prstGeom prst="line">
              <a:avLst/>
            </a:prstGeom>
            <a:noFill/>
            <a:ln w="28575">
              <a:solidFill>
                <a:schemeClr val="accent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endParaRPr>
            </a:p>
          </p:txBody>
        </p:sp>
        <p:sp>
          <p:nvSpPr>
            <p:cNvPr id="15" name="Line 11"/>
            <p:cNvSpPr>
              <a:spLocks noChangeShapeType="1"/>
            </p:cNvSpPr>
            <p:nvPr>
              <p:custDataLst>
                <p:tags r:id="rId10"/>
              </p:custDataLst>
            </p:nvPr>
          </p:nvSpPr>
          <p:spPr bwMode="auto">
            <a:xfrm>
              <a:off x="3078163" y="5854700"/>
              <a:ext cx="1336675" cy="0"/>
            </a:xfrm>
            <a:prstGeom prst="line">
              <a:avLst/>
            </a:prstGeom>
            <a:noFill/>
            <a:ln w="28575">
              <a:solidFill>
                <a:schemeClr val="accent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endParaRPr>
            </a:p>
          </p:txBody>
        </p:sp>
        <p:sp>
          <p:nvSpPr>
            <p:cNvPr id="16" name="Line 12"/>
            <p:cNvSpPr>
              <a:spLocks noChangeShapeType="1"/>
            </p:cNvSpPr>
            <p:nvPr>
              <p:custDataLst>
                <p:tags r:id="rId11"/>
              </p:custDataLst>
            </p:nvPr>
          </p:nvSpPr>
          <p:spPr bwMode="auto">
            <a:xfrm>
              <a:off x="8575675" y="2887663"/>
              <a:ext cx="0" cy="2174875"/>
            </a:xfrm>
            <a:prstGeom prst="line">
              <a:avLst/>
            </a:prstGeom>
            <a:noFill/>
            <a:ln w="28575">
              <a:solidFill>
                <a:schemeClr val="accent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endParaRPr>
            </a:p>
          </p:txBody>
        </p:sp>
        <p:sp>
          <p:nvSpPr>
            <p:cNvPr id="17" name="Line 13"/>
            <p:cNvSpPr>
              <a:spLocks noChangeShapeType="1"/>
            </p:cNvSpPr>
            <p:nvPr>
              <p:custDataLst>
                <p:tags r:id="rId12"/>
              </p:custDataLst>
            </p:nvPr>
          </p:nvSpPr>
          <p:spPr bwMode="auto">
            <a:xfrm>
              <a:off x="3006725" y="6249988"/>
              <a:ext cx="3876675" cy="0"/>
            </a:xfrm>
            <a:prstGeom prst="line">
              <a:avLst/>
            </a:prstGeom>
            <a:noFill/>
            <a:ln w="28575">
              <a:solidFill>
                <a:schemeClr val="accent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endParaRPr>
            </a:p>
          </p:txBody>
        </p:sp>
        <p:sp>
          <p:nvSpPr>
            <p:cNvPr id="18" name="Line 14"/>
            <p:cNvSpPr>
              <a:spLocks noChangeShapeType="1"/>
            </p:cNvSpPr>
            <p:nvPr>
              <p:custDataLst>
                <p:tags r:id="rId13"/>
              </p:custDataLst>
            </p:nvPr>
          </p:nvSpPr>
          <p:spPr bwMode="auto">
            <a:xfrm>
              <a:off x="2219325" y="2771775"/>
              <a:ext cx="1547813" cy="452438"/>
            </a:xfrm>
            <a:prstGeom prst="line">
              <a:avLst/>
            </a:prstGeom>
            <a:noFill/>
            <a:ln w="28575">
              <a:solidFill>
                <a:schemeClr val="accent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endParaRPr>
            </a:p>
          </p:txBody>
        </p:sp>
        <p:sp>
          <p:nvSpPr>
            <p:cNvPr id="19" name="Line 15"/>
            <p:cNvSpPr>
              <a:spLocks noChangeShapeType="1"/>
            </p:cNvSpPr>
            <p:nvPr>
              <p:custDataLst>
                <p:tags r:id="rId14"/>
              </p:custDataLst>
            </p:nvPr>
          </p:nvSpPr>
          <p:spPr bwMode="auto">
            <a:xfrm flipH="1" flipV="1">
              <a:off x="2293938" y="2701925"/>
              <a:ext cx="4492625" cy="522288"/>
            </a:xfrm>
            <a:prstGeom prst="line">
              <a:avLst/>
            </a:prstGeom>
            <a:noFill/>
            <a:ln w="28575">
              <a:solidFill>
                <a:schemeClr val="accent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endParaRPr>
            </a:p>
          </p:txBody>
        </p:sp>
        <p:sp>
          <p:nvSpPr>
            <p:cNvPr id="20" name="Line 16"/>
            <p:cNvSpPr>
              <a:spLocks noChangeShapeType="1"/>
            </p:cNvSpPr>
            <p:nvPr>
              <p:custDataLst>
                <p:tags r:id="rId15"/>
              </p:custDataLst>
            </p:nvPr>
          </p:nvSpPr>
          <p:spPr bwMode="auto">
            <a:xfrm>
              <a:off x="5387975" y="4513263"/>
              <a:ext cx="0" cy="627062"/>
            </a:xfrm>
            <a:prstGeom prst="line">
              <a:avLst/>
            </a:prstGeom>
            <a:noFill/>
            <a:ln w="28575">
              <a:solidFill>
                <a:schemeClr val="accent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endParaRPr>
            </a:p>
          </p:txBody>
        </p:sp>
        <p:sp>
          <p:nvSpPr>
            <p:cNvPr id="21" name="Line 17"/>
            <p:cNvSpPr>
              <a:spLocks noChangeShapeType="1"/>
            </p:cNvSpPr>
            <p:nvPr>
              <p:custDataLst>
                <p:tags r:id="rId16"/>
              </p:custDataLst>
            </p:nvPr>
          </p:nvSpPr>
          <p:spPr bwMode="auto">
            <a:xfrm flipH="1">
              <a:off x="2651125" y="4583113"/>
              <a:ext cx="1484313" cy="874712"/>
            </a:xfrm>
            <a:prstGeom prst="line">
              <a:avLst/>
            </a:prstGeom>
            <a:noFill/>
            <a:ln w="28575">
              <a:solidFill>
                <a:schemeClr val="accent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endParaRPr>
            </a:p>
          </p:txBody>
        </p:sp>
        <p:sp>
          <p:nvSpPr>
            <p:cNvPr id="22" name="Line 18"/>
            <p:cNvSpPr>
              <a:spLocks noChangeShapeType="1"/>
            </p:cNvSpPr>
            <p:nvPr>
              <p:custDataLst>
                <p:tags r:id="rId17"/>
              </p:custDataLst>
            </p:nvPr>
          </p:nvSpPr>
          <p:spPr bwMode="auto">
            <a:xfrm>
              <a:off x="7966075" y="4513263"/>
              <a:ext cx="0" cy="417512"/>
            </a:xfrm>
            <a:prstGeom prst="line">
              <a:avLst/>
            </a:prstGeom>
            <a:noFill/>
            <a:ln w="28575">
              <a:solidFill>
                <a:schemeClr val="accent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endParaRPr>
            </a:p>
          </p:txBody>
        </p:sp>
        <p:sp>
          <p:nvSpPr>
            <p:cNvPr id="23" name="Rectangle 19"/>
            <p:cNvSpPr>
              <a:spLocks noChangeArrowheads="1"/>
            </p:cNvSpPr>
            <p:nvPr>
              <p:custDataLst>
                <p:tags r:id="rId18"/>
              </p:custDataLst>
            </p:nvPr>
          </p:nvSpPr>
          <p:spPr bwMode="auto">
            <a:xfrm>
              <a:off x="6786563" y="1762125"/>
              <a:ext cx="591820" cy="33718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sz="1000">
                  <a:solidFill>
                    <a:schemeClr val="tx1"/>
                  </a:solidFill>
                  <a:latin typeface="Verdana" panose="020B0604030504040204" pitchFamily="34" charset="0"/>
                  <a:ea typeface="宋体" panose="02010600030101010101" pitchFamily="2" charset="-122"/>
                </a:defRPr>
              </a:lvl1pPr>
              <a:lvl2pPr marL="742950" indent="-285750">
                <a:defRPr sz="1000">
                  <a:solidFill>
                    <a:schemeClr val="tx1"/>
                  </a:solidFill>
                  <a:latin typeface="Verdana" panose="020B0604030504040204" pitchFamily="34" charset="0"/>
                  <a:ea typeface="宋体" panose="02010600030101010101" pitchFamily="2" charset="-122"/>
                </a:defRPr>
              </a:lvl2pPr>
              <a:lvl3pPr marL="1143000" indent="-228600">
                <a:defRPr sz="1000">
                  <a:solidFill>
                    <a:schemeClr val="tx1"/>
                  </a:solidFill>
                  <a:latin typeface="Verdana" panose="020B0604030504040204" pitchFamily="34" charset="0"/>
                  <a:ea typeface="宋体" panose="02010600030101010101" pitchFamily="2" charset="-122"/>
                </a:defRPr>
              </a:lvl3pPr>
              <a:lvl4pPr marL="1600200" indent="-228600">
                <a:defRPr sz="1000">
                  <a:solidFill>
                    <a:schemeClr val="tx1"/>
                  </a:solidFill>
                  <a:latin typeface="Verdana" panose="020B0604030504040204" pitchFamily="34" charset="0"/>
                  <a:ea typeface="宋体" panose="02010600030101010101" pitchFamily="2" charset="-122"/>
                </a:defRPr>
              </a:lvl4pPr>
              <a:lvl5pPr marL="2057400" indent="-228600">
                <a:defRPr sz="1000">
                  <a:solidFill>
                    <a:schemeClr val="tx1"/>
                  </a:solidFill>
                  <a:latin typeface="Verdan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sz="1000">
                  <a:solidFill>
                    <a:schemeClr val="tx1"/>
                  </a:solidFill>
                  <a:latin typeface="Verdan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sz="1000">
                  <a:solidFill>
                    <a:schemeClr val="tx1"/>
                  </a:solidFill>
                  <a:latin typeface="Verdan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sz="1000">
                  <a:solidFill>
                    <a:schemeClr val="tx1"/>
                  </a:solidFill>
                  <a:latin typeface="Verdan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sz="1000">
                  <a:solidFill>
                    <a:schemeClr val="tx1"/>
                  </a:solidFill>
                  <a:latin typeface="Verdana" panose="020B060403050404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0" lang="zh-CN" altLang="en-US" sz="1600" b="1" i="0" u="none" strike="noStrike" kern="0" cap="none" spc="0" normalizeH="0" baseline="0" noProof="0">
                  <a:ln>
                    <a:noFill/>
                  </a:ln>
                  <a:solidFill>
                    <a:schemeClr val="accent1">
                      <a:lumMod val="50000"/>
                    </a:schemeClr>
                  </a:solidFill>
                  <a:effectLst/>
                  <a:uLnTx/>
                  <a:uFillTx/>
                  <a:latin typeface="+mn-lt"/>
                  <a:ea typeface="+mn-ea"/>
                </a:rPr>
                <a:t>区域</a:t>
              </a:r>
              <a:endParaRPr kumimoji="0" lang="zh-CN" altLang="en-US" sz="1600" b="1" i="0" u="none" strike="noStrike" kern="0" cap="none" spc="0" normalizeH="0" baseline="0" noProof="0">
                <a:ln>
                  <a:noFill/>
                </a:ln>
                <a:solidFill>
                  <a:schemeClr val="accent1">
                    <a:lumMod val="50000"/>
                  </a:schemeClr>
                </a:solidFill>
                <a:effectLst/>
                <a:uLnTx/>
                <a:uFillTx/>
                <a:latin typeface="+mn-lt"/>
                <a:ea typeface="+mn-ea"/>
              </a:endParaRPr>
            </a:p>
          </p:txBody>
        </p:sp>
        <p:sp>
          <p:nvSpPr>
            <p:cNvPr id="24" name="Rectangle 20"/>
            <p:cNvSpPr>
              <a:spLocks noChangeArrowheads="1"/>
            </p:cNvSpPr>
            <p:nvPr>
              <p:custDataLst>
                <p:tags r:id="rId19"/>
              </p:custDataLst>
            </p:nvPr>
          </p:nvSpPr>
          <p:spPr bwMode="auto">
            <a:xfrm>
              <a:off x="6864350" y="2039938"/>
              <a:ext cx="1911350" cy="819150"/>
            </a:xfrm>
            <a:prstGeom prst="rect">
              <a:avLst/>
            </a:prstGeom>
            <a:solidFill>
              <a:srgbClr val="FFFFFF"/>
            </a:solidFill>
            <a:ln w="12700">
              <a:solidFill>
                <a:schemeClr val="accent2"/>
              </a:solidFill>
              <a:miter lim="800000"/>
            </a:ln>
            <a:effectLst>
              <a:outerShdw dist="107763" dir="2700000" algn="ctr" rotWithShape="0">
                <a:srgbClr val="538376"/>
              </a:outerShdw>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endParaRPr>
            </a:p>
          </p:txBody>
        </p:sp>
        <p:sp>
          <p:nvSpPr>
            <p:cNvPr id="25" name="Rectangle 21"/>
            <p:cNvSpPr>
              <a:spLocks noChangeArrowheads="1"/>
            </p:cNvSpPr>
            <p:nvPr>
              <p:custDataLst>
                <p:tags r:id="rId20"/>
              </p:custDataLst>
            </p:nvPr>
          </p:nvSpPr>
          <p:spPr bwMode="auto">
            <a:xfrm>
              <a:off x="6865938" y="2041525"/>
              <a:ext cx="1844675" cy="4914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defRPr sz="1000">
                  <a:solidFill>
                    <a:schemeClr val="tx1"/>
                  </a:solidFill>
                  <a:latin typeface="Verdana" panose="020B0604030504040204" pitchFamily="34" charset="0"/>
                  <a:ea typeface="宋体" panose="02010600030101010101" pitchFamily="2" charset="-122"/>
                </a:defRPr>
              </a:lvl1pPr>
              <a:lvl2pPr marL="742950" indent="-285750">
                <a:defRPr sz="1000">
                  <a:solidFill>
                    <a:schemeClr val="tx1"/>
                  </a:solidFill>
                  <a:latin typeface="Verdana" panose="020B0604030504040204" pitchFamily="34" charset="0"/>
                  <a:ea typeface="宋体" panose="02010600030101010101" pitchFamily="2" charset="-122"/>
                </a:defRPr>
              </a:lvl2pPr>
              <a:lvl3pPr marL="1143000" indent="-228600">
                <a:defRPr sz="1000">
                  <a:solidFill>
                    <a:schemeClr val="tx1"/>
                  </a:solidFill>
                  <a:latin typeface="Verdana" panose="020B0604030504040204" pitchFamily="34" charset="0"/>
                  <a:ea typeface="宋体" panose="02010600030101010101" pitchFamily="2" charset="-122"/>
                </a:defRPr>
              </a:lvl3pPr>
              <a:lvl4pPr marL="1600200" indent="-228600">
                <a:defRPr sz="1000">
                  <a:solidFill>
                    <a:schemeClr val="tx1"/>
                  </a:solidFill>
                  <a:latin typeface="Verdana" panose="020B0604030504040204" pitchFamily="34" charset="0"/>
                  <a:ea typeface="宋体" panose="02010600030101010101" pitchFamily="2" charset="-122"/>
                </a:defRPr>
              </a:lvl4pPr>
              <a:lvl5pPr marL="2057400" indent="-228600">
                <a:defRPr sz="1000">
                  <a:solidFill>
                    <a:schemeClr val="tx1"/>
                  </a:solidFill>
                  <a:latin typeface="Verdan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sz="1000">
                  <a:solidFill>
                    <a:schemeClr val="tx1"/>
                  </a:solidFill>
                  <a:latin typeface="Verdan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sz="1000">
                  <a:solidFill>
                    <a:schemeClr val="tx1"/>
                  </a:solidFill>
                  <a:latin typeface="Verdan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sz="1000">
                  <a:solidFill>
                    <a:schemeClr val="tx1"/>
                  </a:solidFill>
                  <a:latin typeface="Verdan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sz="1000">
                  <a:solidFill>
                    <a:schemeClr val="tx1"/>
                  </a:solidFill>
                  <a:latin typeface="Verdana" panose="020B060403050404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0" lang="zh-CN" altLang="en-US" sz="1300" b="0" i="0" u="none" strike="noStrike" kern="0" cap="none" spc="0" normalizeH="0" baseline="0" noProof="0">
                  <a:ln>
                    <a:noFill/>
                  </a:ln>
                  <a:solidFill>
                    <a:schemeClr val="tx1"/>
                  </a:solidFill>
                  <a:effectLst/>
                  <a:uLnTx/>
                  <a:uFillTx/>
                  <a:latin typeface="+mn-lt"/>
                  <a:ea typeface="+mn-ea"/>
                </a:rPr>
                <a:t>地理区域，物理的或电子的地址</a:t>
              </a:r>
              <a:endParaRPr kumimoji="0" lang="zh-CN" altLang="en-US" sz="1300" b="0" i="0" u="none" strike="noStrike" kern="0" cap="none" spc="0" normalizeH="0" baseline="0" noProof="0">
                <a:ln>
                  <a:noFill/>
                </a:ln>
                <a:solidFill>
                  <a:schemeClr val="tx1"/>
                </a:solidFill>
                <a:effectLst/>
                <a:uLnTx/>
                <a:uFillTx/>
                <a:latin typeface="+mn-lt"/>
                <a:ea typeface="+mn-ea"/>
              </a:endParaRPr>
            </a:p>
          </p:txBody>
        </p:sp>
        <p:sp>
          <p:nvSpPr>
            <p:cNvPr id="26" name="Rectangle 22"/>
            <p:cNvSpPr>
              <a:spLocks noChangeArrowheads="1"/>
            </p:cNvSpPr>
            <p:nvPr>
              <p:custDataLst>
                <p:tags r:id="rId21"/>
              </p:custDataLst>
            </p:nvPr>
          </p:nvSpPr>
          <p:spPr bwMode="auto">
            <a:xfrm>
              <a:off x="304800" y="2005013"/>
              <a:ext cx="1962150" cy="714375"/>
            </a:xfrm>
            <a:prstGeom prst="rect">
              <a:avLst/>
            </a:prstGeom>
            <a:solidFill>
              <a:srgbClr val="FFFFFF"/>
            </a:solidFill>
            <a:ln w="12700">
              <a:solidFill>
                <a:schemeClr val="accent2"/>
              </a:solidFill>
              <a:miter lim="800000"/>
            </a:ln>
            <a:effectLst>
              <a:outerShdw dist="107763" dir="2700000" algn="ctr" rotWithShape="0">
                <a:srgbClr val="538376"/>
              </a:outerShdw>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endParaRPr>
            </a:p>
          </p:txBody>
        </p:sp>
        <p:sp>
          <p:nvSpPr>
            <p:cNvPr id="27" name="Rectangle 23"/>
            <p:cNvSpPr>
              <a:spLocks noChangeArrowheads="1"/>
            </p:cNvSpPr>
            <p:nvPr>
              <p:custDataLst>
                <p:tags r:id="rId22"/>
              </p:custDataLst>
            </p:nvPr>
          </p:nvSpPr>
          <p:spPr bwMode="auto">
            <a:xfrm>
              <a:off x="377825" y="2006600"/>
              <a:ext cx="1976438"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009900"/>
                    </a:outerShdw>
                  </a:effectLst>
                </a14:hiddenEffects>
              </a:ext>
            </a:extLst>
          </p:spPr>
          <p:txBody>
            <a:bodyPr lIns="92075" tIns="46038" rIns="92075" bIns="46038">
              <a:spAutoFit/>
            </a:bodyPr>
            <a:lstStyle>
              <a:lvl1pPr>
                <a:defRPr sz="1000">
                  <a:solidFill>
                    <a:schemeClr val="tx1"/>
                  </a:solidFill>
                  <a:latin typeface="Verdana" panose="020B0604030504040204" pitchFamily="34" charset="0"/>
                  <a:ea typeface="宋体" panose="02010600030101010101" pitchFamily="2" charset="-122"/>
                </a:defRPr>
              </a:lvl1pPr>
              <a:lvl2pPr marL="742950" indent="-285750">
                <a:defRPr sz="1000">
                  <a:solidFill>
                    <a:schemeClr val="tx1"/>
                  </a:solidFill>
                  <a:latin typeface="Verdana" panose="020B0604030504040204" pitchFamily="34" charset="0"/>
                  <a:ea typeface="宋体" panose="02010600030101010101" pitchFamily="2" charset="-122"/>
                </a:defRPr>
              </a:lvl2pPr>
              <a:lvl3pPr marL="1143000" indent="-228600">
                <a:defRPr sz="1000">
                  <a:solidFill>
                    <a:schemeClr val="tx1"/>
                  </a:solidFill>
                  <a:latin typeface="Verdana" panose="020B0604030504040204" pitchFamily="34" charset="0"/>
                  <a:ea typeface="宋体" panose="02010600030101010101" pitchFamily="2" charset="-122"/>
                </a:defRPr>
              </a:lvl3pPr>
              <a:lvl4pPr marL="1600200" indent="-228600">
                <a:defRPr sz="1000">
                  <a:solidFill>
                    <a:schemeClr val="tx1"/>
                  </a:solidFill>
                  <a:latin typeface="Verdana" panose="020B0604030504040204" pitchFamily="34" charset="0"/>
                  <a:ea typeface="宋体" panose="02010600030101010101" pitchFamily="2" charset="-122"/>
                </a:defRPr>
              </a:lvl4pPr>
              <a:lvl5pPr marL="2057400" indent="-228600">
                <a:defRPr sz="1000">
                  <a:solidFill>
                    <a:schemeClr val="tx1"/>
                  </a:solidFill>
                  <a:latin typeface="Verdan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sz="1000">
                  <a:solidFill>
                    <a:schemeClr val="tx1"/>
                  </a:solidFill>
                  <a:latin typeface="Verdan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sz="1000">
                  <a:solidFill>
                    <a:schemeClr val="tx1"/>
                  </a:solidFill>
                  <a:latin typeface="Verdan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sz="1000">
                  <a:solidFill>
                    <a:schemeClr val="tx1"/>
                  </a:solidFill>
                  <a:latin typeface="Verdan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sz="1000">
                  <a:solidFill>
                    <a:schemeClr val="tx1"/>
                  </a:solidFill>
                  <a:latin typeface="Verdana" panose="020B060403050404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0" lang="zh-CN" altLang="en-US" sz="1400" b="0" i="0" u="none" strike="noStrike" kern="0" cap="none" spc="0" normalizeH="0" baseline="0" noProof="0">
                  <a:ln>
                    <a:noFill/>
                  </a:ln>
                  <a:solidFill>
                    <a:schemeClr val="tx1"/>
                  </a:solidFill>
                  <a:effectLst/>
                  <a:uLnTx/>
                  <a:uFillTx/>
                  <a:latin typeface="+mn-lt"/>
                  <a:ea typeface="+mn-ea"/>
                </a:rPr>
                <a:t>单个人或一组人</a:t>
              </a:r>
              <a:endParaRPr kumimoji="0" lang="zh-CN" altLang="en-US" sz="1400" b="0" i="0" u="none" strike="noStrike" kern="0" cap="none" spc="0" normalizeH="0" baseline="0" noProof="0">
                <a:ln>
                  <a:noFill/>
                </a:ln>
                <a:solidFill>
                  <a:schemeClr val="tx1"/>
                </a:solidFill>
                <a:effectLst/>
                <a:uLnTx/>
                <a:uFillTx/>
                <a:latin typeface="+mn-lt"/>
                <a:ea typeface="+mn-ea"/>
              </a:endParaRPr>
            </a:p>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schemeClr val="tx1"/>
                </a:solidFill>
                <a:effectLst/>
                <a:uLnTx/>
                <a:uFillTx/>
                <a:latin typeface="+mn-lt"/>
                <a:ea typeface="+mn-ea"/>
              </a:endParaRPr>
            </a:p>
          </p:txBody>
        </p:sp>
        <p:sp>
          <p:nvSpPr>
            <p:cNvPr id="28" name="Rectangle 24"/>
            <p:cNvSpPr>
              <a:spLocks noChangeArrowheads="1"/>
            </p:cNvSpPr>
            <p:nvPr>
              <p:custDataLst>
                <p:tags r:id="rId23"/>
              </p:custDataLst>
            </p:nvPr>
          </p:nvSpPr>
          <p:spPr bwMode="auto">
            <a:xfrm>
              <a:off x="6843713" y="3178175"/>
              <a:ext cx="591820" cy="33718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sz="1000">
                  <a:solidFill>
                    <a:schemeClr val="tx1"/>
                  </a:solidFill>
                  <a:latin typeface="Verdana" panose="020B0604030504040204" pitchFamily="34" charset="0"/>
                  <a:ea typeface="宋体" panose="02010600030101010101" pitchFamily="2" charset="-122"/>
                </a:defRPr>
              </a:lvl1pPr>
              <a:lvl2pPr marL="742950" indent="-285750">
                <a:defRPr sz="1000">
                  <a:solidFill>
                    <a:schemeClr val="tx1"/>
                  </a:solidFill>
                  <a:latin typeface="Verdana" panose="020B0604030504040204" pitchFamily="34" charset="0"/>
                  <a:ea typeface="宋体" panose="02010600030101010101" pitchFamily="2" charset="-122"/>
                </a:defRPr>
              </a:lvl2pPr>
              <a:lvl3pPr marL="1143000" indent="-228600">
                <a:defRPr sz="1000">
                  <a:solidFill>
                    <a:schemeClr val="tx1"/>
                  </a:solidFill>
                  <a:latin typeface="Verdana" panose="020B0604030504040204" pitchFamily="34" charset="0"/>
                  <a:ea typeface="宋体" panose="02010600030101010101" pitchFamily="2" charset="-122"/>
                </a:defRPr>
              </a:lvl3pPr>
              <a:lvl4pPr marL="1600200" indent="-228600">
                <a:defRPr sz="1000">
                  <a:solidFill>
                    <a:schemeClr val="tx1"/>
                  </a:solidFill>
                  <a:latin typeface="Verdana" panose="020B0604030504040204" pitchFamily="34" charset="0"/>
                  <a:ea typeface="宋体" panose="02010600030101010101" pitchFamily="2" charset="-122"/>
                </a:defRPr>
              </a:lvl4pPr>
              <a:lvl5pPr marL="2057400" indent="-228600">
                <a:defRPr sz="1000">
                  <a:solidFill>
                    <a:schemeClr val="tx1"/>
                  </a:solidFill>
                  <a:latin typeface="Verdan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sz="1000">
                  <a:solidFill>
                    <a:schemeClr val="tx1"/>
                  </a:solidFill>
                  <a:latin typeface="Verdan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sz="1000">
                  <a:solidFill>
                    <a:schemeClr val="tx1"/>
                  </a:solidFill>
                  <a:latin typeface="Verdan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sz="1000">
                  <a:solidFill>
                    <a:schemeClr val="tx1"/>
                  </a:solidFill>
                  <a:latin typeface="Verdan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sz="1000">
                  <a:solidFill>
                    <a:schemeClr val="tx1"/>
                  </a:solidFill>
                  <a:latin typeface="Verdana" panose="020B060403050404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0" lang="zh-CN" altLang="en-US" sz="1600" b="1" i="0" u="none" strike="noStrike" kern="0" cap="none" spc="0" normalizeH="0" baseline="0" noProof="0">
                  <a:ln>
                    <a:noFill/>
                  </a:ln>
                  <a:solidFill>
                    <a:schemeClr val="accent1">
                      <a:lumMod val="50000"/>
                    </a:schemeClr>
                  </a:solidFill>
                  <a:effectLst/>
                  <a:uLnTx/>
                  <a:uFillTx/>
                  <a:latin typeface="+mn-lt"/>
                  <a:ea typeface="+mn-ea"/>
                </a:rPr>
                <a:t>事件</a:t>
              </a:r>
              <a:endParaRPr kumimoji="0" lang="zh-CN" altLang="en-US" sz="1600" b="1" i="0" u="none" strike="noStrike" kern="0" cap="none" spc="0" normalizeH="0" baseline="0" noProof="0">
                <a:ln>
                  <a:noFill/>
                </a:ln>
                <a:solidFill>
                  <a:schemeClr val="accent1">
                    <a:lumMod val="50000"/>
                  </a:schemeClr>
                </a:solidFill>
                <a:effectLst/>
                <a:uLnTx/>
                <a:uFillTx/>
                <a:latin typeface="+mn-lt"/>
                <a:ea typeface="+mn-ea"/>
              </a:endParaRPr>
            </a:p>
          </p:txBody>
        </p:sp>
        <p:sp>
          <p:nvSpPr>
            <p:cNvPr id="29" name="Rectangle 25"/>
            <p:cNvSpPr>
              <a:spLocks noChangeArrowheads="1"/>
            </p:cNvSpPr>
            <p:nvPr>
              <p:custDataLst>
                <p:tags r:id="rId24"/>
              </p:custDataLst>
            </p:nvPr>
          </p:nvSpPr>
          <p:spPr bwMode="auto">
            <a:xfrm>
              <a:off x="6197600" y="3471863"/>
              <a:ext cx="2336800" cy="1100137"/>
            </a:xfrm>
            <a:prstGeom prst="rect">
              <a:avLst/>
            </a:prstGeom>
            <a:solidFill>
              <a:srgbClr val="FFFFFF"/>
            </a:solidFill>
            <a:ln w="12700">
              <a:solidFill>
                <a:schemeClr val="accent2"/>
              </a:solidFill>
              <a:miter lim="800000"/>
            </a:ln>
            <a:effectLst>
              <a:outerShdw dist="107763" dir="2700000" algn="ctr" rotWithShape="0">
                <a:srgbClr val="538376"/>
              </a:outerShdw>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endParaRPr>
            </a:p>
          </p:txBody>
        </p:sp>
        <p:sp>
          <p:nvSpPr>
            <p:cNvPr id="30" name="Rectangle 26"/>
            <p:cNvSpPr>
              <a:spLocks noChangeArrowheads="1"/>
            </p:cNvSpPr>
            <p:nvPr>
              <p:custDataLst>
                <p:tags r:id="rId25"/>
              </p:custDataLst>
            </p:nvPr>
          </p:nvSpPr>
          <p:spPr bwMode="auto">
            <a:xfrm>
              <a:off x="6197600" y="3468688"/>
              <a:ext cx="2260600" cy="4914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538376"/>
                    </a:outerShdw>
                  </a:effectLst>
                </a14:hiddenEffects>
              </a:ext>
            </a:extLst>
          </p:spPr>
          <p:txBody>
            <a:bodyPr lIns="92075" tIns="46038" rIns="92075" bIns="46038">
              <a:spAutoFit/>
            </a:bodyPr>
            <a:lstStyle>
              <a:lvl1pPr>
                <a:defRPr sz="1000">
                  <a:solidFill>
                    <a:schemeClr val="tx1"/>
                  </a:solidFill>
                  <a:latin typeface="Verdana" panose="020B0604030504040204" pitchFamily="34" charset="0"/>
                  <a:ea typeface="宋体" panose="02010600030101010101" pitchFamily="2" charset="-122"/>
                </a:defRPr>
              </a:lvl1pPr>
              <a:lvl2pPr marL="742950" indent="-285750">
                <a:defRPr sz="1000">
                  <a:solidFill>
                    <a:schemeClr val="tx1"/>
                  </a:solidFill>
                  <a:latin typeface="Verdana" panose="020B0604030504040204" pitchFamily="34" charset="0"/>
                  <a:ea typeface="宋体" panose="02010600030101010101" pitchFamily="2" charset="-122"/>
                </a:defRPr>
              </a:lvl2pPr>
              <a:lvl3pPr marL="1143000" indent="-228600">
                <a:defRPr sz="1000">
                  <a:solidFill>
                    <a:schemeClr val="tx1"/>
                  </a:solidFill>
                  <a:latin typeface="Verdana" panose="020B0604030504040204" pitchFamily="34" charset="0"/>
                  <a:ea typeface="宋体" panose="02010600030101010101" pitchFamily="2" charset="-122"/>
                </a:defRPr>
              </a:lvl3pPr>
              <a:lvl4pPr marL="1600200" indent="-228600">
                <a:defRPr sz="1000">
                  <a:solidFill>
                    <a:schemeClr val="tx1"/>
                  </a:solidFill>
                  <a:latin typeface="Verdana" panose="020B0604030504040204" pitchFamily="34" charset="0"/>
                  <a:ea typeface="宋体" panose="02010600030101010101" pitchFamily="2" charset="-122"/>
                </a:defRPr>
              </a:lvl4pPr>
              <a:lvl5pPr marL="2057400" indent="-228600">
                <a:defRPr sz="1000">
                  <a:solidFill>
                    <a:schemeClr val="tx1"/>
                  </a:solidFill>
                  <a:latin typeface="Verdan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sz="1000">
                  <a:solidFill>
                    <a:schemeClr val="tx1"/>
                  </a:solidFill>
                  <a:latin typeface="Verdan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sz="1000">
                  <a:solidFill>
                    <a:schemeClr val="tx1"/>
                  </a:solidFill>
                  <a:latin typeface="Verdan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sz="1000">
                  <a:solidFill>
                    <a:schemeClr val="tx1"/>
                  </a:solidFill>
                  <a:latin typeface="Verdan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sz="1000">
                  <a:solidFill>
                    <a:schemeClr val="tx1"/>
                  </a:solidFill>
                  <a:latin typeface="Verdana" panose="020B060403050404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0" lang="zh-CN" altLang="en-US" sz="1300" b="0" i="0" u="none" strike="noStrike" kern="0" cap="none" spc="0" normalizeH="0" baseline="0" noProof="0">
                  <a:ln>
                    <a:noFill/>
                  </a:ln>
                  <a:solidFill>
                    <a:schemeClr val="tx1"/>
                  </a:solidFill>
                  <a:effectLst/>
                  <a:uLnTx/>
                  <a:uFillTx/>
                  <a:latin typeface="+mn-lt"/>
                  <a:ea typeface="+mn-ea"/>
                </a:rPr>
                <a:t>会导致同客户达成合同的金融或非金融的事件</a:t>
              </a:r>
              <a:endParaRPr kumimoji="0" lang="zh-CN" altLang="en-US" sz="1300" b="0" i="0" u="none" strike="noStrike" kern="0" cap="none" spc="0" normalizeH="0" baseline="0" noProof="0">
                <a:ln>
                  <a:noFill/>
                </a:ln>
                <a:solidFill>
                  <a:schemeClr val="tx1"/>
                </a:solidFill>
                <a:effectLst/>
                <a:uLnTx/>
                <a:uFillTx/>
                <a:latin typeface="+mn-lt"/>
                <a:ea typeface="+mn-ea"/>
              </a:endParaRPr>
            </a:p>
          </p:txBody>
        </p:sp>
        <p:sp>
          <p:nvSpPr>
            <p:cNvPr id="31" name="Rectangle 27"/>
            <p:cNvSpPr>
              <a:spLocks noChangeArrowheads="1"/>
            </p:cNvSpPr>
            <p:nvPr>
              <p:custDataLst>
                <p:tags r:id="rId26"/>
              </p:custDataLst>
            </p:nvPr>
          </p:nvSpPr>
          <p:spPr bwMode="auto">
            <a:xfrm>
              <a:off x="673100" y="5073650"/>
              <a:ext cx="999490" cy="33718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sz="1000">
                  <a:solidFill>
                    <a:schemeClr val="tx1"/>
                  </a:solidFill>
                  <a:latin typeface="Verdana" panose="020B0604030504040204" pitchFamily="34" charset="0"/>
                  <a:ea typeface="宋体" panose="02010600030101010101" pitchFamily="2" charset="-122"/>
                </a:defRPr>
              </a:lvl1pPr>
              <a:lvl2pPr marL="742950" indent="-285750">
                <a:defRPr sz="1000">
                  <a:solidFill>
                    <a:schemeClr val="tx1"/>
                  </a:solidFill>
                  <a:latin typeface="Verdana" panose="020B0604030504040204" pitchFamily="34" charset="0"/>
                  <a:ea typeface="宋体" panose="02010600030101010101" pitchFamily="2" charset="-122"/>
                </a:defRPr>
              </a:lvl2pPr>
              <a:lvl3pPr marL="1143000" indent="-228600">
                <a:defRPr sz="1000">
                  <a:solidFill>
                    <a:schemeClr val="tx1"/>
                  </a:solidFill>
                  <a:latin typeface="Verdana" panose="020B0604030504040204" pitchFamily="34" charset="0"/>
                  <a:ea typeface="宋体" panose="02010600030101010101" pitchFamily="2" charset="-122"/>
                </a:defRPr>
              </a:lvl3pPr>
              <a:lvl4pPr marL="1600200" indent="-228600">
                <a:defRPr sz="1000">
                  <a:solidFill>
                    <a:schemeClr val="tx1"/>
                  </a:solidFill>
                  <a:latin typeface="Verdana" panose="020B0604030504040204" pitchFamily="34" charset="0"/>
                  <a:ea typeface="宋体" panose="02010600030101010101" pitchFamily="2" charset="-122"/>
                </a:defRPr>
              </a:lvl4pPr>
              <a:lvl5pPr marL="2057400" indent="-228600">
                <a:defRPr sz="1000">
                  <a:solidFill>
                    <a:schemeClr val="tx1"/>
                  </a:solidFill>
                  <a:latin typeface="Verdan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sz="1000">
                  <a:solidFill>
                    <a:schemeClr val="tx1"/>
                  </a:solidFill>
                  <a:latin typeface="Verdan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sz="1000">
                  <a:solidFill>
                    <a:schemeClr val="tx1"/>
                  </a:solidFill>
                  <a:latin typeface="Verdan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sz="1000">
                  <a:solidFill>
                    <a:schemeClr val="tx1"/>
                  </a:solidFill>
                  <a:latin typeface="Verdan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sz="1000">
                  <a:solidFill>
                    <a:schemeClr val="tx1"/>
                  </a:solidFill>
                  <a:latin typeface="Verdana" panose="020B060403050404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0" lang="zh-CN" altLang="en-US" sz="1600" b="1" i="0" u="none" strike="noStrike" kern="0" cap="none" spc="0" normalizeH="0" baseline="0" noProof="0">
                  <a:ln>
                    <a:noFill/>
                  </a:ln>
                  <a:solidFill>
                    <a:schemeClr val="accent1">
                      <a:lumMod val="50000"/>
                    </a:schemeClr>
                  </a:solidFill>
                  <a:effectLst/>
                  <a:uLnTx/>
                  <a:uFillTx/>
                  <a:latin typeface="+mn-lt"/>
                  <a:ea typeface="+mn-ea"/>
                </a:rPr>
                <a:t>内部组织</a:t>
              </a:r>
              <a:endParaRPr kumimoji="0" lang="zh-CN" altLang="en-US" sz="1600" b="1" i="0" u="none" strike="noStrike" kern="0" cap="none" spc="0" normalizeH="0" baseline="0" noProof="0">
                <a:ln>
                  <a:noFill/>
                </a:ln>
                <a:solidFill>
                  <a:schemeClr val="accent1">
                    <a:lumMod val="50000"/>
                  </a:schemeClr>
                </a:solidFill>
                <a:effectLst/>
                <a:uLnTx/>
                <a:uFillTx/>
                <a:latin typeface="+mn-lt"/>
                <a:ea typeface="+mn-ea"/>
              </a:endParaRPr>
            </a:p>
          </p:txBody>
        </p:sp>
        <p:sp>
          <p:nvSpPr>
            <p:cNvPr id="32" name="Rectangle 28"/>
            <p:cNvSpPr>
              <a:spLocks noChangeArrowheads="1"/>
            </p:cNvSpPr>
            <p:nvPr>
              <p:custDataLst>
                <p:tags r:id="rId27"/>
              </p:custDataLst>
            </p:nvPr>
          </p:nvSpPr>
          <p:spPr bwMode="auto">
            <a:xfrm>
              <a:off x="750888" y="5395913"/>
              <a:ext cx="2365375" cy="838200"/>
            </a:xfrm>
            <a:prstGeom prst="rect">
              <a:avLst/>
            </a:prstGeom>
            <a:solidFill>
              <a:srgbClr val="FFFFFF"/>
            </a:solidFill>
            <a:ln w="12700">
              <a:solidFill>
                <a:schemeClr val="accent2"/>
              </a:solidFill>
              <a:miter lim="800000"/>
            </a:ln>
            <a:effectLst>
              <a:outerShdw dist="107763" dir="2700000" algn="ctr" rotWithShape="0">
                <a:srgbClr val="538376"/>
              </a:outerShdw>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endParaRPr>
            </a:p>
          </p:txBody>
        </p:sp>
        <p:sp>
          <p:nvSpPr>
            <p:cNvPr id="33" name="Rectangle 29"/>
            <p:cNvSpPr>
              <a:spLocks noChangeArrowheads="1"/>
            </p:cNvSpPr>
            <p:nvPr>
              <p:custDataLst>
                <p:tags r:id="rId28"/>
              </p:custDataLst>
            </p:nvPr>
          </p:nvSpPr>
          <p:spPr bwMode="auto">
            <a:xfrm>
              <a:off x="744538" y="5468938"/>
              <a:ext cx="2492375"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defRPr sz="1000">
                  <a:solidFill>
                    <a:schemeClr val="tx1"/>
                  </a:solidFill>
                  <a:latin typeface="Verdana" panose="020B0604030504040204" pitchFamily="34" charset="0"/>
                  <a:ea typeface="宋体" panose="02010600030101010101" pitchFamily="2" charset="-122"/>
                </a:defRPr>
              </a:lvl1pPr>
              <a:lvl2pPr marL="742950" indent="-285750">
                <a:defRPr sz="1000">
                  <a:solidFill>
                    <a:schemeClr val="tx1"/>
                  </a:solidFill>
                  <a:latin typeface="Verdana" panose="020B0604030504040204" pitchFamily="34" charset="0"/>
                  <a:ea typeface="宋体" panose="02010600030101010101" pitchFamily="2" charset="-122"/>
                </a:defRPr>
              </a:lvl2pPr>
              <a:lvl3pPr marL="1143000" indent="-228600">
                <a:defRPr sz="1000">
                  <a:solidFill>
                    <a:schemeClr val="tx1"/>
                  </a:solidFill>
                  <a:latin typeface="Verdana" panose="020B0604030504040204" pitchFamily="34" charset="0"/>
                  <a:ea typeface="宋体" panose="02010600030101010101" pitchFamily="2" charset="-122"/>
                </a:defRPr>
              </a:lvl3pPr>
              <a:lvl4pPr marL="1600200" indent="-228600">
                <a:defRPr sz="1000">
                  <a:solidFill>
                    <a:schemeClr val="tx1"/>
                  </a:solidFill>
                  <a:latin typeface="Verdana" panose="020B0604030504040204" pitchFamily="34" charset="0"/>
                  <a:ea typeface="宋体" panose="02010600030101010101" pitchFamily="2" charset="-122"/>
                </a:defRPr>
              </a:lvl4pPr>
              <a:lvl5pPr marL="2057400" indent="-228600">
                <a:defRPr sz="1000">
                  <a:solidFill>
                    <a:schemeClr val="tx1"/>
                  </a:solidFill>
                  <a:latin typeface="Verdan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sz="1000">
                  <a:solidFill>
                    <a:schemeClr val="tx1"/>
                  </a:solidFill>
                  <a:latin typeface="Verdan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sz="1000">
                  <a:solidFill>
                    <a:schemeClr val="tx1"/>
                  </a:solidFill>
                  <a:latin typeface="Verdan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sz="1000">
                  <a:solidFill>
                    <a:schemeClr val="tx1"/>
                  </a:solidFill>
                  <a:latin typeface="Verdan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sz="1000">
                  <a:solidFill>
                    <a:schemeClr val="tx1"/>
                  </a:solidFill>
                  <a:latin typeface="Verdana" panose="020B060403050404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0" lang="zh-CN" altLang="en-US" sz="1400" b="0" i="0" u="none" strike="noStrike" kern="0" cap="none" spc="0" normalizeH="0" baseline="0" noProof="0">
                  <a:ln>
                    <a:noFill/>
                  </a:ln>
                  <a:solidFill>
                    <a:schemeClr val="tx1"/>
                  </a:solidFill>
                  <a:effectLst/>
                  <a:uLnTx/>
                  <a:uFillTx/>
                  <a:latin typeface="+mn-lt"/>
                  <a:ea typeface="+mn-ea"/>
                </a:rPr>
                <a:t>金融机构或保险公司内部的业务单元</a:t>
              </a:r>
              <a:endParaRPr kumimoji="0" lang="zh-CN" altLang="en-US" sz="1400" b="0" i="0" u="none" strike="noStrike" kern="0" cap="none" spc="0" normalizeH="0" baseline="0" noProof="0">
                <a:ln>
                  <a:noFill/>
                </a:ln>
                <a:solidFill>
                  <a:schemeClr val="tx1"/>
                </a:solidFill>
                <a:effectLst/>
                <a:uLnTx/>
                <a:uFillTx/>
                <a:latin typeface="+mn-lt"/>
                <a:ea typeface="+mn-ea"/>
              </a:endParaRPr>
            </a:p>
          </p:txBody>
        </p:sp>
        <p:sp>
          <p:nvSpPr>
            <p:cNvPr id="34" name="Rectangle 30"/>
            <p:cNvSpPr>
              <a:spLocks noChangeArrowheads="1"/>
            </p:cNvSpPr>
            <p:nvPr>
              <p:custDataLst>
                <p:tags r:id="rId29"/>
              </p:custDataLst>
            </p:nvPr>
          </p:nvSpPr>
          <p:spPr bwMode="auto">
            <a:xfrm>
              <a:off x="3987800" y="3119438"/>
              <a:ext cx="591820" cy="33718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sz="1000">
                  <a:solidFill>
                    <a:schemeClr val="tx1"/>
                  </a:solidFill>
                  <a:latin typeface="Verdana" panose="020B0604030504040204" pitchFamily="34" charset="0"/>
                  <a:ea typeface="宋体" panose="02010600030101010101" pitchFamily="2" charset="-122"/>
                </a:defRPr>
              </a:lvl1pPr>
              <a:lvl2pPr marL="742950" indent="-285750">
                <a:defRPr sz="1000">
                  <a:solidFill>
                    <a:schemeClr val="tx1"/>
                  </a:solidFill>
                  <a:latin typeface="Verdana" panose="020B0604030504040204" pitchFamily="34" charset="0"/>
                  <a:ea typeface="宋体" panose="02010600030101010101" pitchFamily="2" charset="-122"/>
                </a:defRPr>
              </a:lvl2pPr>
              <a:lvl3pPr marL="1143000" indent="-228600">
                <a:defRPr sz="1000">
                  <a:solidFill>
                    <a:schemeClr val="tx1"/>
                  </a:solidFill>
                  <a:latin typeface="Verdana" panose="020B0604030504040204" pitchFamily="34" charset="0"/>
                  <a:ea typeface="宋体" panose="02010600030101010101" pitchFamily="2" charset="-122"/>
                </a:defRPr>
              </a:lvl3pPr>
              <a:lvl4pPr marL="1600200" indent="-228600">
                <a:defRPr sz="1000">
                  <a:solidFill>
                    <a:schemeClr val="tx1"/>
                  </a:solidFill>
                  <a:latin typeface="Verdana" panose="020B0604030504040204" pitchFamily="34" charset="0"/>
                  <a:ea typeface="宋体" panose="02010600030101010101" pitchFamily="2" charset="-122"/>
                </a:defRPr>
              </a:lvl4pPr>
              <a:lvl5pPr marL="2057400" indent="-228600">
                <a:defRPr sz="1000">
                  <a:solidFill>
                    <a:schemeClr val="tx1"/>
                  </a:solidFill>
                  <a:latin typeface="Verdan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sz="1000">
                  <a:solidFill>
                    <a:schemeClr val="tx1"/>
                  </a:solidFill>
                  <a:latin typeface="Verdan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sz="1000">
                  <a:solidFill>
                    <a:schemeClr val="tx1"/>
                  </a:solidFill>
                  <a:latin typeface="Verdan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sz="1000">
                  <a:solidFill>
                    <a:schemeClr val="tx1"/>
                  </a:solidFill>
                  <a:latin typeface="Verdan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sz="1000">
                  <a:solidFill>
                    <a:schemeClr val="tx1"/>
                  </a:solidFill>
                  <a:latin typeface="Verdana" panose="020B060403050404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0" lang="zh-CN" altLang="en-US" sz="1600" b="1" i="0" u="none" strike="noStrike" kern="0" cap="none" spc="0" normalizeH="0" baseline="0" noProof="0">
                  <a:ln>
                    <a:noFill/>
                  </a:ln>
                  <a:solidFill>
                    <a:schemeClr val="accent1">
                      <a:lumMod val="50000"/>
                    </a:schemeClr>
                  </a:solidFill>
                  <a:effectLst/>
                  <a:uLnTx/>
                  <a:uFillTx/>
                  <a:latin typeface="+mn-lt"/>
                  <a:ea typeface="+mn-ea"/>
                </a:rPr>
                <a:t>协议</a:t>
              </a:r>
              <a:endParaRPr kumimoji="0" lang="zh-CN" altLang="en-US" sz="1600" b="1" i="0" u="none" strike="noStrike" kern="0" cap="none" spc="0" normalizeH="0" baseline="0" noProof="0">
                <a:ln>
                  <a:noFill/>
                </a:ln>
                <a:solidFill>
                  <a:schemeClr val="accent1">
                    <a:lumMod val="50000"/>
                  </a:schemeClr>
                </a:solidFill>
                <a:effectLst/>
                <a:uLnTx/>
                <a:uFillTx/>
                <a:latin typeface="+mn-lt"/>
                <a:ea typeface="+mn-ea"/>
              </a:endParaRPr>
            </a:p>
          </p:txBody>
        </p:sp>
        <p:sp>
          <p:nvSpPr>
            <p:cNvPr id="35" name="Rectangle 31"/>
            <p:cNvSpPr>
              <a:spLocks noChangeArrowheads="1"/>
            </p:cNvSpPr>
            <p:nvPr>
              <p:custDataLst>
                <p:tags r:id="rId30"/>
              </p:custDataLst>
            </p:nvPr>
          </p:nvSpPr>
          <p:spPr bwMode="auto">
            <a:xfrm>
              <a:off x="3709988" y="3468688"/>
              <a:ext cx="2251075" cy="1044575"/>
            </a:xfrm>
            <a:prstGeom prst="rect">
              <a:avLst/>
            </a:prstGeom>
            <a:solidFill>
              <a:srgbClr val="FFFFFF"/>
            </a:solidFill>
            <a:ln w="12700">
              <a:solidFill>
                <a:schemeClr val="accent2"/>
              </a:solidFill>
              <a:miter lim="800000"/>
            </a:ln>
            <a:effectLst>
              <a:outerShdw dist="107763" dir="2700000" algn="ctr" rotWithShape="0">
                <a:srgbClr val="538376"/>
              </a:outerShdw>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endParaRPr>
            </a:p>
          </p:txBody>
        </p:sp>
        <p:sp>
          <p:nvSpPr>
            <p:cNvPr id="36" name="Rectangle 32"/>
            <p:cNvSpPr>
              <a:spLocks noChangeArrowheads="1"/>
            </p:cNvSpPr>
            <p:nvPr>
              <p:custDataLst>
                <p:tags r:id="rId31"/>
              </p:custDataLst>
            </p:nvPr>
          </p:nvSpPr>
          <p:spPr bwMode="auto">
            <a:xfrm>
              <a:off x="3692525" y="3468688"/>
              <a:ext cx="2309813" cy="4914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538376"/>
                    </a:outerShdw>
                  </a:effectLst>
                </a14:hiddenEffects>
              </a:ext>
            </a:extLst>
          </p:spPr>
          <p:txBody>
            <a:bodyPr lIns="92075" tIns="46038" rIns="92075" bIns="46038">
              <a:spAutoFit/>
            </a:bodyPr>
            <a:lstStyle>
              <a:lvl1pPr>
                <a:defRPr sz="1000">
                  <a:solidFill>
                    <a:schemeClr val="tx1"/>
                  </a:solidFill>
                  <a:latin typeface="Verdana" panose="020B0604030504040204" pitchFamily="34" charset="0"/>
                  <a:ea typeface="宋体" panose="02010600030101010101" pitchFamily="2" charset="-122"/>
                </a:defRPr>
              </a:lvl1pPr>
              <a:lvl2pPr marL="742950" indent="-285750">
                <a:defRPr sz="1000">
                  <a:solidFill>
                    <a:schemeClr val="tx1"/>
                  </a:solidFill>
                  <a:latin typeface="Verdana" panose="020B0604030504040204" pitchFamily="34" charset="0"/>
                  <a:ea typeface="宋体" panose="02010600030101010101" pitchFamily="2" charset="-122"/>
                </a:defRPr>
              </a:lvl2pPr>
              <a:lvl3pPr marL="1143000" indent="-228600">
                <a:defRPr sz="1000">
                  <a:solidFill>
                    <a:schemeClr val="tx1"/>
                  </a:solidFill>
                  <a:latin typeface="Verdana" panose="020B0604030504040204" pitchFamily="34" charset="0"/>
                  <a:ea typeface="宋体" panose="02010600030101010101" pitchFamily="2" charset="-122"/>
                </a:defRPr>
              </a:lvl3pPr>
              <a:lvl4pPr marL="1600200" indent="-228600">
                <a:defRPr sz="1000">
                  <a:solidFill>
                    <a:schemeClr val="tx1"/>
                  </a:solidFill>
                  <a:latin typeface="Verdana" panose="020B0604030504040204" pitchFamily="34" charset="0"/>
                  <a:ea typeface="宋体" panose="02010600030101010101" pitchFamily="2" charset="-122"/>
                </a:defRPr>
              </a:lvl4pPr>
              <a:lvl5pPr marL="2057400" indent="-228600">
                <a:defRPr sz="1000">
                  <a:solidFill>
                    <a:schemeClr val="tx1"/>
                  </a:solidFill>
                  <a:latin typeface="Verdan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sz="1000">
                  <a:solidFill>
                    <a:schemeClr val="tx1"/>
                  </a:solidFill>
                  <a:latin typeface="Verdan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sz="1000">
                  <a:solidFill>
                    <a:schemeClr val="tx1"/>
                  </a:solidFill>
                  <a:latin typeface="Verdan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sz="1000">
                  <a:solidFill>
                    <a:schemeClr val="tx1"/>
                  </a:solidFill>
                  <a:latin typeface="Verdan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sz="1000">
                  <a:solidFill>
                    <a:schemeClr val="tx1"/>
                  </a:solidFill>
                  <a:latin typeface="Verdana" panose="020B060403050404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0" lang="zh-CN" altLang="en-US" sz="1300" b="0" i="0" u="none" strike="noStrike" kern="0" cap="none" spc="0" normalizeH="0" baseline="0" noProof="0">
                  <a:ln>
                    <a:noFill/>
                  </a:ln>
                  <a:solidFill>
                    <a:schemeClr val="tx1"/>
                  </a:solidFill>
                  <a:effectLst/>
                  <a:uLnTx/>
                  <a:uFillTx/>
                  <a:latin typeface="+mn-lt"/>
                  <a:ea typeface="+mn-ea"/>
                </a:rPr>
                <a:t>在客户和金融机构之间达成的关于特定产品的协议</a:t>
              </a:r>
              <a:endParaRPr kumimoji="0" lang="zh-CN" altLang="en-US" sz="1300" b="0" i="0" u="none" strike="noStrike" kern="0" cap="none" spc="0" normalizeH="0" baseline="0" noProof="0">
                <a:ln>
                  <a:noFill/>
                </a:ln>
                <a:solidFill>
                  <a:schemeClr val="tx1"/>
                </a:solidFill>
                <a:effectLst/>
                <a:uLnTx/>
                <a:uFillTx/>
                <a:latin typeface="+mn-lt"/>
                <a:ea typeface="+mn-ea"/>
              </a:endParaRPr>
            </a:p>
          </p:txBody>
        </p:sp>
        <p:sp>
          <p:nvSpPr>
            <p:cNvPr id="37" name="Rectangle 33"/>
            <p:cNvSpPr>
              <a:spLocks noChangeArrowheads="1"/>
            </p:cNvSpPr>
            <p:nvPr>
              <p:custDataLst>
                <p:tags r:id="rId32"/>
              </p:custDataLst>
            </p:nvPr>
          </p:nvSpPr>
          <p:spPr bwMode="auto">
            <a:xfrm>
              <a:off x="4700588" y="4867275"/>
              <a:ext cx="591820" cy="33718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sz="1000">
                  <a:solidFill>
                    <a:schemeClr val="tx1"/>
                  </a:solidFill>
                  <a:latin typeface="Verdana" panose="020B0604030504040204" pitchFamily="34" charset="0"/>
                  <a:ea typeface="宋体" panose="02010600030101010101" pitchFamily="2" charset="-122"/>
                </a:defRPr>
              </a:lvl1pPr>
              <a:lvl2pPr marL="742950" indent="-285750">
                <a:defRPr sz="1000">
                  <a:solidFill>
                    <a:schemeClr val="tx1"/>
                  </a:solidFill>
                  <a:latin typeface="Verdana" panose="020B0604030504040204" pitchFamily="34" charset="0"/>
                  <a:ea typeface="宋体" panose="02010600030101010101" pitchFamily="2" charset="-122"/>
                </a:defRPr>
              </a:lvl2pPr>
              <a:lvl3pPr marL="1143000" indent="-228600">
                <a:defRPr sz="1000">
                  <a:solidFill>
                    <a:schemeClr val="tx1"/>
                  </a:solidFill>
                  <a:latin typeface="Verdana" panose="020B0604030504040204" pitchFamily="34" charset="0"/>
                  <a:ea typeface="宋体" panose="02010600030101010101" pitchFamily="2" charset="-122"/>
                </a:defRPr>
              </a:lvl3pPr>
              <a:lvl4pPr marL="1600200" indent="-228600">
                <a:defRPr sz="1000">
                  <a:solidFill>
                    <a:schemeClr val="tx1"/>
                  </a:solidFill>
                  <a:latin typeface="Verdana" panose="020B0604030504040204" pitchFamily="34" charset="0"/>
                  <a:ea typeface="宋体" panose="02010600030101010101" pitchFamily="2" charset="-122"/>
                </a:defRPr>
              </a:lvl4pPr>
              <a:lvl5pPr marL="2057400" indent="-228600">
                <a:defRPr sz="1000">
                  <a:solidFill>
                    <a:schemeClr val="tx1"/>
                  </a:solidFill>
                  <a:latin typeface="Verdan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sz="1000">
                  <a:solidFill>
                    <a:schemeClr val="tx1"/>
                  </a:solidFill>
                  <a:latin typeface="Verdan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sz="1000">
                  <a:solidFill>
                    <a:schemeClr val="tx1"/>
                  </a:solidFill>
                  <a:latin typeface="Verdan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sz="1000">
                  <a:solidFill>
                    <a:schemeClr val="tx1"/>
                  </a:solidFill>
                  <a:latin typeface="Verdan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sz="1000">
                  <a:solidFill>
                    <a:schemeClr val="tx1"/>
                  </a:solidFill>
                  <a:latin typeface="Verdana" panose="020B060403050404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0" lang="zh-CN" altLang="en-US" sz="1600" b="1" i="0" u="none" strike="noStrike" kern="0" cap="none" spc="0" normalizeH="0" baseline="0" noProof="0">
                  <a:ln>
                    <a:noFill/>
                  </a:ln>
                  <a:solidFill>
                    <a:schemeClr val="accent1">
                      <a:lumMod val="50000"/>
                    </a:schemeClr>
                  </a:solidFill>
                  <a:effectLst/>
                  <a:uLnTx/>
                  <a:uFillTx/>
                  <a:latin typeface="+mn-lt"/>
                  <a:ea typeface="+mn-ea"/>
                </a:rPr>
                <a:t>产品</a:t>
              </a:r>
              <a:endParaRPr kumimoji="0" lang="zh-CN" altLang="en-US" sz="1600" b="1" i="0" u="none" strike="noStrike" kern="0" cap="none" spc="0" normalizeH="0" baseline="0" noProof="0">
                <a:ln>
                  <a:noFill/>
                </a:ln>
                <a:solidFill>
                  <a:schemeClr val="accent1">
                    <a:lumMod val="50000"/>
                  </a:schemeClr>
                </a:solidFill>
                <a:effectLst/>
                <a:uLnTx/>
                <a:uFillTx/>
                <a:latin typeface="+mn-lt"/>
                <a:ea typeface="+mn-ea"/>
              </a:endParaRPr>
            </a:p>
          </p:txBody>
        </p:sp>
        <p:sp>
          <p:nvSpPr>
            <p:cNvPr id="38" name="Rectangle 34"/>
            <p:cNvSpPr>
              <a:spLocks noChangeArrowheads="1"/>
            </p:cNvSpPr>
            <p:nvPr>
              <p:custDataLst>
                <p:tags r:id="rId33"/>
              </p:custDataLst>
            </p:nvPr>
          </p:nvSpPr>
          <p:spPr bwMode="auto">
            <a:xfrm>
              <a:off x="4421188" y="5168900"/>
              <a:ext cx="1827212" cy="1050925"/>
            </a:xfrm>
            <a:prstGeom prst="rect">
              <a:avLst/>
            </a:prstGeom>
            <a:solidFill>
              <a:srgbClr val="FFFFFF"/>
            </a:solidFill>
            <a:ln w="12700">
              <a:solidFill>
                <a:schemeClr val="accent2"/>
              </a:solidFill>
              <a:miter lim="800000"/>
            </a:ln>
            <a:effectLst>
              <a:outerShdw dist="107763" dir="2700000" algn="ctr" rotWithShape="0">
                <a:srgbClr val="538376"/>
              </a:outerShdw>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endParaRPr>
            </a:p>
          </p:txBody>
        </p:sp>
        <p:sp>
          <p:nvSpPr>
            <p:cNvPr id="39" name="Rectangle 35"/>
            <p:cNvSpPr>
              <a:spLocks noChangeArrowheads="1"/>
            </p:cNvSpPr>
            <p:nvPr>
              <p:custDataLst>
                <p:tags r:id="rId34"/>
              </p:custDataLst>
            </p:nvPr>
          </p:nvSpPr>
          <p:spPr bwMode="auto">
            <a:xfrm>
              <a:off x="4429125" y="5211763"/>
              <a:ext cx="1895475" cy="7372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defRPr sz="1000">
                  <a:solidFill>
                    <a:schemeClr val="tx1"/>
                  </a:solidFill>
                  <a:latin typeface="Verdana" panose="020B0604030504040204" pitchFamily="34" charset="0"/>
                  <a:ea typeface="宋体" panose="02010600030101010101" pitchFamily="2" charset="-122"/>
                </a:defRPr>
              </a:lvl1pPr>
              <a:lvl2pPr marL="742950" indent="-285750">
                <a:defRPr sz="1000">
                  <a:solidFill>
                    <a:schemeClr val="tx1"/>
                  </a:solidFill>
                  <a:latin typeface="Verdana" panose="020B0604030504040204" pitchFamily="34" charset="0"/>
                  <a:ea typeface="宋体" panose="02010600030101010101" pitchFamily="2" charset="-122"/>
                </a:defRPr>
              </a:lvl2pPr>
              <a:lvl3pPr marL="1143000" indent="-228600">
                <a:defRPr sz="1000">
                  <a:solidFill>
                    <a:schemeClr val="tx1"/>
                  </a:solidFill>
                  <a:latin typeface="Verdana" panose="020B0604030504040204" pitchFamily="34" charset="0"/>
                  <a:ea typeface="宋体" panose="02010600030101010101" pitchFamily="2" charset="-122"/>
                </a:defRPr>
              </a:lvl3pPr>
              <a:lvl4pPr marL="1600200" indent="-228600">
                <a:defRPr sz="1000">
                  <a:solidFill>
                    <a:schemeClr val="tx1"/>
                  </a:solidFill>
                  <a:latin typeface="Verdana" panose="020B0604030504040204" pitchFamily="34" charset="0"/>
                  <a:ea typeface="宋体" panose="02010600030101010101" pitchFamily="2" charset="-122"/>
                </a:defRPr>
              </a:lvl4pPr>
              <a:lvl5pPr marL="2057400" indent="-228600">
                <a:defRPr sz="1000">
                  <a:solidFill>
                    <a:schemeClr val="tx1"/>
                  </a:solidFill>
                  <a:latin typeface="Verdan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sz="1000">
                  <a:solidFill>
                    <a:schemeClr val="tx1"/>
                  </a:solidFill>
                  <a:latin typeface="Verdan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sz="1000">
                  <a:solidFill>
                    <a:schemeClr val="tx1"/>
                  </a:solidFill>
                  <a:latin typeface="Verdan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sz="1000">
                  <a:solidFill>
                    <a:schemeClr val="tx1"/>
                  </a:solidFill>
                  <a:latin typeface="Verdan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sz="1000">
                  <a:solidFill>
                    <a:schemeClr val="tx1"/>
                  </a:solidFill>
                  <a:latin typeface="Verdana" panose="020B060403050404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0" lang="zh-CN" altLang="en-US" sz="1400" b="0" i="0" u="none" strike="noStrike" kern="0" cap="none" spc="0" normalizeH="0" baseline="0" noProof="0">
                  <a:ln>
                    <a:noFill/>
                  </a:ln>
                  <a:solidFill>
                    <a:schemeClr val="tx1"/>
                  </a:solidFill>
                  <a:effectLst/>
                  <a:uLnTx/>
                  <a:uFillTx/>
                  <a:latin typeface="+mn-lt"/>
                  <a:ea typeface="+mn-ea"/>
                </a:rPr>
                <a:t>一种可以在市场上交易的产品或服务，包括条款或条件</a:t>
              </a:r>
              <a:endParaRPr kumimoji="0" lang="zh-CN" altLang="en-US" sz="1400" b="0" i="0" u="none" strike="noStrike" kern="0" cap="none" spc="0" normalizeH="0" baseline="0" noProof="0">
                <a:ln>
                  <a:noFill/>
                </a:ln>
                <a:solidFill>
                  <a:schemeClr val="tx1"/>
                </a:solidFill>
                <a:effectLst/>
                <a:uLnTx/>
                <a:uFillTx/>
                <a:latin typeface="+mn-lt"/>
                <a:ea typeface="+mn-ea"/>
              </a:endParaRPr>
            </a:p>
          </p:txBody>
        </p:sp>
        <p:sp>
          <p:nvSpPr>
            <p:cNvPr id="40" name="Rectangle 36"/>
            <p:cNvSpPr>
              <a:spLocks noChangeArrowheads="1"/>
            </p:cNvSpPr>
            <p:nvPr>
              <p:custDataLst>
                <p:tags r:id="rId35"/>
              </p:custDataLst>
            </p:nvPr>
          </p:nvSpPr>
          <p:spPr bwMode="auto">
            <a:xfrm>
              <a:off x="1509713" y="3084513"/>
              <a:ext cx="999490" cy="33718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sz="1000">
                  <a:solidFill>
                    <a:schemeClr val="tx1"/>
                  </a:solidFill>
                  <a:latin typeface="Verdana" panose="020B0604030504040204" pitchFamily="34" charset="0"/>
                  <a:ea typeface="宋体" panose="02010600030101010101" pitchFamily="2" charset="-122"/>
                </a:defRPr>
              </a:lvl1pPr>
              <a:lvl2pPr marL="742950" indent="-285750">
                <a:defRPr sz="1000">
                  <a:solidFill>
                    <a:schemeClr val="tx1"/>
                  </a:solidFill>
                  <a:latin typeface="Verdana" panose="020B0604030504040204" pitchFamily="34" charset="0"/>
                  <a:ea typeface="宋体" panose="02010600030101010101" pitchFamily="2" charset="-122"/>
                </a:defRPr>
              </a:lvl2pPr>
              <a:lvl3pPr marL="1143000" indent="-228600">
                <a:defRPr sz="1000">
                  <a:solidFill>
                    <a:schemeClr val="tx1"/>
                  </a:solidFill>
                  <a:latin typeface="Verdana" panose="020B0604030504040204" pitchFamily="34" charset="0"/>
                  <a:ea typeface="宋体" panose="02010600030101010101" pitchFamily="2" charset="-122"/>
                </a:defRPr>
              </a:lvl3pPr>
              <a:lvl4pPr marL="1600200" indent="-228600">
                <a:defRPr sz="1000">
                  <a:solidFill>
                    <a:schemeClr val="tx1"/>
                  </a:solidFill>
                  <a:latin typeface="Verdana" panose="020B0604030504040204" pitchFamily="34" charset="0"/>
                  <a:ea typeface="宋体" panose="02010600030101010101" pitchFamily="2" charset="-122"/>
                </a:defRPr>
              </a:lvl4pPr>
              <a:lvl5pPr marL="2057400" indent="-228600">
                <a:defRPr sz="1000">
                  <a:solidFill>
                    <a:schemeClr val="tx1"/>
                  </a:solidFill>
                  <a:latin typeface="Verdan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sz="1000">
                  <a:solidFill>
                    <a:schemeClr val="tx1"/>
                  </a:solidFill>
                  <a:latin typeface="Verdan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sz="1000">
                  <a:solidFill>
                    <a:schemeClr val="tx1"/>
                  </a:solidFill>
                  <a:latin typeface="Verdan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sz="1000">
                  <a:solidFill>
                    <a:schemeClr val="tx1"/>
                  </a:solidFill>
                  <a:latin typeface="Verdan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sz="1000">
                  <a:solidFill>
                    <a:schemeClr val="tx1"/>
                  </a:solidFill>
                  <a:latin typeface="Verdana" panose="020B060403050404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lang="zh-CN" altLang="en-US" sz="1600" b="1" kern="0">
                  <a:solidFill>
                    <a:schemeClr val="accent1">
                      <a:lumMod val="50000"/>
                    </a:schemeClr>
                  </a:solidFill>
                  <a:latin typeface="+mn-lt"/>
                  <a:ea typeface="+mn-ea"/>
                </a:rPr>
                <a:t>营销</a:t>
              </a:r>
              <a:r>
                <a:rPr kumimoji="0" lang="zh-CN" altLang="en-US" sz="1600" b="1" i="0" u="none" strike="noStrike" kern="0" cap="none" spc="0" normalizeH="0" baseline="0" noProof="0">
                  <a:ln>
                    <a:noFill/>
                  </a:ln>
                  <a:solidFill>
                    <a:schemeClr val="accent1">
                      <a:lumMod val="50000"/>
                    </a:schemeClr>
                  </a:solidFill>
                  <a:effectLst/>
                  <a:uLnTx/>
                  <a:uFillTx/>
                  <a:latin typeface="+mn-lt"/>
                  <a:ea typeface="+mn-ea"/>
                </a:rPr>
                <a:t>活动</a:t>
              </a:r>
              <a:endParaRPr kumimoji="0" lang="zh-CN" altLang="en-US" sz="1600" b="1" i="0" u="none" strike="noStrike" kern="0" cap="none" spc="0" normalizeH="0" baseline="0" noProof="0">
                <a:ln>
                  <a:noFill/>
                </a:ln>
                <a:solidFill>
                  <a:schemeClr val="accent1">
                    <a:lumMod val="50000"/>
                  </a:schemeClr>
                </a:solidFill>
                <a:effectLst/>
                <a:uLnTx/>
                <a:uFillTx/>
                <a:latin typeface="+mn-lt"/>
                <a:ea typeface="+mn-ea"/>
              </a:endParaRPr>
            </a:p>
          </p:txBody>
        </p:sp>
        <p:sp>
          <p:nvSpPr>
            <p:cNvPr id="41" name="Rectangle 37"/>
            <p:cNvSpPr>
              <a:spLocks noChangeArrowheads="1"/>
            </p:cNvSpPr>
            <p:nvPr>
              <p:custDataLst>
                <p:tags r:id="rId36"/>
              </p:custDataLst>
            </p:nvPr>
          </p:nvSpPr>
          <p:spPr bwMode="auto">
            <a:xfrm>
              <a:off x="1123950" y="3381375"/>
              <a:ext cx="2359025" cy="1371600"/>
            </a:xfrm>
            <a:prstGeom prst="rect">
              <a:avLst/>
            </a:prstGeom>
            <a:solidFill>
              <a:srgbClr val="FFFFFF"/>
            </a:solidFill>
            <a:ln w="12700">
              <a:solidFill>
                <a:schemeClr val="accent2"/>
              </a:solidFill>
              <a:miter lim="800000"/>
            </a:ln>
            <a:effectLst>
              <a:outerShdw dist="107763" dir="2700000" algn="ctr" rotWithShape="0">
                <a:srgbClr val="538376"/>
              </a:outerShdw>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endParaRPr>
            </a:p>
          </p:txBody>
        </p:sp>
        <p:sp>
          <p:nvSpPr>
            <p:cNvPr id="42" name="Rectangle 38"/>
            <p:cNvSpPr>
              <a:spLocks noChangeArrowheads="1"/>
            </p:cNvSpPr>
            <p:nvPr>
              <p:custDataLst>
                <p:tags r:id="rId37"/>
              </p:custDataLst>
            </p:nvPr>
          </p:nvSpPr>
          <p:spPr bwMode="auto">
            <a:xfrm>
              <a:off x="1162050" y="3405188"/>
              <a:ext cx="2266950" cy="7372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defRPr sz="1000">
                  <a:solidFill>
                    <a:schemeClr val="tx1"/>
                  </a:solidFill>
                  <a:latin typeface="Verdana" panose="020B0604030504040204" pitchFamily="34" charset="0"/>
                  <a:ea typeface="宋体" panose="02010600030101010101" pitchFamily="2" charset="-122"/>
                </a:defRPr>
              </a:lvl1pPr>
              <a:lvl2pPr marL="742950" indent="-285750">
                <a:defRPr sz="1000">
                  <a:solidFill>
                    <a:schemeClr val="tx1"/>
                  </a:solidFill>
                  <a:latin typeface="Verdana" panose="020B0604030504040204" pitchFamily="34" charset="0"/>
                  <a:ea typeface="宋体" panose="02010600030101010101" pitchFamily="2" charset="-122"/>
                </a:defRPr>
              </a:lvl2pPr>
              <a:lvl3pPr marL="1143000" indent="-228600">
                <a:defRPr sz="1000">
                  <a:solidFill>
                    <a:schemeClr val="tx1"/>
                  </a:solidFill>
                  <a:latin typeface="Verdana" panose="020B0604030504040204" pitchFamily="34" charset="0"/>
                  <a:ea typeface="宋体" panose="02010600030101010101" pitchFamily="2" charset="-122"/>
                </a:defRPr>
              </a:lvl3pPr>
              <a:lvl4pPr marL="1600200" indent="-228600">
                <a:defRPr sz="1000">
                  <a:solidFill>
                    <a:schemeClr val="tx1"/>
                  </a:solidFill>
                  <a:latin typeface="Verdana" panose="020B0604030504040204" pitchFamily="34" charset="0"/>
                  <a:ea typeface="宋体" panose="02010600030101010101" pitchFamily="2" charset="-122"/>
                </a:defRPr>
              </a:lvl4pPr>
              <a:lvl5pPr marL="2057400" indent="-228600">
                <a:defRPr sz="1000">
                  <a:solidFill>
                    <a:schemeClr val="tx1"/>
                  </a:solidFill>
                  <a:latin typeface="Verdan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sz="1000">
                  <a:solidFill>
                    <a:schemeClr val="tx1"/>
                  </a:solidFill>
                  <a:latin typeface="Verdan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sz="1000">
                  <a:solidFill>
                    <a:schemeClr val="tx1"/>
                  </a:solidFill>
                  <a:latin typeface="Verdan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sz="1000">
                  <a:solidFill>
                    <a:schemeClr val="tx1"/>
                  </a:solidFill>
                  <a:latin typeface="Verdan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sz="1000">
                  <a:solidFill>
                    <a:schemeClr val="tx1"/>
                  </a:solidFill>
                  <a:latin typeface="Verdana" panose="020B060403050404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0" lang="zh-CN" altLang="en-US" sz="1400" b="0" i="0" u="none" strike="noStrike" kern="0" cap="none" spc="0" normalizeH="0" baseline="0" noProof="0">
                  <a:ln>
                    <a:noFill/>
                  </a:ln>
                  <a:solidFill>
                    <a:schemeClr val="tx1"/>
                  </a:solidFill>
                  <a:effectLst/>
                  <a:uLnTx/>
                  <a:uFillTx/>
                  <a:latin typeface="+mn-lt"/>
                  <a:ea typeface="+mn-ea"/>
                </a:rPr>
                <a:t>为了获取、挽留客户或提高用户的使用率而采取的战略、计划或促销活动</a:t>
              </a:r>
              <a:endParaRPr kumimoji="0" lang="zh-CN" altLang="en-US" sz="1400" b="0" i="0" u="none" strike="noStrike" kern="0" cap="none" spc="0" normalizeH="0" baseline="0" noProof="0">
                <a:ln>
                  <a:noFill/>
                </a:ln>
                <a:solidFill>
                  <a:schemeClr val="tx1"/>
                </a:solidFill>
                <a:effectLst/>
                <a:uLnTx/>
                <a:uFillTx/>
                <a:latin typeface="+mn-lt"/>
                <a:ea typeface="+mn-ea"/>
              </a:endParaRPr>
            </a:p>
          </p:txBody>
        </p:sp>
        <p:sp>
          <p:nvSpPr>
            <p:cNvPr id="43" name="Rectangle 39"/>
            <p:cNvSpPr>
              <a:spLocks noChangeArrowheads="1"/>
            </p:cNvSpPr>
            <p:nvPr>
              <p:custDataLst>
                <p:tags r:id="rId38"/>
              </p:custDataLst>
            </p:nvPr>
          </p:nvSpPr>
          <p:spPr bwMode="auto">
            <a:xfrm>
              <a:off x="7129463" y="4667250"/>
              <a:ext cx="591820" cy="33718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538376"/>
                    </a:outerShdw>
                  </a:effectLst>
                </a14:hiddenEffects>
              </a:ext>
            </a:extLst>
          </p:spPr>
          <p:txBody>
            <a:bodyPr wrap="none" lIns="92075" tIns="46038" rIns="92075" bIns="46038">
              <a:spAutoFit/>
            </a:bodyPr>
            <a:lstStyle>
              <a:lvl1pPr>
                <a:defRPr sz="1000">
                  <a:solidFill>
                    <a:schemeClr val="tx1"/>
                  </a:solidFill>
                  <a:latin typeface="Verdana" panose="020B0604030504040204" pitchFamily="34" charset="0"/>
                  <a:ea typeface="宋体" panose="02010600030101010101" pitchFamily="2" charset="-122"/>
                </a:defRPr>
              </a:lvl1pPr>
              <a:lvl2pPr marL="742950" indent="-285750">
                <a:defRPr sz="1000">
                  <a:solidFill>
                    <a:schemeClr val="tx1"/>
                  </a:solidFill>
                  <a:latin typeface="Verdana" panose="020B0604030504040204" pitchFamily="34" charset="0"/>
                  <a:ea typeface="宋体" panose="02010600030101010101" pitchFamily="2" charset="-122"/>
                </a:defRPr>
              </a:lvl2pPr>
              <a:lvl3pPr marL="1143000" indent="-228600">
                <a:defRPr sz="1000">
                  <a:solidFill>
                    <a:schemeClr val="tx1"/>
                  </a:solidFill>
                  <a:latin typeface="Verdana" panose="020B0604030504040204" pitchFamily="34" charset="0"/>
                  <a:ea typeface="宋体" panose="02010600030101010101" pitchFamily="2" charset="-122"/>
                </a:defRPr>
              </a:lvl3pPr>
              <a:lvl4pPr marL="1600200" indent="-228600">
                <a:defRPr sz="1000">
                  <a:solidFill>
                    <a:schemeClr val="tx1"/>
                  </a:solidFill>
                  <a:latin typeface="Verdana" panose="020B0604030504040204" pitchFamily="34" charset="0"/>
                  <a:ea typeface="宋体" panose="02010600030101010101" pitchFamily="2" charset="-122"/>
                </a:defRPr>
              </a:lvl4pPr>
              <a:lvl5pPr marL="2057400" indent="-228600">
                <a:defRPr sz="1000">
                  <a:solidFill>
                    <a:schemeClr val="tx1"/>
                  </a:solidFill>
                  <a:latin typeface="Verdan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sz="1000">
                  <a:solidFill>
                    <a:schemeClr val="tx1"/>
                  </a:solidFill>
                  <a:latin typeface="Verdan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sz="1000">
                  <a:solidFill>
                    <a:schemeClr val="tx1"/>
                  </a:solidFill>
                  <a:latin typeface="Verdan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sz="1000">
                  <a:solidFill>
                    <a:schemeClr val="tx1"/>
                  </a:solidFill>
                  <a:latin typeface="Verdan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sz="1000">
                  <a:solidFill>
                    <a:schemeClr val="tx1"/>
                  </a:solidFill>
                  <a:latin typeface="Verdana" panose="020B060403050404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0" lang="zh-CN" altLang="en-US" sz="1600" b="1" i="0" u="none" strike="noStrike" kern="0" cap="none" spc="0" normalizeH="0" baseline="0" noProof="0">
                  <a:ln>
                    <a:noFill/>
                  </a:ln>
                  <a:solidFill>
                    <a:schemeClr val="accent1">
                      <a:lumMod val="50000"/>
                    </a:schemeClr>
                  </a:solidFill>
                  <a:effectLst/>
                  <a:uLnTx/>
                  <a:uFillTx/>
                  <a:latin typeface="+mn-lt"/>
                  <a:ea typeface="+mn-ea"/>
                </a:rPr>
                <a:t>渠道</a:t>
              </a:r>
              <a:endParaRPr kumimoji="0" lang="zh-CN" altLang="en-US" sz="1600" b="1" i="0" u="none" strike="noStrike" kern="0" cap="none" spc="0" normalizeH="0" baseline="0" noProof="0">
                <a:ln>
                  <a:noFill/>
                </a:ln>
                <a:solidFill>
                  <a:schemeClr val="accent1">
                    <a:lumMod val="50000"/>
                  </a:schemeClr>
                </a:solidFill>
                <a:effectLst/>
                <a:uLnTx/>
                <a:uFillTx/>
                <a:latin typeface="+mn-lt"/>
                <a:ea typeface="+mn-ea"/>
              </a:endParaRPr>
            </a:p>
          </p:txBody>
        </p:sp>
        <p:sp>
          <p:nvSpPr>
            <p:cNvPr id="44" name="Rectangle 40"/>
            <p:cNvSpPr>
              <a:spLocks noChangeArrowheads="1"/>
            </p:cNvSpPr>
            <p:nvPr>
              <p:custDataLst>
                <p:tags r:id="rId39"/>
              </p:custDataLst>
            </p:nvPr>
          </p:nvSpPr>
          <p:spPr bwMode="auto">
            <a:xfrm>
              <a:off x="6781800" y="4953000"/>
              <a:ext cx="2243138" cy="1374775"/>
            </a:xfrm>
            <a:prstGeom prst="rect">
              <a:avLst/>
            </a:prstGeom>
            <a:solidFill>
              <a:srgbClr val="FFFFFF"/>
            </a:solidFill>
            <a:ln w="12700">
              <a:solidFill>
                <a:schemeClr val="accent2"/>
              </a:solidFill>
              <a:miter lim="800000"/>
            </a:ln>
            <a:effectLst>
              <a:outerShdw dist="107763" dir="2700000" algn="ctr" rotWithShape="0">
                <a:srgbClr val="538376"/>
              </a:outerShdw>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endParaRPr>
            </a:p>
          </p:txBody>
        </p:sp>
        <p:sp>
          <p:nvSpPr>
            <p:cNvPr id="45" name="Rectangle 41"/>
            <p:cNvSpPr>
              <a:spLocks noChangeArrowheads="1"/>
            </p:cNvSpPr>
            <p:nvPr>
              <p:custDataLst>
                <p:tags r:id="rId40"/>
              </p:custDataLst>
            </p:nvPr>
          </p:nvSpPr>
          <p:spPr bwMode="auto">
            <a:xfrm>
              <a:off x="6807200" y="4970463"/>
              <a:ext cx="1879600" cy="7372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538376"/>
                    </a:outerShdw>
                  </a:effectLst>
                </a14:hiddenEffects>
              </a:ext>
            </a:extLst>
          </p:spPr>
          <p:txBody>
            <a:bodyPr lIns="92075" tIns="46038" rIns="92075" bIns="46038">
              <a:spAutoFit/>
            </a:bodyPr>
            <a:lstStyle>
              <a:lvl1pPr>
                <a:defRPr sz="1000">
                  <a:solidFill>
                    <a:schemeClr val="tx1"/>
                  </a:solidFill>
                  <a:latin typeface="Verdana" panose="020B0604030504040204" pitchFamily="34" charset="0"/>
                  <a:ea typeface="宋体" panose="02010600030101010101" pitchFamily="2" charset="-122"/>
                </a:defRPr>
              </a:lvl1pPr>
              <a:lvl2pPr marL="742950" indent="-285750">
                <a:defRPr sz="1000">
                  <a:solidFill>
                    <a:schemeClr val="tx1"/>
                  </a:solidFill>
                  <a:latin typeface="Verdana" panose="020B0604030504040204" pitchFamily="34" charset="0"/>
                  <a:ea typeface="宋体" panose="02010600030101010101" pitchFamily="2" charset="-122"/>
                </a:defRPr>
              </a:lvl2pPr>
              <a:lvl3pPr marL="1143000" indent="-228600">
                <a:defRPr sz="1000">
                  <a:solidFill>
                    <a:schemeClr val="tx1"/>
                  </a:solidFill>
                  <a:latin typeface="Verdana" panose="020B0604030504040204" pitchFamily="34" charset="0"/>
                  <a:ea typeface="宋体" panose="02010600030101010101" pitchFamily="2" charset="-122"/>
                </a:defRPr>
              </a:lvl3pPr>
              <a:lvl4pPr marL="1600200" indent="-228600">
                <a:defRPr sz="1000">
                  <a:solidFill>
                    <a:schemeClr val="tx1"/>
                  </a:solidFill>
                  <a:latin typeface="Verdana" panose="020B0604030504040204" pitchFamily="34" charset="0"/>
                  <a:ea typeface="宋体" panose="02010600030101010101" pitchFamily="2" charset="-122"/>
                </a:defRPr>
              </a:lvl4pPr>
              <a:lvl5pPr marL="2057400" indent="-228600">
                <a:defRPr sz="1000">
                  <a:solidFill>
                    <a:schemeClr val="tx1"/>
                  </a:solidFill>
                  <a:latin typeface="Verdan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sz="1000">
                  <a:solidFill>
                    <a:schemeClr val="tx1"/>
                  </a:solidFill>
                  <a:latin typeface="Verdan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sz="1000">
                  <a:solidFill>
                    <a:schemeClr val="tx1"/>
                  </a:solidFill>
                  <a:latin typeface="Verdan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sz="1000">
                  <a:solidFill>
                    <a:schemeClr val="tx1"/>
                  </a:solidFill>
                  <a:latin typeface="Verdan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sz="1000">
                  <a:solidFill>
                    <a:schemeClr val="tx1"/>
                  </a:solidFill>
                  <a:latin typeface="Verdana" panose="020B060403050404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0" lang="zh-CN" altLang="en-US" sz="1400" b="0" i="0" u="none" strike="noStrike" kern="0" cap="none" spc="0" normalizeH="0" baseline="0" noProof="0">
                  <a:ln>
                    <a:noFill/>
                  </a:ln>
                  <a:solidFill>
                    <a:schemeClr val="tx1"/>
                  </a:solidFill>
                  <a:effectLst/>
                  <a:uLnTx/>
                  <a:uFillTx/>
                  <a:latin typeface="+mn-lt"/>
                  <a:ea typeface="+mn-ea"/>
                </a:rPr>
                <a:t>客户和金融机构或保险公司进行接触的途径</a:t>
              </a:r>
              <a:endParaRPr kumimoji="0" lang="zh-CN" altLang="en-US" sz="1400" b="0" i="0" u="none" strike="noStrike" kern="0" cap="none" spc="0" normalizeH="0" baseline="0" noProof="0">
                <a:ln>
                  <a:noFill/>
                </a:ln>
                <a:solidFill>
                  <a:schemeClr val="tx1"/>
                </a:solidFill>
                <a:effectLst/>
                <a:uLnTx/>
                <a:uFillTx/>
                <a:latin typeface="+mn-lt"/>
                <a:ea typeface="+mn-ea"/>
              </a:endParaRPr>
            </a:p>
          </p:txBody>
        </p:sp>
        <p:sp>
          <p:nvSpPr>
            <p:cNvPr id="46" name="Rectangle 42"/>
            <p:cNvSpPr>
              <a:spLocks noChangeArrowheads="1"/>
            </p:cNvSpPr>
            <p:nvPr>
              <p:custDataLst>
                <p:tags r:id="rId41"/>
              </p:custDataLst>
            </p:nvPr>
          </p:nvSpPr>
          <p:spPr bwMode="auto">
            <a:xfrm>
              <a:off x="4576763" y="1935163"/>
              <a:ext cx="1916112" cy="696912"/>
            </a:xfrm>
            <a:prstGeom prst="rect">
              <a:avLst/>
            </a:prstGeom>
            <a:solidFill>
              <a:srgbClr val="FFFFFF"/>
            </a:solidFill>
            <a:ln w="12700">
              <a:solidFill>
                <a:schemeClr val="accent2"/>
              </a:solidFill>
              <a:miter lim="800000"/>
            </a:ln>
            <a:effectLst>
              <a:outerShdw dist="107763" dir="2700000" algn="ctr" rotWithShape="0">
                <a:srgbClr val="538376"/>
              </a:outerShdw>
            </a:effectLst>
          </p:spPr>
          <p:txBody>
            <a:bodyPr wrap="square" anchor="ctr">
              <a:normAutofit/>
            </a:bodyPr>
            <a:lstStyle>
              <a:lvl1pPr>
                <a:defRPr sz="1000">
                  <a:solidFill>
                    <a:schemeClr val="tx1"/>
                  </a:solidFill>
                  <a:latin typeface="Verdana" panose="020B0604030504040204" pitchFamily="34" charset="0"/>
                  <a:ea typeface="宋体" panose="02010600030101010101" pitchFamily="2" charset="-122"/>
                </a:defRPr>
              </a:lvl1pPr>
              <a:lvl2pPr marL="742950" indent="-285750">
                <a:defRPr sz="1000">
                  <a:solidFill>
                    <a:schemeClr val="tx1"/>
                  </a:solidFill>
                  <a:latin typeface="Verdana" panose="020B0604030504040204" pitchFamily="34" charset="0"/>
                  <a:ea typeface="宋体" panose="02010600030101010101" pitchFamily="2" charset="-122"/>
                </a:defRPr>
              </a:lvl2pPr>
              <a:lvl3pPr marL="1143000" indent="-228600">
                <a:defRPr sz="1000">
                  <a:solidFill>
                    <a:schemeClr val="tx1"/>
                  </a:solidFill>
                  <a:latin typeface="Verdana" panose="020B0604030504040204" pitchFamily="34" charset="0"/>
                  <a:ea typeface="宋体" panose="02010600030101010101" pitchFamily="2" charset="-122"/>
                </a:defRPr>
              </a:lvl3pPr>
              <a:lvl4pPr marL="1600200" indent="-228600">
                <a:defRPr sz="1000">
                  <a:solidFill>
                    <a:schemeClr val="tx1"/>
                  </a:solidFill>
                  <a:latin typeface="Verdana" panose="020B0604030504040204" pitchFamily="34" charset="0"/>
                  <a:ea typeface="宋体" panose="02010600030101010101" pitchFamily="2" charset="-122"/>
                </a:defRPr>
              </a:lvl4pPr>
              <a:lvl5pPr marL="2057400" indent="-228600">
                <a:defRPr sz="1000">
                  <a:solidFill>
                    <a:schemeClr val="tx1"/>
                  </a:solidFill>
                  <a:latin typeface="Verdan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sz="1000">
                  <a:solidFill>
                    <a:schemeClr val="tx1"/>
                  </a:solidFill>
                  <a:latin typeface="Verdan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sz="1000">
                  <a:solidFill>
                    <a:schemeClr val="tx1"/>
                  </a:solidFill>
                  <a:latin typeface="Verdan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sz="1000">
                  <a:solidFill>
                    <a:schemeClr val="tx1"/>
                  </a:solidFill>
                  <a:latin typeface="Verdan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sz="1000">
                  <a:solidFill>
                    <a:schemeClr val="tx1"/>
                  </a:solidFill>
                  <a:latin typeface="Verdana" panose="020B060403050404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0" lang="zh-CN" altLang="en-US" sz="1400" b="0" i="0" u="none" strike="noStrike" kern="0" cap="none" spc="0" normalizeH="0" baseline="0" noProof="0">
                  <a:ln>
                    <a:noFill/>
                  </a:ln>
                  <a:solidFill>
                    <a:schemeClr val="tx1"/>
                  </a:solidFill>
                  <a:effectLst/>
                  <a:uLnTx/>
                  <a:uFillTx/>
                  <a:latin typeface="+mn-lt"/>
                  <a:ea typeface="+mn-ea"/>
                </a:rPr>
                <a:t>企业内部的会计系统</a:t>
              </a:r>
              <a:endParaRPr kumimoji="0" lang="zh-CN" altLang="en-US" sz="1400" b="0" i="0" u="none" strike="noStrike" kern="0" cap="none" spc="0" normalizeH="0" baseline="0" noProof="0">
                <a:ln>
                  <a:noFill/>
                </a:ln>
                <a:solidFill>
                  <a:schemeClr val="tx1"/>
                </a:solidFill>
                <a:effectLst/>
                <a:uLnTx/>
                <a:uFillTx/>
                <a:latin typeface="+mn-lt"/>
                <a:ea typeface="+mn-ea"/>
              </a:endParaRPr>
            </a:p>
          </p:txBody>
        </p:sp>
        <p:sp>
          <p:nvSpPr>
            <p:cNvPr id="47" name="Line 43"/>
            <p:cNvSpPr>
              <a:spLocks noChangeShapeType="1"/>
            </p:cNvSpPr>
            <p:nvPr>
              <p:custDataLst>
                <p:tags r:id="rId42"/>
              </p:custDataLst>
            </p:nvPr>
          </p:nvSpPr>
          <p:spPr bwMode="auto">
            <a:xfrm>
              <a:off x="6565900" y="2701925"/>
              <a:ext cx="441325" cy="487363"/>
            </a:xfrm>
            <a:prstGeom prst="line">
              <a:avLst/>
            </a:prstGeom>
            <a:noFill/>
            <a:ln w="2857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endParaRPr>
            </a:p>
          </p:txBody>
        </p:sp>
        <p:sp>
          <p:nvSpPr>
            <p:cNvPr id="48" name="Line 44"/>
            <p:cNvSpPr>
              <a:spLocks noChangeShapeType="1"/>
            </p:cNvSpPr>
            <p:nvPr>
              <p:custDataLst>
                <p:tags r:id="rId43"/>
              </p:custDataLst>
            </p:nvPr>
          </p:nvSpPr>
          <p:spPr bwMode="auto">
            <a:xfrm>
              <a:off x="5681663" y="2701925"/>
              <a:ext cx="0" cy="766763"/>
            </a:xfrm>
            <a:prstGeom prst="line">
              <a:avLst/>
            </a:prstGeom>
            <a:noFill/>
            <a:ln w="2857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endParaRPr>
            </a:p>
          </p:txBody>
        </p:sp>
        <p:sp>
          <p:nvSpPr>
            <p:cNvPr id="49" name="Rectangle 45"/>
            <p:cNvSpPr>
              <a:spLocks noChangeArrowheads="1"/>
            </p:cNvSpPr>
            <p:nvPr>
              <p:custDataLst>
                <p:tags r:id="rId44"/>
              </p:custDataLst>
            </p:nvPr>
          </p:nvSpPr>
          <p:spPr bwMode="auto">
            <a:xfrm>
              <a:off x="2587625" y="1727200"/>
              <a:ext cx="1841500" cy="765175"/>
            </a:xfrm>
            <a:prstGeom prst="rect">
              <a:avLst/>
            </a:prstGeom>
            <a:solidFill>
              <a:srgbClr val="FFFFFF"/>
            </a:solidFill>
            <a:ln w="12700">
              <a:solidFill>
                <a:schemeClr val="accent2"/>
              </a:solidFill>
              <a:miter lim="800000"/>
            </a:ln>
            <a:effectLst>
              <a:outerShdw dist="107763" dir="2700000" algn="ctr" rotWithShape="0">
                <a:srgbClr val="538376"/>
              </a:outerShdw>
            </a:effectLst>
          </p:spPr>
          <p:txBody>
            <a:bodyPr wrap="square" anchor="ctr">
              <a:normAutofit/>
            </a:bodyPr>
            <a:lstStyle>
              <a:lvl1pPr>
                <a:defRPr sz="1000">
                  <a:solidFill>
                    <a:schemeClr val="tx1"/>
                  </a:solidFill>
                  <a:latin typeface="Verdana" panose="020B0604030504040204" pitchFamily="34" charset="0"/>
                  <a:ea typeface="宋体" panose="02010600030101010101" pitchFamily="2" charset="-122"/>
                </a:defRPr>
              </a:lvl1pPr>
              <a:lvl2pPr marL="742950" indent="-285750">
                <a:defRPr sz="1000">
                  <a:solidFill>
                    <a:schemeClr val="tx1"/>
                  </a:solidFill>
                  <a:latin typeface="Verdana" panose="020B0604030504040204" pitchFamily="34" charset="0"/>
                  <a:ea typeface="宋体" panose="02010600030101010101" pitchFamily="2" charset="-122"/>
                </a:defRPr>
              </a:lvl2pPr>
              <a:lvl3pPr marL="1143000" indent="-228600">
                <a:defRPr sz="1000">
                  <a:solidFill>
                    <a:schemeClr val="tx1"/>
                  </a:solidFill>
                  <a:latin typeface="Verdana" panose="020B0604030504040204" pitchFamily="34" charset="0"/>
                  <a:ea typeface="宋体" panose="02010600030101010101" pitchFamily="2" charset="-122"/>
                </a:defRPr>
              </a:lvl3pPr>
              <a:lvl4pPr marL="1600200" indent="-228600">
                <a:defRPr sz="1000">
                  <a:solidFill>
                    <a:schemeClr val="tx1"/>
                  </a:solidFill>
                  <a:latin typeface="Verdana" panose="020B0604030504040204" pitchFamily="34" charset="0"/>
                  <a:ea typeface="宋体" panose="02010600030101010101" pitchFamily="2" charset="-122"/>
                </a:defRPr>
              </a:lvl4pPr>
              <a:lvl5pPr marL="2057400" indent="-228600">
                <a:defRPr sz="1000">
                  <a:solidFill>
                    <a:schemeClr val="tx1"/>
                  </a:solidFill>
                  <a:latin typeface="Verdan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sz="1000">
                  <a:solidFill>
                    <a:schemeClr val="tx1"/>
                  </a:solidFill>
                  <a:latin typeface="Verdan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sz="1000">
                  <a:solidFill>
                    <a:schemeClr val="tx1"/>
                  </a:solidFill>
                  <a:latin typeface="Verdan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sz="1000">
                  <a:solidFill>
                    <a:schemeClr val="tx1"/>
                  </a:solidFill>
                  <a:latin typeface="Verdan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sz="1000">
                  <a:solidFill>
                    <a:schemeClr val="tx1"/>
                  </a:solidFill>
                  <a:latin typeface="Verdana" panose="020B060403050404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defRPr/>
              </a:pPr>
              <a:r>
                <a:rPr kumimoji="0" lang="zh-CN" altLang="en-US" sz="1300" b="0" i="0" u="none" strike="noStrike" kern="0" cap="none" spc="0" normalizeH="0" baseline="0" noProof="0">
                  <a:ln>
                    <a:noFill/>
                  </a:ln>
                  <a:solidFill>
                    <a:schemeClr val="tx1"/>
                  </a:solidFill>
                  <a:effectLst/>
                  <a:uLnTx/>
                  <a:uFillTx/>
                  <a:latin typeface="+mn-lt"/>
                  <a:ea typeface="+mn-ea"/>
                </a:rPr>
                <a:t>当事人所有的具有价值且能够获得受益的事物</a:t>
              </a:r>
              <a:endParaRPr kumimoji="0" lang="zh-CN" altLang="en-US" sz="1300" b="0" i="0" u="none" strike="noStrike" kern="0" cap="none" spc="0" normalizeH="0" baseline="0" noProof="0">
                <a:ln>
                  <a:noFill/>
                </a:ln>
                <a:solidFill>
                  <a:schemeClr val="tx1"/>
                </a:solidFill>
                <a:effectLst/>
                <a:uLnTx/>
                <a:uFillTx/>
                <a:latin typeface="+mn-lt"/>
                <a:ea typeface="+mn-ea"/>
              </a:endParaRPr>
            </a:p>
          </p:txBody>
        </p:sp>
        <p:sp>
          <p:nvSpPr>
            <p:cNvPr id="50" name="Line 46"/>
            <p:cNvSpPr>
              <a:spLocks noChangeShapeType="1"/>
            </p:cNvSpPr>
            <p:nvPr>
              <p:custDataLst>
                <p:tags r:id="rId45"/>
              </p:custDataLst>
            </p:nvPr>
          </p:nvSpPr>
          <p:spPr bwMode="auto">
            <a:xfrm flipV="1">
              <a:off x="2293938" y="2074863"/>
              <a:ext cx="293687" cy="279400"/>
            </a:xfrm>
            <a:prstGeom prst="line">
              <a:avLst/>
            </a:prstGeom>
            <a:noFill/>
            <a:ln w="2857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endParaRPr>
            </a:p>
          </p:txBody>
        </p:sp>
        <p:sp>
          <p:nvSpPr>
            <p:cNvPr id="51" name="Line 47"/>
            <p:cNvSpPr>
              <a:spLocks noChangeShapeType="1"/>
            </p:cNvSpPr>
            <p:nvPr>
              <p:custDataLst>
                <p:tags r:id="rId46"/>
              </p:custDataLst>
            </p:nvPr>
          </p:nvSpPr>
          <p:spPr bwMode="auto">
            <a:xfrm>
              <a:off x="3471863" y="2562225"/>
              <a:ext cx="515937" cy="627063"/>
            </a:xfrm>
            <a:prstGeom prst="line">
              <a:avLst/>
            </a:prstGeom>
            <a:noFill/>
            <a:ln w="2857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endParaRPr>
            </a:p>
          </p:txBody>
        </p:sp>
      </p:grpSp>
      <p:sp>
        <p:nvSpPr>
          <p:cNvPr id="57" name="标题 56"/>
          <p:cNvSpPr>
            <a:spLocks noGrp="1"/>
          </p:cNvSpPr>
          <p:nvPr>
            <p:ph type="title"/>
            <p:custDataLst>
              <p:tags r:id="rId47"/>
            </p:custDataLst>
          </p:nvPr>
        </p:nvSpPr>
        <p:spPr/>
        <p:txBody>
          <a:bodyPr vert="horz" lIns="91440" tIns="45720" rIns="91440" bIns="45720" rtlCol="0" anchor="ctr">
            <a:normAutofit/>
          </a:bodyPr>
          <a:p>
            <a:pPr lvl="0" algn="l">
              <a:buClrTx/>
              <a:buSzTx/>
              <a:buFontTx/>
            </a:pPr>
            <a:r>
              <a:rPr lang="zh-CN" altLang="en-US" smtClean="0">
                <a:sym typeface="+mn-ea"/>
              </a:rPr>
              <a:t>数据分类</a:t>
            </a:r>
            <a:r>
              <a:rPr lang="zh-CN" altLang="en-US" smtClean="0">
                <a:sym typeface="+mn-ea"/>
              </a:rPr>
              <a:t>——</a:t>
            </a:r>
            <a:r>
              <a:rPr lang="zh-CN" altLang="en-US" smtClean="0">
                <a:sym typeface="+mn-ea"/>
              </a:rPr>
              <a:t>业务视角</a:t>
            </a:r>
            <a:endParaRPr lang="zh-CN" altLang="en-US" smtClean="0">
              <a:sym typeface="+mn-ea"/>
            </a:endParaRPr>
          </a:p>
        </p:txBody>
      </p:sp>
      <p:sp>
        <p:nvSpPr>
          <p:cNvPr id="60" name="矩形 59"/>
          <p:cNvSpPr/>
          <p:nvPr/>
        </p:nvSpPr>
        <p:spPr>
          <a:xfrm rot="1560000">
            <a:off x="9174480" y="1269365"/>
            <a:ext cx="2160270" cy="417195"/>
          </a:xfrm>
          <a:prstGeom prst="rect">
            <a:avLst/>
          </a:prstGeom>
          <a:solidFill>
            <a:srgbClr val="C0000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600">
                <a:latin typeface="微软雅黑" panose="020B0503020204020204" pitchFamily="34" charset="-122"/>
                <a:ea typeface="微软雅黑" panose="020B0503020204020204" pitchFamily="34" charset="-122"/>
              </a:rPr>
              <a:t>示例</a:t>
            </a:r>
            <a:endParaRPr lang="zh-CN" altLang="en-US" sz="1600">
              <a:latin typeface="微软雅黑" panose="020B0503020204020204" pitchFamily="34" charset="-122"/>
              <a:ea typeface="微软雅黑" panose="020B0503020204020204" pitchFamily="34" charset="-122"/>
            </a:endParaRPr>
          </a:p>
        </p:txBody>
      </p:sp>
    </p:spTree>
    <p:custDataLst>
      <p:tags r:id="rId48"/>
    </p:custData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表格 2"/>
          <p:cNvGraphicFramePr>
            <a:graphicFrameLocks noGrp="1"/>
          </p:cNvGraphicFramePr>
          <p:nvPr>
            <p:custDataLst>
              <p:tags r:id="rId1"/>
            </p:custDataLst>
          </p:nvPr>
        </p:nvGraphicFramePr>
        <p:xfrm>
          <a:off x="795655" y="1196975"/>
          <a:ext cx="10335895" cy="5281930"/>
        </p:xfrm>
        <a:graphic>
          <a:graphicData uri="http://schemas.openxmlformats.org/drawingml/2006/table">
            <a:tbl>
              <a:tblPr firstRow="1" bandRow="1">
                <a:tableStyleId>{CC42826A-3256-44E2-B90E-C49E8E617C69}</a:tableStyleId>
              </a:tblPr>
              <a:tblGrid>
                <a:gridCol w="2839720"/>
                <a:gridCol w="7496175"/>
              </a:tblGrid>
              <a:tr h="547370">
                <a:tc>
                  <a:txBody>
                    <a:bodyPr/>
                    <a:lstStyle/>
                    <a:p>
                      <a:r>
                        <a:rPr lang="zh-CN" altLang="en-US" sz="1600" kern="1200" dirty="0">
                          <a:latin typeface="微软雅黑" panose="020B0503020204020204" pitchFamily="34" charset="-122"/>
                          <a:ea typeface="微软雅黑" panose="020B0503020204020204" pitchFamily="34" charset="-122"/>
                        </a:rPr>
                        <a:t>数据分类</a:t>
                      </a:r>
                      <a:endParaRPr lang="zh-CN" altLang="en-US" sz="1600" kern="1200" dirty="0">
                        <a:latin typeface="微软雅黑" panose="020B0503020204020204" pitchFamily="34" charset="-122"/>
                        <a:ea typeface="微软雅黑" panose="020B0503020204020204" pitchFamily="34" charset="-122"/>
                      </a:endParaRPr>
                    </a:p>
                  </a:txBody>
                  <a:tcPr marT="45709" marB="45709" anchor="ctr"/>
                </a:tc>
                <a:tc>
                  <a:txBody>
                    <a:bodyPr/>
                    <a:lstStyle/>
                    <a:p>
                      <a:r>
                        <a:rPr lang="zh-CN" altLang="en-US" sz="1600" dirty="0">
                          <a:latin typeface="微软雅黑" panose="020B0503020204020204" pitchFamily="34" charset="-122"/>
                          <a:ea typeface="微软雅黑" panose="020B0503020204020204" pitchFamily="34" charset="-122"/>
                        </a:rPr>
                        <a:t>描述</a:t>
                      </a:r>
                      <a:endParaRPr lang="zh-CN" altLang="en-US" sz="1600" dirty="0">
                        <a:latin typeface="微软雅黑" panose="020B0503020204020204" pitchFamily="34" charset="-122"/>
                        <a:ea typeface="微软雅黑" panose="020B0503020204020204" pitchFamily="34" charset="-122"/>
                      </a:endParaRPr>
                    </a:p>
                  </a:txBody>
                  <a:tcPr marT="45709" marB="45709" anchor="ctr"/>
                </a:tc>
              </a:tr>
              <a:tr h="947420">
                <a:tc>
                  <a:txBody>
                    <a:bodyPr/>
                    <a:lstStyle/>
                    <a:p>
                      <a:r>
                        <a:rPr lang="zh-CN" altLang="en-US" sz="1600" b="1" dirty="0">
                          <a:latin typeface="微软雅黑" panose="020B0503020204020204" pitchFamily="34" charset="-122"/>
                          <a:ea typeface="微软雅黑" panose="020B0503020204020204" pitchFamily="34" charset="-122"/>
                          <a:cs typeface="微软雅黑" panose="020B0503020204020204" pitchFamily="34" charset="-122"/>
                        </a:rPr>
                        <a:t>主数据</a:t>
                      </a:r>
                      <a:endParaRPr lang="en-US" altLang="zh-CN" sz="1600" b="1" dirty="0">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b="1" dirty="0">
                          <a:latin typeface="微软雅黑" panose="020B0503020204020204" pitchFamily="34" charset="-122"/>
                          <a:ea typeface="微软雅黑" panose="020B0503020204020204" pitchFamily="34" charset="-122"/>
                          <a:cs typeface="微软雅黑" panose="020B0503020204020204" pitchFamily="34" charset="-122"/>
                        </a:rPr>
                        <a:t>Master Data</a:t>
                      </a:r>
                      <a:endParaRPr lang="en-US" altLang="zh-CN" sz="1600" b="1" dirty="0">
                        <a:latin typeface="微软雅黑" panose="020B0503020204020204" pitchFamily="34" charset="-122"/>
                        <a:ea typeface="微软雅黑" panose="020B0503020204020204" pitchFamily="34" charset="-122"/>
                        <a:cs typeface="微软雅黑" panose="020B0503020204020204" pitchFamily="34" charset="-122"/>
                      </a:endParaRPr>
                    </a:p>
                  </a:txBody>
                  <a:tcPr marT="45709" marB="45709" anchor="ctr"/>
                </a:tc>
                <a:tc>
                  <a:txBody>
                    <a:bodyPr/>
                    <a:lstStyle/>
                    <a:p>
                      <a:r>
                        <a:rPr lang="zh-CN" altLang="zh-CN" sz="1400" b="0" kern="1200" dirty="0">
                          <a:latin typeface="微软雅黑" panose="020B0503020204020204" pitchFamily="34" charset="-122"/>
                          <a:ea typeface="微软雅黑" panose="020B0503020204020204" pitchFamily="34" charset="-122"/>
                          <a:cs typeface="微软雅黑" panose="020B0503020204020204" pitchFamily="34" charset="-122"/>
                        </a:rPr>
                        <a:t>主数据是关于业务实体的数据，</a:t>
                      </a:r>
                      <a:r>
                        <a:rPr lang="zh-CN" altLang="en-US" sz="1400" b="0" kern="1200" baseline="0" dirty="0">
                          <a:latin typeface="微软雅黑" panose="020B0503020204020204" pitchFamily="34" charset="-122"/>
                          <a:ea typeface="微软雅黑" panose="020B0503020204020204" pitchFamily="34" charset="-122"/>
                          <a:cs typeface="微软雅黑" panose="020B0503020204020204" pitchFamily="34" charset="-122"/>
                        </a:rPr>
                        <a:t>描述组织内的“物”，如：人，地点，客户，产品等，特点是相对静止，跨业务跨系统使用。</a:t>
                      </a:r>
                      <a:endParaRPr lang="zh-CN" altLang="en-US" sz="1400" b="0" kern="1200" baseline="0" dirty="0">
                        <a:latin typeface="微软雅黑" panose="020B0503020204020204" pitchFamily="34" charset="-122"/>
                        <a:ea typeface="微软雅黑" panose="020B0503020204020204" pitchFamily="34" charset="-122"/>
                        <a:cs typeface="微软雅黑" panose="020B0503020204020204" pitchFamily="34" charset="-122"/>
                      </a:endParaRPr>
                    </a:p>
                  </a:txBody>
                  <a:tcPr marT="45709" marB="45709" anchor="ctr"/>
                </a:tc>
              </a:tr>
              <a:tr h="946785">
                <a:tc>
                  <a:txBody>
                    <a:bodyPr/>
                    <a:lstStyle/>
                    <a:p>
                      <a:r>
                        <a:rPr lang="zh-CN" altLang="en-US" sz="1600" b="1" dirty="0">
                          <a:latin typeface="微软雅黑" panose="020B0503020204020204" pitchFamily="34" charset="-122"/>
                          <a:ea typeface="微软雅黑" panose="020B0503020204020204" pitchFamily="34" charset="-122"/>
                          <a:cs typeface="微软雅黑" panose="020B0503020204020204" pitchFamily="34" charset="-122"/>
                        </a:rPr>
                        <a:t>交易数据（事务数据）</a:t>
                      </a:r>
                      <a:endParaRPr lang="en-US" altLang="zh-CN" sz="1600" b="1" dirty="0">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b="1" dirty="0">
                          <a:latin typeface="微软雅黑" panose="020B0503020204020204" pitchFamily="34" charset="-122"/>
                          <a:ea typeface="微软雅黑" panose="020B0503020204020204" pitchFamily="34" charset="-122"/>
                          <a:cs typeface="微软雅黑" panose="020B0503020204020204" pitchFamily="34" charset="-122"/>
                        </a:rPr>
                        <a:t>Transactional</a:t>
                      </a:r>
                      <a:r>
                        <a:rPr lang="en-US" altLang="zh-CN" sz="1600" b="1" baseline="0" dirty="0">
                          <a:latin typeface="微软雅黑" panose="020B0503020204020204" pitchFamily="34" charset="-122"/>
                          <a:ea typeface="微软雅黑" panose="020B0503020204020204" pitchFamily="34" charset="-122"/>
                          <a:cs typeface="微软雅黑" panose="020B0503020204020204" pitchFamily="34" charset="-122"/>
                        </a:rPr>
                        <a:t> Data</a:t>
                      </a:r>
                      <a:endParaRPr lang="en-US" altLang="zh-CN" sz="1600" b="1" baseline="0" dirty="0">
                        <a:latin typeface="微软雅黑" panose="020B0503020204020204" pitchFamily="34" charset="-122"/>
                        <a:ea typeface="微软雅黑" panose="020B0503020204020204" pitchFamily="34" charset="-122"/>
                        <a:cs typeface="微软雅黑" panose="020B0503020204020204" pitchFamily="34" charset="-122"/>
                      </a:endParaRPr>
                    </a:p>
                  </a:txBody>
                  <a:tcPr marT="45709" marB="45709" anchor="ctr"/>
                </a:tc>
                <a:tc>
                  <a:txBody>
                    <a:bodyPr/>
                    <a:lstStyle/>
                    <a:p>
                      <a:r>
                        <a:rPr lang="zh-CN" altLang="en-US" sz="1400" b="0" kern="1200" baseline="0" dirty="0">
                          <a:latin typeface="微软雅黑" panose="020B0503020204020204" pitchFamily="34" charset="-122"/>
                          <a:ea typeface="微软雅黑" panose="020B0503020204020204" pitchFamily="34" charset="-122"/>
                          <a:cs typeface="微软雅黑" panose="020B0503020204020204" pitchFamily="34" charset="-122"/>
                        </a:rPr>
                        <a:t>交易数据（事务数据、业务数据）描述组织业务运营过程中的内部或外部“事件”。如：销售订单，通话记录等。</a:t>
                      </a:r>
                      <a:endParaRPr lang="zh-CN" altLang="en-US" sz="1400" b="0" kern="1200" baseline="0" dirty="0">
                        <a:latin typeface="微软雅黑" panose="020B0503020204020204" pitchFamily="34" charset="-122"/>
                        <a:ea typeface="微软雅黑" panose="020B0503020204020204" pitchFamily="34" charset="-122"/>
                        <a:cs typeface="微软雅黑" panose="020B0503020204020204" pitchFamily="34" charset="-122"/>
                      </a:endParaRPr>
                    </a:p>
                  </a:txBody>
                  <a:tcPr marT="45709" marB="45709" anchor="ctr"/>
                </a:tc>
              </a:tr>
              <a:tr h="946150">
                <a:tc>
                  <a:txBody>
                    <a:bodyPr/>
                    <a:lstStyle/>
                    <a:p>
                      <a:r>
                        <a:rPr lang="zh-CN" altLang="en-US" sz="1600" b="1" dirty="0">
                          <a:latin typeface="微软雅黑" panose="020B0503020204020204" pitchFamily="34" charset="-122"/>
                          <a:ea typeface="微软雅黑" panose="020B0503020204020204" pitchFamily="34" charset="-122"/>
                          <a:cs typeface="微软雅黑" panose="020B0503020204020204" pitchFamily="34" charset="-122"/>
                        </a:rPr>
                        <a:t>统计分析数据（指标）</a:t>
                      </a:r>
                      <a:endParaRPr lang="en-US" altLang="zh-CN" sz="1600" b="1" dirty="0">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b="1" dirty="0">
                          <a:latin typeface="微软雅黑" panose="020B0503020204020204" pitchFamily="34" charset="-122"/>
                          <a:ea typeface="微软雅黑" panose="020B0503020204020204" pitchFamily="34" charset="-122"/>
                          <a:cs typeface="微软雅黑" panose="020B0503020204020204" pitchFamily="34" charset="-122"/>
                        </a:rPr>
                        <a:t>Analytical</a:t>
                      </a:r>
                      <a:r>
                        <a:rPr lang="en-US" altLang="zh-CN" sz="1600" b="1" baseline="0" dirty="0">
                          <a:latin typeface="微软雅黑" panose="020B0503020204020204" pitchFamily="34" charset="-122"/>
                          <a:ea typeface="微软雅黑" panose="020B0503020204020204" pitchFamily="34" charset="-122"/>
                          <a:cs typeface="微软雅黑" panose="020B0503020204020204" pitchFamily="34" charset="-122"/>
                        </a:rPr>
                        <a:t> Data</a:t>
                      </a:r>
                      <a:endParaRPr lang="en-US" altLang="zh-CN" sz="1600" b="1" baseline="0" dirty="0">
                        <a:latin typeface="微软雅黑" panose="020B0503020204020204" pitchFamily="34" charset="-122"/>
                        <a:ea typeface="微软雅黑" panose="020B0503020204020204" pitchFamily="34" charset="-122"/>
                        <a:cs typeface="微软雅黑" panose="020B0503020204020204" pitchFamily="34" charset="-122"/>
                      </a:endParaRPr>
                    </a:p>
                  </a:txBody>
                  <a:tcPr marT="45709" marB="45709" anchor="ctr"/>
                </a:tc>
                <a:tc>
                  <a:txBody>
                    <a:bodyPr/>
                    <a:lstStyle/>
                    <a:p>
                      <a:r>
                        <a:rPr lang="zh-CN" altLang="en-US" sz="1400" b="0" dirty="0">
                          <a:latin typeface="微软雅黑" panose="020B0503020204020204" pitchFamily="34" charset="-122"/>
                          <a:ea typeface="微软雅黑" panose="020B0503020204020204" pitchFamily="34" charset="-122"/>
                        </a:rPr>
                        <a:t>统计分析数据是对企业业务活动进行统计分析的数值型数据，即：指标。如：客户数、销售额等。</a:t>
                      </a:r>
                      <a:endParaRPr lang="zh-CN" altLang="en-US" sz="1400" b="0" dirty="0">
                        <a:latin typeface="微软雅黑" panose="020B0503020204020204" pitchFamily="34" charset="-122"/>
                        <a:ea typeface="微软雅黑" panose="020B0503020204020204" pitchFamily="34" charset="-122"/>
                      </a:endParaRPr>
                    </a:p>
                  </a:txBody>
                  <a:tcPr marT="45709" marB="45709" anchor="ctr"/>
                </a:tc>
              </a:tr>
              <a:tr h="946785">
                <a:tc>
                  <a:txBody>
                    <a:bodyPr/>
                    <a:lstStyle/>
                    <a:p>
                      <a:r>
                        <a:rPr lang="zh-CN" altLang="en-US" sz="1600" b="1" dirty="0">
                          <a:latin typeface="微软雅黑" panose="020B0503020204020204" pitchFamily="34" charset="-122"/>
                          <a:ea typeface="微软雅黑" panose="020B0503020204020204" pitchFamily="34" charset="-122"/>
                          <a:cs typeface="微软雅黑" panose="020B0503020204020204" pitchFamily="34" charset="-122"/>
                        </a:rPr>
                        <a:t>参考数据</a:t>
                      </a:r>
                      <a:endParaRPr lang="en-US" altLang="zh-CN" sz="1600" b="1" dirty="0">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b="1" dirty="0">
                          <a:latin typeface="微软雅黑" panose="020B0503020204020204" pitchFamily="34" charset="-122"/>
                          <a:ea typeface="微软雅黑" panose="020B0503020204020204" pitchFamily="34" charset="-122"/>
                          <a:cs typeface="微软雅黑" panose="020B0503020204020204" pitchFamily="34" charset="-122"/>
                        </a:rPr>
                        <a:t>Reference Data</a:t>
                      </a:r>
                      <a:endParaRPr lang="en-US" altLang="zh-CN" sz="1600" b="1" dirty="0">
                        <a:latin typeface="微软雅黑" panose="020B0503020204020204" pitchFamily="34" charset="-122"/>
                        <a:ea typeface="微软雅黑" panose="020B0503020204020204" pitchFamily="34" charset="-122"/>
                        <a:cs typeface="微软雅黑" panose="020B0503020204020204" pitchFamily="34" charset="-122"/>
                      </a:endParaRPr>
                    </a:p>
                  </a:txBody>
                  <a:tcPr marT="45709" marB="45709" anchor="ctr"/>
                </a:tc>
                <a:tc>
                  <a:txBody>
                    <a:bodyPr/>
                    <a:lstStyle/>
                    <a:p>
                      <a:r>
                        <a:rPr lang="zh-CN" altLang="zh-CN" sz="1400" b="0" kern="1200" dirty="0">
                          <a:latin typeface="微软雅黑" panose="020B0503020204020204" pitchFamily="34" charset="-122"/>
                          <a:ea typeface="微软雅黑" panose="020B0503020204020204" pitchFamily="34" charset="-122"/>
                        </a:rPr>
                        <a:t>参考数据是用于将其他数据进行分类或目录整编的数据</a:t>
                      </a:r>
                      <a:r>
                        <a:rPr lang="zh-CN" altLang="en-US" sz="1400" b="0" kern="1200" dirty="0">
                          <a:latin typeface="微软雅黑" panose="020B0503020204020204" pitchFamily="34" charset="-122"/>
                          <a:ea typeface="微软雅黑" panose="020B0503020204020204" pitchFamily="34" charset="-122"/>
                        </a:rPr>
                        <a:t>，</a:t>
                      </a:r>
                      <a:r>
                        <a:rPr lang="zh-CN" altLang="zh-CN" sz="1400" b="0" kern="1200" dirty="0">
                          <a:latin typeface="微软雅黑" panose="020B0503020204020204" pitchFamily="34" charset="-122"/>
                          <a:ea typeface="微软雅黑" panose="020B0503020204020204" pitchFamily="34" charset="-122"/>
                        </a:rPr>
                        <a:t>规定参考数据值是几个允许值之一。</a:t>
                      </a:r>
                      <a:r>
                        <a:rPr lang="zh-CN" altLang="en-US" sz="1400" b="0" kern="1200" dirty="0">
                          <a:latin typeface="微软雅黑" panose="020B0503020204020204" pitchFamily="34" charset="-122"/>
                          <a:ea typeface="微软雅黑" panose="020B0503020204020204" pitchFamily="34" charset="-122"/>
                        </a:rPr>
                        <a:t>如：客户等级分为Ａ，Ｂ，Ｃ三级。</a:t>
                      </a:r>
                      <a:endParaRPr lang="zh-CN" altLang="en-US" sz="1400" b="0" kern="1200" dirty="0">
                        <a:latin typeface="微软雅黑" panose="020B0503020204020204" pitchFamily="34" charset="-122"/>
                        <a:ea typeface="微软雅黑" panose="020B0503020204020204" pitchFamily="34" charset="-122"/>
                      </a:endParaRPr>
                    </a:p>
                  </a:txBody>
                  <a:tcPr marT="45709" marB="45709" anchor="ctr"/>
                </a:tc>
              </a:tr>
              <a:tr h="947420">
                <a:tc>
                  <a:txBody>
                    <a:bodyPr/>
                    <a:lstStyle/>
                    <a:p>
                      <a:r>
                        <a:rPr lang="zh-CN" altLang="en-US" sz="1600" b="1" dirty="0">
                          <a:latin typeface="微软雅黑" panose="020B0503020204020204" pitchFamily="34" charset="-122"/>
                          <a:ea typeface="微软雅黑" panose="020B0503020204020204" pitchFamily="34" charset="-122"/>
                          <a:cs typeface="微软雅黑" panose="020B0503020204020204" pitchFamily="34" charset="-122"/>
                        </a:rPr>
                        <a:t>元数据</a:t>
                      </a:r>
                      <a:endParaRPr lang="en-US" altLang="zh-CN" sz="1600" b="1" dirty="0">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b="1" dirty="0">
                          <a:latin typeface="微软雅黑" panose="020B0503020204020204" pitchFamily="34" charset="-122"/>
                          <a:ea typeface="微软雅黑" panose="020B0503020204020204" pitchFamily="34" charset="-122"/>
                          <a:cs typeface="微软雅黑" panose="020B0503020204020204" pitchFamily="34" charset="-122"/>
                        </a:rPr>
                        <a:t>Meta Data</a:t>
                      </a:r>
                      <a:endParaRPr lang="en-US" altLang="zh-CN" sz="1600" b="1" dirty="0">
                        <a:latin typeface="微软雅黑" panose="020B0503020204020204" pitchFamily="34" charset="-122"/>
                        <a:ea typeface="微软雅黑" panose="020B0503020204020204" pitchFamily="34" charset="-122"/>
                        <a:cs typeface="微软雅黑" panose="020B0503020204020204" pitchFamily="34" charset="-122"/>
                      </a:endParaRPr>
                    </a:p>
                  </a:txBody>
                  <a:tcPr marT="45709" marB="45709" anchor="ctr"/>
                </a:tc>
                <a:tc>
                  <a:txBody>
                    <a:bodyPr/>
                    <a:lstStyle/>
                    <a:p>
                      <a:r>
                        <a:rPr lang="zh-CN" altLang="en-US" sz="1400" b="0" kern="1200" baseline="0" dirty="0">
                          <a:latin typeface="微软雅黑" panose="020B0503020204020204" pitchFamily="34" charset="-122"/>
                          <a:ea typeface="微软雅黑" panose="020B0503020204020204" pitchFamily="34" charset="-122"/>
                        </a:rPr>
                        <a:t>元数据是描述数据的数据，帮助理解、获取、使用数据，分为技术元数据、业务元数据等。</a:t>
                      </a:r>
                      <a:endParaRPr lang="zh-CN" altLang="en-US" sz="1400" b="0" kern="1200" baseline="0" dirty="0">
                        <a:latin typeface="微软雅黑" panose="020B0503020204020204" pitchFamily="34" charset="-122"/>
                        <a:ea typeface="微软雅黑" panose="020B0503020204020204" pitchFamily="34" charset="-122"/>
                      </a:endParaRPr>
                    </a:p>
                  </a:txBody>
                  <a:tcPr marT="45709" marB="45709" anchor="ctr"/>
                </a:tc>
              </a:tr>
            </a:tbl>
          </a:graphicData>
        </a:graphic>
      </p:graphicFrame>
      <p:sp>
        <p:nvSpPr>
          <p:cNvPr id="6" name="标题 5"/>
          <p:cNvSpPr>
            <a:spLocks noGrp="1"/>
          </p:cNvSpPr>
          <p:nvPr>
            <p:ph type="title"/>
            <p:custDataLst>
              <p:tags r:id="rId2"/>
            </p:custDataLst>
          </p:nvPr>
        </p:nvSpPr>
        <p:spPr/>
        <p:txBody>
          <a:bodyPr vert="horz" lIns="91440" tIns="45720" rIns="91440" bIns="45720" rtlCol="0" anchor="ctr">
            <a:normAutofit/>
          </a:bodyPr>
          <a:p>
            <a:pPr lvl="0" algn="l">
              <a:buClrTx/>
              <a:buSzTx/>
              <a:buFontTx/>
            </a:pPr>
            <a:r>
              <a:rPr lang="zh-CN" altLang="en-US" smtClean="0">
                <a:sym typeface="+mn-ea"/>
              </a:rPr>
              <a:t>数据分类</a:t>
            </a:r>
            <a:r>
              <a:rPr lang="zh-CN" altLang="en-US" smtClean="0">
                <a:sym typeface="+mn-ea"/>
              </a:rPr>
              <a:t>——</a:t>
            </a:r>
            <a:r>
              <a:rPr lang="zh-CN" altLang="en-US" smtClean="0">
                <a:sym typeface="+mn-ea"/>
              </a:rPr>
              <a:t>数据管理视角</a:t>
            </a:r>
            <a:endParaRPr lang="zh-CN" altLang="en-US" smtClean="0">
              <a:sym typeface="+mn-ea"/>
            </a:endParaRPr>
          </a:p>
        </p:txBody>
      </p:sp>
    </p:spTree>
    <p:custDataLst>
      <p:tags r:id="rId3"/>
    </p:custData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2" name="表格 31"/>
          <p:cNvGraphicFramePr>
            <a:graphicFrameLocks noGrp="1"/>
          </p:cNvGraphicFramePr>
          <p:nvPr>
            <p:custDataLst>
              <p:tags r:id="rId1"/>
            </p:custDataLst>
          </p:nvPr>
        </p:nvGraphicFramePr>
        <p:xfrm>
          <a:off x="2569210" y="5027930"/>
          <a:ext cx="5331460" cy="755015"/>
        </p:xfrm>
        <a:graphic>
          <a:graphicData uri="http://schemas.openxmlformats.org/drawingml/2006/table">
            <a:tbl>
              <a:tblPr firstRow="1" bandRow="1">
                <a:tableStyleId>{BCD86A8F-BE8C-43EB-8FDC-FF1E7F300FF5}</a:tableStyleId>
              </a:tblPr>
              <a:tblGrid>
                <a:gridCol w="814070"/>
                <a:gridCol w="927100"/>
                <a:gridCol w="1457960"/>
                <a:gridCol w="1066165"/>
                <a:gridCol w="1066165"/>
              </a:tblGrid>
              <a:tr h="338455">
                <a:tc>
                  <a:txBody>
                    <a:bodyPr/>
                    <a:lstStyle/>
                    <a:p>
                      <a:pPr algn="ctr"/>
                      <a:r>
                        <a:rPr lang="zh-CN" altLang="en-US" sz="1100" dirty="0"/>
                        <a:t>用户编号</a:t>
                      </a:r>
                      <a:endParaRPr lang="zh-CN" altLang="en-US" sz="1100" dirty="0"/>
                    </a:p>
                  </a:txBody>
                  <a:tcPr marL="84406" marR="84406" marT="42203" marB="42203"/>
                </a:tc>
                <a:tc>
                  <a:txBody>
                    <a:bodyPr/>
                    <a:lstStyle/>
                    <a:p>
                      <a:pPr algn="ctr"/>
                      <a:r>
                        <a:rPr lang="zh-CN" altLang="en-US" sz="1100" dirty="0"/>
                        <a:t>用户名称</a:t>
                      </a:r>
                      <a:endParaRPr lang="zh-CN" altLang="en-US" sz="1100" dirty="0"/>
                    </a:p>
                  </a:txBody>
                  <a:tcPr marL="84406" marR="84406" marT="42203" marB="42203"/>
                </a:tc>
                <a:tc>
                  <a:txBody>
                    <a:bodyPr/>
                    <a:lstStyle/>
                    <a:p>
                      <a:pPr algn="ctr"/>
                      <a:r>
                        <a:rPr lang="zh-CN" altLang="en-US" sz="1100" dirty="0"/>
                        <a:t>用户身份证号</a:t>
                      </a:r>
                      <a:endParaRPr lang="zh-CN" altLang="en-US" sz="1100" dirty="0"/>
                    </a:p>
                  </a:txBody>
                  <a:tcPr marL="84406" marR="84406" marT="42203" marB="42203"/>
                </a:tc>
                <a:tc>
                  <a:txBody>
                    <a:bodyPr/>
                    <a:lstStyle/>
                    <a:p>
                      <a:pPr algn="ctr"/>
                      <a:r>
                        <a:rPr lang="zh-CN" altLang="en-US" sz="1100" dirty="0"/>
                        <a:t>家庭住址</a:t>
                      </a:r>
                      <a:endParaRPr lang="zh-CN" altLang="en-US" sz="1100" dirty="0"/>
                    </a:p>
                  </a:txBody>
                  <a:tcPr marL="84406" marR="84406" marT="42203" marB="42203"/>
                </a:tc>
                <a:tc>
                  <a:txBody>
                    <a:bodyPr/>
                    <a:lstStyle/>
                    <a:p>
                      <a:pPr algn="ctr"/>
                      <a:r>
                        <a:rPr lang="zh-CN" altLang="en-US" sz="1100" dirty="0"/>
                        <a:t>手机号码</a:t>
                      </a:r>
                      <a:endParaRPr lang="zh-CN" altLang="en-US" sz="1100" dirty="0"/>
                    </a:p>
                  </a:txBody>
                  <a:tcPr marL="84406" marR="84406" marT="42203" marB="42203"/>
                </a:tc>
              </a:tr>
              <a:tr h="416560">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en-US" sz="1100" dirty="0"/>
                        <a:t>8234-00</a:t>
                      </a:r>
                      <a:endParaRPr lang="en-US" altLang="en-US" sz="1100" dirty="0"/>
                    </a:p>
                  </a:txBody>
                  <a:tcPr marL="84406" marR="84406" marT="42203" marB="42203"/>
                </a:tc>
                <a:tc>
                  <a:txBody>
                    <a:bodyPr/>
                    <a:lstStyle/>
                    <a:p>
                      <a:pPr algn="ctr"/>
                      <a:r>
                        <a:rPr lang="zh-CN" altLang="en-US" sz="1100" dirty="0"/>
                        <a:t>张三</a:t>
                      </a:r>
                      <a:endParaRPr lang="zh-CN" altLang="en-US" sz="1100" dirty="0"/>
                    </a:p>
                  </a:txBody>
                  <a:tcPr marL="84406" marR="84406" marT="42203" marB="42203"/>
                </a:tc>
                <a:tc>
                  <a:txBody>
                    <a:bodyPr/>
                    <a:lstStyle/>
                    <a:p>
                      <a:pPr algn="ctr"/>
                      <a:r>
                        <a:rPr lang="zh-CN" altLang="en-US" sz="1100" dirty="0"/>
                        <a:t>*******************</a:t>
                      </a:r>
                      <a:endParaRPr lang="zh-CN" altLang="en-US" sz="1100" dirty="0"/>
                    </a:p>
                  </a:txBody>
                  <a:tcPr marL="84406" marR="84406" marT="42203" marB="42203"/>
                </a:tc>
                <a:tc>
                  <a:txBody>
                    <a:bodyPr/>
                    <a:lstStyle/>
                    <a:p>
                      <a:pPr algn="ctr"/>
                      <a:r>
                        <a:rPr lang="zh-CN" altLang="en-US" sz="1100" dirty="0"/>
                        <a:t>北京宣武区</a:t>
                      </a:r>
                      <a:endParaRPr lang="zh-CN" altLang="en-US" sz="1100" dirty="0"/>
                    </a:p>
                  </a:txBody>
                  <a:tcPr marL="84406" marR="84406" marT="42203" marB="42203"/>
                </a:tc>
                <a:tc>
                  <a:txBody>
                    <a:bodyPr/>
                    <a:lstStyle/>
                    <a:p>
                      <a:pPr algn="ctr"/>
                      <a:r>
                        <a:rPr lang="zh-CN" altLang="en-US" sz="1100" dirty="0"/>
                        <a:t>**********</a:t>
                      </a:r>
                      <a:endParaRPr lang="zh-CN" altLang="en-US" sz="1100" dirty="0"/>
                    </a:p>
                  </a:txBody>
                  <a:tcPr marL="84406" marR="84406" marT="42203" marB="42203"/>
                </a:tc>
              </a:tr>
            </a:tbl>
          </a:graphicData>
        </a:graphic>
      </p:graphicFrame>
      <p:sp>
        <p:nvSpPr>
          <p:cNvPr id="33" name="Rectangle 145"/>
          <p:cNvSpPr>
            <a:spLocks noChangeArrowheads="1"/>
          </p:cNvSpPr>
          <p:nvPr>
            <p:custDataLst>
              <p:tags r:id="rId2"/>
            </p:custDataLst>
          </p:nvPr>
        </p:nvSpPr>
        <p:spPr bwMode="auto">
          <a:xfrm>
            <a:off x="910923" y="5127959"/>
            <a:ext cx="1306396" cy="422031"/>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zh-CN" altLang="en-US" sz="1475" b="1" dirty="0">
                <a:solidFill>
                  <a:schemeClr val="tx1"/>
                </a:solidFill>
              </a:rPr>
              <a:t>主数据：客户</a:t>
            </a:r>
            <a:endParaRPr lang="zh-CN" altLang="en-US" sz="1475" b="1" dirty="0">
              <a:solidFill>
                <a:schemeClr val="tx1"/>
              </a:solidFill>
            </a:endParaRPr>
          </a:p>
        </p:txBody>
      </p:sp>
      <p:grpSp>
        <p:nvGrpSpPr>
          <p:cNvPr id="34" name="组合 33"/>
          <p:cNvGrpSpPr/>
          <p:nvPr/>
        </p:nvGrpSpPr>
        <p:grpSpPr>
          <a:xfrm>
            <a:off x="2570480" y="2808605"/>
            <a:ext cx="5264150" cy="1744345"/>
            <a:chOff x="3400425" y="2438400"/>
            <a:chExt cx="5591175" cy="1925637"/>
          </a:xfrm>
        </p:grpSpPr>
        <p:sp>
          <p:nvSpPr>
            <p:cNvPr id="36" name="AutoShape 13"/>
            <p:cNvSpPr>
              <a:spLocks noChangeArrowheads="1"/>
            </p:cNvSpPr>
            <p:nvPr>
              <p:custDataLst>
                <p:tags r:id="rId3"/>
              </p:custDataLst>
            </p:nvPr>
          </p:nvSpPr>
          <p:spPr bwMode="auto">
            <a:xfrm>
              <a:off x="3400425" y="2438400"/>
              <a:ext cx="5591175" cy="1925637"/>
            </a:xfrm>
            <a:prstGeom prst="flowChartDocument">
              <a:avLst/>
            </a:prstGeom>
            <a:solidFill>
              <a:schemeClr val="accent1"/>
            </a:solidFill>
            <a:ln w="1905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oAutofit/>
            </a:bodyPr>
            <a:lstStyle/>
            <a:p>
              <a:endParaRPr lang="en-US" sz="1660">
                <a:solidFill>
                  <a:schemeClr val="tx1"/>
                </a:solidFill>
              </a:endParaRPr>
            </a:p>
          </p:txBody>
        </p:sp>
        <p:sp>
          <p:nvSpPr>
            <p:cNvPr id="37" name="Text Box 14"/>
            <p:cNvSpPr txBox="1">
              <a:spLocks noChangeArrowheads="1"/>
            </p:cNvSpPr>
            <p:nvPr>
              <p:custDataLst>
                <p:tags r:id="rId4"/>
              </p:custDataLst>
            </p:nvPr>
          </p:nvSpPr>
          <p:spPr bwMode="auto">
            <a:xfrm>
              <a:off x="4267200" y="2668588"/>
              <a:ext cx="1676400" cy="319654"/>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en-US" altLang="en-US" sz="1290" dirty="0">
                  <a:solidFill>
                    <a:schemeClr val="tx1"/>
                  </a:solidFill>
                </a:rPr>
                <a:t>8234-00</a:t>
              </a:r>
              <a:endParaRPr lang="en-US" altLang="en-US" sz="1290" dirty="0">
                <a:solidFill>
                  <a:schemeClr val="tx1"/>
                </a:solidFill>
              </a:endParaRPr>
            </a:p>
          </p:txBody>
        </p:sp>
        <p:sp>
          <p:nvSpPr>
            <p:cNvPr id="38" name="Text Box 15"/>
            <p:cNvSpPr txBox="1">
              <a:spLocks noChangeArrowheads="1"/>
            </p:cNvSpPr>
            <p:nvPr>
              <p:custDataLst>
                <p:tags r:id="rId5"/>
              </p:custDataLst>
            </p:nvPr>
          </p:nvSpPr>
          <p:spPr bwMode="auto">
            <a:xfrm>
              <a:off x="3408363" y="2647950"/>
              <a:ext cx="858837" cy="477379"/>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zh-CN" altLang="en-US" sz="1110" dirty="0">
                  <a:solidFill>
                    <a:schemeClr val="tx1"/>
                  </a:solidFill>
                </a:rPr>
                <a:t>客户编号</a:t>
              </a:r>
              <a:endParaRPr lang="zh-CN" altLang="en-US" sz="1110" dirty="0">
                <a:solidFill>
                  <a:schemeClr val="tx1"/>
                </a:solidFill>
              </a:endParaRPr>
            </a:p>
          </p:txBody>
        </p:sp>
        <p:sp>
          <p:nvSpPr>
            <p:cNvPr id="39" name="Text Box 16"/>
            <p:cNvSpPr txBox="1">
              <a:spLocks noChangeArrowheads="1"/>
            </p:cNvSpPr>
            <p:nvPr>
              <p:custDataLst>
                <p:tags r:id="rId6"/>
              </p:custDataLst>
            </p:nvPr>
          </p:nvSpPr>
          <p:spPr bwMode="auto">
            <a:xfrm>
              <a:off x="3408363" y="3028950"/>
              <a:ext cx="1195387" cy="288811"/>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zh-CN" altLang="en-US" sz="1110" dirty="0">
                  <a:solidFill>
                    <a:schemeClr val="tx1"/>
                  </a:solidFill>
                </a:rPr>
                <a:t>缴费地点</a:t>
              </a:r>
              <a:r>
                <a:rPr lang="en-US" altLang="en-US" sz="1110" dirty="0">
                  <a:solidFill>
                    <a:schemeClr val="tx1"/>
                  </a:solidFill>
                </a:rPr>
                <a:t>. </a:t>
              </a:r>
              <a:endParaRPr lang="en-US" altLang="en-US" sz="1110" dirty="0">
                <a:solidFill>
                  <a:schemeClr val="tx1"/>
                </a:solidFill>
              </a:endParaRPr>
            </a:p>
          </p:txBody>
        </p:sp>
        <p:sp>
          <p:nvSpPr>
            <p:cNvPr id="40" name="Text Box 17"/>
            <p:cNvSpPr txBox="1">
              <a:spLocks noChangeArrowheads="1"/>
            </p:cNvSpPr>
            <p:nvPr>
              <p:custDataLst>
                <p:tags r:id="rId7"/>
              </p:custDataLst>
            </p:nvPr>
          </p:nvSpPr>
          <p:spPr bwMode="auto">
            <a:xfrm>
              <a:off x="3408363" y="3409950"/>
              <a:ext cx="1196976" cy="288811"/>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zh-CN" altLang="en-US" sz="1110" dirty="0">
                  <a:solidFill>
                    <a:schemeClr val="tx1"/>
                  </a:solidFill>
                </a:rPr>
                <a:t>缴费时间</a:t>
              </a:r>
              <a:endParaRPr lang="zh-CN" altLang="en-US" sz="1110" dirty="0">
                <a:solidFill>
                  <a:schemeClr val="tx1"/>
                </a:solidFill>
              </a:endParaRPr>
            </a:p>
          </p:txBody>
        </p:sp>
        <p:sp>
          <p:nvSpPr>
            <p:cNvPr id="41" name="Text Box 18"/>
            <p:cNvSpPr txBox="1">
              <a:spLocks noChangeArrowheads="1"/>
            </p:cNvSpPr>
            <p:nvPr>
              <p:custDataLst>
                <p:tags r:id="rId8"/>
              </p:custDataLst>
            </p:nvPr>
          </p:nvSpPr>
          <p:spPr bwMode="auto">
            <a:xfrm>
              <a:off x="4267200" y="3049589"/>
              <a:ext cx="1676400" cy="319654"/>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zh-CN" altLang="en-US" sz="1290" dirty="0">
                  <a:solidFill>
                    <a:schemeClr val="tx1"/>
                  </a:solidFill>
                </a:rPr>
                <a:t>北京</a:t>
              </a:r>
              <a:endParaRPr lang="zh-CN" altLang="en-US" sz="1290" dirty="0">
                <a:solidFill>
                  <a:schemeClr val="tx1"/>
                </a:solidFill>
              </a:endParaRPr>
            </a:p>
          </p:txBody>
        </p:sp>
        <p:sp>
          <p:nvSpPr>
            <p:cNvPr id="42" name="Text Box 19"/>
            <p:cNvSpPr txBox="1">
              <a:spLocks noChangeArrowheads="1"/>
            </p:cNvSpPr>
            <p:nvPr>
              <p:custDataLst>
                <p:tags r:id="rId9"/>
              </p:custDataLst>
            </p:nvPr>
          </p:nvSpPr>
          <p:spPr bwMode="auto">
            <a:xfrm>
              <a:off x="4267200" y="3430588"/>
              <a:ext cx="1676400" cy="319654"/>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en-US" altLang="en-US" sz="1290" dirty="0">
                  <a:solidFill>
                    <a:schemeClr val="tx1"/>
                  </a:solidFill>
                </a:rPr>
                <a:t>2016</a:t>
              </a:r>
              <a:r>
                <a:rPr lang="en-US" altLang="zh-CN" sz="1290" dirty="0">
                  <a:solidFill>
                    <a:schemeClr val="tx1"/>
                  </a:solidFill>
                </a:rPr>
                <a:t>-08-12</a:t>
              </a:r>
              <a:endParaRPr lang="en-US" altLang="zh-CN" sz="1290" dirty="0">
                <a:solidFill>
                  <a:schemeClr val="tx1"/>
                </a:solidFill>
              </a:endParaRPr>
            </a:p>
          </p:txBody>
        </p:sp>
        <p:sp>
          <p:nvSpPr>
            <p:cNvPr id="43" name="Text Box 20"/>
            <p:cNvSpPr txBox="1">
              <a:spLocks noChangeArrowheads="1"/>
            </p:cNvSpPr>
            <p:nvPr>
              <p:custDataLst>
                <p:tags r:id="rId10"/>
              </p:custDataLst>
            </p:nvPr>
          </p:nvSpPr>
          <p:spPr bwMode="auto">
            <a:xfrm>
              <a:off x="7239001" y="2571751"/>
              <a:ext cx="1411287" cy="288811"/>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en-US" altLang="en-US" sz="1110" dirty="0">
                  <a:solidFill>
                    <a:schemeClr val="tx1"/>
                  </a:solidFill>
                </a:rPr>
                <a:t>01-</a:t>
              </a:r>
              <a:r>
                <a:rPr lang="zh-CN" altLang="en-US" sz="1110" dirty="0">
                  <a:solidFill>
                    <a:schemeClr val="tx1"/>
                  </a:solidFill>
                </a:rPr>
                <a:t>信用卡</a:t>
              </a:r>
              <a:endParaRPr lang="zh-CN" altLang="en-US" sz="1110" dirty="0">
                <a:solidFill>
                  <a:schemeClr val="tx1"/>
                </a:solidFill>
              </a:endParaRPr>
            </a:p>
          </p:txBody>
        </p:sp>
        <p:sp>
          <p:nvSpPr>
            <p:cNvPr id="44" name="Text Box 21"/>
            <p:cNvSpPr txBox="1">
              <a:spLocks noChangeArrowheads="1"/>
            </p:cNvSpPr>
            <p:nvPr>
              <p:custDataLst>
                <p:tags r:id="rId11"/>
              </p:custDataLst>
            </p:nvPr>
          </p:nvSpPr>
          <p:spPr bwMode="auto">
            <a:xfrm>
              <a:off x="5943600" y="2571751"/>
              <a:ext cx="1022350" cy="288811"/>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eaLnBrk="0" hangingPunct="0">
                <a:spcBef>
                  <a:spcPct val="50000"/>
                </a:spcBef>
              </a:pPr>
              <a:r>
                <a:rPr lang="zh-CN" altLang="en-US" sz="1110" dirty="0">
                  <a:solidFill>
                    <a:schemeClr val="tx1"/>
                  </a:solidFill>
                </a:rPr>
                <a:t>缴费类型</a:t>
              </a:r>
              <a:endParaRPr lang="zh-CN" altLang="en-US" sz="1110" dirty="0">
                <a:solidFill>
                  <a:schemeClr val="tx1"/>
                </a:solidFill>
              </a:endParaRPr>
            </a:p>
          </p:txBody>
        </p:sp>
        <p:sp>
          <p:nvSpPr>
            <p:cNvPr id="45" name="Text Box 89"/>
            <p:cNvSpPr txBox="1">
              <a:spLocks noChangeArrowheads="1"/>
            </p:cNvSpPr>
            <p:nvPr>
              <p:custDataLst>
                <p:tags r:id="rId12"/>
              </p:custDataLst>
            </p:nvPr>
          </p:nvSpPr>
          <p:spPr bwMode="auto">
            <a:xfrm>
              <a:off x="5943600" y="2949575"/>
              <a:ext cx="1295400" cy="288811"/>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zh-CN" altLang="en-US" sz="1110" dirty="0">
                  <a:solidFill>
                    <a:schemeClr val="tx1"/>
                  </a:solidFill>
                </a:rPr>
                <a:t>缴费金额</a:t>
              </a:r>
              <a:endParaRPr lang="zh-CN" altLang="en-US" sz="1110" dirty="0">
                <a:solidFill>
                  <a:schemeClr val="tx1"/>
                </a:solidFill>
              </a:endParaRPr>
            </a:p>
          </p:txBody>
        </p:sp>
        <p:sp>
          <p:nvSpPr>
            <p:cNvPr id="46" name="Text Box 90"/>
            <p:cNvSpPr txBox="1">
              <a:spLocks noChangeArrowheads="1"/>
            </p:cNvSpPr>
            <p:nvPr>
              <p:custDataLst>
                <p:tags r:id="rId13"/>
              </p:custDataLst>
            </p:nvPr>
          </p:nvSpPr>
          <p:spPr bwMode="auto">
            <a:xfrm>
              <a:off x="7237412" y="2949575"/>
              <a:ext cx="1449387" cy="288811"/>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en-US" altLang="en-US" sz="1110" dirty="0">
                  <a:solidFill>
                    <a:schemeClr val="tx1"/>
                  </a:solidFill>
                </a:rPr>
                <a:t>128.5</a:t>
              </a:r>
              <a:endParaRPr lang="en-US" altLang="en-US" sz="1110" dirty="0">
                <a:solidFill>
                  <a:schemeClr val="tx1"/>
                </a:solidFill>
              </a:endParaRPr>
            </a:p>
          </p:txBody>
        </p:sp>
        <p:sp>
          <p:nvSpPr>
            <p:cNvPr id="47" name="Text Box 91"/>
            <p:cNvSpPr txBox="1">
              <a:spLocks noChangeArrowheads="1"/>
            </p:cNvSpPr>
            <p:nvPr>
              <p:custDataLst>
                <p:tags r:id="rId14"/>
              </p:custDataLst>
            </p:nvPr>
          </p:nvSpPr>
          <p:spPr bwMode="auto">
            <a:xfrm>
              <a:off x="7239001" y="3330575"/>
              <a:ext cx="1447800" cy="288811"/>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42203" rIns="42203">
              <a:spAutoFit/>
            </a:bodyPr>
            <a:lstStyle/>
            <a:p>
              <a:pPr algn="l" eaLnBrk="0" hangingPunct="0">
                <a:spcBef>
                  <a:spcPct val="50000"/>
                </a:spcBef>
              </a:pPr>
              <a:r>
                <a:rPr lang="en-US" altLang="en-US" sz="1110" dirty="0">
                  <a:solidFill>
                    <a:schemeClr val="tx1"/>
                  </a:solidFill>
                </a:rPr>
                <a:t>342112</a:t>
              </a:r>
              <a:endParaRPr lang="en-US" altLang="en-US" sz="1110" dirty="0">
                <a:solidFill>
                  <a:schemeClr val="tx1"/>
                </a:solidFill>
              </a:endParaRPr>
            </a:p>
          </p:txBody>
        </p:sp>
        <p:sp>
          <p:nvSpPr>
            <p:cNvPr id="48" name="Text Box 94"/>
            <p:cNvSpPr txBox="1">
              <a:spLocks noChangeArrowheads="1"/>
            </p:cNvSpPr>
            <p:nvPr>
              <p:custDataLst>
                <p:tags r:id="rId15"/>
              </p:custDataLst>
            </p:nvPr>
          </p:nvSpPr>
          <p:spPr bwMode="auto">
            <a:xfrm>
              <a:off x="5943600" y="3330575"/>
              <a:ext cx="1143000" cy="288811"/>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zh-CN" altLang="en-US" sz="1110" dirty="0">
                  <a:solidFill>
                    <a:schemeClr val="tx1"/>
                  </a:solidFill>
                </a:rPr>
                <a:t>表号</a:t>
              </a:r>
              <a:endParaRPr lang="zh-CN" altLang="en-US" sz="1110" dirty="0">
                <a:solidFill>
                  <a:schemeClr val="tx1"/>
                </a:solidFill>
              </a:endParaRPr>
            </a:p>
          </p:txBody>
        </p:sp>
        <p:sp>
          <p:nvSpPr>
            <p:cNvPr id="49" name="Text Box 95"/>
            <p:cNvSpPr txBox="1">
              <a:spLocks noChangeArrowheads="1"/>
            </p:cNvSpPr>
            <p:nvPr>
              <p:custDataLst>
                <p:tags r:id="rId16"/>
              </p:custDataLst>
            </p:nvPr>
          </p:nvSpPr>
          <p:spPr bwMode="auto">
            <a:xfrm>
              <a:off x="3429000" y="3755232"/>
              <a:ext cx="1143000" cy="288811"/>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zh-CN" altLang="en-US" sz="1110" dirty="0">
                  <a:solidFill>
                    <a:schemeClr val="tx1"/>
                  </a:solidFill>
                </a:rPr>
                <a:t>用电类别</a:t>
              </a:r>
              <a:endParaRPr lang="zh-CN" altLang="en-US" sz="1110" dirty="0">
                <a:solidFill>
                  <a:schemeClr val="tx1"/>
                </a:solidFill>
              </a:endParaRPr>
            </a:p>
          </p:txBody>
        </p:sp>
        <p:sp>
          <p:nvSpPr>
            <p:cNvPr id="50" name="Text Box 96"/>
            <p:cNvSpPr txBox="1">
              <a:spLocks noChangeArrowheads="1"/>
            </p:cNvSpPr>
            <p:nvPr>
              <p:custDataLst>
                <p:tags r:id="rId17"/>
              </p:custDataLst>
            </p:nvPr>
          </p:nvSpPr>
          <p:spPr bwMode="auto">
            <a:xfrm>
              <a:off x="4267200" y="3786981"/>
              <a:ext cx="1752599" cy="288811"/>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42203" rIns="42203">
              <a:spAutoFit/>
            </a:bodyPr>
            <a:lstStyle/>
            <a:p>
              <a:pPr algn="l" eaLnBrk="0" hangingPunct="0">
                <a:spcBef>
                  <a:spcPct val="50000"/>
                </a:spcBef>
              </a:pPr>
              <a:r>
                <a:rPr lang="en-US" altLang="en-US" sz="1110" dirty="0">
                  <a:solidFill>
                    <a:schemeClr val="tx1"/>
                  </a:solidFill>
                </a:rPr>
                <a:t>01</a:t>
              </a:r>
              <a:r>
                <a:rPr lang="en-US" altLang="zh-CN" sz="1110" dirty="0">
                  <a:solidFill>
                    <a:schemeClr val="tx1"/>
                  </a:solidFill>
                </a:rPr>
                <a:t>-</a:t>
              </a:r>
              <a:r>
                <a:rPr lang="zh-CN" altLang="en-US" sz="1110" dirty="0">
                  <a:solidFill>
                    <a:schemeClr val="tx1"/>
                  </a:solidFill>
                </a:rPr>
                <a:t>居民用电</a:t>
              </a:r>
              <a:endParaRPr lang="zh-CN" altLang="en-US" sz="1110" dirty="0">
                <a:solidFill>
                  <a:schemeClr val="tx1"/>
                </a:solidFill>
              </a:endParaRPr>
            </a:p>
          </p:txBody>
        </p:sp>
      </p:grpSp>
      <p:sp>
        <p:nvSpPr>
          <p:cNvPr id="51" name="Text Box 12"/>
          <p:cNvSpPr txBox="1">
            <a:spLocks noChangeArrowheads="1"/>
          </p:cNvSpPr>
          <p:nvPr>
            <p:custDataLst>
              <p:tags r:id="rId18"/>
            </p:custDataLst>
          </p:nvPr>
        </p:nvSpPr>
        <p:spPr bwMode="auto">
          <a:xfrm>
            <a:off x="910924" y="3171111"/>
            <a:ext cx="1188228" cy="767074"/>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a:defRPr sz="1600" b="1">
                <a:latin typeface="微软雅黑" panose="020B0503020204020204" pitchFamily="34" charset="-122"/>
                <a:ea typeface="微软雅黑" panose="020B0503020204020204" pitchFamily="34" charset="-122"/>
              </a:defRPr>
            </a:lvl1pPr>
          </a:lstStyle>
          <a:p>
            <a:r>
              <a:rPr lang="zh-CN" altLang="en-US" sz="1475" dirty="0">
                <a:solidFill>
                  <a:schemeClr val="tx1"/>
                </a:solidFill>
                <a:latin typeface="+mn-lt"/>
                <a:ea typeface="+mn-ea"/>
              </a:rPr>
              <a:t>交易数据：</a:t>
            </a:r>
            <a:endParaRPr lang="en-US" altLang="zh-CN" sz="1475" dirty="0">
              <a:solidFill>
                <a:schemeClr val="tx1"/>
              </a:solidFill>
              <a:latin typeface="+mn-lt"/>
              <a:ea typeface="+mn-ea"/>
            </a:endParaRPr>
          </a:p>
          <a:p>
            <a:r>
              <a:rPr lang="zh-CN" altLang="en-US" sz="1475" dirty="0">
                <a:solidFill>
                  <a:schemeClr val="tx1"/>
                </a:solidFill>
                <a:latin typeface="+mn-lt"/>
                <a:ea typeface="+mn-ea"/>
              </a:rPr>
              <a:t>用户缴费记录</a:t>
            </a:r>
            <a:endParaRPr lang="zh-CN" altLang="en-US" sz="1475" dirty="0">
              <a:solidFill>
                <a:schemeClr val="tx1"/>
              </a:solidFill>
              <a:latin typeface="+mn-lt"/>
              <a:ea typeface="+mn-ea"/>
            </a:endParaRPr>
          </a:p>
        </p:txBody>
      </p:sp>
      <p:graphicFrame>
        <p:nvGraphicFramePr>
          <p:cNvPr id="52" name="表格 51"/>
          <p:cNvGraphicFramePr>
            <a:graphicFrameLocks noGrp="1"/>
          </p:cNvGraphicFramePr>
          <p:nvPr>
            <p:custDataLst>
              <p:tags r:id="rId19"/>
            </p:custDataLst>
          </p:nvPr>
        </p:nvGraphicFramePr>
        <p:xfrm>
          <a:off x="2569210" y="1432560"/>
          <a:ext cx="5807710" cy="727710"/>
        </p:xfrm>
        <a:graphic>
          <a:graphicData uri="http://schemas.openxmlformats.org/drawingml/2006/table">
            <a:tbl>
              <a:tblPr firstRow="1" bandRow="1">
                <a:tableStyleId>{54251AE9-5258-4285-83EC-45549CCFCCCD}</a:tableStyleId>
              </a:tblPr>
              <a:tblGrid>
                <a:gridCol w="1172210"/>
                <a:gridCol w="1028700"/>
                <a:gridCol w="1283335"/>
                <a:gridCol w="1160780"/>
                <a:gridCol w="1162685"/>
              </a:tblGrid>
              <a:tr h="308610">
                <a:tc>
                  <a:txBody>
                    <a:bodyPr/>
                    <a:lstStyle/>
                    <a:p>
                      <a:pPr algn="ctr"/>
                      <a:r>
                        <a:rPr lang="en-US" altLang="zh-CN" sz="1100" dirty="0"/>
                        <a:t>KPI</a:t>
                      </a:r>
                      <a:r>
                        <a:rPr lang="zh-CN" altLang="en-US" sz="1100" dirty="0"/>
                        <a:t>指标</a:t>
                      </a:r>
                      <a:endParaRPr lang="zh-CN" altLang="en-US" sz="1100" dirty="0"/>
                    </a:p>
                  </a:txBody>
                  <a:tcPr marL="84406" marR="84406" marT="42203" marB="42203"/>
                </a:tc>
                <a:tc>
                  <a:txBody>
                    <a:bodyPr/>
                    <a:lstStyle/>
                    <a:p>
                      <a:pPr algn="ctr"/>
                      <a:r>
                        <a:rPr lang="zh-CN" altLang="en-US" sz="1100" dirty="0"/>
                        <a:t>组织编号</a:t>
                      </a:r>
                      <a:endParaRPr lang="zh-CN" altLang="en-US" sz="1100" dirty="0"/>
                    </a:p>
                  </a:txBody>
                  <a:tcPr marL="84406" marR="84406" marT="42203" marB="42203"/>
                </a:tc>
                <a:tc>
                  <a:txBody>
                    <a:bodyPr/>
                    <a:lstStyle/>
                    <a:p>
                      <a:pPr algn="ctr"/>
                      <a:r>
                        <a:rPr lang="en-US" altLang="zh-CN" sz="1100" dirty="0"/>
                        <a:t>KPI</a:t>
                      </a:r>
                      <a:r>
                        <a:rPr lang="zh-CN" altLang="en-US" sz="1100" dirty="0"/>
                        <a:t>值</a:t>
                      </a:r>
                      <a:endParaRPr lang="zh-CN" altLang="en-US" sz="1100" dirty="0"/>
                    </a:p>
                  </a:txBody>
                  <a:tcPr marL="84406" marR="84406" marT="42203" marB="42203"/>
                </a:tc>
                <a:tc>
                  <a:txBody>
                    <a:bodyPr/>
                    <a:lstStyle/>
                    <a:p>
                      <a:pPr algn="ctr"/>
                      <a:r>
                        <a:rPr lang="zh-CN" altLang="en-US" sz="1100" dirty="0"/>
                        <a:t>统计时间</a:t>
                      </a:r>
                      <a:endParaRPr lang="zh-CN" altLang="en-US" sz="1100" dirty="0"/>
                    </a:p>
                  </a:txBody>
                  <a:tcPr marL="84406" marR="84406" marT="42203" marB="42203"/>
                </a:tc>
                <a:tc>
                  <a:txBody>
                    <a:bodyPr/>
                    <a:lstStyle/>
                    <a:p>
                      <a:pPr algn="ctr"/>
                      <a:r>
                        <a:rPr lang="zh-CN" altLang="en-US" sz="1100" dirty="0"/>
                        <a:t>用电类别</a:t>
                      </a:r>
                      <a:endParaRPr lang="zh-CN" altLang="en-US" sz="1100" dirty="0"/>
                    </a:p>
                  </a:txBody>
                  <a:tcPr marL="84406" marR="84406" marT="42203" marB="42203"/>
                </a:tc>
              </a:tr>
              <a:tr h="419100">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100" kern="1200" dirty="0"/>
                        <a:t>实收电费余额</a:t>
                      </a:r>
                      <a:endParaRPr lang="zh-CN" altLang="en-US" sz="1100" kern="1200" dirty="0"/>
                    </a:p>
                  </a:txBody>
                  <a:tcPr marL="84406" marR="84406" marT="42203" marB="42203"/>
                </a:tc>
                <a:tc>
                  <a:txBody>
                    <a:bodyPr/>
                    <a:lstStyle/>
                    <a:p>
                      <a:pPr algn="ctr"/>
                      <a:r>
                        <a:rPr lang="zh-CN" altLang="en-US" sz="1100" dirty="0"/>
                        <a:t>西城区</a:t>
                      </a:r>
                      <a:endParaRPr lang="zh-CN" altLang="en-US" sz="1100" dirty="0"/>
                    </a:p>
                  </a:txBody>
                  <a:tcPr marL="84406" marR="84406" marT="42203" marB="42203"/>
                </a:tc>
                <a:tc>
                  <a:txBody>
                    <a:bodyPr/>
                    <a:lstStyle/>
                    <a:p>
                      <a:pPr algn="ctr"/>
                      <a:r>
                        <a:rPr lang="en-US" altLang="zh-CN" sz="1100" dirty="0"/>
                        <a:t>200155</a:t>
                      </a:r>
                      <a:endParaRPr lang="en-US" altLang="zh-CN" sz="1100" dirty="0"/>
                    </a:p>
                  </a:txBody>
                  <a:tcPr marL="84406" marR="84406" marT="42203" marB="42203"/>
                </a:tc>
                <a:tc>
                  <a:txBody>
                    <a:bodyPr/>
                    <a:lstStyle/>
                    <a:p>
                      <a:pPr algn="ctr"/>
                      <a:r>
                        <a:rPr lang="en-US" altLang="zh-CN" sz="1100" dirty="0"/>
                        <a:t>2016-08</a:t>
                      </a:r>
                      <a:endParaRPr lang="en-US" altLang="zh-CN" sz="1100" dirty="0"/>
                    </a:p>
                  </a:txBody>
                  <a:tcPr marL="84406" marR="84406" marT="42203" marB="42203"/>
                </a:tc>
                <a:tc>
                  <a:txBody>
                    <a:bodyPr/>
                    <a:lstStyle/>
                    <a:p>
                      <a:pPr algn="ctr"/>
                      <a:r>
                        <a:rPr lang="en-US" altLang="zh-CN" sz="1100" dirty="0"/>
                        <a:t>01</a:t>
                      </a:r>
                      <a:endParaRPr lang="en-US" altLang="zh-CN" sz="1100" dirty="0"/>
                    </a:p>
                  </a:txBody>
                  <a:tcPr marL="84406" marR="84406" marT="42203" marB="42203"/>
                </a:tc>
              </a:tr>
            </a:tbl>
          </a:graphicData>
        </a:graphic>
      </p:graphicFrame>
      <p:sp>
        <p:nvSpPr>
          <p:cNvPr id="53" name="Rectangle 145"/>
          <p:cNvSpPr>
            <a:spLocks noChangeArrowheads="1"/>
          </p:cNvSpPr>
          <p:nvPr>
            <p:custDataLst>
              <p:tags r:id="rId20"/>
            </p:custDataLst>
          </p:nvPr>
        </p:nvSpPr>
        <p:spPr bwMode="auto">
          <a:xfrm>
            <a:off x="910923" y="1556105"/>
            <a:ext cx="1282300" cy="422031"/>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zh-CN" altLang="en-US" sz="1475" b="1" dirty="0">
                <a:solidFill>
                  <a:schemeClr val="tx1"/>
                </a:solidFill>
              </a:rPr>
              <a:t>分析数据：</a:t>
            </a:r>
            <a:endParaRPr lang="en-US" altLang="zh-CN" sz="1475" b="1" dirty="0">
              <a:solidFill>
                <a:schemeClr val="tx1"/>
              </a:solidFill>
            </a:endParaRPr>
          </a:p>
          <a:p>
            <a:r>
              <a:rPr lang="zh-CN" altLang="en-US" sz="1475" b="1" dirty="0">
                <a:solidFill>
                  <a:schemeClr val="tx1"/>
                </a:solidFill>
              </a:rPr>
              <a:t>实收电费余额</a:t>
            </a:r>
            <a:endParaRPr lang="zh-CN" altLang="en-US" sz="1475" b="1" dirty="0">
              <a:solidFill>
                <a:schemeClr val="tx1"/>
              </a:solidFill>
            </a:endParaRPr>
          </a:p>
        </p:txBody>
      </p:sp>
      <p:sp>
        <p:nvSpPr>
          <p:cNvPr id="54" name="右箭头 53"/>
          <p:cNvSpPr/>
          <p:nvPr>
            <p:custDataLst>
              <p:tags r:id="rId21"/>
            </p:custDataLst>
          </p:nvPr>
        </p:nvSpPr>
        <p:spPr bwMode="gray">
          <a:xfrm rot="16200000">
            <a:off x="5055517" y="4378799"/>
            <a:ext cx="332308" cy="777228"/>
          </a:xfrm>
          <a:prstGeom prst="rightArrow">
            <a:avLst/>
          </a:prstGeom>
          <a:solidFill>
            <a:schemeClr val="tx2">
              <a:lumMod val="40000"/>
              <a:lumOff val="60000"/>
            </a:schemeClr>
          </a:solidFill>
        </p:spPr>
        <p:txBody>
          <a:bodyPr wrap="square" rtlCol="0" anchor="ctr">
            <a:spAutoFit/>
          </a:bodyPr>
          <a:lstStyle/>
          <a:p>
            <a:pPr algn="ctr">
              <a:lnSpc>
                <a:spcPct val="150000"/>
              </a:lnSpc>
            </a:pPr>
            <a:endParaRPr lang="zh-SG" altLang="en-US" sz="1290" dirty="0">
              <a:solidFill>
                <a:schemeClr val="tx1"/>
              </a:solidFill>
              <a:latin typeface="微软雅黑" panose="020B0503020204020204" pitchFamily="34" charset="-122"/>
              <a:ea typeface="微软雅黑" panose="020B0503020204020204" pitchFamily="34" charset="-122"/>
            </a:endParaRPr>
          </a:p>
        </p:txBody>
      </p:sp>
      <p:sp>
        <p:nvSpPr>
          <p:cNvPr id="55" name="右箭头 54"/>
          <p:cNvSpPr/>
          <p:nvPr>
            <p:custDataLst>
              <p:tags r:id="rId22"/>
            </p:custDataLst>
          </p:nvPr>
        </p:nvSpPr>
        <p:spPr bwMode="gray">
          <a:xfrm rot="16200000">
            <a:off x="5012246" y="2084044"/>
            <a:ext cx="332308" cy="777228"/>
          </a:xfrm>
          <a:prstGeom prst="rightArrow">
            <a:avLst/>
          </a:prstGeom>
          <a:solidFill>
            <a:schemeClr val="tx2">
              <a:lumMod val="40000"/>
              <a:lumOff val="60000"/>
            </a:schemeClr>
          </a:solidFill>
        </p:spPr>
        <p:txBody>
          <a:bodyPr wrap="square" rtlCol="0" anchor="ctr">
            <a:spAutoFit/>
          </a:bodyPr>
          <a:lstStyle/>
          <a:p>
            <a:pPr algn="ctr">
              <a:lnSpc>
                <a:spcPct val="150000"/>
              </a:lnSpc>
            </a:pPr>
            <a:endParaRPr lang="zh-SG" altLang="en-US" sz="1290" dirty="0">
              <a:solidFill>
                <a:schemeClr val="tx1"/>
              </a:solidFill>
              <a:latin typeface="微软雅黑" panose="020B0503020204020204" pitchFamily="34" charset="-122"/>
              <a:ea typeface="微软雅黑" panose="020B0503020204020204" pitchFamily="34" charset="-122"/>
            </a:endParaRPr>
          </a:p>
        </p:txBody>
      </p:sp>
      <p:sp>
        <p:nvSpPr>
          <p:cNvPr id="56" name="Rectangle 145"/>
          <p:cNvSpPr>
            <a:spLocks noChangeArrowheads="1"/>
          </p:cNvSpPr>
          <p:nvPr>
            <p:custDataLst>
              <p:tags r:id="rId23"/>
            </p:custDataLst>
          </p:nvPr>
        </p:nvSpPr>
        <p:spPr bwMode="auto">
          <a:xfrm>
            <a:off x="8516481" y="4188146"/>
            <a:ext cx="1800642" cy="422031"/>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zh-CN" altLang="en-US" sz="1475" b="1" dirty="0">
                <a:solidFill>
                  <a:schemeClr val="tx1"/>
                </a:solidFill>
              </a:rPr>
              <a:t>参考数据：用电类别</a:t>
            </a:r>
            <a:endParaRPr lang="zh-CN" altLang="en-US" sz="1475" b="1" dirty="0">
              <a:solidFill>
                <a:schemeClr val="tx1"/>
              </a:solidFill>
            </a:endParaRPr>
          </a:p>
        </p:txBody>
      </p:sp>
      <p:graphicFrame>
        <p:nvGraphicFramePr>
          <p:cNvPr id="57" name="表格 56"/>
          <p:cNvGraphicFramePr>
            <a:graphicFrameLocks noGrp="1"/>
          </p:cNvGraphicFramePr>
          <p:nvPr>
            <p:custDataLst>
              <p:tags r:id="rId24"/>
            </p:custDataLst>
          </p:nvPr>
        </p:nvGraphicFramePr>
        <p:xfrm>
          <a:off x="8472264" y="4653136"/>
          <a:ext cx="1971675" cy="1196340"/>
        </p:xfrm>
        <a:graphic>
          <a:graphicData uri="http://schemas.openxmlformats.org/drawingml/2006/table">
            <a:tbl>
              <a:tblPr firstRow="1" bandRow="1">
                <a:tableStyleId>{C7063CF3-D343-4970-B760-9FD017157734}</a:tableStyleId>
              </a:tblPr>
              <a:tblGrid>
                <a:gridCol w="723900"/>
                <a:gridCol w="1247775"/>
              </a:tblGrid>
              <a:tr h="282993">
                <a:tc>
                  <a:txBody>
                    <a:bodyPr/>
                    <a:lstStyle/>
                    <a:p>
                      <a:pPr algn="ctr"/>
                      <a:r>
                        <a:rPr lang="zh-CN" altLang="en-US" sz="1000" dirty="0"/>
                        <a:t>编号</a:t>
                      </a:r>
                      <a:endParaRPr lang="zh-CN" altLang="en-US" sz="1000" dirty="0"/>
                    </a:p>
                  </a:txBody>
                  <a:tcPr marL="84406" marR="84406" marT="42203" marB="42203"/>
                </a:tc>
                <a:tc>
                  <a:txBody>
                    <a:bodyPr/>
                    <a:lstStyle/>
                    <a:p>
                      <a:pPr algn="ctr"/>
                      <a:r>
                        <a:rPr lang="zh-CN" altLang="en-US" sz="1000" dirty="0"/>
                        <a:t>类别</a:t>
                      </a:r>
                      <a:endParaRPr lang="zh-CN" altLang="en-US" sz="1000" dirty="0"/>
                    </a:p>
                  </a:txBody>
                  <a:tcPr marL="84406" marR="84406" marT="42203" marB="42203"/>
                </a:tc>
              </a:tr>
              <a:tr h="347437">
                <a:tc>
                  <a:txBody>
                    <a:bodyPr/>
                    <a:lstStyle/>
                    <a:p>
                      <a:r>
                        <a:rPr lang="en-US" altLang="zh-CN" sz="1000" dirty="0"/>
                        <a:t>01</a:t>
                      </a:r>
                      <a:endParaRPr lang="en-US" altLang="zh-CN" sz="1000" dirty="0"/>
                    </a:p>
                  </a:txBody>
                  <a:tcPr marL="84406" marR="84406" marT="42203" marB="42203"/>
                </a:tc>
                <a:tc>
                  <a:txBody>
                    <a:bodyPr/>
                    <a:lstStyle/>
                    <a:p>
                      <a:r>
                        <a:rPr lang="zh-CN" altLang="en-US" sz="1000" dirty="0"/>
                        <a:t>居民用电</a:t>
                      </a:r>
                      <a:endParaRPr lang="zh-CN" altLang="en-US" sz="1000" dirty="0"/>
                    </a:p>
                  </a:txBody>
                  <a:tcPr marL="84406" marR="84406" marT="42203" marB="42203"/>
                </a:tc>
              </a:tr>
              <a:tr h="282993">
                <a:tc>
                  <a:txBody>
                    <a:bodyPr/>
                    <a:lstStyle/>
                    <a:p>
                      <a:r>
                        <a:rPr lang="en-US" altLang="zh-CN" sz="1000" dirty="0"/>
                        <a:t>02</a:t>
                      </a:r>
                      <a:endParaRPr lang="en-US" altLang="zh-CN" sz="1000" dirty="0"/>
                    </a:p>
                  </a:txBody>
                  <a:tcPr marL="84406" marR="84406" marT="42203" marB="42203"/>
                </a:tc>
                <a:tc>
                  <a:txBody>
                    <a:bodyPr/>
                    <a:lstStyle/>
                    <a:p>
                      <a:r>
                        <a:rPr lang="zh-CN" altLang="en-US" sz="1000" dirty="0"/>
                        <a:t>工业用电</a:t>
                      </a:r>
                      <a:endParaRPr lang="zh-CN" altLang="en-US" sz="1000" dirty="0"/>
                    </a:p>
                  </a:txBody>
                  <a:tcPr marL="84406" marR="84406" marT="42203" marB="42203"/>
                </a:tc>
              </a:tr>
              <a:tr h="282993">
                <a:tc>
                  <a:txBody>
                    <a:bodyPr/>
                    <a:lstStyle/>
                    <a:p>
                      <a:r>
                        <a:rPr lang="en-US" altLang="zh-CN" sz="1000" dirty="0"/>
                        <a:t>03</a:t>
                      </a:r>
                      <a:endParaRPr lang="en-US" altLang="zh-CN" sz="1000" dirty="0"/>
                    </a:p>
                  </a:txBody>
                  <a:tcPr marL="84406" marR="84406" marT="42203" marB="42203"/>
                </a:tc>
                <a:tc>
                  <a:txBody>
                    <a:bodyPr/>
                    <a:lstStyle/>
                    <a:p>
                      <a:r>
                        <a:rPr lang="zh-CN" altLang="en-US" sz="1000" dirty="0"/>
                        <a:t>农业用电</a:t>
                      </a:r>
                      <a:endParaRPr lang="zh-CN" altLang="en-US" sz="1000" dirty="0"/>
                    </a:p>
                  </a:txBody>
                  <a:tcPr marL="84406" marR="84406" marT="42203" marB="42203"/>
                </a:tc>
              </a:tr>
            </a:tbl>
          </a:graphicData>
        </a:graphic>
      </p:graphicFrame>
      <p:cxnSp>
        <p:nvCxnSpPr>
          <p:cNvPr id="58" name="直接箭头连接符 57"/>
          <p:cNvCxnSpPr>
            <a:stCxn id="56" idx="1"/>
            <a:endCxn id="50" idx="3"/>
          </p:cNvCxnSpPr>
          <p:nvPr>
            <p:custDataLst>
              <p:tags r:id="rId25"/>
            </p:custDataLst>
          </p:nvPr>
        </p:nvCxnSpPr>
        <p:spPr bwMode="auto">
          <a:xfrm flipH="1" flipV="1">
            <a:off x="5036681" y="4161037"/>
            <a:ext cx="3479800" cy="238760"/>
          </a:xfrm>
          <a:prstGeom prst="straightConnector1">
            <a:avLst/>
          </a:prstGeom>
          <a:solidFill>
            <a:schemeClr val="accent2"/>
          </a:solidFill>
          <a:ln w="19050" cap="flat" cmpd="sng" algn="ctr">
            <a:solidFill>
              <a:schemeClr val="accent3"/>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aphicFrame>
        <p:nvGraphicFramePr>
          <p:cNvPr id="60" name="表格 59"/>
          <p:cNvGraphicFramePr>
            <a:graphicFrameLocks noGrp="1"/>
          </p:cNvGraphicFramePr>
          <p:nvPr>
            <p:custDataLst>
              <p:tags r:id="rId26"/>
            </p:custDataLst>
          </p:nvPr>
        </p:nvGraphicFramePr>
        <p:xfrm>
          <a:off x="8317153" y="2245639"/>
          <a:ext cx="2259330" cy="1609725"/>
        </p:xfrm>
        <a:graphic>
          <a:graphicData uri="http://schemas.openxmlformats.org/drawingml/2006/table">
            <a:tbl>
              <a:tblPr firstRow="1" bandRow="1">
                <a:tableStyleId>{1AB1900B-82CA-4673-B68A-F27615D98006}</a:tableStyleId>
              </a:tblPr>
              <a:tblGrid>
                <a:gridCol w="774700"/>
                <a:gridCol w="774065"/>
                <a:gridCol w="710565"/>
              </a:tblGrid>
              <a:tr h="239151">
                <a:tc>
                  <a:txBody>
                    <a:bodyPr/>
                    <a:lstStyle/>
                    <a:p>
                      <a:pPr algn="ctr"/>
                      <a:r>
                        <a:rPr lang="zh-CN" altLang="en-US" sz="1000" dirty="0"/>
                        <a:t>字段</a:t>
                      </a:r>
                      <a:endParaRPr lang="zh-CN" altLang="en-US" sz="1000" dirty="0"/>
                    </a:p>
                  </a:txBody>
                  <a:tcPr marL="84406" marR="84406" marT="42203" marB="42203"/>
                </a:tc>
                <a:tc>
                  <a:txBody>
                    <a:bodyPr/>
                    <a:lstStyle/>
                    <a:p>
                      <a:pPr algn="ctr"/>
                      <a:r>
                        <a:rPr lang="zh-CN" altLang="en-US" sz="1000" dirty="0"/>
                        <a:t>类型</a:t>
                      </a:r>
                      <a:endParaRPr lang="zh-CN" altLang="en-US" sz="1000" dirty="0"/>
                    </a:p>
                  </a:txBody>
                  <a:tcPr marL="84406" marR="84406" marT="42203" marB="42203"/>
                </a:tc>
                <a:tc>
                  <a:txBody>
                    <a:bodyPr/>
                    <a:lstStyle/>
                    <a:p>
                      <a:pPr algn="ctr"/>
                      <a:r>
                        <a:rPr lang="zh-CN" altLang="en-US" sz="1000" dirty="0"/>
                        <a:t>名称</a:t>
                      </a:r>
                      <a:endParaRPr lang="zh-CN" altLang="en-US" sz="1000" dirty="0"/>
                    </a:p>
                  </a:txBody>
                  <a:tcPr marL="84406" marR="84406" marT="42203" marB="42203"/>
                </a:tc>
              </a:tr>
              <a:tr h="259349">
                <a:tc>
                  <a:txBody>
                    <a:bodyPr/>
                    <a:lstStyle/>
                    <a:p>
                      <a:r>
                        <a:rPr lang="en-US" altLang="zh-CN" sz="1000" dirty="0" err="1"/>
                        <a:t>User_id</a:t>
                      </a:r>
                      <a:endParaRPr lang="en-US" altLang="zh-CN" sz="1000" dirty="0" err="1"/>
                    </a:p>
                  </a:txBody>
                  <a:tcPr marL="84406" marR="84406" marT="42203" marB="42203"/>
                </a:tc>
                <a:tc>
                  <a:txBody>
                    <a:bodyPr/>
                    <a:lstStyle/>
                    <a:p>
                      <a:r>
                        <a:rPr lang="en-US" altLang="zh-CN" sz="1000" dirty="0"/>
                        <a:t>Varchar</a:t>
                      </a:r>
                      <a:endParaRPr lang="en-US" altLang="zh-CN" sz="1000" dirty="0"/>
                    </a:p>
                  </a:txBody>
                  <a:tcPr marL="84406" marR="84406" marT="42203" marB="42203"/>
                </a:tc>
                <a:tc>
                  <a:txBody>
                    <a:bodyPr/>
                    <a:lstStyle/>
                    <a:p>
                      <a:r>
                        <a:rPr lang="zh-CN" altLang="en-US" sz="1000" dirty="0"/>
                        <a:t>客户编号</a:t>
                      </a:r>
                      <a:endParaRPr lang="zh-CN" altLang="en-US" sz="1000" dirty="0"/>
                    </a:p>
                  </a:txBody>
                  <a:tcPr marL="84406" marR="84406" marT="42203" marB="42203"/>
                </a:tc>
              </a:tr>
              <a:tr h="393895">
                <a:tc>
                  <a:txBody>
                    <a:bodyPr/>
                    <a:lstStyle/>
                    <a:p>
                      <a:r>
                        <a:rPr lang="en-US" altLang="zh-CN" sz="1000" dirty="0" err="1"/>
                        <a:t>Fee_type</a:t>
                      </a:r>
                      <a:endParaRPr lang="en-US" altLang="zh-CN" sz="1000" dirty="0" err="1"/>
                    </a:p>
                  </a:txBody>
                  <a:tcPr marL="84406" marR="84406" marT="42203" marB="42203"/>
                </a:tc>
                <a:tc>
                  <a:txBody>
                    <a:bodyPr/>
                    <a:lstStyle/>
                    <a:p>
                      <a:r>
                        <a:rPr lang="en-US" altLang="zh-CN" sz="1000" dirty="0"/>
                        <a:t>Char</a:t>
                      </a:r>
                      <a:endParaRPr lang="en-US" altLang="zh-CN" sz="1000" dirty="0"/>
                    </a:p>
                  </a:txBody>
                  <a:tcPr marL="84406" marR="84406" marT="42203" marB="42203"/>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000" dirty="0"/>
                        <a:t>缴费类型</a:t>
                      </a:r>
                      <a:endParaRPr lang="zh-CN" altLang="en-US" sz="1000" dirty="0"/>
                    </a:p>
                    <a:p>
                      <a:endParaRPr lang="zh-CN" altLang="en-US" sz="1000" dirty="0"/>
                    </a:p>
                  </a:txBody>
                  <a:tcPr marL="84406" marR="84406" marT="42203" marB="42203"/>
                </a:tc>
              </a:tr>
              <a:tr h="239151">
                <a:tc>
                  <a:txBody>
                    <a:bodyPr/>
                    <a:lstStyle/>
                    <a:p>
                      <a:r>
                        <a:rPr lang="en-US" altLang="zh-CN" sz="1000" dirty="0" err="1"/>
                        <a:t>Fee_num</a:t>
                      </a:r>
                      <a:endParaRPr lang="en-US" altLang="zh-CN" sz="1000" dirty="0" err="1"/>
                    </a:p>
                  </a:txBody>
                  <a:tcPr marL="84406" marR="84406" marT="42203" marB="42203"/>
                </a:tc>
                <a:tc>
                  <a:txBody>
                    <a:bodyPr/>
                    <a:lstStyle/>
                    <a:p>
                      <a:r>
                        <a:rPr lang="en-US" altLang="zh-CN" sz="1000" dirty="0"/>
                        <a:t>Number</a:t>
                      </a:r>
                      <a:endParaRPr lang="en-US" altLang="zh-CN" sz="1000" dirty="0"/>
                    </a:p>
                  </a:txBody>
                  <a:tcPr marL="84406" marR="84406" marT="42203" marB="42203"/>
                </a:tc>
                <a:tc>
                  <a:txBody>
                    <a:bodyPr/>
                    <a:lstStyle/>
                    <a:p>
                      <a:r>
                        <a:rPr lang="zh-CN" altLang="en-US" sz="1000" dirty="0"/>
                        <a:t>缴费金额</a:t>
                      </a:r>
                      <a:endParaRPr lang="zh-CN" altLang="en-US" sz="1000" dirty="0"/>
                    </a:p>
                  </a:txBody>
                  <a:tcPr marL="84406" marR="84406" marT="42203" marB="42203"/>
                </a:tc>
              </a:tr>
              <a:tr h="239151">
                <a:tc>
                  <a:txBody>
                    <a:bodyPr/>
                    <a:lstStyle/>
                    <a:p>
                      <a:r>
                        <a:rPr lang="en-US" altLang="zh-CN" sz="1000" dirty="0" err="1"/>
                        <a:t>Fee_time</a:t>
                      </a:r>
                      <a:endParaRPr lang="en-US" altLang="zh-CN" sz="1000" dirty="0" err="1"/>
                    </a:p>
                  </a:txBody>
                  <a:tcPr marL="84406" marR="84406" marT="42203" marB="42203"/>
                </a:tc>
                <a:tc>
                  <a:txBody>
                    <a:bodyPr/>
                    <a:lstStyle/>
                    <a:p>
                      <a:r>
                        <a:rPr lang="en-US" altLang="zh-CN" sz="1000" dirty="0" err="1"/>
                        <a:t>Datetime</a:t>
                      </a:r>
                      <a:endParaRPr lang="en-US" altLang="zh-CN" sz="1000" dirty="0" err="1"/>
                    </a:p>
                  </a:txBody>
                  <a:tcPr marL="84406" marR="84406" marT="42203" marB="42203"/>
                </a:tc>
                <a:tc>
                  <a:txBody>
                    <a:bodyPr/>
                    <a:lstStyle/>
                    <a:p>
                      <a:r>
                        <a:rPr lang="zh-CN" altLang="en-US" sz="1000" dirty="0"/>
                        <a:t>缴费时间</a:t>
                      </a:r>
                      <a:endParaRPr lang="zh-CN" altLang="en-US" sz="1000" dirty="0"/>
                    </a:p>
                  </a:txBody>
                  <a:tcPr marL="84406" marR="84406" marT="42203" marB="42203"/>
                </a:tc>
              </a:tr>
              <a:tr h="239151">
                <a:tc>
                  <a:txBody>
                    <a:bodyPr/>
                    <a:lstStyle/>
                    <a:p>
                      <a:r>
                        <a:rPr lang="en-US" altLang="zh-CN" sz="1000" dirty="0"/>
                        <a:t>……</a:t>
                      </a:r>
                      <a:endParaRPr lang="en-US" altLang="zh-CN" sz="1000" dirty="0"/>
                    </a:p>
                  </a:txBody>
                  <a:tcPr marL="84406" marR="84406" marT="42203" marB="42203"/>
                </a:tc>
                <a:tc>
                  <a:txBody>
                    <a:bodyPr/>
                    <a:lstStyle/>
                    <a:p>
                      <a:r>
                        <a:rPr lang="en-US" altLang="zh-CN" sz="1000" dirty="0"/>
                        <a:t>……</a:t>
                      </a:r>
                      <a:endParaRPr lang="en-US" altLang="zh-CN" sz="1000" dirty="0"/>
                    </a:p>
                  </a:txBody>
                  <a:tcPr marL="84406" marR="84406" marT="42203" marB="42203"/>
                </a:tc>
                <a:tc>
                  <a:txBody>
                    <a:bodyPr/>
                    <a:lstStyle/>
                    <a:p>
                      <a:r>
                        <a:rPr lang="en-US" altLang="zh-CN" sz="1000" dirty="0"/>
                        <a:t>……</a:t>
                      </a:r>
                      <a:endParaRPr lang="en-US" altLang="zh-CN" sz="1000" dirty="0"/>
                    </a:p>
                  </a:txBody>
                  <a:tcPr marL="84406" marR="84406" marT="42203" marB="42203"/>
                </a:tc>
              </a:tr>
            </a:tbl>
          </a:graphicData>
        </a:graphic>
      </p:graphicFrame>
      <p:sp>
        <p:nvSpPr>
          <p:cNvPr id="61" name="Rectangle 145"/>
          <p:cNvSpPr>
            <a:spLocks noChangeArrowheads="1"/>
          </p:cNvSpPr>
          <p:nvPr>
            <p:custDataLst>
              <p:tags r:id="rId27"/>
            </p:custDataLst>
          </p:nvPr>
        </p:nvSpPr>
        <p:spPr bwMode="auto">
          <a:xfrm>
            <a:off x="8377641" y="1799613"/>
            <a:ext cx="1800642" cy="422031"/>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zh-CN" altLang="en-US" sz="1475" b="1" dirty="0">
                <a:solidFill>
                  <a:schemeClr val="tx1"/>
                </a:solidFill>
              </a:rPr>
              <a:t>元数据：用户缴费表</a:t>
            </a:r>
            <a:endParaRPr lang="zh-CN" altLang="en-US" sz="1475" b="1" dirty="0">
              <a:solidFill>
                <a:schemeClr val="tx1"/>
              </a:solidFill>
            </a:endParaRPr>
          </a:p>
        </p:txBody>
      </p:sp>
      <p:sp>
        <p:nvSpPr>
          <p:cNvPr id="69" name="下箭头 68"/>
          <p:cNvSpPr/>
          <p:nvPr>
            <p:custDataLst>
              <p:tags r:id="rId28"/>
            </p:custDataLst>
          </p:nvPr>
        </p:nvSpPr>
        <p:spPr bwMode="gray">
          <a:xfrm rot="5400000">
            <a:off x="7785383" y="3042367"/>
            <a:ext cx="598220" cy="518159"/>
          </a:xfrm>
          <a:prstGeom prst="downArrow">
            <a:avLst/>
          </a:prstGeom>
          <a:solidFill>
            <a:schemeClr val="tx2">
              <a:lumMod val="40000"/>
              <a:lumOff val="60000"/>
            </a:schemeClr>
          </a:solidFill>
        </p:spPr>
        <p:txBody>
          <a:bodyPr wrap="square" rtlCol="0" anchor="ctr">
            <a:spAutoFit/>
          </a:bodyPr>
          <a:lstStyle/>
          <a:p>
            <a:pPr algn="ctr">
              <a:lnSpc>
                <a:spcPct val="150000"/>
              </a:lnSpc>
            </a:pPr>
            <a:endParaRPr lang="zh-SG" altLang="en-US" sz="1290" dirty="0">
              <a:solidFill>
                <a:schemeClr val="tx1"/>
              </a:solidFill>
              <a:latin typeface="微软雅黑" panose="020B0503020204020204" pitchFamily="34" charset="-122"/>
              <a:ea typeface="微软雅黑" panose="020B0503020204020204" pitchFamily="34" charset="-122"/>
            </a:endParaRPr>
          </a:p>
        </p:txBody>
      </p:sp>
      <p:sp>
        <p:nvSpPr>
          <p:cNvPr id="9" name="标题 8"/>
          <p:cNvSpPr>
            <a:spLocks noGrp="1"/>
          </p:cNvSpPr>
          <p:nvPr>
            <p:ph type="title"/>
            <p:custDataLst>
              <p:tags r:id="rId29"/>
            </p:custDataLst>
          </p:nvPr>
        </p:nvSpPr>
        <p:spPr/>
        <p:txBody>
          <a:bodyPr vert="horz" lIns="91440" tIns="45720" rIns="91440" bIns="45720" rtlCol="0" anchor="ctr">
            <a:normAutofit/>
          </a:bodyPr>
          <a:p>
            <a:pPr lvl="0" algn="l">
              <a:buClrTx/>
              <a:buSzTx/>
              <a:buFontTx/>
            </a:pPr>
            <a:r>
              <a:rPr lang="zh-CN" altLang="en-US" smtClean="0">
                <a:sym typeface="+mn-ea"/>
              </a:rPr>
              <a:t>数据分类</a:t>
            </a:r>
            <a:r>
              <a:rPr lang="zh-CN" altLang="en-US" smtClean="0">
                <a:sym typeface="+mn-ea"/>
              </a:rPr>
              <a:t>——</a:t>
            </a:r>
            <a:r>
              <a:rPr lang="zh-CN" altLang="en-US" smtClean="0">
                <a:sym typeface="+mn-ea"/>
              </a:rPr>
              <a:t>数据管理视角示例</a:t>
            </a:r>
            <a:endParaRPr lang="zh-CN" altLang="en-US" smtClean="0">
              <a:sym typeface="+mn-ea"/>
            </a:endParaRPr>
          </a:p>
        </p:txBody>
      </p:sp>
    </p:spTree>
    <p:custDataLst>
      <p:tags r:id="rId30"/>
    </p:custData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流程图: 手动操作 3"/>
          <p:cNvSpPr/>
          <p:nvPr>
            <p:custDataLst>
              <p:tags r:id="rId1"/>
            </p:custDataLst>
          </p:nvPr>
        </p:nvSpPr>
        <p:spPr>
          <a:xfrm rot="5400000">
            <a:off x="1166495" y="5187315"/>
            <a:ext cx="2165350" cy="647700"/>
          </a:xfrm>
          <a:prstGeom prst="flowChartManualOperation">
            <a:avLst/>
          </a:prstGeom>
          <a:gradFill>
            <a:gsLst>
              <a:gs pos="48687">
                <a:srgbClr val="7AD9FB"/>
              </a:gs>
              <a:gs pos="3000">
                <a:srgbClr val="2C84BC"/>
              </a:gs>
              <a:gs pos="100000">
                <a:srgbClr val="FCFEFF"/>
              </a:gs>
            </a:gsLst>
            <a:lin ang="189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sz="1600">
              <a:solidFill>
                <a:schemeClr val="tx1"/>
              </a:solidFill>
              <a:latin typeface="微软雅黑" panose="020B0503020204020204" pitchFamily="34" charset="-122"/>
              <a:ea typeface="微软雅黑" panose="020B0503020204020204" pitchFamily="34" charset="-122"/>
              <a:sym typeface="+mn-ea"/>
            </a:endParaRPr>
          </a:p>
        </p:txBody>
      </p:sp>
      <p:grpSp>
        <p:nvGrpSpPr>
          <p:cNvPr id="61" name="组合 60"/>
          <p:cNvGrpSpPr/>
          <p:nvPr/>
        </p:nvGrpSpPr>
        <p:grpSpPr>
          <a:xfrm rot="0">
            <a:off x="2795270" y="1701800"/>
            <a:ext cx="7964170" cy="788670"/>
            <a:chOff x="2245657" y="1116288"/>
            <a:chExt cx="9251577" cy="910329"/>
          </a:xfrm>
        </p:grpSpPr>
        <p:sp>
          <p:nvSpPr>
            <p:cNvPr id="74" name="圆角矩形 73"/>
            <p:cNvSpPr/>
            <p:nvPr>
              <p:custDataLst>
                <p:tags r:id="rId2"/>
              </p:custDataLst>
            </p:nvPr>
          </p:nvSpPr>
          <p:spPr>
            <a:xfrm>
              <a:off x="2245657" y="1116288"/>
              <a:ext cx="9251577" cy="910329"/>
            </a:xfrm>
            <a:prstGeom prst="roundRect">
              <a:avLst>
                <a:gd name="adj" fmla="val 7101"/>
              </a:avLst>
            </a:prstGeom>
            <a:ln>
              <a:solidFill>
                <a:schemeClr val="accent3">
                  <a:lumMod val="60000"/>
                  <a:lumOff val="40000"/>
                </a:schemeClr>
              </a:solidFill>
              <a:prstDash val="sys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400">
                <a:solidFill>
                  <a:schemeClr val="bg1"/>
                </a:solidFill>
                <a:latin typeface="微软雅黑" panose="020B0503020204020204" pitchFamily="34" charset="-122"/>
                <a:ea typeface="微软雅黑" panose="020B0503020204020204" pitchFamily="34" charset="-122"/>
              </a:endParaRPr>
            </a:p>
          </p:txBody>
        </p:sp>
        <p:sp>
          <p:nvSpPr>
            <p:cNvPr id="75" name="圆角矩形 74"/>
            <p:cNvSpPr/>
            <p:nvPr>
              <p:custDataLst>
                <p:tags r:id="rId3"/>
              </p:custDataLst>
            </p:nvPr>
          </p:nvSpPr>
          <p:spPr>
            <a:xfrm>
              <a:off x="3962383" y="1235275"/>
              <a:ext cx="1260361" cy="664824"/>
            </a:xfrm>
            <a:prstGeom prst="roundRect">
              <a:avLst/>
            </a:prstGeom>
            <a:solidFill>
              <a:schemeClr val="tx2">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bg1"/>
                </a:solidFill>
                <a:latin typeface="微软雅黑" panose="020B0503020204020204" pitchFamily="34" charset="-122"/>
                <a:ea typeface="微软雅黑" panose="020B0503020204020204" pitchFamily="34" charset="-122"/>
              </a:endParaRPr>
            </a:p>
          </p:txBody>
        </p:sp>
        <p:sp>
          <p:nvSpPr>
            <p:cNvPr id="76" name="圆角矩形 75"/>
            <p:cNvSpPr/>
            <p:nvPr>
              <p:custDataLst>
                <p:tags r:id="rId4"/>
              </p:custDataLst>
            </p:nvPr>
          </p:nvSpPr>
          <p:spPr>
            <a:xfrm>
              <a:off x="2428294" y="1239040"/>
              <a:ext cx="1260361" cy="664824"/>
            </a:xfrm>
            <a:prstGeom prst="roundRect">
              <a:avLst/>
            </a:prstGeom>
            <a:solidFill>
              <a:srgbClr val="3787C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bg1"/>
                </a:solidFill>
                <a:latin typeface="微软雅黑" panose="020B0503020204020204" pitchFamily="34" charset="-122"/>
                <a:ea typeface="微软雅黑" panose="020B0503020204020204" pitchFamily="34" charset="-122"/>
              </a:endParaRPr>
            </a:p>
          </p:txBody>
        </p:sp>
        <p:sp>
          <p:nvSpPr>
            <p:cNvPr id="77" name="圆角矩形 76"/>
            <p:cNvSpPr/>
            <p:nvPr>
              <p:custDataLst>
                <p:tags r:id="rId5"/>
              </p:custDataLst>
            </p:nvPr>
          </p:nvSpPr>
          <p:spPr>
            <a:xfrm>
              <a:off x="5496472" y="1235275"/>
              <a:ext cx="1260361" cy="664824"/>
            </a:xfrm>
            <a:prstGeom prst="roundRect">
              <a:avLst/>
            </a:prstGeom>
            <a:solidFill>
              <a:srgbClr val="3787C3"/>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sz="1400" dirty="0">
                <a:solidFill>
                  <a:schemeClr val="bg1"/>
                </a:solidFill>
                <a:latin typeface="微软雅黑" panose="020B0503020204020204" pitchFamily="34" charset="-122"/>
                <a:ea typeface="微软雅黑" panose="020B0503020204020204" pitchFamily="34" charset="-122"/>
                <a:sym typeface="+mn-ea"/>
              </a:endParaRPr>
            </a:p>
          </p:txBody>
        </p:sp>
        <p:sp>
          <p:nvSpPr>
            <p:cNvPr id="78" name="圆角矩形 77"/>
            <p:cNvSpPr/>
            <p:nvPr>
              <p:custDataLst>
                <p:tags r:id="rId6"/>
              </p:custDataLst>
            </p:nvPr>
          </p:nvSpPr>
          <p:spPr>
            <a:xfrm>
              <a:off x="8564650" y="1235275"/>
              <a:ext cx="1260361" cy="664824"/>
            </a:xfrm>
            <a:prstGeom prst="roundRect">
              <a:avLst/>
            </a:prstGeom>
            <a:solidFill>
              <a:srgbClr val="3787C3"/>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sz="1400" dirty="0">
                <a:solidFill>
                  <a:schemeClr val="bg1"/>
                </a:solidFill>
                <a:latin typeface="微软雅黑" panose="020B0503020204020204" pitchFamily="34" charset="-122"/>
                <a:ea typeface="微软雅黑" panose="020B0503020204020204" pitchFamily="34" charset="-122"/>
                <a:sym typeface="+mn-ea"/>
              </a:endParaRPr>
            </a:p>
          </p:txBody>
        </p:sp>
        <p:sp>
          <p:nvSpPr>
            <p:cNvPr id="79" name="圆角矩形 78"/>
            <p:cNvSpPr/>
            <p:nvPr>
              <p:custDataLst>
                <p:tags r:id="rId7"/>
              </p:custDataLst>
            </p:nvPr>
          </p:nvSpPr>
          <p:spPr>
            <a:xfrm>
              <a:off x="7030561" y="1239040"/>
              <a:ext cx="1260361" cy="664824"/>
            </a:xfrm>
            <a:prstGeom prst="roundRect">
              <a:avLst/>
            </a:prstGeom>
            <a:solidFill>
              <a:schemeClr val="tx2">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sz="1400" dirty="0">
                <a:solidFill>
                  <a:schemeClr val="bg1"/>
                </a:solidFill>
                <a:latin typeface="微软雅黑" panose="020B0503020204020204" pitchFamily="34" charset="-122"/>
                <a:ea typeface="微软雅黑" panose="020B0503020204020204" pitchFamily="34" charset="-122"/>
                <a:sym typeface="+mn-ea"/>
              </a:endParaRPr>
            </a:p>
          </p:txBody>
        </p:sp>
        <p:sp>
          <p:nvSpPr>
            <p:cNvPr id="80" name="圆角矩形 79"/>
            <p:cNvSpPr/>
            <p:nvPr>
              <p:custDataLst>
                <p:tags r:id="rId8"/>
              </p:custDataLst>
            </p:nvPr>
          </p:nvSpPr>
          <p:spPr>
            <a:xfrm>
              <a:off x="10098738" y="1235275"/>
              <a:ext cx="1260361" cy="664824"/>
            </a:xfrm>
            <a:prstGeom prst="roundRect">
              <a:avLst/>
            </a:prstGeom>
            <a:solidFill>
              <a:schemeClr val="tx2">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sz="1400" dirty="0">
                <a:solidFill>
                  <a:schemeClr val="bg1"/>
                </a:solidFill>
                <a:latin typeface="微软雅黑" panose="020B0503020204020204" pitchFamily="34" charset="-122"/>
                <a:ea typeface="微软雅黑" panose="020B0503020204020204" pitchFamily="34" charset="-122"/>
                <a:sym typeface="+mn-ea"/>
              </a:endParaRPr>
            </a:p>
          </p:txBody>
        </p:sp>
      </p:grpSp>
      <p:sp>
        <p:nvSpPr>
          <p:cNvPr id="62" name="文本框 61"/>
          <p:cNvSpPr txBox="1"/>
          <p:nvPr>
            <p:custDataLst>
              <p:tags r:id="rId9"/>
            </p:custDataLst>
          </p:nvPr>
        </p:nvSpPr>
        <p:spPr>
          <a:xfrm>
            <a:off x="3197860" y="1957070"/>
            <a:ext cx="958850" cy="306705"/>
          </a:xfrm>
          <a:prstGeom prst="rect">
            <a:avLst/>
          </a:prstGeom>
          <a:noFill/>
        </p:spPr>
        <p:txBody>
          <a:bodyPr wrap="square" rtlCol="0">
            <a:spAutoFit/>
          </a:bodyPr>
          <a:lstStyle/>
          <a:p>
            <a:pPr algn="ctr"/>
            <a:r>
              <a:rPr lang="zh-CN" altLang="en-US" sz="14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营  销</a:t>
            </a:r>
            <a:endParaRPr lang="zh-CN" altLang="en-US" sz="14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3" name="文本框 62"/>
          <p:cNvSpPr txBox="1"/>
          <p:nvPr>
            <p:custDataLst>
              <p:tags r:id="rId10"/>
            </p:custDataLst>
          </p:nvPr>
        </p:nvSpPr>
        <p:spPr>
          <a:xfrm>
            <a:off x="4552950" y="1957070"/>
            <a:ext cx="829945" cy="306705"/>
          </a:xfrm>
          <a:prstGeom prst="rect">
            <a:avLst/>
          </a:prstGeom>
          <a:noFill/>
        </p:spPr>
        <p:txBody>
          <a:bodyPr wrap="square" rtlCol="0">
            <a:spAutoFit/>
          </a:bodyPr>
          <a:lstStyle/>
          <a:p>
            <a:pPr algn="ctr"/>
            <a:r>
              <a:rPr lang="zh-CN" altLang="en-US" sz="1400" b="1" dirty="0">
                <a:solidFill>
                  <a:schemeClr val="bg1"/>
                </a:solidFill>
                <a:latin typeface="微软雅黑" panose="020B0503020204020204" pitchFamily="34" charset="-122"/>
                <a:ea typeface="微软雅黑" panose="020B0503020204020204" pitchFamily="34" charset="-122"/>
              </a:rPr>
              <a:t>参与人</a:t>
            </a:r>
            <a:endParaRPr lang="zh-CN" altLang="en-US" sz="1400" b="1" dirty="0">
              <a:solidFill>
                <a:schemeClr val="bg1"/>
              </a:solidFill>
              <a:latin typeface="微软雅黑" panose="020B0503020204020204" pitchFamily="34" charset="-122"/>
              <a:ea typeface="微软雅黑" panose="020B0503020204020204" pitchFamily="34" charset="-122"/>
            </a:endParaRPr>
          </a:p>
        </p:txBody>
      </p:sp>
      <p:sp>
        <p:nvSpPr>
          <p:cNvPr id="64" name="文本框 63"/>
          <p:cNvSpPr txBox="1"/>
          <p:nvPr>
            <p:custDataLst>
              <p:tags r:id="rId11"/>
            </p:custDataLst>
          </p:nvPr>
        </p:nvSpPr>
        <p:spPr>
          <a:xfrm>
            <a:off x="5821680" y="1957070"/>
            <a:ext cx="929640" cy="306705"/>
          </a:xfrm>
          <a:prstGeom prst="rect">
            <a:avLst/>
          </a:prstGeom>
          <a:noFill/>
        </p:spPr>
        <p:txBody>
          <a:bodyPr wrap="square" rtlCol="0">
            <a:spAutoFit/>
          </a:bodyPr>
          <a:lstStyle/>
          <a:p>
            <a:pPr algn="ctr"/>
            <a:r>
              <a:rPr lang="zh-CN" altLang="en-US" sz="14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资  源</a:t>
            </a:r>
            <a:endParaRPr lang="zh-CN" altLang="en-US" sz="14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5" name="文本框 64"/>
          <p:cNvSpPr txBox="1"/>
          <p:nvPr>
            <p:custDataLst>
              <p:tags r:id="rId12"/>
            </p:custDataLst>
          </p:nvPr>
        </p:nvSpPr>
        <p:spPr>
          <a:xfrm>
            <a:off x="7083425" y="1957070"/>
            <a:ext cx="845820" cy="306705"/>
          </a:xfrm>
          <a:prstGeom prst="rect">
            <a:avLst/>
          </a:prstGeom>
          <a:noFill/>
        </p:spPr>
        <p:txBody>
          <a:bodyPr wrap="square" rtlCol="0">
            <a:spAutoFit/>
          </a:bodyPr>
          <a:lstStyle/>
          <a:p>
            <a:pPr algn="ctr"/>
            <a:r>
              <a:rPr lang="zh-CN" altLang="en-US" sz="14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账  务</a:t>
            </a:r>
            <a:endParaRPr lang="zh-CN" altLang="en-US" sz="14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6" name="文本框 65"/>
          <p:cNvSpPr txBox="1"/>
          <p:nvPr>
            <p:custDataLst>
              <p:tags r:id="rId13"/>
            </p:custDataLst>
          </p:nvPr>
        </p:nvSpPr>
        <p:spPr>
          <a:xfrm>
            <a:off x="8658225" y="1957070"/>
            <a:ext cx="733425" cy="306705"/>
          </a:xfrm>
          <a:prstGeom prst="rect">
            <a:avLst/>
          </a:prstGeom>
          <a:noFill/>
        </p:spPr>
        <p:txBody>
          <a:bodyPr wrap="square" rtlCol="0">
            <a:spAutoFit/>
          </a:bodyPr>
          <a:lstStyle/>
          <a:p>
            <a:pPr algn="ctr"/>
            <a:r>
              <a:rPr lang="zh-CN" altLang="en-US" sz="14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财  务</a:t>
            </a:r>
            <a:endParaRPr lang="zh-CN" altLang="en-US" sz="14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7" name="文本框 66"/>
          <p:cNvSpPr txBox="1"/>
          <p:nvPr>
            <p:custDataLst>
              <p:tags r:id="rId14"/>
            </p:custDataLst>
          </p:nvPr>
        </p:nvSpPr>
        <p:spPr>
          <a:xfrm>
            <a:off x="9833610" y="1957070"/>
            <a:ext cx="730250" cy="306705"/>
          </a:xfrm>
          <a:prstGeom prst="rect">
            <a:avLst/>
          </a:prstGeom>
          <a:noFill/>
        </p:spPr>
        <p:txBody>
          <a:bodyPr wrap="square" rtlCol="0">
            <a:spAutoFit/>
          </a:bodyPr>
          <a:lstStyle/>
          <a:p>
            <a:pPr algn="ctr"/>
            <a:r>
              <a:rPr lang="zh-CN" altLang="en-US" sz="14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服  务</a:t>
            </a:r>
            <a:endParaRPr lang="zh-CN" altLang="en-US" sz="14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8" name="book_118069"/>
          <p:cNvSpPr>
            <a:spLocks noChangeAspect="1"/>
          </p:cNvSpPr>
          <p:nvPr>
            <p:custDataLst>
              <p:tags r:id="rId15"/>
            </p:custDataLst>
          </p:nvPr>
        </p:nvSpPr>
        <p:spPr bwMode="auto">
          <a:xfrm>
            <a:off x="3063240" y="1979295"/>
            <a:ext cx="262890" cy="262255"/>
          </a:xfrm>
          <a:custGeom>
            <a:avLst/>
            <a:gdLst>
              <a:gd name="connsiteX0" fmla="*/ 242094 w 331788"/>
              <a:gd name="connsiteY0" fmla="*/ 203585 h 328613"/>
              <a:gd name="connsiteX1" fmla="*/ 214264 w 331788"/>
              <a:gd name="connsiteY1" fmla="*/ 214264 h 328613"/>
              <a:gd name="connsiteX2" fmla="*/ 214264 w 331788"/>
              <a:gd name="connsiteY2" fmla="*/ 269924 h 328613"/>
              <a:gd name="connsiteX3" fmla="*/ 269924 w 331788"/>
              <a:gd name="connsiteY3" fmla="*/ 269924 h 328613"/>
              <a:gd name="connsiteX4" fmla="*/ 269924 w 331788"/>
              <a:gd name="connsiteY4" fmla="*/ 214264 h 328613"/>
              <a:gd name="connsiteX5" fmla="*/ 242094 w 331788"/>
              <a:gd name="connsiteY5" fmla="*/ 203585 h 328613"/>
              <a:gd name="connsiteX6" fmla="*/ 85725 w 331788"/>
              <a:gd name="connsiteY6" fmla="*/ 200752 h 328613"/>
              <a:gd name="connsiteX7" fmla="*/ 136525 w 331788"/>
              <a:gd name="connsiteY7" fmla="*/ 207698 h 328613"/>
              <a:gd name="connsiteX8" fmla="*/ 132667 w 331788"/>
              <a:gd name="connsiteY8" fmla="*/ 222250 h 328613"/>
              <a:gd name="connsiteX9" fmla="*/ 38783 w 331788"/>
              <a:gd name="connsiteY9" fmla="*/ 222250 h 328613"/>
              <a:gd name="connsiteX10" fmla="*/ 34925 w 331788"/>
              <a:gd name="connsiteY10" fmla="*/ 207698 h 328613"/>
              <a:gd name="connsiteX11" fmla="*/ 85725 w 331788"/>
              <a:gd name="connsiteY11" fmla="*/ 200752 h 328613"/>
              <a:gd name="connsiteX12" fmla="*/ 86038 w 331788"/>
              <a:gd name="connsiteY12" fmla="*/ 150283 h 328613"/>
              <a:gd name="connsiteX13" fmla="*/ 136525 w 331788"/>
              <a:gd name="connsiteY13" fmla="*/ 158221 h 328613"/>
              <a:gd name="connsiteX14" fmla="*/ 132678 w 331788"/>
              <a:gd name="connsiteY14" fmla="*/ 171450 h 328613"/>
              <a:gd name="connsiteX15" fmla="*/ 39076 w 331788"/>
              <a:gd name="connsiteY15" fmla="*/ 171450 h 328613"/>
              <a:gd name="connsiteX16" fmla="*/ 36512 w 331788"/>
              <a:gd name="connsiteY16" fmla="*/ 158221 h 328613"/>
              <a:gd name="connsiteX17" fmla="*/ 86038 w 331788"/>
              <a:gd name="connsiteY17" fmla="*/ 150283 h 328613"/>
              <a:gd name="connsiteX18" fmla="*/ 243681 w 331788"/>
              <a:gd name="connsiteY18" fmla="*/ 148724 h 328613"/>
              <a:gd name="connsiteX19" fmla="*/ 295275 w 331788"/>
              <a:gd name="connsiteY19" fmla="*/ 156745 h 328613"/>
              <a:gd name="connsiteX20" fmla="*/ 292663 w 331788"/>
              <a:gd name="connsiteY20" fmla="*/ 171450 h 328613"/>
              <a:gd name="connsiteX21" fmla="*/ 197312 w 331788"/>
              <a:gd name="connsiteY21" fmla="*/ 171450 h 328613"/>
              <a:gd name="connsiteX22" fmla="*/ 192087 w 331788"/>
              <a:gd name="connsiteY22" fmla="*/ 156745 h 328613"/>
              <a:gd name="connsiteX23" fmla="*/ 243681 w 331788"/>
              <a:gd name="connsiteY23" fmla="*/ 148724 h 328613"/>
              <a:gd name="connsiteX24" fmla="*/ 86038 w 331788"/>
              <a:gd name="connsiteY24" fmla="*/ 99483 h 328613"/>
              <a:gd name="connsiteX25" fmla="*/ 136525 w 331788"/>
              <a:gd name="connsiteY25" fmla="*/ 107421 h 328613"/>
              <a:gd name="connsiteX26" fmla="*/ 132678 w 331788"/>
              <a:gd name="connsiteY26" fmla="*/ 120650 h 328613"/>
              <a:gd name="connsiteX27" fmla="*/ 39076 w 331788"/>
              <a:gd name="connsiteY27" fmla="*/ 120650 h 328613"/>
              <a:gd name="connsiteX28" fmla="*/ 36512 w 331788"/>
              <a:gd name="connsiteY28" fmla="*/ 107421 h 328613"/>
              <a:gd name="connsiteX29" fmla="*/ 86038 w 331788"/>
              <a:gd name="connsiteY29" fmla="*/ 99483 h 328613"/>
              <a:gd name="connsiteX30" fmla="*/ 243681 w 331788"/>
              <a:gd name="connsiteY30" fmla="*/ 99152 h 328613"/>
              <a:gd name="connsiteX31" fmla="*/ 295275 w 331788"/>
              <a:gd name="connsiteY31" fmla="*/ 106098 h 328613"/>
              <a:gd name="connsiteX32" fmla="*/ 292663 w 331788"/>
              <a:gd name="connsiteY32" fmla="*/ 120650 h 328613"/>
              <a:gd name="connsiteX33" fmla="*/ 196006 w 331788"/>
              <a:gd name="connsiteY33" fmla="*/ 120650 h 328613"/>
              <a:gd name="connsiteX34" fmla="*/ 192087 w 331788"/>
              <a:gd name="connsiteY34" fmla="*/ 106098 h 328613"/>
              <a:gd name="connsiteX35" fmla="*/ 243681 w 331788"/>
              <a:gd name="connsiteY35" fmla="*/ 99152 h 328613"/>
              <a:gd name="connsiteX36" fmla="*/ 243681 w 331788"/>
              <a:gd name="connsiteY36" fmla="*/ 48711 h 328613"/>
              <a:gd name="connsiteX37" fmla="*/ 295275 w 331788"/>
              <a:gd name="connsiteY37" fmla="*/ 56732 h 328613"/>
              <a:gd name="connsiteX38" fmla="*/ 292663 w 331788"/>
              <a:gd name="connsiteY38" fmla="*/ 71437 h 328613"/>
              <a:gd name="connsiteX39" fmla="*/ 197312 w 331788"/>
              <a:gd name="connsiteY39" fmla="*/ 71437 h 328613"/>
              <a:gd name="connsiteX40" fmla="*/ 192087 w 331788"/>
              <a:gd name="connsiteY40" fmla="*/ 56732 h 328613"/>
              <a:gd name="connsiteX41" fmla="*/ 243681 w 331788"/>
              <a:gd name="connsiteY41" fmla="*/ 48711 h 328613"/>
              <a:gd name="connsiteX42" fmla="*/ 85725 w 331788"/>
              <a:gd name="connsiteY42" fmla="*/ 48683 h 328613"/>
              <a:gd name="connsiteX43" fmla="*/ 136525 w 331788"/>
              <a:gd name="connsiteY43" fmla="*/ 56621 h 328613"/>
              <a:gd name="connsiteX44" fmla="*/ 132667 w 331788"/>
              <a:gd name="connsiteY44" fmla="*/ 69850 h 328613"/>
              <a:gd name="connsiteX45" fmla="*/ 38783 w 331788"/>
              <a:gd name="connsiteY45" fmla="*/ 69850 h 328613"/>
              <a:gd name="connsiteX46" fmla="*/ 34925 w 331788"/>
              <a:gd name="connsiteY46" fmla="*/ 56621 h 328613"/>
              <a:gd name="connsiteX47" fmla="*/ 85725 w 331788"/>
              <a:gd name="connsiteY47" fmla="*/ 48683 h 328613"/>
              <a:gd name="connsiteX48" fmla="*/ 245779 w 331788"/>
              <a:gd name="connsiteY48" fmla="*/ 12700 h 328613"/>
              <a:gd name="connsiteX49" fmla="*/ 171450 w 331788"/>
              <a:gd name="connsiteY49" fmla="*/ 28215 h 328613"/>
              <a:gd name="connsiteX50" fmla="*/ 171450 w 331788"/>
              <a:gd name="connsiteY50" fmla="*/ 263525 h 328613"/>
              <a:gd name="connsiteX51" fmla="*/ 192314 w 331788"/>
              <a:gd name="connsiteY51" fmla="*/ 257061 h 328613"/>
              <a:gd name="connsiteX52" fmla="*/ 205355 w 331788"/>
              <a:gd name="connsiteY52" fmla="*/ 205344 h 328613"/>
              <a:gd name="connsiteX53" fmla="*/ 279684 w 331788"/>
              <a:gd name="connsiteY53" fmla="*/ 205344 h 328613"/>
              <a:gd name="connsiteX54" fmla="*/ 294028 w 331788"/>
              <a:gd name="connsiteY54" fmla="*/ 257061 h 328613"/>
              <a:gd name="connsiteX55" fmla="*/ 317500 w 331788"/>
              <a:gd name="connsiteY55" fmla="*/ 263525 h 328613"/>
              <a:gd name="connsiteX56" fmla="*/ 317500 w 331788"/>
              <a:gd name="connsiteY56" fmla="*/ 28215 h 328613"/>
              <a:gd name="connsiteX57" fmla="*/ 245779 w 331788"/>
              <a:gd name="connsiteY57" fmla="*/ 12700 h 328613"/>
              <a:gd name="connsiteX58" fmla="*/ 84931 w 331788"/>
              <a:gd name="connsiteY58" fmla="*/ 12700 h 328613"/>
              <a:gd name="connsiteX59" fmla="*/ 12700 w 331788"/>
              <a:gd name="connsiteY59" fmla="*/ 28215 h 328613"/>
              <a:gd name="connsiteX60" fmla="*/ 12700 w 331788"/>
              <a:gd name="connsiteY60" fmla="*/ 263525 h 328613"/>
              <a:gd name="connsiteX61" fmla="*/ 84931 w 331788"/>
              <a:gd name="connsiteY61" fmla="*/ 249303 h 328613"/>
              <a:gd name="connsiteX62" fmla="*/ 157163 w 331788"/>
              <a:gd name="connsiteY62" fmla="*/ 263525 h 328613"/>
              <a:gd name="connsiteX63" fmla="*/ 157163 w 331788"/>
              <a:gd name="connsiteY63" fmla="*/ 28215 h 328613"/>
              <a:gd name="connsiteX64" fmla="*/ 84931 w 331788"/>
              <a:gd name="connsiteY64" fmla="*/ 12700 h 328613"/>
              <a:gd name="connsiteX65" fmla="*/ 86835 w 331788"/>
              <a:gd name="connsiteY65" fmla="*/ 0 h 328613"/>
              <a:gd name="connsiteX66" fmla="*/ 165894 w 331788"/>
              <a:gd name="connsiteY66" fmla="*/ 15525 h 328613"/>
              <a:gd name="connsiteX67" fmla="*/ 244953 w 331788"/>
              <a:gd name="connsiteY67" fmla="*/ 0 h 328613"/>
              <a:gd name="connsiteX68" fmla="*/ 326604 w 331788"/>
              <a:gd name="connsiteY68" fmla="*/ 16819 h 328613"/>
              <a:gd name="connsiteX69" fmla="*/ 331788 w 331788"/>
              <a:gd name="connsiteY69" fmla="*/ 23288 h 328613"/>
              <a:gd name="connsiteX70" fmla="*/ 331788 w 331788"/>
              <a:gd name="connsiteY70" fmla="*/ 274276 h 328613"/>
              <a:gd name="connsiteX71" fmla="*/ 322716 w 331788"/>
              <a:gd name="connsiteY71" fmla="*/ 280744 h 328613"/>
              <a:gd name="connsiteX72" fmla="*/ 289019 w 331788"/>
              <a:gd name="connsiteY72" fmla="*/ 269101 h 328613"/>
              <a:gd name="connsiteX73" fmla="*/ 285130 w 331788"/>
              <a:gd name="connsiteY73" fmla="*/ 274276 h 328613"/>
              <a:gd name="connsiteX74" fmla="*/ 329196 w 331788"/>
              <a:gd name="connsiteY74" fmla="*/ 318263 h 328613"/>
              <a:gd name="connsiteX75" fmla="*/ 318828 w 331788"/>
              <a:gd name="connsiteY75" fmla="*/ 328613 h 328613"/>
              <a:gd name="connsiteX76" fmla="*/ 274762 w 331788"/>
              <a:gd name="connsiteY76" fmla="*/ 284626 h 328613"/>
              <a:gd name="connsiteX77" fmla="*/ 206072 w 331788"/>
              <a:gd name="connsiteY77" fmla="*/ 279451 h 328613"/>
              <a:gd name="connsiteX78" fmla="*/ 198295 w 331788"/>
              <a:gd name="connsiteY78" fmla="*/ 270394 h 328613"/>
              <a:gd name="connsiteX79" fmla="*/ 167190 w 331788"/>
              <a:gd name="connsiteY79" fmla="*/ 280744 h 328613"/>
              <a:gd name="connsiteX80" fmla="*/ 163302 w 331788"/>
              <a:gd name="connsiteY80" fmla="*/ 280744 h 328613"/>
              <a:gd name="connsiteX81" fmla="*/ 85539 w 331788"/>
              <a:gd name="connsiteY81" fmla="*/ 263926 h 328613"/>
              <a:gd name="connsiteX82" fmla="*/ 9072 w 331788"/>
              <a:gd name="connsiteY82" fmla="*/ 280744 h 328613"/>
              <a:gd name="connsiteX83" fmla="*/ 0 w 331788"/>
              <a:gd name="connsiteY83" fmla="*/ 274276 h 328613"/>
              <a:gd name="connsiteX84" fmla="*/ 0 w 331788"/>
              <a:gd name="connsiteY84" fmla="*/ 23288 h 328613"/>
              <a:gd name="connsiteX85" fmla="*/ 5184 w 331788"/>
              <a:gd name="connsiteY85" fmla="*/ 16819 h 328613"/>
              <a:gd name="connsiteX86" fmla="*/ 86835 w 331788"/>
              <a:gd name="connsiteY86" fmla="*/ 0 h 3286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Lst>
            <a:rect l="l" t="t" r="r" b="b"/>
            <a:pathLst>
              <a:path w="331788" h="328613">
                <a:moveTo>
                  <a:pt x="242094" y="203585"/>
                </a:moveTo>
                <a:cubicBezTo>
                  <a:pt x="232062" y="203585"/>
                  <a:pt x="222031" y="207145"/>
                  <a:pt x="214264" y="214264"/>
                </a:cubicBezTo>
                <a:cubicBezTo>
                  <a:pt x="200025" y="229797"/>
                  <a:pt x="200025" y="254391"/>
                  <a:pt x="214264" y="269924"/>
                </a:cubicBezTo>
                <a:cubicBezTo>
                  <a:pt x="229797" y="284163"/>
                  <a:pt x="254391" y="284163"/>
                  <a:pt x="269924" y="269924"/>
                </a:cubicBezTo>
                <a:cubicBezTo>
                  <a:pt x="284163" y="254391"/>
                  <a:pt x="284163" y="229797"/>
                  <a:pt x="269924" y="214264"/>
                </a:cubicBezTo>
                <a:cubicBezTo>
                  <a:pt x="262158" y="207145"/>
                  <a:pt x="252126" y="203585"/>
                  <a:pt x="242094" y="203585"/>
                </a:cubicBezTo>
                <a:close/>
                <a:moveTo>
                  <a:pt x="85725" y="200752"/>
                </a:moveTo>
                <a:cubicBezTo>
                  <a:pt x="102122" y="200752"/>
                  <a:pt x="118520" y="203067"/>
                  <a:pt x="136525" y="207698"/>
                </a:cubicBezTo>
                <a:cubicBezTo>
                  <a:pt x="136525" y="207698"/>
                  <a:pt x="136525" y="207698"/>
                  <a:pt x="132667" y="222250"/>
                </a:cubicBezTo>
                <a:cubicBezTo>
                  <a:pt x="99229" y="211667"/>
                  <a:pt x="72221" y="211667"/>
                  <a:pt x="38783" y="222250"/>
                </a:cubicBezTo>
                <a:cubicBezTo>
                  <a:pt x="38783" y="222250"/>
                  <a:pt x="38783" y="222250"/>
                  <a:pt x="34925" y="207698"/>
                </a:cubicBezTo>
                <a:cubicBezTo>
                  <a:pt x="52930" y="203067"/>
                  <a:pt x="69327" y="200752"/>
                  <a:pt x="85725" y="200752"/>
                </a:cubicBezTo>
                <a:close/>
                <a:moveTo>
                  <a:pt x="86038" y="150283"/>
                </a:moveTo>
                <a:cubicBezTo>
                  <a:pt x="102226" y="150283"/>
                  <a:pt x="118574" y="152929"/>
                  <a:pt x="136525" y="158221"/>
                </a:cubicBezTo>
                <a:cubicBezTo>
                  <a:pt x="136525" y="158221"/>
                  <a:pt x="136525" y="158221"/>
                  <a:pt x="132678" y="171450"/>
                </a:cubicBezTo>
                <a:cubicBezTo>
                  <a:pt x="99341" y="162190"/>
                  <a:pt x="72414" y="162190"/>
                  <a:pt x="39076" y="171450"/>
                </a:cubicBezTo>
                <a:cubicBezTo>
                  <a:pt x="39076" y="171450"/>
                  <a:pt x="39076" y="171450"/>
                  <a:pt x="36512" y="158221"/>
                </a:cubicBezTo>
                <a:cubicBezTo>
                  <a:pt x="53822" y="152929"/>
                  <a:pt x="69850" y="150283"/>
                  <a:pt x="86038" y="150283"/>
                </a:cubicBezTo>
                <a:close/>
                <a:moveTo>
                  <a:pt x="243681" y="148724"/>
                </a:moveTo>
                <a:cubicBezTo>
                  <a:pt x="260335" y="148724"/>
                  <a:pt x="276989" y="151398"/>
                  <a:pt x="295275" y="156745"/>
                </a:cubicBezTo>
                <a:cubicBezTo>
                  <a:pt x="295275" y="156745"/>
                  <a:pt x="295275" y="156745"/>
                  <a:pt x="292663" y="171450"/>
                </a:cubicBezTo>
                <a:cubicBezTo>
                  <a:pt x="257396" y="162092"/>
                  <a:pt x="231272" y="162092"/>
                  <a:pt x="197312" y="171450"/>
                </a:cubicBezTo>
                <a:cubicBezTo>
                  <a:pt x="197312" y="171450"/>
                  <a:pt x="197312" y="171450"/>
                  <a:pt x="192087" y="156745"/>
                </a:cubicBezTo>
                <a:cubicBezTo>
                  <a:pt x="210374" y="151398"/>
                  <a:pt x="227027" y="148724"/>
                  <a:pt x="243681" y="148724"/>
                </a:cubicBezTo>
                <a:close/>
                <a:moveTo>
                  <a:pt x="86038" y="99483"/>
                </a:moveTo>
                <a:cubicBezTo>
                  <a:pt x="102226" y="99483"/>
                  <a:pt x="118574" y="102129"/>
                  <a:pt x="136525" y="107421"/>
                </a:cubicBezTo>
                <a:cubicBezTo>
                  <a:pt x="136525" y="107421"/>
                  <a:pt x="136525" y="107421"/>
                  <a:pt x="132678" y="120650"/>
                </a:cubicBezTo>
                <a:cubicBezTo>
                  <a:pt x="99341" y="111390"/>
                  <a:pt x="72414" y="111390"/>
                  <a:pt x="39076" y="120650"/>
                </a:cubicBezTo>
                <a:cubicBezTo>
                  <a:pt x="39076" y="120650"/>
                  <a:pt x="39076" y="120650"/>
                  <a:pt x="36512" y="107421"/>
                </a:cubicBezTo>
                <a:cubicBezTo>
                  <a:pt x="53822" y="102129"/>
                  <a:pt x="69850" y="99483"/>
                  <a:pt x="86038" y="99483"/>
                </a:cubicBezTo>
                <a:close/>
                <a:moveTo>
                  <a:pt x="243681" y="99152"/>
                </a:moveTo>
                <a:cubicBezTo>
                  <a:pt x="260335" y="99152"/>
                  <a:pt x="276989" y="101467"/>
                  <a:pt x="295275" y="106098"/>
                </a:cubicBezTo>
                <a:cubicBezTo>
                  <a:pt x="295275" y="106098"/>
                  <a:pt x="295275" y="106098"/>
                  <a:pt x="292663" y="120650"/>
                </a:cubicBezTo>
                <a:cubicBezTo>
                  <a:pt x="257396" y="111390"/>
                  <a:pt x="231272" y="111390"/>
                  <a:pt x="196006" y="120650"/>
                </a:cubicBezTo>
                <a:cubicBezTo>
                  <a:pt x="196006" y="120650"/>
                  <a:pt x="196006" y="120650"/>
                  <a:pt x="192087" y="106098"/>
                </a:cubicBezTo>
                <a:cubicBezTo>
                  <a:pt x="210374" y="101467"/>
                  <a:pt x="227027" y="99152"/>
                  <a:pt x="243681" y="99152"/>
                </a:cubicBezTo>
                <a:close/>
                <a:moveTo>
                  <a:pt x="243681" y="48711"/>
                </a:moveTo>
                <a:cubicBezTo>
                  <a:pt x="260335" y="48711"/>
                  <a:pt x="276989" y="51385"/>
                  <a:pt x="295275" y="56732"/>
                </a:cubicBezTo>
                <a:cubicBezTo>
                  <a:pt x="295275" y="56732"/>
                  <a:pt x="295275" y="56732"/>
                  <a:pt x="292663" y="71437"/>
                </a:cubicBezTo>
                <a:cubicBezTo>
                  <a:pt x="257396" y="60742"/>
                  <a:pt x="231272" y="60742"/>
                  <a:pt x="197312" y="71437"/>
                </a:cubicBezTo>
                <a:cubicBezTo>
                  <a:pt x="197312" y="71437"/>
                  <a:pt x="197312" y="71437"/>
                  <a:pt x="192087" y="56732"/>
                </a:cubicBezTo>
                <a:cubicBezTo>
                  <a:pt x="210374" y="51385"/>
                  <a:pt x="227027" y="48711"/>
                  <a:pt x="243681" y="48711"/>
                </a:cubicBezTo>
                <a:close/>
                <a:moveTo>
                  <a:pt x="85725" y="48683"/>
                </a:moveTo>
                <a:cubicBezTo>
                  <a:pt x="102122" y="48683"/>
                  <a:pt x="118520" y="51329"/>
                  <a:pt x="136525" y="56621"/>
                </a:cubicBezTo>
                <a:cubicBezTo>
                  <a:pt x="136525" y="56621"/>
                  <a:pt x="136525" y="56621"/>
                  <a:pt x="132667" y="69850"/>
                </a:cubicBezTo>
                <a:cubicBezTo>
                  <a:pt x="99229" y="60590"/>
                  <a:pt x="72221" y="60590"/>
                  <a:pt x="38783" y="69850"/>
                </a:cubicBezTo>
                <a:lnTo>
                  <a:pt x="34925" y="56621"/>
                </a:lnTo>
                <a:cubicBezTo>
                  <a:pt x="52930" y="51329"/>
                  <a:pt x="69327" y="48683"/>
                  <a:pt x="85725" y="48683"/>
                </a:cubicBezTo>
                <a:close/>
                <a:moveTo>
                  <a:pt x="245779" y="12700"/>
                </a:moveTo>
                <a:cubicBezTo>
                  <a:pt x="224915" y="12700"/>
                  <a:pt x="201443" y="16579"/>
                  <a:pt x="171450" y="28215"/>
                </a:cubicBezTo>
                <a:cubicBezTo>
                  <a:pt x="171450" y="28215"/>
                  <a:pt x="171450" y="28215"/>
                  <a:pt x="171450" y="263525"/>
                </a:cubicBezTo>
                <a:cubicBezTo>
                  <a:pt x="176666" y="262232"/>
                  <a:pt x="185794" y="259646"/>
                  <a:pt x="192314" y="257061"/>
                </a:cubicBezTo>
                <a:cubicBezTo>
                  <a:pt x="185794" y="238960"/>
                  <a:pt x="191010" y="219566"/>
                  <a:pt x="205355" y="205344"/>
                </a:cubicBezTo>
                <a:cubicBezTo>
                  <a:pt x="226219" y="184657"/>
                  <a:pt x="258819" y="184657"/>
                  <a:pt x="279684" y="205344"/>
                </a:cubicBezTo>
                <a:cubicBezTo>
                  <a:pt x="294028" y="218273"/>
                  <a:pt x="299244" y="238960"/>
                  <a:pt x="294028" y="257061"/>
                </a:cubicBezTo>
                <a:cubicBezTo>
                  <a:pt x="301852" y="258353"/>
                  <a:pt x="312284" y="262232"/>
                  <a:pt x="317500" y="263525"/>
                </a:cubicBezTo>
                <a:lnTo>
                  <a:pt x="317500" y="28215"/>
                </a:lnTo>
                <a:cubicBezTo>
                  <a:pt x="288812" y="17872"/>
                  <a:pt x="266643" y="12700"/>
                  <a:pt x="245779" y="12700"/>
                </a:cubicBezTo>
                <a:close/>
                <a:moveTo>
                  <a:pt x="84931" y="12700"/>
                </a:moveTo>
                <a:cubicBezTo>
                  <a:pt x="63004" y="12700"/>
                  <a:pt x="42366" y="17872"/>
                  <a:pt x="12700" y="28215"/>
                </a:cubicBezTo>
                <a:cubicBezTo>
                  <a:pt x="12700" y="28215"/>
                  <a:pt x="12700" y="28215"/>
                  <a:pt x="12700" y="263525"/>
                </a:cubicBezTo>
                <a:cubicBezTo>
                  <a:pt x="41077" y="254475"/>
                  <a:pt x="63004" y="249303"/>
                  <a:pt x="84931" y="249303"/>
                </a:cubicBezTo>
                <a:cubicBezTo>
                  <a:pt x="106859" y="249303"/>
                  <a:pt x="128786" y="254475"/>
                  <a:pt x="157163" y="263525"/>
                </a:cubicBezTo>
                <a:lnTo>
                  <a:pt x="157163" y="28215"/>
                </a:lnTo>
                <a:cubicBezTo>
                  <a:pt x="128786" y="17872"/>
                  <a:pt x="106859" y="12700"/>
                  <a:pt x="84931" y="12700"/>
                </a:cubicBezTo>
                <a:close/>
                <a:moveTo>
                  <a:pt x="86835" y="0"/>
                </a:moveTo>
                <a:cubicBezTo>
                  <a:pt x="110164" y="0"/>
                  <a:pt x="133493" y="5175"/>
                  <a:pt x="165894" y="15525"/>
                </a:cubicBezTo>
                <a:cubicBezTo>
                  <a:pt x="198295" y="5175"/>
                  <a:pt x="221624" y="0"/>
                  <a:pt x="244953" y="0"/>
                </a:cubicBezTo>
                <a:cubicBezTo>
                  <a:pt x="269578" y="0"/>
                  <a:pt x="294203" y="5175"/>
                  <a:pt x="326604" y="16819"/>
                </a:cubicBezTo>
                <a:cubicBezTo>
                  <a:pt x="329196" y="18113"/>
                  <a:pt x="331788" y="20700"/>
                  <a:pt x="331788" y="23288"/>
                </a:cubicBezTo>
                <a:cubicBezTo>
                  <a:pt x="331788" y="23288"/>
                  <a:pt x="331788" y="23288"/>
                  <a:pt x="331788" y="274276"/>
                </a:cubicBezTo>
                <a:cubicBezTo>
                  <a:pt x="331788" y="280744"/>
                  <a:pt x="325308" y="280744"/>
                  <a:pt x="322716" y="280744"/>
                </a:cubicBezTo>
                <a:cubicBezTo>
                  <a:pt x="313643" y="276863"/>
                  <a:pt x="299387" y="272982"/>
                  <a:pt x="289019" y="269101"/>
                </a:cubicBezTo>
                <a:cubicBezTo>
                  <a:pt x="287723" y="271688"/>
                  <a:pt x="286427" y="272982"/>
                  <a:pt x="285130" y="274276"/>
                </a:cubicBezTo>
                <a:cubicBezTo>
                  <a:pt x="285130" y="274276"/>
                  <a:pt x="285130" y="274276"/>
                  <a:pt x="329196" y="318263"/>
                </a:cubicBezTo>
                <a:cubicBezTo>
                  <a:pt x="329196" y="318263"/>
                  <a:pt x="329196" y="318263"/>
                  <a:pt x="318828" y="328613"/>
                </a:cubicBezTo>
                <a:cubicBezTo>
                  <a:pt x="318828" y="328613"/>
                  <a:pt x="318828" y="328613"/>
                  <a:pt x="274762" y="284626"/>
                </a:cubicBezTo>
                <a:cubicBezTo>
                  <a:pt x="254025" y="300151"/>
                  <a:pt x="224216" y="298857"/>
                  <a:pt x="206072" y="279451"/>
                </a:cubicBezTo>
                <a:cubicBezTo>
                  <a:pt x="202183" y="276863"/>
                  <a:pt x="200887" y="274276"/>
                  <a:pt x="198295" y="270394"/>
                </a:cubicBezTo>
                <a:cubicBezTo>
                  <a:pt x="189223" y="272982"/>
                  <a:pt x="174966" y="278157"/>
                  <a:pt x="167190" y="280744"/>
                </a:cubicBezTo>
                <a:cubicBezTo>
                  <a:pt x="165894" y="280744"/>
                  <a:pt x="164598" y="280744"/>
                  <a:pt x="163302" y="280744"/>
                </a:cubicBezTo>
                <a:cubicBezTo>
                  <a:pt x="130901" y="269101"/>
                  <a:pt x="108868" y="263926"/>
                  <a:pt x="85539" y="263926"/>
                </a:cubicBezTo>
                <a:cubicBezTo>
                  <a:pt x="63506" y="263926"/>
                  <a:pt x="40177" y="269101"/>
                  <a:pt x="9072" y="280744"/>
                </a:cubicBezTo>
                <a:cubicBezTo>
                  <a:pt x="6480" y="280744"/>
                  <a:pt x="0" y="280744"/>
                  <a:pt x="0" y="274276"/>
                </a:cubicBezTo>
                <a:cubicBezTo>
                  <a:pt x="0" y="274276"/>
                  <a:pt x="0" y="274276"/>
                  <a:pt x="0" y="23288"/>
                </a:cubicBezTo>
                <a:cubicBezTo>
                  <a:pt x="0" y="20700"/>
                  <a:pt x="2592" y="18113"/>
                  <a:pt x="5184" y="16819"/>
                </a:cubicBezTo>
                <a:cubicBezTo>
                  <a:pt x="37585" y="5175"/>
                  <a:pt x="62210" y="0"/>
                  <a:pt x="86835" y="0"/>
                </a:cubicBezTo>
                <a:close/>
              </a:path>
            </a:pathLst>
          </a:custGeom>
          <a:solidFill>
            <a:schemeClr val="bg1"/>
          </a:solidFill>
          <a:ln>
            <a:noFill/>
          </a:ln>
        </p:spPr>
      </p:sp>
      <p:sp>
        <p:nvSpPr>
          <p:cNvPr id="69" name="male-university-graduate-silhouette-with-the-cap_46143"/>
          <p:cNvSpPr>
            <a:spLocks noChangeAspect="1"/>
          </p:cNvSpPr>
          <p:nvPr>
            <p:custDataLst>
              <p:tags r:id="rId16"/>
            </p:custDataLst>
          </p:nvPr>
        </p:nvSpPr>
        <p:spPr bwMode="auto">
          <a:xfrm>
            <a:off x="4383405" y="1940560"/>
            <a:ext cx="296545" cy="321310"/>
          </a:xfrm>
          <a:custGeom>
            <a:avLst/>
            <a:gdLst>
              <a:gd name="T0" fmla="*/ 233 w 238"/>
              <a:gd name="T1" fmla="*/ 236 h 256"/>
              <a:gd name="T2" fmla="*/ 173 w 238"/>
              <a:gd name="T3" fmla="*/ 210 h 256"/>
              <a:gd name="T4" fmla="*/ 168 w 238"/>
              <a:gd name="T5" fmla="*/ 207 h 256"/>
              <a:gd name="T6" fmla="*/ 164 w 238"/>
              <a:gd name="T7" fmla="*/ 195 h 256"/>
              <a:gd name="T8" fmla="*/ 159 w 238"/>
              <a:gd name="T9" fmla="*/ 189 h 256"/>
              <a:gd name="T10" fmla="*/ 157 w 238"/>
              <a:gd name="T11" fmla="*/ 186 h 256"/>
              <a:gd name="T12" fmla="*/ 158 w 238"/>
              <a:gd name="T13" fmla="*/ 167 h 256"/>
              <a:gd name="T14" fmla="*/ 167 w 238"/>
              <a:gd name="T15" fmla="*/ 149 h 256"/>
              <a:gd name="T16" fmla="*/ 178 w 238"/>
              <a:gd name="T17" fmla="*/ 113 h 256"/>
              <a:gd name="T18" fmla="*/ 172 w 238"/>
              <a:gd name="T19" fmla="*/ 109 h 256"/>
              <a:gd name="T20" fmla="*/ 179 w 238"/>
              <a:gd name="T21" fmla="*/ 77 h 256"/>
              <a:gd name="T22" fmla="*/ 180 w 238"/>
              <a:gd name="T23" fmla="*/ 84 h 256"/>
              <a:gd name="T24" fmla="*/ 180 w 238"/>
              <a:gd name="T25" fmla="*/ 86 h 256"/>
              <a:gd name="T26" fmla="*/ 216 w 238"/>
              <a:gd name="T27" fmla="*/ 63 h 256"/>
              <a:gd name="T28" fmla="*/ 119 w 238"/>
              <a:gd name="T29" fmla="*/ 0 h 256"/>
              <a:gd name="T30" fmla="*/ 21 w 238"/>
              <a:gd name="T31" fmla="*/ 63 h 256"/>
              <a:gd name="T32" fmla="*/ 30 w 238"/>
              <a:gd name="T33" fmla="*/ 69 h 256"/>
              <a:gd name="T34" fmla="*/ 30 w 238"/>
              <a:gd name="T35" fmla="*/ 82 h 256"/>
              <a:gd name="T36" fmla="*/ 27 w 238"/>
              <a:gd name="T37" fmla="*/ 85 h 256"/>
              <a:gd name="T38" fmla="*/ 29 w 238"/>
              <a:gd name="T39" fmla="*/ 89 h 256"/>
              <a:gd name="T40" fmla="*/ 21 w 238"/>
              <a:gd name="T41" fmla="*/ 133 h 256"/>
              <a:gd name="T42" fmla="*/ 41 w 238"/>
              <a:gd name="T43" fmla="*/ 133 h 256"/>
              <a:gd name="T44" fmla="*/ 33 w 238"/>
              <a:gd name="T45" fmla="*/ 89 h 256"/>
              <a:gd name="T46" fmla="*/ 35 w 238"/>
              <a:gd name="T47" fmla="*/ 85 h 256"/>
              <a:gd name="T48" fmla="*/ 32 w 238"/>
              <a:gd name="T49" fmla="*/ 82 h 256"/>
              <a:gd name="T50" fmla="*/ 32 w 238"/>
              <a:gd name="T51" fmla="*/ 70 h 256"/>
              <a:gd name="T52" fmla="*/ 57 w 238"/>
              <a:gd name="T53" fmla="*/ 86 h 256"/>
              <a:gd name="T54" fmla="*/ 57 w 238"/>
              <a:gd name="T55" fmla="*/ 85 h 256"/>
              <a:gd name="T56" fmla="*/ 58 w 238"/>
              <a:gd name="T57" fmla="*/ 92 h 256"/>
              <a:gd name="T58" fmla="*/ 67 w 238"/>
              <a:gd name="T59" fmla="*/ 109 h 256"/>
              <a:gd name="T60" fmla="*/ 67 w 238"/>
              <a:gd name="T61" fmla="*/ 110 h 256"/>
              <a:gd name="T62" fmla="*/ 67 w 238"/>
              <a:gd name="T63" fmla="*/ 110 h 256"/>
              <a:gd name="T64" fmla="*/ 65 w 238"/>
              <a:gd name="T65" fmla="*/ 113 h 256"/>
              <a:gd name="T66" fmla="*/ 62 w 238"/>
              <a:gd name="T67" fmla="*/ 118 h 256"/>
              <a:gd name="T68" fmla="*/ 66 w 238"/>
              <a:gd name="T69" fmla="*/ 138 h 256"/>
              <a:gd name="T70" fmla="*/ 70 w 238"/>
              <a:gd name="T71" fmla="*/ 148 h 256"/>
              <a:gd name="T72" fmla="*/ 80 w 238"/>
              <a:gd name="T73" fmla="*/ 166 h 256"/>
              <a:gd name="T74" fmla="*/ 82 w 238"/>
              <a:gd name="T75" fmla="*/ 170 h 256"/>
              <a:gd name="T76" fmla="*/ 80 w 238"/>
              <a:gd name="T77" fmla="*/ 186 h 256"/>
              <a:gd name="T78" fmla="*/ 77 w 238"/>
              <a:gd name="T79" fmla="*/ 189 h 256"/>
              <a:gd name="T80" fmla="*/ 71 w 238"/>
              <a:gd name="T81" fmla="*/ 195 h 256"/>
              <a:gd name="T82" fmla="*/ 67 w 238"/>
              <a:gd name="T83" fmla="*/ 206 h 256"/>
              <a:gd name="T84" fmla="*/ 64 w 238"/>
              <a:gd name="T85" fmla="*/ 209 h 256"/>
              <a:gd name="T86" fmla="*/ 41 w 238"/>
              <a:gd name="T87" fmla="*/ 217 h 256"/>
              <a:gd name="T88" fmla="*/ 4 w 238"/>
              <a:gd name="T89" fmla="*/ 237 h 256"/>
              <a:gd name="T90" fmla="*/ 2 w 238"/>
              <a:gd name="T91" fmla="*/ 256 h 256"/>
              <a:gd name="T92" fmla="*/ 235 w 238"/>
              <a:gd name="T93" fmla="*/ 256 h 256"/>
              <a:gd name="T94" fmla="*/ 233 w 238"/>
              <a:gd name="T95" fmla="*/ 236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38" h="256">
                <a:moveTo>
                  <a:pt x="233" y="236"/>
                </a:moveTo>
                <a:cubicBezTo>
                  <a:pt x="210" y="226"/>
                  <a:pt x="197" y="218"/>
                  <a:pt x="173" y="210"/>
                </a:cubicBezTo>
                <a:cubicBezTo>
                  <a:pt x="171" y="209"/>
                  <a:pt x="169" y="208"/>
                  <a:pt x="168" y="207"/>
                </a:cubicBezTo>
                <a:cubicBezTo>
                  <a:pt x="166" y="203"/>
                  <a:pt x="165" y="199"/>
                  <a:pt x="164" y="195"/>
                </a:cubicBezTo>
                <a:cubicBezTo>
                  <a:pt x="163" y="193"/>
                  <a:pt x="162" y="190"/>
                  <a:pt x="159" y="189"/>
                </a:cubicBezTo>
                <a:cubicBezTo>
                  <a:pt x="158" y="189"/>
                  <a:pt x="157" y="187"/>
                  <a:pt x="157" y="186"/>
                </a:cubicBezTo>
                <a:cubicBezTo>
                  <a:pt x="157" y="177"/>
                  <a:pt x="154" y="171"/>
                  <a:pt x="158" y="167"/>
                </a:cubicBezTo>
                <a:cubicBezTo>
                  <a:pt x="165" y="161"/>
                  <a:pt x="164" y="153"/>
                  <a:pt x="167" y="149"/>
                </a:cubicBezTo>
                <a:cubicBezTo>
                  <a:pt x="171" y="145"/>
                  <a:pt x="180" y="117"/>
                  <a:pt x="178" y="113"/>
                </a:cubicBezTo>
                <a:cubicBezTo>
                  <a:pt x="176" y="109"/>
                  <a:pt x="170" y="111"/>
                  <a:pt x="172" y="109"/>
                </a:cubicBezTo>
                <a:cubicBezTo>
                  <a:pt x="177" y="102"/>
                  <a:pt x="179" y="89"/>
                  <a:pt x="179" y="77"/>
                </a:cubicBezTo>
                <a:cubicBezTo>
                  <a:pt x="180" y="79"/>
                  <a:pt x="180" y="81"/>
                  <a:pt x="180" y="84"/>
                </a:cubicBezTo>
                <a:cubicBezTo>
                  <a:pt x="180" y="86"/>
                  <a:pt x="180" y="86"/>
                  <a:pt x="180" y="86"/>
                </a:cubicBezTo>
                <a:cubicBezTo>
                  <a:pt x="216" y="63"/>
                  <a:pt x="216" y="63"/>
                  <a:pt x="216" y="63"/>
                </a:cubicBezTo>
                <a:cubicBezTo>
                  <a:pt x="119" y="0"/>
                  <a:pt x="119" y="0"/>
                  <a:pt x="119" y="0"/>
                </a:cubicBezTo>
                <a:cubicBezTo>
                  <a:pt x="21" y="63"/>
                  <a:pt x="21" y="63"/>
                  <a:pt x="21" y="63"/>
                </a:cubicBezTo>
                <a:cubicBezTo>
                  <a:pt x="30" y="69"/>
                  <a:pt x="30" y="69"/>
                  <a:pt x="30" y="69"/>
                </a:cubicBezTo>
                <a:cubicBezTo>
                  <a:pt x="30" y="82"/>
                  <a:pt x="30" y="82"/>
                  <a:pt x="30" y="82"/>
                </a:cubicBezTo>
                <a:cubicBezTo>
                  <a:pt x="29" y="82"/>
                  <a:pt x="27" y="84"/>
                  <a:pt x="27" y="85"/>
                </a:cubicBezTo>
                <a:cubicBezTo>
                  <a:pt x="27" y="87"/>
                  <a:pt x="28" y="88"/>
                  <a:pt x="29" y="89"/>
                </a:cubicBezTo>
                <a:cubicBezTo>
                  <a:pt x="21" y="133"/>
                  <a:pt x="21" y="133"/>
                  <a:pt x="21" y="133"/>
                </a:cubicBezTo>
                <a:cubicBezTo>
                  <a:pt x="41" y="133"/>
                  <a:pt x="41" y="133"/>
                  <a:pt x="41" y="133"/>
                </a:cubicBezTo>
                <a:cubicBezTo>
                  <a:pt x="33" y="89"/>
                  <a:pt x="33" y="89"/>
                  <a:pt x="33" y="89"/>
                </a:cubicBezTo>
                <a:cubicBezTo>
                  <a:pt x="34" y="88"/>
                  <a:pt x="35" y="87"/>
                  <a:pt x="35" y="85"/>
                </a:cubicBezTo>
                <a:cubicBezTo>
                  <a:pt x="35" y="84"/>
                  <a:pt x="34" y="82"/>
                  <a:pt x="32" y="82"/>
                </a:cubicBezTo>
                <a:cubicBezTo>
                  <a:pt x="32" y="70"/>
                  <a:pt x="32" y="70"/>
                  <a:pt x="32" y="70"/>
                </a:cubicBezTo>
                <a:cubicBezTo>
                  <a:pt x="57" y="86"/>
                  <a:pt x="57" y="86"/>
                  <a:pt x="57" y="86"/>
                </a:cubicBezTo>
                <a:cubicBezTo>
                  <a:pt x="57" y="85"/>
                  <a:pt x="57" y="85"/>
                  <a:pt x="57" y="85"/>
                </a:cubicBezTo>
                <a:cubicBezTo>
                  <a:pt x="57" y="87"/>
                  <a:pt x="57" y="89"/>
                  <a:pt x="58" y="92"/>
                </a:cubicBezTo>
                <a:cubicBezTo>
                  <a:pt x="60" y="100"/>
                  <a:pt x="64" y="100"/>
                  <a:pt x="67" y="109"/>
                </a:cubicBezTo>
                <a:cubicBezTo>
                  <a:pt x="67" y="109"/>
                  <a:pt x="67" y="110"/>
                  <a:pt x="67" y="110"/>
                </a:cubicBezTo>
                <a:cubicBezTo>
                  <a:pt x="67" y="110"/>
                  <a:pt x="67" y="110"/>
                  <a:pt x="67" y="110"/>
                </a:cubicBezTo>
                <a:cubicBezTo>
                  <a:pt x="66" y="111"/>
                  <a:pt x="66" y="113"/>
                  <a:pt x="65" y="113"/>
                </a:cubicBezTo>
                <a:cubicBezTo>
                  <a:pt x="61" y="114"/>
                  <a:pt x="61" y="116"/>
                  <a:pt x="62" y="118"/>
                </a:cubicBezTo>
                <a:cubicBezTo>
                  <a:pt x="62" y="120"/>
                  <a:pt x="65" y="133"/>
                  <a:pt x="66" y="138"/>
                </a:cubicBezTo>
                <a:cubicBezTo>
                  <a:pt x="67" y="141"/>
                  <a:pt x="70" y="144"/>
                  <a:pt x="70" y="148"/>
                </a:cubicBezTo>
                <a:cubicBezTo>
                  <a:pt x="72" y="155"/>
                  <a:pt x="75" y="161"/>
                  <a:pt x="80" y="166"/>
                </a:cubicBezTo>
                <a:cubicBezTo>
                  <a:pt x="81" y="167"/>
                  <a:pt x="82" y="169"/>
                  <a:pt x="82" y="170"/>
                </a:cubicBezTo>
                <a:cubicBezTo>
                  <a:pt x="81" y="175"/>
                  <a:pt x="81" y="181"/>
                  <a:pt x="80" y="186"/>
                </a:cubicBezTo>
                <a:cubicBezTo>
                  <a:pt x="80" y="187"/>
                  <a:pt x="78" y="189"/>
                  <a:pt x="77" y="189"/>
                </a:cubicBezTo>
                <a:cubicBezTo>
                  <a:pt x="73" y="190"/>
                  <a:pt x="72" y="193"/>
                  <a:pt x="71" y="195"/>
                </a:cubicBezTo>
                <a:cubicBezTo>
                  <a:pt x="70" y="199"/>
                  <a:pt x="69" y="203"/>
                  <a:pt x="67" y="206"/>
                </a:cubicBezTo>
                <a:cubicBezTo>
                  <a:pt x="67" y="207"/>
                  <a:pt x="65" y="209"/>
                  <a:pt x="64" y="209"/>
                </a:cubicBezTo>
                <a:cubicBezTo>
                  <a:pt x="56" y="212"/>
                  <a:pt x="49" y="214"/>
                  <a:pt x="41" y="217"/>
                </a:cubicBezTo>
                <a:cubicBezTo>
                  <a:pt x="33" y="220"/>
                  <a:pt x="12" y="233"/>
                  <a:pt x="4" y="237"/>
                </a:cubicBezTo>
                <a:cubicBezTo>
                  <a:pt x="0" y="239"/>
                  <a:pt x="2" y="256"/>
                  <a:pt x="2" y="256"/>
                </a:cubicBezTo>
                <a:cubicBezTo>
                  <a:pt x="235" y="256"/>
                  <a:pt x="235" y="256"/>
                  <a:pt x="235" y="256"/>
                </a:cubicBezTo>
                <a:cubicBezTo>
                  <a:pt x="235" y="256"/>
                  <a:pt x="238" y="238"/>
                  <a:pt x="233" y="236"/>
                </a:cubicBezTo>
                <a:close/>
              </a:path>
            </a:pathLst>
          </a:custGeom>
          <a:solidFill>
            <a:schemeClr val="bg1"/>
          </a:solidFill>
          <a:ln>
            <a:noFill/>
          </a:ln>
        </p:spPr>
      </p:sp>
      <p:sp>
        <p:nvSpPr>
          <p:cNvPr id="70" name="bills-of-dollars_50098"/>
          <p:cNvSpPr>
            <a:spLocks noChangeAspect="1"/>
          </p:cNvSpPr>
          <p:nvPr>
            <p:custDataLst>
              <p:tags r:id="rId17"/>
            </p:custDataLst>
          </p:nvPr>
        </p:nvSpPr>
        <p:spPr bwMode="auto">
          <a:xfrm>
            <a:off x="8341360" y="2014855"/>
            <a:ext cx="319405" cy="218440"/>
          </a:xfrm>
          <a:custGeom>
            <a:avLst/>
            <a:gdLst>
              <a:gd name="connsiteX0" fmla="*/ 131671 w 331788"/>
              <a:gd name="connsiteY0" fmla="*/ 111125 h 225425"/>
              <a:gd name="connsiteX1" fmla="*/ 131671 w 331788"/>
              <a:gd name="connsiteY1" fmla="*/ 116299 h 225425"/>
              <a:gd name="connsiteX2" fmla="*/ 125095 w 331788"/>
              <a:gd name="connsiteY2" fmla="*/ 118886 h 225425"/>
              <a:gd name="connsiteX3" fmla="*/ 119833 w 331788"/>
              <a:gd name="connsiteY3" fmla="*/ 122767 h 225425"/>
              <a:gd name="connsiteX4" fmla="*/ 117202 w 331788"/>
              <a:gd name="connsiteY4" fmla="*/ 126647 h 225425"/>
              <a:gd name="connsiteX5" fmla="*/ 115887 w 331788"/>
              <a:gd name="connsiteY5" fmla="*/ 133115 h 225425"/>
              <a:gd name="connsiteX6" fmla="*/ 115887 w 331788"/>
              <a:gd name="connsiteY6" fmla="*/ 138289 h 225425"/>
              <a:gd name="connsiteX7" fmla="*/ 119833 w 331788"/>
              <a:gd name="connsiteY7" fmla="*/ 143463 h 225425"/>
              <a:gd name="connsiteX8" fmla="*/ 126410 w 331788"/>
              <a:gd name="connsiteY8" fmla="*/ 148637 h 225425"/>
              <a:gd name="connsiteX9" fmla="*/ 138248 w 331788"/>
              <a:gd name="connsiteY9" fmla="*/ 152518 h 225425"/>
              <a:gd name="connsiteX10" fmla="*/ 142194 w 331788"/>
              <a:gd name="connsiteY10" fmla="*/ 152518 h 225425"/>
              <a:gd name="connsiteX11" fmla="*/ 146141 w 331788"/>
              <a:gd name="connsiteY11" fmla="*/ 153811 h 225425"/>
              <a:gd name="connsiteX12" fmla="*/ 148771 w 331788"/>
              <a:gd name="connsiteY12" fmla="*/ 156398 h 225425"/>
              <a:gd name="connsiteX13" fmla="*/ 150087 w 331788"/>
              <a:gd name="connsiteY13" fmla="*/ 158985 h 225425"/>
              <a:gd name="connsiteX14" fmla="*/ 147456 w 331788"/>
              <a:gd name="connsiteY14" fmla="*/ 162866 h 225425"/>
              <a:gd name="connsiteX15" fmla="*/ 142194 w 331788"/>
              <a:gd name="connsiteY15" fmla="*/ 164159 h 225425"/>
              <a:gd name="connsiteX16" fmla="*/ 138248 w 331788"/>
              <a:gd name="connsiteY16" fmla="*/ 164159 h 225425"/>
              <a:gd name="connsiteX17" fmla="*/ 134302 w 331788"/>
              <a:gd name="connsiteY17" fmla="*/ 162866 h 225425"/>
              <a:gd name="connsiteX18" fmla="*/ 131671 w 331788"/>
              <a:gd name="connsiteY18" fmla="*/ 160279 h 225425"/>
              <a:gd name="connsiteX19" fmla="*/ 127725 w 331788"/>
              <a:gd name="connsiteY19" fmla="*/ 157692 h 225425"/>
              <a:gd name="connsiteX20" fmla="*/ 115887 w 331788"/>
              <a:gd name="connsiteY20" fmla="*/ 157692 h 225425"/>
              <a:gd name="connsiteX21" fmla="*/ 115887 w 331788"/>
              <a:gd name="connsiteY21" fmla="*/ 175801 h 225425"/>
              <a:gd name="connsiteX22" fmla="*/ 127725 w 331788"/>
              <a:gd name="connsiteY22" fmla="*/ 175801 h 225425"/>
              <a:gd name="connsiteX23" fmla="*/ 127725 w 331788"/>
              <a:gd name="connsiteY23" fmla="*/ 173214 h 225425"/>
              <a:gd name="connsiteX24" fmla="*/ 130356 w 331788"/>
              <a:gd name="connsiteY24" fmla="*/ 173214 h 225425"/>
              <a:gd name="connsiteX25" fmla="*/ 131671 w 331788"/>
              <a:gd name="connsiteY25" fmla="*/ 174507 h 225425"/>
              <a:gd name="connsiteX26" fmla="*/ 131671 w 331788"/>
              <a:gd name="connsiteY26" fmla="*/ 180975 h 225425"/>
              <a:gd name="connsiteX27" fmla="*/ 143510 w 331788"/>
              <a:gd name="connsiteY27" fmla="*/ 180975 h 225425"/>
              <a:gd name="connsiteX28" fmla="*/ 143510 w 331788"/>
              <a:gd name="connsiteY28" fmla="*/ 175801 h 225425"/>
              <a:gd name="connsiteX29" fmla="*/ 151402 w 331788"/>
              <a:gd name="connsiteY29" fmla="*/ 174507 h 225425"/>
              <a:gd name="connsiteX30" fmla="*/ 156664 w 331788"/>
              <a:gd name="connsiteY30" fmla="*/ 170627 h 225425"/>
              <a:gd name="connsiteX31" fmla="*/ 160610 w 331788"/>
              <a:gd name="connsiteY31" fmla="*/ 165453 h 225425"/>
              <a:gd name="connsiteX32" fmla="*/ 161925 w 331788"/>
              <a:gd name="connsiteY32" fmla="*/ 158985 h 225425"/>
              <a:gd name="connsiteX33" fmla="*/ 160610 w 331788"/>
              <a:gd name="connsiteY33" fmla="*/ 155105 h 225425"/>
              <a:gd name="connsiteX34" fmla="*/ 157979 w 331788"/>
              <a:gd name="connsiteY34" fmla="*/ 149931 h 225425"/>
              <a:gd name="connsiteX35" fmla="*/ 151402 w 331788"/>
              <a:gd name="connsiteY35" fmla="*/ 143463 h 225425"/>
              <a:gd name="connsiteX36" fmla="*/ 139564 w 331788"/>
              <a:gd name="connsiteY36" fmla="*/ 140876 h 225425"/>
              <a:gd name="connsiteX37" fmla="*/ 127725 w 331788"/>
              <a:gd name="connsiteY37" fmla="*/ 133115 h 225425"/>
              <a:gd name="connsiteX38" fmla="*/ 129041 w 331788"/>
              <a:gd name="connsiteY38" fmla="*/ 129234 h 225425"/>
              <a:gd name="connsiteX39" fmla="*/ 134302 w 331788"/>
              <a:gd name="connsiteY39" fmla="*/ 127941 h 225425"/>
              <a:gd name="connsiteX40" fmla="*/ 139564 w 331788"/>
              <a:gd name="connsiteY40" fmla="*/ 127941 h 225425"/>
              <a:gd name="connsiteX41" fmla="*/ 142194 w 331788"/>
              <a:gd name="connsiteY41" fmla="*/ 129234 h 225425"/>
              <a:gd name="connsiteX42" fmla="*/ 146141 w 331788"/>
              <a:gd name="connsiteY42" fmla="*/ 131821 h 225425"/>
              <a:gd name="connsiteX43" fmla="*/ 148771 w 331788"/>
              <a:gd name="connsiteY43" fmla="*/ 134408 h 225425"/>
              <a:gd name="connsiteX44" fmla="*/ 160610 w 331788"/>
              <a:gd name="connsiteY44" fmla="*/ 134408 h 225425"/>
              <a:gd name="connsiteX45" fmla="*/ 160610 w 331788"/>
              <a:gd name="connsiteY45" fmla="*/ 116299 h 225425"/>
              <a:gd name="connsiteX46" fmla="*/ 148771 w 331788"/>
              <a:gd name="connsiteY46" fmla="*/ 116299 h 225425"/>
              <a:gd name="connsiteX47" fmla="*/ 148771 w 331788"/>
              <a:gd name="connsiteY47" fmla="*/ 118886 h 225425"/>
              <a:gd name="connsiteX48" fmla="*/ 143510 w 331788"/>
              <a:gd name="connsiteY48" fmla="*/ 117593 h 225425"/>
              <a:gd name="connsiteX49" fmla="*/ 143510 w 331788"/>
              <a:gd name="connsiteY49" fmla="*/ 111125 h 225425"/>
              <a:gd name="connsiteX50" fmla="*/ 131671 w 331788"/>
              <a:gd name="connsiteY50" fmla="*/ 111125 h 225425"/>
              <a:gd name="connsiteX51" fmla="*/ 174079 w 331788"/>
              <a:gd name="connsiteY51" fmla="*/ 84137 h 225425"/>
              <a:gd name="connsiteX52" fmla="*/ 210890 w 331788"/>
              <a:gd name="connsiteY52" fmla="*/ 146197 h 225425"/>
              <a:gd name="connsiteX53" fmla="*/ 171450 w 331788"/>
              <a:gd name="connsiteY53" fmla="*/ 209550 h 225425"/>
              <a:gd name="connsiteX54" fmla="*/ 213519 w 331788"/>
              <a:gd name="connsiteY54" fmla="*/ 209550 h 225425"/>
              <a:gd name="connsiteX55" fmla="*/ 255588 w 331788"/>
              <a:gd name="connsiteY55" fmla="*/ 169470 h 225425"/>
              <a:gd name="connsiteX56" fmla="*/ 255588 w 331788"/>
              <a:gd name="connsiteY56" fmla="*/ 125510 h 225425"/>
              <a:gd name="connsiteX57" fmla="*/ 213519 w 331788"/>
              <a:gd name="connsiteY57" fmla="*/ 84137 h 225425"/>
              <a:gd name="connsiteX58" fmla="*/ 174079 w 331788"/>
              <a:gd name="connsiteY58" fmla="*/ 84137 h 225425"/>
              <a:gd name="connsiteX59" fmla="*/ 56529 w 331788"/>
              <a:gd name="connsiteY59" fmla="*/ 84137 h 225425"/>
              <a:gd name="connsiteX60" fmla="*/ 15875 w 331788"/>
              <a:gd name="connsiteY60" fmla="*/ 124217 h 225425"/>
              <a:gd name="connsiteX61" fmla="*/ 15875 w 331788"/>
              <a:gd name="connsiteY61" fmla="*/ 169470 h 225425"/>
              <a:gd name="connsiteX62" fmla="*/ 56529 w 331788"/>
              <a:gd name="connsiteY62" fmla="*/ 209550 h 225425"/>
              <a:gd name="connsiteX63" fmla="*/ 106363 w 331788"/>
              <a:gd name="connsiteY63" fmla="*/ 209550 h 225425"/>
              <a:gd name="connsiteX64" fmla="*/ 67020 w 331788"/>
              <a:gd name="connsiteY64" fmla="*/ 146197 h 225425"/>
              <a:gd name="connsiteX65" fmla="*/ 103740 w 331788"/>
              <a:gd name="connsiteY65" fmla="*/ 84137 h 225425"/>
              <a:gd name="connsiteX66" fmla="*/ 56529 w 331788"/>
              <a:gd name="connsiteY66" fmla="*/ 84137 h 225425"/>
              <a:gd name="connsiteX67" fmla="*/ 0 w 331788"/>
              <a:gd name="connsiteY67" fmla="*/ 66675 h 225425"/>
              <a:gd name="connsiteX68" fmla="*/ 58737 w 331788"/>
              <a:gd name="connsiteY68" fmla="*/ 66675 h 225425"/>
              <a:gd name="connsiteX69" fmla="*/ 269875 w 331788"/>
              <a:gd name="connsiteY69" fmla="*/ 66675 h 225425"/>
              <a:gd name="connsiteX70" fmla="*/ 269875 w 331788"/>
              <a:gd name="connsiteY70" fmla="*/ 225425 h 225425"/>
              <a:gd name="connsiteX71" fmla="*/ 0 w 331788"/>
              <a:gd name="connsiteY71" fmla="*/ 225425 h 225425"/>
              <a:gd name="connsiteX72" fmla="*/ 30162 w 331788"/>
              <a:gd name="connsiteY72" fmla="*/ 34925 h 225425"/>
              <a:gd name="connsiteX73" fmla="*/ 88269 w 331788"/>
              <a:gd name="connsiteY73" fmla="*/ 34925 h 225425"/>
              <a:gd name="connsiteX74" fmla="*/ 300037 w 331788"/>
              <a:gd name="connsiteY74" fmla="*/ 34925 h 225425"/>
              <a:gd name="connsiteX75" fmla="*/ 300037 w 331788"/>
              <a:gd name="connsiteY75" fmla="*/ 193675 h 225425"/>
              <a:gd name="connsiteX76" fmla="*/ 280668 w 331788"/>
              <a:gd name="connsiteY76" fmla="*/ 193675 h 225425"/>
              <a:gd name="connsiteX77" fmla="*/ 280668 w 331788"/>
              <a:gd name="connsiteY77" fmla="*/ 136886 h 225425"/>
              <a:gd name="connsiteX78" fmla="*/ 283251 w 331788"/>
              <a:gd name="connsiteY78" fmla="*/ 135596 h 225425"/>
              <a:gd name="connsiteX79" fmla="*/ 283251 w 331788"/>
              <a:gd name="connsiteY79" fmla="*/ 91714 h 225425"/>
              <a:gd name="connsiteX80" fmla="*/ 280668 w 331788"/>
              <a:gd name="connsiteY80" fmla="*/ 91714 h 225425"/>
              <a:gd name="connsiteX81" fmla="*/ 280668 w 331788"/>
              <a:gd name="connsiteY81" fmla="*/ 56866 h 225425"/>
              <a:gd name="connsiteX82" fmla="*/ 244513 w 331788"/>
              <a:gd name="connsiteY82" fmla="*/ 56866 h 225425"/>
              <a:gd name="connsiteX83" fmla="*/ 243221 w 331788"/>
              <a:gd name="connsiteY83" fmla="*/ 51703 h 225425"/>
              <a:gd name="connsiteX84" fmla="*/ 86978 w 331788"/>
              <a:gd name="connsiteY84" fmla="*/ 51703 h 225425"/>
              <a:gd name="connsiteX85" fmla="*/ 84395 w 331788"/>
              <a:gd name="connsiteY85" fmla="*/ 56866 h 225425"/>
              <a:gd name="connsiteX86" fmla="*/ 30162 w 331788"/>
              <a:gd name="connsiteY86" fmla="*/ 56866 h 225425"/>
              <a:gd name="connsiteX87" fmla="*/ 30162 w 331788"/>
              <a:gd name="connsiteY87" fmla="*/ 34925 h 225425"/>
              <a:gd name="connsiteX88" fmla="*/ 60325 w 331788"/>
              <a:gd name="connsiteY88" fmla="*/ 0 h 225425"/>
              <a:gd name="connsiteX89" fmla="*/ 272040 w 331788"/>
              <a:gd name="connsiteY89" fmla="*/ 0 h 225425"/>
              <a:gd name="connsiteX90" fmla="*/ 331788 w 331788"/>
              <a:gd name="connsiteY90" fmla="*/ 0 h 225425"/>
              <a:gd name="connsiteX91" fmla="*/ 331788 w 331788"/>
              <a:gd name="connsiteY91" fmla="*/ 160338 h 225425"/>
              <a:gd name="connsiteX92" fmla="*/ 312305 w 331788"/>
              <a:gd name="connsiteY92" fmla="*/ 160338 h 225425"/>
              <a:gd name="connsiteX93" fmla="*/ 312305 w 331788"/>
              <a:gd name="connsiteY93" fmla="*/ 102981 h 225425"/>
              <a:gd name="connsiteX94" fmla="*/ 314903 w 331788"/>
              <a:gd name="connsiteY94" fmla="*/ 101678 h 225425"/>
              <a:gd name="connsiteX95" fmla="*/ 314903 w 331788"/>
              <a:gd name="connsiteY95" fmla="*/ 57357 h 225425"/>
              <a:gd name="connsiteX96" fmla="*/ 312305 w 331788"/>
              <a:gd name="connsiteY96" fmla="*/ 57357 h 225425"/>
              <a:gd name="connsiteX97" fmla="*/ 312305 w 331788"/>
              <a:gd name="connsiteY97" fmla="*/ 22161 h 225425"/>
              <a:gd name="connsiteX98" fmla="*/ 275937 w 331788"/>
              <a:gd name="connsiteY98" fmla="*/ 22161 h 225425"/>
              <a:gd name="connsiteX99" fmla="*/ 274638 w 331788"/>
              <a:gd name="connsiteY99" fmla="*/ 16946 h 225425"/>
              <a:gd name="connsiteX100" fmla="*/ 116176 w 331788"/>
              <a:gd name="connsiteY100" fmla="*/ 16946 h 225425"/>
              <a:gd name="connsiteX101" fmla="*/ 114877 w 331788"/>
              <a:gd name="connsiteY101" fmla="*/ 22161 h 225425"/>
              <a:gd name="connsiteX102" fmla="*/ 60325 w 331788"/>
              <a:gd name="connsiteY102" fmla="*/ 22161 h 225425"/>
              <a:gd name="connsiteX103" fmla="*/ 60325 w 331788"/>
              <a:gd name="connsiteY103" fmla="*/ 0 h 225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Lst>
            <a:rect l="l" t="t" r="r" b="b"/>
            <a:pathLst>
              <a:path w="331788" h="225425">
                <a:moveTo>
                  <a:pt x="131671" y="111125"/>
                </a:moveTo>
                <a:cubicBezTo>
                  <a:pt x="131671" y="111125"/>
                  <a:pt x="131671" y="111125"/>
                  <a:pt x="131671" y="116299"/>
                </a:cubicBezTo>
                <a:cubicBezTo>
                  <a:pt x="129041" y="116299"/>
                  <a:pt x="127725" y="117593"/>
                  <a:pt x="125095" y="118886"/>
                </a:cubicBezTo>
                <a:cubicBezTo>
                  <a:pt x="123779" y="118886"/>
                  <a:pt x="121149" y="120180"/>
                  <a:pt x="119833" y="122767"/>
                </a:cubicBezTo>
                <a:cubicBezTo>
                  <a:pt x="118518" y="124060"/>
                  <a:pt x="117202" y="125354"/>
                  <a:pt x="117202" y="126647"/>
                </a:cubicBezTo>
                <a:cubicBezTo>
                  <a:pt x="115887" y="129234"/>
                  <a:pt x="115887" y="130528"/>
                  <a:pt x="115887" y="133115"/>
                </a:cubicBezTo>
                <a:cubicBezTo>
                  <a:pt x="115887" y="134408"/>
                  <a:pt x="115887" y="135702"/>
                  <a:pt x="115887" y="138289"/>
                </a:cubicBezTo>
                <a:cubicBezTo>
                  <a:pt x="117202" y="139582"/>
                  <a:pt x="118518" y="142169"/>
                  <a:pt x="119833" y="143463"/>
                </a:cubicBezTo>
                <a:cubicBezTo>
                  <a:pt x="121149" y="146050"/>
                  <a:pt x="123779" y="147344"/>
                  <a:pt x="126410" y="148637"/>
                </a:cubicBezTo>
                <a:cubicBezTo>
                  <a:pt x="129041" y="149931"/>
                  <a:pt x="132987" y="151224"/>
                  <a:pt x="138248" y="152518"/>
                </a:cubicBezTo>
                <a:cubicBezTo>
                  <a:pt x="139564" y="152518"/>
                  <a:pt x="140879" y="152518"/>
                  <a:pt x="142194" y="152518"/>
                </a:cubicBezTo>
                <a:cubicBezTo>
                  <a:pt x="143510" y="153811"/>
                  <a:pt x="144825" y="153811"/>
                  <a:pt x="146141" y="153811"/>
                </a:cubicBezTo>
                <a:cubicBezTo>
                  <a:pt x="147456" y="155105"/>
                  <a:pt x="147456" y="155105"/>
                  <a:pt x="148771" y="156398"/>
                </a:cubicBezTo>
                <a:cubicBezTo>
                  <a:pt x="148771" y="157692"/>
                  <a:pt x="150087" y="158985"/>
                  <a:pt x="150087" y="158985"/>
                </a:cubicBezTo>
                <a:cubicBezTo>
                  <a:pt x="150087" y="161572"/>
                  <a:pt x="148771" y="161572"/>
                  <a:pt x="147456" y="162866"/>
                </a:cubicBezTo>
                <a:cubicBezTo>
                  <a:pt x="146141" y="164159"/>
                  <a:pt x="144825" y="164159"/>
                  <a:pt x="142194" y="164159"/>
                </a:cubicBezTo>
                <a:cubicBezTo>
                  <a:pt x="140879" y="164159"/>
                  <a:pt x="139564" y="164159"/>
                  <a:pt x="138248" y="164159"/>
                </a:cubicBezTo>
                <a:cubicBezTo>
                  <a:pt x="136933" y="164159"/>
                  <a:pt x="135618" y="162866"/>
                  <a:pt x="134302" y="162866"/>
                </a:cubicBezTo>
                <a:cubicBezTo>
                  <a:pt x="132987" y="162866"/>
                  <a:pt x="131671" y="161572"/>
                  <a:pt x="131671" y="160279"/>
                </a:cubicBezTo>
                <a:cubicBezTo>
                  <a:pt x="130356" y="160279"/>
                  <a:pt x="129041" y="158985"/>
                  <a:pt x="127725" y="157692"/>
                </a:cubicBezTo>
                <a:cubicBezTo>
                  <a:pt x="127725" y="157692"/>
                  <a:pt x="127725" y="157692"/>
                  <a:pt x="115887" y="157692"/>
                </a:cubicBezTo>
                <a:cubicBezTo>
                  <a:pt x="115887" y="157692"/>
                  <a:pt x="115887" y="157692"/>
                  <a:pt x="115887" y="175801"/>
                </a:cubicBezTo>
                <a:cubicBezTo>
                  <a:pt x="115887" y="175801"/>
                  <a:pt x="115887" y="175801"/>
                  <a:pt x="127725" y="175801"/>
                </a:cubicBezTo>
                <a:cubicBezTo>
                  <a:pt x="127725" y="175801"/>
                  <a:pt x="127725" y="175801"/>
                  <a:pt x="127725" y="173214"/>
                </a:cubicBezTo>
                <a:cubicBezTo>
                  <a:pt x="129041" y="173214"/>
                  <a:pt x="129041" y="173214"/>
                  <a:pt x="130356" y="173214"/>
                </a:cubicBezTo>
                <a:cubicBezTo>
                  <a:pt x="130356" y="174507"/>
                  <a:pt x="131671" y="174507"/>
                  <a:pt x="131671" y="174507"/>
                </a:cubicBezTo>
                <a:cubicBezTo>
                  <a:pt x="131671" y="174507"/>
                  <a:pt x="131671" y="174507"/>
                  <a:pt x="131671" y="180975"/>
                </a:cubicBezTo>
                <a:cubicBezTo>
                  <a:pt x="131671" y="180975"/>
                  <a:pt x="131671" y="180975"/>
                  <a:pt x="143510" y="180975"/>
                </a:cubicBezTo>
                <a:cubicBezTo>
                  <a:pt x="143510" y="180975"/>
                  <a:pt x="143510" y="180975"/>
                  <a:pt x="143510" y="175801"/>
                </a:cubicBezTo>
                <a:cubicBezTo>
                  <a:pt x="146141" y="175801"/>
                  <a:pt x="148771" y="175801"/>
                  <a:pt x="151402" y="174507"/>
                </a:cubicBezTo>
                <a:cubicBezTo>
                  <a:pt x="152717" y="173214"/>
                  <a:pt x="155348" y="171920"/>
                  <a:pt x="156664" y="170627"/>
                </a:cubicBezTo>
                <a:cubicBezTo>
                  <a:pt x="157979" y="169333"/>
                  <a:pt x="159294" y="168040"/>
                  <a:pt x="160610" y="165453"/>
                </a:cubicBezTo>
                <a:cubicBezTo>
                  <a:pt x="160610" y="164159"/>
                  <a:pt x="161925" y="161572"/>
                  <a:pt x="161925" y="158985"/>
                </a:cubicBezTo>
                <a:cubicBezTo>
                  <a:pt x="161925" y="158985"/>
                  <a:pt x="161925" y="156398"/>
                  <a:pt x="160610" y="155105"/>
                </a:cubicBezTo>
                <a:cubicBezTo>
                  <a:pt x="160610" y="153811"/>
                  <a:pt x="159294" y="151224"/>
                  <a:pt x="157979" y="149931"/>
                </a:cubicBezTo>
                <a:cubicBezTo>
                  <a:pt x="156664" y="147344"/>
                  <a:pt x="154033" y="146050"/>
                  <a:pt x="151402" y="143463"/>
                </a:cubicBezTo>
                <a:cubicBezTo>
                  <a:pt x="148771" y="142169"/>
                  <a:pt x="144825" y="140876"/>
                  <a:pt x="139564" y="140876"/>
                </a:cubicBezTo>
                <a:cubicBezTo>
                  <a:pt x="131671" y="139582"/>
                  <a:pt x="127725" y="136995"/>
                  <a:pt x="127725" y="133115"/>
                </a:cubicBezTo>
                <a:cubicBezTo>
                  <a:pt x="127725" y="131821"/>
                  <a:pt x="127725" y="130528"/>
                  <a:pt x="129041" y="129234"/>
                </a:cubicBezTo>
                <a:cubicBezTo>
                  <a:pt x="130356" y="127941"/>
                  <a:pt x="132987" y="127941"/>
                  <a:pt x="134302" y="127941"/>
                </a:cubicBezTo>
                <a:cubicBezTo>
                  <a:pt x="136933" y="127941"/>
                  <a:pt x="138248" y="127941"/>
                  <a:pt x="139564" y="127941"/>
                </a:cubicBezTo>
                <a:cubicBezTo>
                  <a:pt x="140879" y="129234"/>
                  <a:pt x="142194" y="129234"/>
                  <a:pt x="142194" y="129234"/>
                </a:cubicBezTo>
                <a:cubicBezTo>
                  <a:pt x="143510" y="130528"/>
                  <a:pt x="144825" y="130528"/>
                  <a:pt x="146141" y="131821"/>
                </a:cubicBezTo>
                <a:cubicBezTo>
                  <a:pt x="146141" y="131821"/>
                  <a:pt x="147456" y="133115"/>
                  <a:pt x="148771" y="134408"/>
                </a:cubicBezTo>
                <a:cubicBezTo>
                  <a:pt x="148771" y="134408"/>
                  <a:pt x="148771" y="134408"/>
                  <a:pt x="160610" y="134408"/>
                </a:cubicBezTo>
                <a:cubicBezTo>
                  <a:pt x="160610" y="134408"/>
                  <a:pt x="160610" y="134408"/>
                  <a:pt x="160610" y="116299"/>
                </a:cubicBezTo>
                <a:cubicBezTo>
                  <a:pt x="160610" y="116299"/>
                  <a:pt x="160610" y="116299"/>
                  <a:pt x="148771" y="116299"/>
                </a:cubicBezTo>
                <a:cubicBezTo>
                  <a:pt x="148771" y="116299"/>
                  <a:pt x="148771" y="116299"/>
                  <a:pt x="148771" y="118886"/>
                </a:cubicBezTo>
                <a:cubicBezTo>
                  <a:pt x="147456" y="118886"/>
                  <a:pt x="144825" y="117593"/>
                  <a:pt x="143510" y="117593"/>
                </a:cubicBezTo>
                <a:cubicBezTo>
                  <a:pt x="143510" y="117593"/>
                  <a:pt x="143510" y="117593"/>
                  <a:pt x="143510" y="111125"/>
                </a:cubicBezTo>
                <a:cubicBezTo>
                  <a:pt x="143510" y="111125"/>
                  <a:pt x="143510" y="111125"/>
                  <a:pt x="131671" y="111125"/>
                </a:cubicBezTo>
                <a:close/>
                <a:moveTo>
                  <a:pt x="174079" y="84137"/>
                </a:moveTo>
                <a:cubicBezTo>
                  <a:pt x="196429" y="95773"/>
                  <a:pt x="210890" y="119046"/>
                  <a:pt x="210890" y="146197"/>
                </a:cubicBezTo>
                <a:cubicBezTo>
                  <a:pt x="210890" y="174641"/>
                  <a:pt x="195114" y="197914"/>
                  <a:pt x="171450" y="209550"/>
                </a:cubicBezTo>
                <a:cubicBezTo>
                  <a:pt x="171450" y="209550"/>
                  <a:pt x="171450" y="209550"/>
                  <a:pt x="213519" y="209550"/>
                </a:cubicBezTo>
                <a:cubicBezTo>
                  <a:pt x="218778" y="190156"/>
                  <a:pt x="234554" y="174641"/>
                  <a:pt x="255588" y="169470"/>
                </a:cubicBezTo>
                <a:cubicBezTo>
                  <a:pt x="255588" y="169470"/>
                  <a:pt x="255588" y="169470"/>
                  <a:pt x="255588" y="125510"/>
                </a:cubicBezTo>
                <a:cubicBezTo>
                  <a:pt x="234554" y="120339"/>
                  <a:pt x="218778" y="103531"/>
                  <a:pt x="213519" y="84137"/>
                </a:cubicBezTo>
                <a:cubicBezTo>
                  <a:pt x="213519" y="84137"/>
                  <a:pt x="213519" y="84137"/>
                  <a:pt x="174079" y="84137"/>
                </a:cubicBezTo>
                <a:close/>
                <a:moveTo>
                  <a:pt x="56529" y="84137"/>
                </a:moveTo>
                <a:cubicBezTo>
                  <a:pt x="51283" y="103531"/>
                  <a:pt x="35546" y="119046"/>
                  <a:pt x="15875" y="124217"/>
                </a:cubicBezTo>
                <a:cubicBezTo>
                  <a:pt x="15875" y="124217"/>
                  <a:pt x="15875" y="124217"/>
                  <a:pt x="15875" y="169470"/>
                </a:cubicBezTo>
                <a:cubicBezTo>
                  <a:pt x="35546" y="174641"/>
                  <a:pt x="51283" y="190156"/>
                  <a:pt x="56529" y="209550"/>
                </a:cubicBezTo>
                <a:lnTo>
                  <a:pt x="106363" y="209550"/>
                </a:lnTo>
                <a:cubicBezTo>
                  <a:pt x="82757" y="197914"/>
                  <a:pt x="67020" y="174641"/>
                  <a:pt x="67020" y="146197"/>
                </a:cubicBezTo>
                <a:cubicBezTo>
                  <a:pt x="67020" y="119046"/>
                  <a:pt x="81446" y="95773"/>
                  <a:pt x="103740" y="84137"/>
                </a:cubicBezTo>
                <a:cubicBezTo>
                  <a:pt x="103740" y="84137"/>
                  <a:pt x="103740" y="84137"/>
                  <a:pt x="56529" y="84137"/>
                </a:cubicBezTo>
                <a:close/>
                <a:moveTo>
                  <a:pt x="0" y="66675"/>
                </a:moveTo>
                <a:lnTo>
                  <a:pt x="58737" y="66675"/>
                </a:lnTo>
                <a:lnTo>
                  <a:pt x="269875" y="66675"/>
                </a:lnTo>
                <a:lnTo>
                  <a:pt x="269875" y="225425"/>
                </a:lnTo>
                <a:lnTo>
                  <a:pt x="0" y="225425"/>
                </a:lnTo>
                <a:close/>
                <a:moveTo>
                  <a:pt x="30162" y="34925"/>
                </a:moveTo>
                <a:cubicBezTo>
                  <a:pt x="30162" y="34925"/>
                  <a:pt x="30162" y="34925"/>
                  <a:pt x="88269" y="34925"/>
                </a:cubicBezTo>
                <a:lnTo>
                  <a:pt x="300037" y="34925"/>
                </a:lnTo>
                <a:cubicBezTo>
                  <a:pt x="300037" y="34925"/>
                  <a:pt x="300037" y="34925"/>
                  <a:pt x="300037" y="193675"/>
                </a:cubicBezTo>
                <a:cubicBezTo>
                  <a:pt x="300037" y="193675"/>
                  <a:pt x="300037" y="193675"/>
                  <a:pt x="280668" y="193675"/>
                </a:cubicBezTo>
                <a:cubicBezTo>
                  <a:pt x="280668" y="193675"/>
                  <a:pt x="280668" y="193675"/>
                  <a:pt x="280668" y="136886"/>
                </a:cubicBezTo>
                <a:cubicBezTo>
                  <a:pt x="281959" y="136886"/>
                  <a:pt x="283251" y="136886"/>
                  <a:pt x="283251" y="135596"/>
                </a:cubicBezTo>
                <a:cubicBezTo>
                  <a:pt x="283251" y="135596"/>
                  <a:pt x="283251" y="135596"/>
                  <a:pt x="283251" y="91714"/>
                </a:cubicBezTo>
                <a:cubicBezTo>
                  <a:pt x="283251" y="91714"/>
                  <a:pt x="281959" y="91714"/>
                  <a:pt x="280668" y="91714"/>
                </a:cubicBezTo>
                <a:cubicBezTo>
                  <a:pt x="280668" y="91714"/>
                  <a:pt x="280668" y="91714"/>
                  <a:pt x="280668" y="56866"/>
                </a:cubicBezTo>
                <a:cubicBezTo>
                  <a:pt x="280668" y="56866"/>
                  <a:pt x="280668" y="56866"/>
                  <a:pt x="244513" y="56866"/>
                </a:cubicBezTo>
                <a:cubicBezTo>
                  <a:pt x="244513" y="55575"/>
                  <a:pt x="243221" y="52994"/>
                  <a:pt x="243221" y="51703"/>
                </a:cubicBezTo>
                <a:cubicBezTo>
                  <a:pt x="243221" y="51703"/>
                  <a:pt x="243221" y="51703"/>
                  <a:pt x="86978" y="51703"/>
                </a:cubicBezTo>
                <a:cubicBezTo>
                  <a:pt x="85687" y="52994"/>
                  <a:pt x="85687" y="55575"/>
                  <a:pt x="84395" y="56866"/>
                </a:cubicBezTo>
                <a:cubicBezTo>
                  <a:pt x="84395" y="56866"/>
                  <a:pt x="84395" y="56866"/>
                  <a:pt x="30162" y="56866"/>
                </a:cubicBezTo>
                <a:cubicBezTo>
                  <a:pt x="30162" y="56866"/>
                  <a:pt x="30162" y="56866"/>
                  <a:pt x="30162" y="34925"/>
                </a:cubicBezTo>
                <a:close/>
                <a:moveTo>
                  <a:pt x="60325" y="0"/>
                </a:moveTo>
                <a:cubicBezTo>
                  <a:pt x="60325" y="0"/>
                  <a:pt x="60325" y="0"/>
                  <a:pt x="272040" y="0"/>
                </a:cubicBezTo>
                <a:lnTo>
                  <a:pt x="331788" y="0"/>
                </a:lnTo>
                <a:cubicBezTo>
                  <a:pt x="331788" y="0"/>
                  <a:pt x="331788" y="0"/>
                  <a:pt x="331788" y="160338"/>
                </a:cubicBezTo>
                <a:cubicBezTo>
                  <a:pt x="331788" y="160338"/>
                  <a:pt x="331788" y="160338"/>
                  <a:pt x="312305" y="160338"/>
                </a:cubicBezTo>
                <a:cubicBezTo>
                  <a:pt x="312305" y="160338"/>
                  <a:pt x="312305" y="160338"/>
                  <a:pt x="312305" y="102981"/>
                </a:cubicBezTo>
                <a:cubicBezTo>
                  <a:pt x="313604" y="102981"/>
                  <a:pt x="313604" y="102981"/>
                  <a:pt x="314903" y="101678"/>
                </a:cubicBezTo>
                <a:cubicBezTo>
                  <a:pt x="314903" y="101678"/>
                  <a:pt x="314903" y="101678"/>
                  <a:pt x="314903" y="57357"/>
                </a:cubicBezTo>
                <a:cubicBezTo>
                  <a:pt x="313604" y="57357"/>
                  <a:pt x="313604" y="57357"/>
                  <a:pt x="312305" y="57357"/>
                </a:cubicBezTo>
                <a:cubicBezTo>
                  <a:pt x="312305" y="57357"/>
                  <a:pt x="312305" y="57357"/>
                  <a:pt x="312305" y="22161"/>
                </a:cubicBezTo>
                <a:cubicBezTo>
                  <a:pt x="312305" y="22161"/>
                  <a:pt x="312305" y="22161"/>
                  <a:pt x="275937" y="22161"/>
                </a:cubicBezTo>
                <a:cubicBezTo>
                  <a:pt x="275937" y="20857"/>
                  <a:pt x="274638" y="18250"/>
                  <a:pt x="274638" y="16946"/>
                </a:cubicBezTo>
                <a:cubicBezTo>
                  <a:pt x="274638" y="16946"/>
                  <a:pt x="274638" y="16946"/>
                  <a:pt x="116176" y="16946"/>
                </a:cubicBezTo>
                <a:cubicBezTo>
                  <a:pt x="116176" y="18250"/>
                  <a:pt x="114877" y="20857"/>
                  <a:pt x="114877" y="22161"/>
                </a:cubicBezTo>
                <a:cubicBezTo>
                  <a:pt x="114877" y="22161"/>
                  <a:pt x="114877" y="22161"/>
                  <a:pt x="60325" y="22161"/>
                </a:cubicBezTo>
                <a:cubicBezTo>
                  <a:pt x="60325" y="22161"/>
                  <a:pt x="60325" y="22161"/>
                  <a:pt x="60325" y="0"/>
                </a:cubicBezTo>
                <a:close/>
              </a:path>
            </a:pathLst>
          </a:custGeom>
          <a:solidFill>
            <a:schemeClr val="bg1"/>
          </a:solidFill>
          <a:ln>
            <a:noFill/>
          </a:ln>
        </p:spPr>
      </p:sp>
      <p:sp>
        <p:nvSpPr>
          <p:cNvPr id="71" name="queing_95209"/>
          <p:cNvSpPr>
            <a:spLocks noChangeAspect="1"/>
          </p:cNvSpPr>
          <p:nvPr>
            <p:custDataLst>
              <p:tags r:id="rId18"/>
            </p:custDataLst>
          </p:nvPr>
        </p:nvSpPr>
        <p:spPr bwMode="auto">
          <a:xfrm>
            <a:off x="9647555" y="1971040"/>
            <a:ext cx="331470" cy="306070"/>
          </a:xfrm>
          <a:custGeom>
            <a:avLst/>
            <a:gdLst>
              <a:gd name="connsiteX0" fmla="*/ 117399 w 337212"/>
              <a:gd name="connsiteY0" fmla="*/ 192088 h 309563"/>
              <a:gd name="connsiteX1" fmla="*/ 130099 w 337212"/>
              <a:gd name="connsiteY1" fmla="*/ 196036 h 309563"/>
              <a:gd name="connsiteX2" fmla="*/ 130099 w 337212"/>
              <a:gd name="connsiteY2" fmla="*/ 278941 h 309563"/>
              <a:gd name="connsiteX3" fmla="*/ 117399 w 337212"/>
              <a:gd name="connsiteY3" fmla="*/ 292101 h 309563"/>
              <a:gd name="connsiteX4" fmla="*/ 176137 w 337212"/>
              <a:gd name="connsiteY4" fmla="*/ 187325 h 309563"/>
              <a:gd name="connsiteX5" fmla="*/ 187250 w 337212"/>
              <a:gd name="connsiteY5" fmla="*/ 191271 h 309563"/>
              <a:gd name="connsiteX6" fmla="*/ 187250 w 337212"/>
              <a:gd name="connsiteY6" fmla="*/ 267562 h 309563"/>
              <a:gd name="connsiteX7" fmla="*/ 176137 w 337212"/>
              <a:gd name="connsiteY7" fmla="*/ 279400 h 309563"/>
              <a:gd name="connsiteX8" fmla="*/ 176137 w 337212"/>
              <a:gd name="connsiteY8" fmla="*/ 187325 h 309563"/>
              <a:gd name="connsiteX9" fmla="*/ 231699 w 337212"/>
              <a:gd name="connsiteY9" fmla="*/ 180975 h 309563"/>
              <a:gd name="connsiteX10" fmla="*/ 239637 w 337212"/>
              <a:gd name="connsiteY10" fmla="*/ 184982 h 309563"/>
              <a:gd name="connsiteX11" fmla="*/ 239637 w 337212"/>
              <a:gd name="connsiteY11" fmla="*/ 254429 h 309563"/>
              <a:gd name="connsiteX12" fmla="*/ 231699 w 337212"/>
              <a:gd name="connsiteY12" fmla="*/ 265113 h 309563"/>
              <a:gd name="connsiteX13" fmla="*/ 277737 w 337212"/>
              <a:gd name="connsiteY13" fmla="*/ 177800 h 309563"/>
              <a:gd name="connsiteX14" fmla="*/ 287262 w 337212"/>
              <a:gd name="connsiteY14" fmla="*/ 180398 h 309563"/>
              <a:gd name="connsiteX15" fmla="*/ 287262 w 337212"/>
              <a:gd name="connsiteY15" fmla="*/ 238847 h 309563"/>
              <a:gd name="connsiteX16" fmla="*/ 277737 w 337212"/>
              <a:gd name="connsiteY16" fmla="*/ 249238 h 309563"/>
              <a:gd name="connsiteX17" fmla="*/ 280912 w 337212"/>
              <a:gd name="connsiteY17" fmla="*/ 92075 h 309563"/>
              <a:gd name="connsiteX18" fmla="*/ 307493 w 337212"/>
              <a:gd name="connsiteY18" fmla="*/ 92075 h 309563"/>
              <a:gd name="connsiteX19" fmla="*/ 315468 w 337212"/>
              <a:gd name="connsiteY19" fmla="*/ 97314 h 309563"/>
              <a:gd name="connsiteX20" fmla="*/ 336733 w 337212"/>
              <a:gd name="connsiteY20" fmla="*/ 158869 h 309563"/>
              <a:gd name="connsiteX21" fmla="*/ 331417 w 337212"/>
              <a:gd name="connsiteY21" fmla="*/ 169347 h 309563"/>
              <a:gd name="connsiteX22" fmla="*/ 320784 w 337212"/>
              <a:gd name="connsiteY22" fmla="*/ 164108 h 309563"/>
              <a:gd name="connsiteX23" fmla="*/ 314139 w 337212"/>
              <a:gd name="connsiteY23" fmla="*/ 145772 h 309563"/>
              <a:gd name="connsiteX24" fmla="*/ 314139 w 337212"/>
              <a:gd name="connsiteY24" fmla="*/ 238761 h 309563"/>
              <a:gd name="connsiteX25" fmla="*/ 304835 w 337212"/>
              <a:gd name="connsiteY25" fmla="*/ 249238 h 309563"/>
              <a:gd name="connsiteX26" fmla="*/ 294203 w 337212"/>
              <a:gd name="connsiteY26" fmla="*/ 238761 h 309563"/>
              <a:gd name="connsiteX27" fmla="*/ 294203 w 337212"/>
              <a:gd name="connsiteY27" fmla="*/ 179824 h 309563"/>
              <a:gd name="connsiteX28" fmla="*/ 288886 w 337212"/>
              <a:gd name="connsiteY28" fmla="*/ 179824 h 309563"/>
              <a:gd name="connsiteX29" fmla="*/ 294203 w 337212"/>
              <a:gd name="connsiteY29" fmla="*/ 178515 h 309563"/>
              <a:gd name="connsiteX30" fmla="*/ 304835 w 337212"/>
              <a:gd name="connsiteY30" fmla="*/ 157560 h 309563"/>
              <a:gd name="connsiteX31" fmla="*/ 280912 w 337212"/>
              <a:gd name="connsiteY31" fmla="*/ 92075 h 309563"/>
              <a:gd name="connsiteX32" fmla="*/ 231699 w 337212"/>
              <a:gd name="connsiteY32" fmla="*/ 82550 h 309563"/>
              <a:gd name="connsiteX33" fmla="*/ 243745 w 337212"/>
              <a:gd name="connsiteY33" fmla="*/ 82550 h 309563"/>
              <a:gd name="connsiteX34" fmla="*/ 262484 w 337212"/>
              <a:gd name="connsiteY34" fmla="*/ 82550 h 309563"/>
              <a:gd name="connsiteX35" fmla="*/ 273192 w 337212"/>
              <a:gd name="connsiteY35" fmla="*/ 89117 h 309563"/>
              <a:gd name="connsiteX36" fmla="*/ 297285 w 337212"/>
              <a:gd name="connsiteY36" fmla="*/ 160041 h 309563"/>
              <a:gd name="connsiteX37" fmla="*/ 291931 w 337212"/>
              <a:gd name="connsiteY37" fmla="*/ 171861 h 309563"/>
              <a:gd name="connsiteX38" fmla="*/ 279885 w 337212"/>
              <a:gd name="connsiteY38" fmla="*/ 166608 h 309563"/>
              <a:gd name="connsiteX39" fmla="*/ 271854 w 337212"/>
              <a:gd name="connsiteY39" fmla="*/ 144280 h 309563"/>
              <a:gd name="connsiteX40" fmla="*/ 271854 w 337212"/>
              <a:gd name="connsiteY40" fmla="*/ 253292 h 309563"/>
              <a:gd name="connsiteX41" fmla="*/ 259807 w 337212"/>
              <a:gd name="connsiteY41" fmla="*/ 265113 h 309563"/>
              <a:gd name="connsiteX42" fmla="*/ 247761 w 337212"/>
              <a:gd name="connsiteY42" fmla="*/ 253292 h 309563"/>
              <a:gd name="connsiteX43" fmla="*/ 247761 w 337212"/>
              <a:gd name="connsiteY43" fmla="*/ 183682 h 309563"/>
              <a:gd name="connsiteX44" fmla="*/ 258469 w 337212"/>
              <a:gd name="connsiteY44" fmla="*/ 160041 h 309563"/>
              <a:gd name="connsiteX45" fmla="*/ 231699 w 337212"/>
              <a:gd name="connsiteY45" fmla="*/ 82550 h 309563"/>
              <a:gd name="connsiteX46" fmla="*/ 177724 w 337212"/>
              <a:gd name="connsiteY46" fmla="*/ 77788 h 309563"/>
              <a:gd name="connsiteX47" fmla="*/ 214510 w 337212"/>
              <a:gd name="connsiteY47" fmla="*/ 77788 h 309563"/>
              <a:gd name="connsiteX48" fmla="*/ 225021 w 337212"/>
              <a:gd name="connsiteY48" fmla="*/ 85643 h 309563"/>
              <a:gd name="connsiteX49" fmla="*/ 252610 w 337212"/>
              <a:gd name="connsiteY49" fmla="*/ 162884 h 309563"/>
              <a:gd name="connsiteX50" fmla="*/ 246041 w 337212"/>
              <a:gd name="connsiteY50" fmla="*/ 175976 h 309563"/>
              <a:gd name="connsiteX51" fmla="*/ 231590 w 337212"/>
              <a:gd name="connsiteY51" fmla="*/ 169430 h 309563"/>
              <a:gd name="connsiteX52" fmla="*/ 223707 w 337212"/>
              <a:gd name="connsiteY52" fmla="*/ 145865 h 309563"/>
              <a:gd name="connsiteX53" fmla="*/ 223707 w 337212"/>
              <a:gd name="connsiteY53" fmla="*/ 266309 h 309563"/>
              <a:gd name="connsiteX54" fmla="*/ 210569 w 337212"/>
              <a:gd name="connsiteY54" fmla="*/ 279401 h 309563"/>
              <a:gd name="connsiteX55" fmla="*/ 198745 w 337212"/>
              <a:gd name="connsiteY55" fmla="*/ 266309 h 309563"/>
              <a:gd name="connsiteX56" fmla="*/ 198745 w 337212"/>
              <a:gd name="connsiteY56" fmla="*/ 189068 h 309563"/>
              <a:gd name="connsiteX57" fmla="*/ 197759 w 337212"/>
              <a:gd name="connsiteY57" fmla="*/ 189068 h 309563"/>
              <a:gd name="connsiteX58" fmla="*/ 194803 w 337212"/>
              <a:gd name="connsiteY58" fmla="*/ 189068 h 309563"/>
              <a:gd name="connsiteX59" fmla="*/ 206628 w 337212"/>
              <a:gd name="connsiteY59" fmla="*/ 178595 h 309563"/>
              <a:gd name="connsiteX60" fmla="*/ 206628 w 337212"/>
              <a:gd name="connsiteY60" fmla="*/ 162884 h 309563"/>
              <a:gd name="connsiteX61" fmla="*/ 177724 w 337212"/>
              <a:gd name="connsiteY61" fmla="*/ 79097 h 309563"/>
              <a:gd name="connsiteX62" fmla="*/ 177724 w 337212"/>
              <a:gd name="connsiteY62" fmla="*/ 77788 h 309563"/>
              <a:gd name="connsiteX63" fmla="*/ 120574 w 337212"/>
              <a:gd name="connsiteY63" fmla="*/ 73025 h 309563"/>
              <a:gd name="connsiteX64" fmla="*/ 157008 w 337212"/>
              <a:gd name="connsiteY64" fmla="*/ 73025 h 309563"/>
              <a:gd name="connsiteX65" fmla="*/ 168720 w 337212"/>
              <a:gd name="connsiteY65" fmla="*/ 80953 h 309563"/>
              <a:gd name="connsiteX66" fmla="*/ 197347 w 337212"/>
              <a:gd name="connsiteY66" fmla="*/ 166840 h 309563"/>
              <a:gd name="connsiteX67" fmla="*/ 190840 w 337212"/>
              <a:gd name="connsiteY67" fmla="*/ 181375 h 309563"/>
              <a:gd name="connsiteX68" fmla="*/ 176527 w 337212"/>
              <a:gd name="connsiteY68" fmla="*/ 173447 h 309563"/>
              <a:gd name="connsiteX69" fmla="*/ 167418 w 337212"/>
              <a:gd name="connsiteY69" fmla="*/ 148341 h 309563"/>
              <a:gd name="connsiteX70" fmla="*/ 167418 w 337212"/>
              <a:gd name="connsiteY70" fmla="*/ 279153 h 309563"/>
              <a:gd name="connsiteX71" fmla="*/ 153105 w 337212"/>
              <a:gd name="connsiteY71" fmla="*/ 293688 h 309563"/>
              <a:gd name="connsiteX72" fmla="*/ 140093 w 337212"/>
              <a:gd name="connsiteY72" fmla="*/ 279153 h 309563"/>
              <a:gd name="connsiteX73" fmla="*/ 140093 w 337212"/>
              <a:gd name="connsiteY73" fmla="*/ 195909 h 309563"/>
              <a:gd name="connsiteX74" fmla="*/ 133586 w 337212"/>
              <a:gd name="connsiteY74" fmla="*/ 195909 h 309563"/>
              <a:gd name="connsiteX75" fmla="*/ 138791 w 337212"/>
              <a:gd name="connsiteY75" fmla="*/ 194588 h 309563"/>
              <a:gd name="connsiteX76" fmla="*/ 151804 w 337212"/>
              <a:gd name="connsiteY76" fmla="*/ 166840 h 309563"/>
              <a:gd name="connsiteX77" fmla="*/ 120574 w 337212"/>
              <a:gd name="connsiteY77" fmla="*/ 73025 h 309563"/>
              <a:gd name="connsiteX78" fmla="*/ 46220 w 337212"/>
              <a:gd name="connsiteY78" fmla="*/ 66675 h 309563"/>
              <a:gd name="connsiteX79" fmla="*/ 72821 w 337212"/>
              <a:gd name="connsiteY79" fmla="*/ 66675 h 309563"/>
              <a:gd name="connsiteX80" fmla="*/ 98092 w 337212"/>
              <a:gd name="connsiteY80" fmla="*/ 66675 h 309563"/>
              <a:gd name="connsiteX81" fmla="*/ 111393 w 337212"/>
              <a:gd name="connsiteY81" fmla="*/ 74595 h 309563"/>
              <a:gd name="connsiteX82" fmla="*/ 143315 w 337212"/>
              <a:gd name="connsiteY82" fmla="*/ 169638 h 309563"/>
              <a:gd name="connsiteX83" fmla="*/ 135334 w 337212"/>
              <a:gd name="connsiteY83" fmla="*/ 185479 h 309563"/>
              <a:gd name="connsiteX84" fmla="*/ 119374 w 337212"/>
              <a:gd name="connsiteY84" fmla="*/ 177559 h 309563"/>
              <a:gd name="connsiteX85" fmla="*/ 108733 w 337212"/>
              <a:gd name="connsiteY85" fmla="*/ 148518 h 309563"/>
              <a:gd name="connsiteX86" fmla="*/ 108733 w 337212"/>
              <a:gd name="connsiteY86" fmla="*/ 295043 h 309563"/>
              <a:gd name="connsiteX87" fmla="*/ 94102 w 337212"/>
              <a:gd name="connsiteY87" fmla="*/ 309563 h 309563"/>
              <a:gd name="connsiteX88" fmla="*/ 78141 w 337212"/>
              <a:gd name="connsiteY88" fmla="*/ 295043 h 309563"/>
              <a:gd name="connsiteX89" fmla="*/ 78141 w 337212"/>
              <a:gd name="connsiteY89" fmla="*/ 202640 h 309563"/>
              <a:gd name="connsiteX90" fmla="*/ 66171 w 337212"/>
              <a:gd name="connsiteY90" fmla="*/ 202640 h 309563"/>
              <a:gd name="connsiteX91" fmla="*/ 66171 w 337212"/>
              <a:gd name="connsiteY91" fmla="*/ 295043 h 309563"/>
              <a:gd name="connsiteX92" fmla="*/ 50210 w 337212"/>
              <a:gd name="connsiteY92" fmla="*/ 309563 h 309563"/>
              <a:gd name="connsiteX93" fmla="*/ 35579 w 337212"/>
              <a:gd name="connsiteY93" fmla="*/ 295043 h 309563"/>
              <a:gd name="connsiteX94" fmla="*/ 35579 w 337212"/>
              <a:gd name="connsiteY94" fmla="*/ 148518 h 309563"/>
              <a:gd name="connsiteX95" fmla="*/ 24938 w 337212"/>
              <a:gd name="connsiteY95" fmla="*/ 177559 h 309563"/>
              <a:gd name="connsiteX96" fmla="*/ 8978 w 337212"/>
              <a:gd name="connsiteY96" fmla="*/ 185479 h 309563"/>
              <a:gd name="connsiteX97" fmla="*/ 997 w 337212"/>
              <a:gd name="connsiteY97" fmla="*/ 169638 h 309563"/>
              <a:gd name="connsiteX98" fmla="*/ 32919 w 337212"/>
              <a:gd name="connsiteY98" fmla="*/ 74595 h 309563"/>
              <a:gd name="connsiteX99" fmla="*/ 46220 w 337212"/>
              <a:gd name="connsiteY99" fmla="*/ 66675 h 309563"/>
              <a:gd name="connsiteX100" fmla="*/ 289643 w 337212"/>
              <a:gd name="connsiteY100" fmla="*/ 49213 h 309563"/>
              <a:gd name="connsiteX101" fmla="*/ 309487 w 337212"/>
              <a:gd name="connsiteY101" fmla="*/ 68263 h 309563"/>
              <a:gd name="connsiteX102" fmla="*/ 289643 w 337212"/>
              <a:gd name="connsiteY102" fmla="*/ 87313 h 309563"/>
              <a:gd name="connsiteX103" fmla="*/ 269799 w 337212"/>
              <a:gd name="connsiteY103" fmla="*/ 68263 h 309563"/>
              <a:gd name="connsiteX104" fmla="*/ 271122 w 337212"/>
              <a:gd name="connsiteY104" fmla="*/ 68263 h 309563"/>
              <a:gd name="connsiteX105" fmla="*/ 272445 w 337212"/>
              <a:gd name="connsiteY105" fmla="*/ 59373 h 309563"/>
              <a:gd name="connsiteX106" fmla="*/ 289643 w 337212"/>
              <a:gd name="connsiteY106" fmla="*/ 49213 h 309563"/>
              <a:gd name="connsiteX107" fmla="*/ 244544 w 337212"/>
              <a:gd name="connsiteY107" fmla="*/ 33338 h 309563"/>
              <a:gd name="connsiteX108" fmla="*/ 266625 w 337212"/>
              <a:gd name="connsiteY108" fmla="*/ 55699 h 309563"/>
              <a:gd name="connsiteX109" fmla="*/ 244544 w 337212"/>
              <a:gd name="connsiteY109" fmla="*/ 79376 h 309563"/>
              <a:gd name="connsiteX110" fmla="*/ 223762 w 337212"/>
              <a:gd name="connsiteY110" fmla="*/ 63592 h 309563"/>
              <a:gd name="connsiteX111" fmla="*/ 226360 w 337212"/>
              <a:gd name="connsiteY111" fmla="*/ 49123 h 309563"/>
              <a:gd name="connsiteX112" fmla="*/ 226360 w 337212"/>
              <a:gd name="connsiteY112" fmla="*/ 43861 h 309563"/>
              <a:gd name="connsiteX113" fmla="*/ 244544 w 337212"/>
              <a:gd name="connsiteY113" fmla="*/ 33338 h 309563"/>
              <a:gd name="connsiteX114" fmla="*/ 192806 w 337212"/>
              <a:gd name="connsiteY114" fmla="*/ 23813 h 309563"/>
              <a:gd name="connsiteX115" fmla="*/ 217412 w 337212"/>
              <a:gd name="connsiteY115" fmla="*/ 48420 h 309563"/>
              <a:gd name="connsiteX116" fmla="*/ 192806 w 337212"/>
              <a:gd name="connsiteY116" fmla="*/ 73026 h 309563"/>
              <a:gd name="connsiteX117" fmla="*/ 168199 w 337212"/>
              <a:gd name="connsiteY117" fmla="*/ 51010 h 309563"/>
              <a:gd name="connsiteX118" fmla="*/ 170789 w 337212"/>
              <a:gd name="connsiteY118" fmla="*/ 39354 h 309563"/>
              <a:gd name="connsiteX119" fmla="*/ 170789 w 337212"/>
              <a:gd name="connsiteY119" fmla="*/ 38059 h 309563"/>
              <a:gd name="connsiteX120" fmla="*/ 192806 w 337212"/>
              <a:gd name="connsiteY120" fmla="*/ 23813 h 309563"/>
              <a:gd name="connsiteX121" fmla="*/ 133275 w 337212"/>
              <a:gd name="connsiteY121" fmla="*/ 12700 h 309563"/>
              <a:gd name="connsiteX122" fmla="*/ 160262 w 337212"/>
              <a:gd name="connsiteY122" fmla="*/ 39029 h 309563"/>
              <a:gd name="connsiteX123" fmla="*/ 133275 w 337212"/>
              <a:gd name="connsiteY123" fmla="*/ 66675 h 309563"/>
              <a:gd name="connsiteX124" fmla="*/ 106287 w 337212"/>
              <a:gd name="connsiteY124" fmla="*/ 48245 h 309563"/>
              <a:gd name="connsiteX125" fmla="*/ 111685 w 337212"/>
              <a:gd name="connsiteY125" fmla="*/ 29814 h 309563"/>
              <a:gd name="connsiteX126" fmla="*/ 110335 w 337212"/>
              <a:gd name="connsiteY126" fmla="*/ 23232 h 309563"/>
              <a:gd name="connsiteX127" fmla="*/ 133275 w 337212"/>
              <a:gd name="connsiteY127" fmla="*/ 12700 h 309563"/>
              <a:gd name="connsiteX128" fmla="*/ 72809 w 337212"/>
              <a:gd name="connsiteY128" fmla="*/ 0 h 309563"/>
              <a:gd name="connsiteX129" fmla="*/ 101525 w 337212"/>
              <a:gd name="connsiteY129" fmla="*/ 30163 h 309563"/>
              <a:gd name="connsiteX130" fmla="*/ 72809 w 337212"/>
              <a:gd name="connsiteY130" fmla="*/ 60325 h 309563"/>
              <a:gd name="connsiteX131" fmla="*/ 42787 w 337212"/>
              <a:gd name="connsiteY131" fmla="*/ 30163 h 309563"/>
              <a:gd name="connsiteX132" fmla="*/ 72809 w 337212"/>
              <a:gd name="connsiteY132" fmla="*/ 0 h 309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Lst>
            <a:rect l="l" t="t" r="r" b="b"/>
            <a:pathLst>
              <a:path w="337212" h="309563">
                <a:moveTo>
                  <a:pt x="117399" y="192088"/>
                </a:moveTo>
                <a:cubicBezTo>
                  <a:pt x="121632" y="194720"/>
                  <a:pt x="125866" y="196036"/>
                  <a:pt x="130099" y="196036"/>
                </a:cubicBezTo>
                <a:cubicBezTo>
                  <a:pt x="130099" y="196036"/>
                  <a:pt x="130099" y="196036"/>
                  <a:pt x="130099" y="278941"/>
                </a:cubicBezTo>
                <a:cubicBezTo>
                  <a:pt x="130099" y="285521"/>
                  <a:pt x="124455" y="290785"/>
                  <a:pt x="117399" y="292101"/>
                </a:cubicBezTo>
                <a:close/>
                <a:moveTo>
                  <a:pt x="176137" y="187325"/>
                </a:moveTo>
                <a:cubicBezTo>
                  <a:pt x="179841" y="189956"/>
                  <a:pt x="183546" y="191271"/>
                  <a:pt x="187250" y="191271"/>
                </a:cubicBezTo>
                <a:cubicBezTo>
                  <a:pt x="187250" y="191271"/>
                  <a:pt x="187250" y="191271"/>
                  <a:pt x="187250" y="267562"/>
                </a:cubicBezTo>
                <a:cubicBezTo>
                  <a:pt x="187250" y="274139"/>
                  <a:pt x="182311" y="279400"/>
                  <a:pt x="176137" y="279400"/>
                </a:cubicBezTo>
                <a:cubicBezTo>
                  <a:pt x="176137" y="279400"/>
                  <a:pt x="176137" y="279400"/>
                  <a:pt x="176137" y="187325"/>
                </a:cubicBezTo>
                <a:close/>
                <a:moveTo>
                  <a:pt x="231699" y="180975"/>
                </a:moveTo>
                <a:cubicBezTo>
                  <a:pt x="233967" y="183646"/>
                  <a:pt x="236235" y="183646"/>
                  <a:pt x="239637" y="184982"/>
                </a:cubicBezTo>
                <a:cubicBezTo>
                  <a:pt x="239637" y="184982"/>
                  <a:pt x="239637" y="184982"/>
                  <a:pt x="239637" y="254429"/>
                </a:cubicBezTo>
                <a:cubicBezTo>
                  <a:pt x="239637" y="259771"/>
                  <a:pt x="236235" y="263778"/>
                  <a:pt x="231699" y="265113"/>
                </a:cubicBezTo>
                <a:close/>
                <a:moveTo>
                  <a:pt x="277737" y="177800"/>
                </a:moveTo>
                <a:cubicBezTo>
                  <a:pt x="280458" y="179099"/>
                  <a:pt x="283180" y="180398"/>
                  <a:pt x="287262" y="180398"/>
                </a:cubicBezTo>
                <a:cubicBezTo>
                  <a:pt x="287262" y="180398"/>
                  <a:pt x="287262" y="180398"/>
                  <a:pt x="287262" y="238847"/>
                </a:cubicBezTo>
                <a:cubicBezTo>
                  <a:pt x="287262" y="244043"/>
                  <a:pt x="283180" y="247939"/>
                  <a:pt x="277737" y="249238"/>
                </a:cubicBezTo>
                <a:close/>
                <a:moveTo>
                  <a:pt x="280912" y="92075"/>
                </a:moveTo>
                <a:cubicBezTo>
                  <a:pt x="282241" y="92075"/>
                  <a:pt x="306164" y="92075"/>
                  <a:pt x="307493" y="92075"/>
                </a:cubicBezTo>
                <a:cubicBezTo>
                  <a:pt x="311481" y="92075"/>
                  <a:pt x="314139" y="94694"/>
                  <a:pt x="315468" y="97314"/>
                </a:cubicBezTo>
                <a:cubicBezTo>
                  <a:pt x="315468" y="97314"/>
                  <a:pt x="315468" y="97314"/>
                  <a:pt x="336733" y="158869"/>
                </a:cubicBezTo>
                <a:cubicBezTo>
                  <a:pt x="338062" y="162798"/>
                  <a:pt x="336733" y="168037"/>
                  <a:pt x="331417" y="169347"/>
                </a:cubicBezTo>
                <a:cubicBezTo>
                  <a:pt x="327430" y="170657"/>
                  <a:pt x="322113" y="168037"/>
                  <a:pt x="320784" y="164108"/>
                </a:cubicBezTo>
                <a:cubicBezTo>
                  <a:pt x="320784" y="164108"/>
                  <a:pt x="320784" y="164108"/>
                  <a:pt x="314139" y="145772"/>
                </a:cubicBezTo>
                <a:cubicBezTo>
                  <a:pt x="314139" y="145772"/>
                  <a:pt x="314139" y="145772"/>
                  <a:pt x="314139" y="238761"/>
                </a:cubicBezTo>
                <a:cubicBezTo>
                  <a:pt x="314139" y="243999"/>
                  <a:pt x="310152" y="249238"/>
                  <a:pt x="304835" y="249238"/>
                </a:cubicBezTo>
                <a:cubicBezTo>
                  <a:pt x="299519" y="249238"/>
                  <a:pt x="294203" y="243999"/>
                  <a:pt x="294203" y="238761"/>
                </a:cubicBezTo>
                <a:cubicBezTo>
                  <a:pt x="294203" y="238761"/>
                  <a:pt x="294203" y="238761"/>
                  <a:pt x="294203" y="179824"/>
                </a:cubicBezTo>
                <a:cubicBezTo>
                  <a:pt x="294203" y="179824"/>
                  <a:pt x="294203" y="179824"/>
                  <a:pt x="288886" y="179824"/>
                </a:cubicBezTo>
                <a:cubicBezTo>
                  <a:pt x="291545" y="179824"/>
                  <a:pt x="292874" y="179824"/>
                  <a:pt x="294203" y="178515"/>
                </a:cubicBezTo>
                <a:cubicBezTo>
                  <a:pt x="302177" y="175895"/>
                  <a:pt x="307493" y="166727"/>
                  <a:pt x="304835" y="157560"/>
                </a:cubicBezTo>
                <a:cubicBezTo>
                  <a:pt x="304835" y="157560"/>
                  <a:pt x="304835" y="157560"/>
                  <a:pt x="280912" y="92075"/>
                </a:cubicBezTo>
                <a:close/>
                <a:moveTo>
                  <a:pt x="231699" y="82550"/>
                </a:moveTo>
                <a:cubicBezTo>
                  <a:pt x="235715" y="82550"/>
                  <a:pt x="239730" y="82550"/>
                  <a:pt x="243745" y="82550"/>
                </a:cubicBezTo>
                <a:cubicBezTo>
                  <a:pt x="253115" y="82550"/>
                  <a:pt x="262484" y="82550"/>
                  <a:pt x="262484" y="82550"/>
                </a:cubicBezTo>
                <a:cubicBezTo>
                  <a:pt x="267838" y="82550"/>
                  <a:pt x="271854" y="85177"/>
                  <a:pt x="273192" y="89117"/>
                </a:cubicBezTo>
                <a:cubicBezTo>
                  <a:pt x="273192" y="89117"/>
                  <a:pt x="273192" y="89117"/>
                  <a:pt x="297285" y="160041"/>
                </a:cubicBezTo>
                <a:cubicBezTo>
                  <a:pt x="299962" y="165294"/>
                  <a:pt x="297285" y="170548"/>
                  <a:pt x="291931" y="171861"/>
                </a:cubicBezTo>
                <a:cubicBezTo>
                  <a:pt x="286577" y="174488"/>
                  <a:pt x="281223" y="170548"/>
                  <a:pt x="279885" y="166608"/>
                </a:cubicBezTo>
                <a:cubicBezTo>
                  <a:pt x="279885" y="166608"/>
                  <a:pt x="279885" y="166608"/>
                  <a:pt x="271854" y="144280"/>
                </a:cubicBezTo>
                <a:cubicBezTo>
                  <a:pt x="271854" y="144280"/>
                  <a:pt x="271854" y="144280"/>
                  <a:pt x="271854" y="253292"/>
                </a:cubicBezTo>
                <a:cubicBezTo>
                  <a:pt x="271854" y="259859"/>
                  <a:pt x="266500" y="265113"/>
                  <a:pt x="259807" y="265113"/>
                </a:cubicBezTo>
                <a:cubicBezTo>
                  <a:pt x="253115" y="265113"/>
                  <a:pt x="247761" y="259859"/>
                  <a:pt x="247761" y="253292"/>
                </a:cubicBezTo>
                <a:cubicBezTo>
                  <a:pt x="247761" y="253292"/>
                  <a:pt x="247761" y="253292"/>
                  <a:pt x="247761" y="183682"/>
                </a:cubicBezTo>
                <a:cubicBezTo>
                  <a:pt x="257130" y="179742"/>
                  <a:pt x="262484" y="169235"/>
                  <a:pt x="258469" y="160041"/>
                </a:cubicBezTo>
                <a:cubicBezTo>
                  <a:pt x="258469" y="160041"/>
                  <a:pt x="258469" y="160041"/>
                  <a:pt x="231699" y="82550"/>
                </a:cubicBezTo>
                <a:close/>
                <a:moveTo>
                  <a:pt x="177724" y="77788"/>
                </a:moveTo>
                <a:cubicBezTo>
                  <a:pt x="177724" y="77788"/>
                  <a:pt x="213196" y="77788"/>
                  <a:pt x="214510" y="77788"/>
                </a:cubicBezTo>
                <a:cubicBezTo>
                  <a:pt x="219765" y="77788"/>
                  <a:pt x="223707" y="80406"/>
                  <a:pt x="225021" y="85643"/>
                </a:cubicBezTo>
                <a:cubicBezTo>
                  <a:pt x="225021" y="85643"/>
                  <a:pt x="225021" y="85643"/>
                  <a:pt x="252610" y="162884"/>
                </a:cubicBezTo>
                <a:cubicBezTo>
                  <a:pt x="253924" y="168121"/>
                  <a:pt x="251296" y="174667"/>
                  <a:pt x="246041" y="175976"/>
                </a:cubicBezTo>
                <a:cubicBezTo>
                  <a:pt x="239472" y="178595"/>
                  <a:pt x="234217" y="175976"/>
                  <a:pt x="231590" y="169430"/>
                </a:cubicBezTo>
                <a:cubicBezTo>
                  <a:pt x="231590" y="169430"/>
                  <a:pt x="231590" y="169430"/>
                  <a:pt x="223707" y="145865"/>
                </a:cubicBezTo>
                <a:cubicBezTo>
                  <a:pt x="223707" y="145865"/>
                  <a:pt x="223707" y="145865"/>
                  <a:pt x="223707" y="266309"/>
                </a:cubicBezTo>
                <a:cubicBezTo>
                  <a:pt x="223707" y="272855"/>
                  <a:pt x="218452" y="279401"/>
                  <a:pt x="210569" y="279401"/>
                </a:cubicBezTo>
                <a:cubicBezTo>
                  <a:pt x="204000" y="279401"/>
                  <a:pt x="198745" y="272855"/>
                  <a:pt x="198745" y="266309"/>
                </a:cubicBezTo>
                <a:cubicBezTo>
                  <a:pt x="198745" y="266309"/>
                  <a:pt x="198745" y="266309"/>
                  <a:pt x="198745" y="189068"/>
                </a:cubicBezTo>
                <a:cubicBezTo>
                  <a:pt x="198745" y="189068"/>
                  <a:pt x="198745" y="189068"/>
                  <a:pt x="197759" y="189068"/>
                </a:cubicBezTo>
                <a:lnTo>
                  <a:pt x="194803" y="189068"/>
                </a:lnTo>
                <a:cubicBezTo>
                  <a:pt x="200059" y="187759"/>
                  <a:pt x="204000" y="183831"/>
                  <a:pt x="206628" y="178595"/>
                </a:cubicBezTo>
                <a:cubicBezTo>
                  <a:pt x="209255" y="173358"/>
                  <a:pt x="209255" y="168121"/>
                  <a:pt x="206628" y="162884"/>
                </a:cubicBezTo>
                <a:cubicBezTo>
                  <a:pt x="206628" y="162884"/>
                  <a:pt x="206628" y="162884"/>
                  <a:pt x="177724" y="79097"/>
                </a:cubicBezTo>
                <a:cubicBezTo>
                  <a:pt x="177724" y="79097"/>
                  <a:pt x="177724" y="77788"/>
                  <a:pt x="177724" y="77788"/>
                </a:cubicBezTo>
                <a:close/>
                <a:moveTo>
                  <a:pt x="120574" y="73025"/>
                </a:moveTo>
                <a:cubicBezTo>
                  <a:pt x="120574" y="73025"/>
                  <a:pt x="157008" y="73025"/>
                  <a:pt x="157008" y="73025"/>
                </a:cubicBezTo>
                <a:cubicBezTo>
                  <a:pt x="162213" y="73025"/>
                  <a:pt x="167418" y="75668"/>
                  <a:pt x="168720" y="80953"/>
                </a:cubicBezTo>
                <a:cubicBezTo>
                  <a:pt x="168720" y="80953"/>
                  <a:pt x="168720" y="80953"/>
                  <a:pt x="197347" y="166840"/>
                </a:cubicBezTo>
                <a:cubicBezTo>
                  <a:pt x="199949" y="172125"/>
                  <a:pt x="197347" y="178732"/>
                  <a:pt x="190840" y="181375"/>
                </a:cubicBezTo>
                <a:cubicBezTo>
                  <a:pt x="184334" y="184017"/>
                  <a:pt x="177828" y="180053"/>
                  <a:pt x="176527" y="173447"/>
                </a:cubicBezTo>
                <a:lnTo>
                  <a:pt x="167418" y="148341"/>
                </a:lnTo>
                <a:cubicBezTo>
                  <a:pt x="167418" y="148341"/>
                  <a:pt x="167418" y="148341"/>
                  <a:pt x="167418" y="279153"/>
                </a:cubicBezTo>
                <a:cubicBezTo>
                  <a:pt x="167418" y="287081"/>
                  <a:pt x="160912" y="293688"/>
                  <a:pt x="153105" y="293688"/>
                </a:cubicBezTo>
                <a:cubicBezTo>
                  <a:pt x="145297" y="293688"/>
                  <a:pt x="140093" y="287081"/>
                  <a:pt x="140093" y="279153"/>
                </a:cubicBezTo>
                <a:cubicBezTo>
                  <a:pt x="140093" y="279153"/>
                  <a:pt x="140093" y="279153"/>
                  <a:pt x="140093" y="195909"/>
                </a:cubicBezTo>
                <a:cubicBezTo>
                  <a:pt x="140093" y="195909"/>
                  <a:pt x="140093" y="195909"/>
                  <a:pt x="133586" y="195909"/>
                </a:cubicBezTo>
                <a:cubicBezTo>
                  <a:pt x="134888" y="195909"/>
                  <a:pt x="136189" y="195909"/>
                  <a:pt x="138791" y="194588"/>
                </a:cubicBezTo>
                <a:cubicBezTo>
                  <a:pt x="150502" y="190624"/>
                  <a:pt x="155707" y="177411"/>
                  <a:pt x="151804" y="166840"/>
                </a:cubicBezTo>
                <a:cubicBezTo>
                  <a:pt x="151804" y="166840"/>
                  <a:pt x="151804" y="166840"/>
                  <a:pt x="120574" y="73025"/>
                </a:cubicBezTo>
                <a:close/>
                <a:moveTo>
                  <a:pt x="46220" y="66675"/>
                </a:moveTo>
                <a:cubicBezTo>
                  <a:pt x="47550" y="66675"/>
                  <a:pt x="59520" y="66675"/>
                  <a:pt x="72821" y="66675"/>
                </a:cubicBezTo>
                <a:cubicBezTo>
                  <a:pt x="84792" y="66675"/>
                  <a:pt x="96762" y="66675"/>
                  <a:pt x="98092" y="66675"/>
                </a:cubicBezTo>
                <a:cubicBezTo>
                  <a:pt x="103413" y="66675"/>
                  <a:pt x="108733" y="69315"/>
                  <a:pt x="111393" y="74595"/>
                </a:cubicBezTo>
                <a:cubicBezTo>
                  <a:pt x="111393" y="74595"/>
                  <a:pt x="111393" y="74595"/>
                  <a:pt x="143315" y="169638"/>
                </a:cubicBezTo>
                <a:cubicBezTo>
                  <a:pt x="145975" y="176239"/>
                  <a:pt x="143315" y="184159"/>
                  <a:pt x="135334" y="185479"/>
                </a:cubicBezTo>
                <a:cubicBezTo>
                  <a:pt x="128684" y="188119"/>
                  <a:pt x="122034" y="184159"/>
                  <a:pt x="119374" y="177559"/>
                </a:cubicBezTo>
                <a:cubicBezTo>
                  <a:pt x="119374" y="177559"/>
                  <a:pt x="119374" y="177559"/>
                  <a:pt x="108733" y="148518"/>
                </a:cubicBezTo>
                <a:cubicBezTo>
                  <a:pt x="108733" y="148518"/>
                  <a:pt x="108733" y="148518"/>
                  <a:pt x="108733" y="295043"/>
                </a:cubicBezTo>
                <a:cubicBezTo>
                  <a:pt x="108733" y="302963"/>
                  <a:pt x="102083" y="309563"/>
                  <a:pt x="94102" y="309563"/>
                </a:cubicBezTo>
                <a:cubicBezTo>
                  <a:pt x="84792" y="309563"/>
                  <a:pt x="78141" y="302963"/>
                  <a:pt x="78141" y="295043"/>
                </a:cubicBezTo>
                <a:cubicBezTo>
                  <a:pt x="78141" y="295043"/>
                  <a:pt x="78141" y="295043"/>
                  <a:pt x="78141" y="202640"/>
                </a:cubicBezTo>
                <a:cubicBezTo>
                  <a:pt x="78141" y="202640"/>
                  <a:pt x="78141" y="202640"/>
                  <a:pt x="66171" y="202640"/>
                </a:cubicBezTo>
                <a:cubicBezTo>
                  <a:pt x="66171" y="202640"/>
                  <a:pt x="66171" y="202640"/>
                  <a:pt x="66171" y="295043"/>
                </a:cubicBezTo>
                <a:cubicBezTo>
                  <a:pt x="66171" y="302963"/>
                  <a:pt x="59520" y="309563"/>
                  <a:pt x="50210" y="309563"/>
                </a:cubicBezTo>
                <a:cubicBezTo>
                  <a:pt x="42229" y="309563"/>
                  <a:pt x="35579" y="302963"/>
                  <a:pt x="35579" y="295043"/>
                </a:cubicBezTo>
                <a:cubicBezTo>
                  <a:pt x="35579" y="295043"/>
                  <a:pt x="35579" y="295043"/>
                  <a:pt x="35579" y="148518"/>
                </a:cubicBezTo>
                <a:cubicBezTo>
                  <a:pt x="35579" y="148518"/>
                  <a:pt x="35579" y="148518"/>
                  <a:pt x="24938" y="177559"/>
                </a:cubicBezTo>
                <a:cubicBezTo>
                  <a:pt x="22278" y="184159"/>
                  <a:pt x="15628" y="188119"/>
                  <a:pt x="8978" y="185479"/>
                </a:cubicBezTo>
                <a:cubicBezTo>
                  <a:pt x="997" y="184159"/>
                  <a:pt x="-1663" y="176239"/>
                  <a:pt x="997" y="169638"/>
                </a:cubicBezTo>
                <a:cubicBezTo>
                  <a:pt x="997" y="169638"/>
                  <a:pt x="997" y="169638"/>
                  <a:pt x="32919" y="74595"/>
                </a:cubicBezTo>
                <a:cubicBezTo>
                  <a:pt x="35579" y="69315"/>
                  <a:pt x="40899" y="66675"/>
                  <a:pt x="46220" y="66675"/>
                </a:cubicBezTo>
                <a:close/>
                <a:moveTo>
                  <a:pt x="289643" y="49213"/>
                </a:moveTo>
                <a:cubicBezTo>
                  <a:pt x="301549" y="49213"/>
                  <a:pt x="309487" y="58103"/>
                  <a:pt x="309487" y="68263"/>
                </a:cubicBezTo>
                <a:cubicBezTo>
                  <a:pt x="309487" y="79693"/>
                  <a:pt x="300227" y="87313"/>
                  <a:pt x="289643" y="87313"/>
                </a:cubicBezTo>
                <a:cubicBezTo>
                  <a:pt x="280383" y="87313"/>
                  <a:pt x="269799" y="79693"/>
                  <a:pt x="269799" y="68263"/>
                </a:cubicBezTo>
                <a:cubicBezTo>
                  <a:pt x="269799" y="68263"/>
                  <a:pt x="271122" y="68263"/>
                  <a:pt x="271122" y="68263"/>
                </a:cubicBezTo>
                <a:cubicBezTo>
                  <a:pt x="271122" y="65723"/>
                  <a:pt x="272445" y="63183"/>
                  <a:pt x="272445" y="59373"/>
                </a:cubicBezTo>
                <a:cubicBezTo>
                  <a:pt x="276414" y="54293"/>
                  <a:pt x="283028" y="49213"/>
                  <a:pt x="289643" y="49213"/>
                </a:cubicBezTo>
                <a:close/>
                <a:moveTo>
                  <a:pt x="244544" y="33338"/>
                </a:moveTo>
                <a:cubicBezTo>
                  <a:pt x="257533" y="33338"/>
                  <a:pt x="266625" y="43861"/>
                  <a:pt x="266625" y="55699"/>
                </a:cubicBezTo>
                <a:cubicBezTo>
                  <a:pt x="266625" y="68853"/>
                  <a:pt x="256234" y="79376"/>
                  <a:pt x="244544" y="79376"/>
                </a:cubicBezTo>
                <a:cubicBezTo>
                  <a:pt x="235452" y="79376"/>
                  <a:pt x="226360" y="72799"/>
                  <a:pt x="223762" y="63592"/>
                </a:cubicBezTo>
                <a:cubicBezTo>
                  <a:pt x="225061" y="59645"/>
                  <a:pt x="226360" y="54384"/>
                  <a:pt x="226360" y="49123"/>
                </a:cubicBezTo>
                <a:cubicBezTo>
                  <a:pt x="226360" y="47807"/>
                  <a:pt x="226360" y="46492"/>
                  <a:pt x="226360" y="43861"/>
                </a:cubicBezTo>
                <a:cubicBezTo>
                  <a:pt x="230256" y="37284"/>
                  <a:pt x="236751" y="33338"/>
                  <a:pt x="244544" y="33338"/>
                </a:cubicBezTo>
                <a:close/>
                <a:moveTo>
                  <a:pt x="192806" y="23813"/>
                </a:moveTo>
                <a:cubicBezTo>
                  <a:pt x="205756" y="23813"/>
                  <a:pt x="217412" y="35469"/>
                  <a:pt x="217412" y="48420"/>
                </a:cubicBezTo>
                <a:cubicBezTo>
                  <a:pt x="217412" y="62665"/>
                  <a:pt x="205756" y="73026"/>
                  <a:pt x="192806" y="73026"/>
                </a:cubicBezTo>
                <a:cubicBezTo>
                  <a:pt x="179855" y="73026"/>
                  <a:pt x="169494" y="63961"/>
                  <a:pt x="168199" y="51010"/>
                </a:cubicBezTo>
                <a:cubicBezTo>
                  <a:pt x="169494" y="48420"/>
                  <a:pt x="170789" y="44534"/>
                  <a:pt x="170789" y="39354"/>
                </a:cubicBezTo>
                <a:cubicBezTo>
                  <a:pt x="170789" y="39354"/>
                  <a:pt x="170789" y="39354"/>
                  <a:pt x="170789" y="38059"/>
                </a:cubicBezTo>
                <a:cubicBezTo>
                  <a:pt x="174674" y="30288"/>
                  <a:pt x="182445" y="23813"/>
                  <a:pt x="192806" y="23813"/>
                </a:cubicBezTo>
                <a:close/>
                <a:moveTo>
                  <a:pt x="133275" y="12700"/>
                </a:moveTo>
                <a:cubicBezTo>
                  <a:pt x="148118" y="12700"/>
                  <a:pt x="160262" y="24548"/>
                  <a:pt x="160262" y="39029"/>
                </a:cubicBezTo>
                <a:cubicBezTo>
                  <a:pt x="160262" y="54827"/>
                  <a:pt x="148118" y="66675"/>
                  <a:pt x="133275" y="66675"/>
                </a:cubicBezTo>
                <a:cubicBezTo>
                  <a:pt x="121130" y="66675"/>
                  <a:pt x="110335" y="60093"/>
                  <a:pt x="106287" y="48245"/>
                </a:cubicBezTo>
                <a:cubicBezTo>
                  <a:pt x="108986" y="42979"/>
                  <a:pt x="111685" y="36396"/>
                  <a:pt x="111685" y="29814"/>
                </a:cubicBezTo>
                <a:cubicBezTo>
                  <a:pt x="111685" y="27181"/>
                  <a:pt x="110335" y="25865"/>
                  <a:pt x="110335" y="23232"/>
                </a:cubicBezTo>
                <a:cubicBezTo>
                  <a:pt x="115733" y="16649"/>
                  <a:pt x="123829" y="12700"/>
                  <a:pt x="133275" y="12700"/>
                </a:cubicBezTo>
                <a:close/>
                <a:moveTo>
                  <a:pt x="72809" y="0"/>
                </a:moveTo>
                <a:cubicBezTo>
                  <a:pt x="88472" y="0"/>
                  <a:pt x="101525" y="14426"/>
                  <a:pt x="101525" y="30163"/>
                </a:cubicBezTo>
                <a:cubicBezTo>
                  <a:pt x="101525" y="47211"/>
                  <a:pt x="87167" y="60325"/>
                  <a:pt x="72809" y="60325"/>
                </a:cubicBezTo>
                <a:cubicBezTo>
                  <a:pt x="57145" y="60325"/>
                  <a:pt x="42787" y="47211"/>
                  <a:pt x="42787" y="30163"/>
                </a:cubicBezTo>
                <a:cubicBezTo>
                  <a:pt x="42787" y="14426"/>
                  <a:pt x="55840" y="0"/>
                  <a:pt x="72809" y="0"/>
                </a:cubicBezTo>
                <a:close/>
              </a:path>
            </a:pathLst>
          </a:custGeom>
          <a:solidFill>
            <a:schemeClr val="bg1"/>
          </a:solidFill>
          <a:ln>
            <a:noFill/>
          </a:ln>
        </p:spPr>
      </p:sp>
      <p:sp>
        <p:nvSpPr>
          <p:cNvPr id="72" name="write_46014"/>
          <p:cNvSpPr>
            <a:spLocks noChangeAspect="1"/>
          </p:cNvSpPr>
          <p:nvPr>
            <p:custDataLst>
              <p:tags r:id="rId19"/>
            </p:custDataLst>
          </p:nvPr>
        </p:nvSpPr>
        <p:spPr bwMode="auto">
          <a:xfrm>
            <a:off x="7002145" y="1940560"/>
            <a:ext cx="311785" cy="304165"/>
          </a:xfrm>
          <a:custGeom>
            <a:avLst/>
            <a:gdLst>
              <a:gd name="connsiteX0" fmla="*/ 58918 w 323554"/>
              <a:gd name="connsiteY0" fmla="*/ 189699 h 313525"/>
              <a:gd name="connsiteX1" fmla="*/ 101421 w 323554"/>
              <a:gd name="connsiteY1" fmla="*/ 189699 h 313525"/>
              <a:gd name="connsiteX2" fmla="*/ 103997 w 323554"/>
              <a:gd name="connsiteY2" fmla="*/ 189699 h 313525"/>
              <a:gd name="connsiteX3" fmla="*/ 114301 w 323554"/>
              <a:gd name="connsiteY3" fmla="*/ 201731 h 313525"/>
              <a:gd name="connsiteX4" fmla="*/ 113013 w 323554"/>
              <a:gd name="connsiteY4" fmla="*/ 205741 h 313525"/>
              <a:gd name="connsiteX5" fmla="*/ 101421 w 323554"/>
              <a:gd name="connsiteY5" fmla="*/ 215099 h 313525"/>
              <a:gd name="connsiteX6" fmla="*/ 58918 w 323554"/>
              <a:gd name="connsiteY6" fmla="*/ 215099 h 313525"/>
              <a:gd name="connsiteX7" fmla="*/ 46038 w 323554"/>
              <a:gd name="connsiteY7" fmla="*/ 201731 h 313525"/>
              <a:gd name="connsiteX8" fmla="*/ 58918 w 323554"/>
              <a:gd name="connsiteY8" fmla="*/ 189699 h 313525"/>
              <a:gd name="connsiteX9" fmla="*/ 149225 w 323554"/>
              <a:gd name="connsiteY9" fmla="*/ 165887 h 313525"/>
              <a:gd name="connsiteX10" fmla="*/ 142875 w 323554"/>
              <a:gd name="connsiteY10" fmla="*/ 186525 h 313525"/>
              <a:gd name="connsiteX11" fmla="*/ 153988 w 323554"/>
              <a:gd name="connsiteY11" fmla="*/ 196050 h 313525"/>
              <a:gd name="connsiteX12" fmla="*/ 173038 w 323554"/>
              <a:gd name="connsiteY12" fmla="*/ 188112 h 313525"/>
              <a:gd name="connsiteX13" fmla="*/ 145188 w 323554"/>
              <a:gd name="connsiteY13" fmla="*/ 151599 h 313525"/>
              <a:gd name="connsiteX14" fmla="*/ 187326 w 323554"/>
              <a:gd name="connsiteY14" fmla="*/ 190104 h 313525"/>
              <a:gd name="connsiteX15" fmla="*/ 138803 w 323554"/>
              <a:gd name="connsiteY15" fmla="*/ 210640 h 313525"/>
              <a:gd name="connsiteX16" fmla="*/ 131142 w 323554"/>
              <a:gd name="connsiteY16" fmla="*/ 210640 h 313525"/>
              <a:gd name="connsiteX17" fmla="*/ 129865 w 323554"/>
              <a:gd name="connsiteY17" fmla="*/ 202939 h 313525"/>
              <a:gd name="connsiteX18" fmla="*/ 145188 w 323554"/>
              <a:gd name="connsiteY18" fmla="*/ 151599 h 313525"/>
              <a:gd name="connsiteX19" fmla="*/ 58982 w 323554"/>
              <a:gd name="connsiteY19" fmla="*/ 146837 h 313525"/>
              <a:gd name="connsiteX20" fmla="*/ 130176 w 323554"/>
              <a:gd name="connsiteY20" fmla="*/ 146837 h 313525"/>
              <a:gd name="connsiteX21" fmla="*/ 130176 w 323554"/>
              <a:gd name="connsiteY21" fmla="*/ 148186 h 313525"/>
              <a:gd name="connsiteX22" fmla="*/ 122409 w 323554"/>
              <a:gd name="connsiteY22" fmla="*/ 173825 h 313525"/>
              <a:gd name="connsiteX23" fmla="*/ 58982 w 323554"/>
              <a:gd name="connsiteY23" fmla="*/ 173825 h 313525"/>
              <a:gd name="connsiteX24" fmla="*/ 46038 w 323554"/>
              <a:gd name="connsiteY24" fmla="*/ 160331 h 313525"/>
              <a:gd name="connsiteX25" fmla="*/ 58982 w 323554"/>
              <a:gd name="connsiteY25" fmla="*/ 146837 h 313525"/>
              <a:gd name="connsiteX26" fmla="*/ 59011 w 323554"/>
              <a:gd name="connsiteY26" fmla="*/ 105562 h 313525"/>
              <a:gd name="connsiteX27" fmla="*/ 166688 w 323554"/>
              <a:gd name="connsiteY27" fmla="*/ 105562 h 313525"/>
              <a:gd name="connsiteX28" fmla="*/ 144634 w 323554"/>
              <a:gd name="connsiteY28" fmla="*/ 130962 h 313525"/>
              <a:gd name="connsiteX29" fmla="*/ 59011 w 323554"/>
              <a:gd name="connsiteY29" fmla="*/ 130962 h 313525"/>
              <a:gd name="connsiteX30" fmla="*/ 46038 w 323554"/>
              <a:gd name="connsiteY30" fmla="*/ 118930 h 313525"/>
              <a:gd name="connsiteX31" fmla="*/ 59011 w 323554"/>
              <a:gd name="connsiteY31" fmla="*/ 105562 h 313525"/>
              <a:gd name="connsiteX32" fmla="*/ 226883 w 323554"/>
              <a:gd name="connsiteY32" fmla="*/ 81749 h 313525"/>
              <a:gd name="connsiteX33" fmla="*/ 224292 w 323554"/>
              <a:gd name="connsiteY33" fmla="*/ 83037 h 313525"/>
              <a:gd name="connsiteX34" fmla="*/ 171159 w 323554"/>
              <a:gd name="connsiteY34" fmla="*/ 140996 h 313525"/>
              <a:gd name="connsiteX35" fmla="*/ 172455 w 323554"/>
              <a:gd name="connsiteY35" fmla="*/ 146148 h 313525"/>
              <a:gd name="connsiteX36" fmla="*/ 175047 w 323554"/>
              <a:gd name="connsiteY36" fmla="*/ 148724 h 313525"/>
              <a:gd name="connsiteX37" fmla="*/ 177639 w 323554"/>
              <a:gd name="connsiteY37" fmla="*/ 150012 h 313525"/>
              <a:gd name="connsiteX38" fmla="*/ 180230 w 323554"/>
              <a:gd name="connsiteY38" fmla="*/ 148724 h 313525"/>
              <a:gd name="connsiteX39" fmla="*/ 232067 w 323554"/>
              <a:gd name="connsiteY39" fmla="*/ 90765 h 313525"/>
              <a:gd name="connsiteX40" fmla="*/ 232067 w 323554"/>
              <a:gd name="connsiteY40" fmla="*/ 85613 h 313525"/>
              <a:gd name="connsiteX41" fmla="*/ 229475 w 323554"/>
              <a:gd name="connsiteY41" fmla="*/ 83037 h 313525"/>
              <a:gd name="connsiteX42" fmla="*/ 226883 w 323554"/>
              <a:gd name="connsiteY42" fmla="*/ 81749 h 313525"/>
              <a:gd name="connsiteX43" fmla="*/ 247254 w 323554"/>
              <a:gd name="connsiteY43" fmla="*/ 62303 h 313525"/>
              <a:gd name="connsiteX44" fmla="*/ 242491 w 323554"/>
              <a:gd name="connsiteY44" fmla="*/ 63493 h 313525"/>
              <a:gd name="connsiteX45" fmla="*/ 237729 w 323554"/>
              <a:gd name="connsiteY45" fmla="*/ 68256 h 313525"/>
              <a:gd name="connsiteX46" fmla="*/ 236538 w 323554"/>
              <a:gd name="connsiteY46" fmla="*/ 70637 h 313525"/>
              <a:gd name="connsiteX47" fmla="*/ 237729 w 323554"/>
              <a:gd name="connsiteY47" fmla="*/ 73019 h 313525"/>
              <a:gd name="connsiteX48" fmla="*/ 240110 w 323554"/>
              <a:gd name="connsiteY48" fmla="*/ 74209 h 313525"/>
              <a:gd name="connsiteX49" fmla="*/ 242491 w 323554"/>
              <a:gd name="connsiteY49" fmla="*/ 75400 h 313525"/>
              <a:gd name="connsiteX50" fmla="*/ 244873 w 323554"/>
              <a:gd name="connsiteY50" fmla="*/ 75400 h 313525"/>
              <a:gd name="connsiteX51" fmla="*/ 244873 w 323554"/>
              <a:gd name="connsiteY51" fmla="*/ 74209 h 313525"/>
              <a:gd name="connsiteX52" fmla="*/ 249635 w 323554"/>
              <a:gd name="connsiteY52" fmla="*/ 69447 h 313525"/>
              <a:gd name="connsiteX53" fmla="*/ 249635 w 323554"/>
              <a:gd name="connsiteY53" fmla="*/ 64684 h 313525"/>
              <a:gd name="connsiteX54" fmla="*/ 247254 w 323554"/>
              <a:gd name="connsiteY54" fmla="*/ 62303 h 313525"/>
              <a:gd name="connsiteX55" fmla="*/ 24647 w 323554"/>
              <a:gd name="connsiteY55" fmla="*/ 48412 h 313525"/>
              <a:gd name="connsiteX56" fmla="*/ 201069 w 323554"/>
              <a:gd name="connsiteY56" fmla="*/ 48412 h 313525"/>
              <a:gd name="connsiteX57" fmla="*/ 214041 w 323554"/>
              <a:gd name="connsiteY57" fmla="*/ 52292 h 313525"/>
              <a:gd name="connsiteX58" fmla="*/ 193285 w 323554"/>
              <a:gd name="connsiteY58" fmla="*/ 76863 h 313525"/>
              <a:gd name="connsiteX59" fmla="*/ 181610 w 323554"/>
              <a:gd name="connsiteY59" fmla="*/ 72983 h 313525"/>
              <a:gd name="connsiteX60" fmla="*/ 45403 w 323554"/>
              <a:gd name="connsiteY60" fmla="*/ 72983 h 313525"/>
              <a:gd name="connsiteX61" fmla="*/ 24647 w 323554"/>
              <a:gd name="connsiteY61" fmla="*/ 93675 h 313525"/>
              <a:gd name="connsiteX62" fmla="*/ 24647 w 323554"/>
              <a:gd name="connsiteY62" fmla="*/ 268262 h 313525"/>
              <a:gd name="connsiteX63" fmla="*/ 45403 w 323554"/>
              <a:gd name="connsiteY63" fmla="*/ 287660 h 313525"/>
              <a:gd name="connsiteX64" fmla="*/ 181610 w 323554"/>
              <a:gd name="connsiteY64" fmla="*/ 287660 h 313525"/>
              <a:gd name="connsiteX65" fmla="*/ 202366 w 323554"/>
              <a:gd name="connsiteY65" fmla="*/ 268262 h 313525"/>
              <a:gd name="connsiteX66" fmla="*/ 202366 w 323554"/>
              <a:gd name="connsiteY66" fmla="*/ 202307 h 313525"/>
              <a:gd name="connsiteX67" fmla="*/ 203663 w 323554"/>
              <a:gd name="connsiteY67" fmla="*/ 201014 h 313525"/>
              <a:gd name="connsiteX68" fmla="*/ 206258 w 323554"/>
              <a:gd name="connsiteY68" fmla="*/ 198427 h 313525"/>
              <a:gd name="connsiteX69" fmla="*/ 227013 w 323554"/>
              <a:gd name="connsiteY69" fmla="*/ 175149 h 313525"/>
              <a:gd name="connsiteX70" fmla="*/ 227013 w 323554"/>
              <a:gd name="connsiteY70" fmla="*/ 287660 h 313525"/>
              <a:gd name="connsiteX71" fmla="*/ 201069 w 323554"/>
              <a:gd name="connsiteY71" fmla="*/ 313525 h 313525"/>
              <a:gd name="connsiteX72" fmla="*/ 25944 w 323554"/>
              <a:gd name="connsiteY72" fmla="*/ 313525 h 313525"/>
              <a:gd name="connsiteX73" fmla="*/ 0 w 323554"/>
              <a:gd name="connsiteY73" fmla="*/ 287660 h 313525"/>
              <a:gd name="connsiteX74" fmla="*/ 0 w 323554"/>
              <a:gd name="connsiteY74" fmla="*/ 72983 h 313525"/>
              <a:gd name="connsiteX75" fmla="*/ 24647 w 323554"/>
              <a:gd name="connsiteY75" fmla="*/ 48412 h 313525"/>
              <a:gd name="connsiteX76" fmla="*/ 242888 w 323554"/>
              <a:gd name="connsiteY76" fmla="*/ 42062 h 313525"/>
              <a:gd name="connsiteX77" fmla="*/ 285751 w 323554"/>
              <a:gd name="connsiteY77" fmla="*/ 81750 h 313525"/>
              <a:gd name="connsiteX78" fmla="*/ 279401 w 323554"/>
              <a:gd name="connsiteY78" fmla="*/ 89687 h 313525"/>
              <a:gd name="connsiteX79" fmla="*/ 200026 w 323554"/>
              <a:gd name="connsiteY79" fmla="*/ 178587 h 313525"/>
              <a:gd name="connsiteX80" fmla="*/ 193676 w 323554"/>
              <a:gd name="connsiteY80" fmla="*/ 184937 h 313525"/>
              <a:gd name="connsiteX81" fmla="*/ 150813 w 323554"/>
              <a:gd name="connsiteY81" fmla="*/ 146837 h 313525"/>
              <a:gd name="connsiteX82" fmla="*/ 155576 w 323554"/>
              <a:gd name="connsiteY82" fmla="*/ 138899 h 313525"/>
              <a:gd name="connsiteX83" fmla="*/ 236538 w 323554"/>
              <a:gd name="connsiteY83" fmla="*/ 48412 h 313525"/>
              <a:gd name="connsiteX84" fmla="*/ 257175 w 323554"/>
              <a:gd name="connsiteY84" fmla="*/ 26187 h 313525"/>
              <a:gd name="connsiteX85" fmla="*/ 301625 w 323554"/>
              <a:gd name="connsiteY85" fmla="*/ 64287 h 313525"/>
              <a:gd name="connsiteX86" fmla="*/ 295275 w 323554"/>
              <a:gd name="connsiteY86" fmla="*/ 72225 h 313525"/>
              <a:gd name="connsiteX87" fmla="*/ 290513 w 323554"/>
              <a:gd name="connsiteY87" fmla="*/ 75400 h 313525"/>
              <a:gd name="connsiteX88" fmla="*/ 247650 w 323554"/>
              <a:gd name="connsiteY88" fmla="*/ 37300 h 313525"/>
              <a:gd name="connsiteX89" fmla="*/ 250825 w 323554"/>
              <a:gd name="connsiteY89" fmla="*/ 34125 h 313525"/>
              <a:gd name="connsiteX90" fmla="*/ 285750 w 323554"/>
              <a:gd name="connsiteY90" fmla="*/ 11899 h 313525"/>
              <a:gd name="connsiteX91" fmla="*/ 279400 w 323554"/>
              <a:gd name="connsiteY91" fmla="*/ 19837 h 313525"/>
              <a:gd name="connsiteX92" fmla="*/ 304800 w 323554"/>
              <a:gd name="connsiteY92" fmla="*/ 43649 h 313525"/>
              <a:gd name="connsiteX93" fmla="*/ 312738 w 323554"/>
              <a:gd name="connsiteY93" fmla="*/ 35712 h 313525"/>
              <a:gd name="connsiteX94" fmla="*/ 285265 w 323554"/>
              <a:gd name="connsiteY94" fmla="*/ 516 h 313525"/>
              <a:gd name="connsiteX95" fmla="*/ 294336 w 323554"/>
              <a:gd name="connsiteY95" fmla="*/ 3151 h 313525"/>
              <a:gd name="connsiteX96" fmla="*/ 318958 w 323554"/>
              <a:gd name="connsiteY96" fmla="*/ 25545 h 313525"/>
              <a:gd name="connsiteX97" fmla="*/ 320254 w 323554"/>
              <a:gd name="connsiteY97" fmla="*/ 43987 h 313525"/>
              <a:gd name="connsiteX98" fmla="*/ 305999 w 323554"/>
              <a:gd name="connsiteY98" fmla="*/ 61112 h 313525"/>
              <a:gd name="connsiteX99" fmla="*/ 261938 w 323554"/>
              <a:gd name="connsiteY99" fmla="*/ 20276 h 313525"/>
              <a:gd name="connsiteX100" fmla="*/ 276193 w 323554"/>
              <a:gd name="connsiteY100" fmla="*/ 4468 h 313525"/>
              <a:gd name="connsiteX101" fmla="*/ 285265 w 323554"/>
              <a:gd name="connsiteY101" fmla="*/ 516 h 313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323554" h="313525">
                <a:moveTo>
                  <a:pt x="58918" y="189699"/>
                </a:moveTo>
                <a:cubicBezTo>
                  <a:pt x="58918" y="189699"/>
                  <a:pt x="58918" y="189699"/>
                  <a:pt x="101421" y="189699"/>
                </a:cubicBezTo>
                <a:cubicBezTo>
                  <a:pt x="102709" y="189699"/>
                  <a:pt x="102709" y="189699"/>
                  <a:pt x="103997" y="189699"/>
                </a:cubicBezTo>
                <a:cubicBezTo>
                  <a:pt x="109149" y="189699"/>
                  <a:pt x="114301" y="195046"/>
                  <a:pt x="114301" y="201731"/>
                </a:cubicBezTo>
                <a:cubicBezTo>
                  <a:pt x="114301" y="203067"/>
                  <a:pt x="114301" y="204404"/>
                  <a:pt x="113013" y="205741"/>
                </a:cubicBezTo>
                <a:cubicBezTo>
                  <a:pt x="111725" y="211088"/>
                  <a:pt x="107861" y="215099"/>
                  <a:pt x="101421" y="215099"/>
                </a:cubicBezTo>
                <a:cubicBezTo>
                  <a:pt x="101421" y="215099"/>
                  <a:pt x="101421" y="215099"/>
                  <a:pt x="58918" y="215099"/>
                </a:cubicBezTo>
                <a:cubicBezTo>
                  <a:pt x="51190" y="215099"/>
                  <a:pt x="46038" y="209752"/>
                  <a:pt x="46038" y="201731"/>
                </a:cubicBezTo>
                <a:cubicBezTo>
                  <a:pt x="46038" y="195046"/>
                  <a:pt x="51190" y="189699"/>
                  <a:pt x="58918" y="189699"/>
                </a:cubicBezTo>
                <a:close/>
                <a:moveTo>
                  <a:pt x="149225" y="165887"/>
                </a:moveTo>
                <a:lnTo>
                  <a:pt x="142875" y="186525"/>
                </a:lnTo>
                <a:lnTo>
                  <a:pt x="153988" y="196050"/>
                </a:lnTo>
                <a:lnTo>
                  <a:pt x="173038" y="188112"/>
                </a:lnTo>
                <a:close/>
                <a:moveTo>
                  <a:pt x="145188" y="151599"/>
                </a:moveTo>
                <a:cubicBezTo>
                  <a:pt x="145188" y="151599"/>
                  <a:pt x="145188" y="151599"/>
                  <a:pt x="187326" y="190104"/>
                </a:cubicBezTo>
                <a:cubicBezTo>
                  <a:pt x="187326" y="190104"/>
                  <a:pt x="187326" y="190104"/>
                  <a:pt x="138803" y="210640"/>
                </a:cubicBezTo>
                <a:cubicBezTo>
                  <a:pt x="136249" y="211924"/>
                  <a:pt x="133696" y="211924"/>
                  <a:pt x="131142" y="210640"/>
                </a:cubicBezTo>
                <a:cubicBezTo>
                  <a:pt x="129865" y="208073"/>
                  <a:pt x="128588" y="205506"/>
                  <a:pt x="129865" y="202939"/>
                </a:cubicBezTo>
                <a:cubicBezTo>
                  <a:pt x="129865" y="202939"/>
                  <a:pt x="129865" y="202939"/>
                  <a:pt x="145188" y="151599"/>
                </a:cubicBezTo>
                <a:close/>
                <a:moveTo>
                  <a:pt x="58982" y="146837"/>
                </a:moveTo>
                <a:cubicBezTo>
                  <a:pt x="58982" y="146837"/>
                  <a:pt x="58982" y="146837"/>
                  <a:pt x="130176" y="146837"/>
                </a:cubicBezTo>
                <a:cubicBezTo>
                  <a:pt x="130176" y="148186"/>
                  <a:pt x="130176" y="148186"/>
                  <a:pt x="130176" y="148186"/>
                </a:cubicBezTo>
                <a:lnTo>
                  <a:pt x="122409" y="173825"/>
                </a:lnTo>
                <a:cubicBezTo>
                  <a:pt x="122409" y="173825"/>
                  <a:pt x="122409" y="173825"/>
                  <a:pt x="58982" y="173825"/>
                </a:cubicBezTo>
                <a:cubicBezTo>
                  <a:pt x="51216" y="173825"/>
                  <a:pt x="46038" y="167078"/>
                  <a:pt x="46038" y="160331"/>
                </a:cubicBezTo>
                <a:cubicBezTo>
                  <a:pt x="46038" y="153584"/>
                  <a:pt x="51216" y="146837"/>
                  <a:pt x="58982" y="146837"/>
                </a:cubicBezTo>
                <a:close/>
                <a:moveTo>
                  <a:pt x="59011" y="105562"/>
                </a:moveTo>
                <a:lnTo>
                  <a:pt x="166688" y="105562"/>
                </a:lnTo>
                <a:cubicBezTo>
                  <a:pt x="166688" y="105562"/>
                  <a:pt x="166688" y="105562"/>
                  <a:pt x="144634" y="130962"/>
                </a:cubicBezTo>
                <a:cubicBezTo>
                  <a:pt x="144634" y="130962"/>
                  <a:pt x="144634" y="130962"/>
                  <a:pt x="59011" y="130962"/>
                </a:cubicBezTo>
                <a:cubicBezTo>
                  <a:pt x="51227" y="130962"/>
                  <a:pt x="46038" y="125615"/>
                  <a:pt x="46038" y="118930"/>
                </a:cubicBezTo>
                <a:cubicBezTo>
                  <a:pt x="46038" y="110909"/>
                  <a:pt x="51227" y="105562"/>
                  <a:pt x="59011" y="105562"/>
                </a:cubicBezTo>
                <a:close/>
                <a:moveTo>
                  <a:pt x="226883" y="81749"/>
                </a:moveTo>
                <a:cubicBezTo>
                  <a:pt x="225587" y="81749"/>
                  <a:pt x="224292" y="83037"/>
                  <a:pt x="224292" y="83037"/>
                </a:cubicBezTo>
                <a:cubicBezTo>
                  <a:pt x="224292" y="83037"/>
                  <a:pt x="224292" y="83037"/>
                  <a:pt x="171159" y="140996"/>
                </a:cubicBezTo>
                <a:cubicBezTo>
                  <a:pt x="169863" y="142284"/>
                  <a:pt x="169863" y="144860"/>
                  <a:pt x="172455" y="146148"/>
                </a:cubicBezTo>
                <a:cubicBezTo>
                  <a:pt x="172455" y="146148"/>
                  <a:pt x="172455" y="146148"/>
                  <a:pt x="175047" y="148724"/>
                </a:cubicBezTo>
                <a:cubicBezTo>
                  <a:pt x="175047" y="148724"/>
                  <a:pt x="176343" y="150012"/>
                  <a:pt x="177639" y="150012"/>
                </a:cubicBezTo>
                <a:cubicBezTo>
                  <a:pt x="177639" y="150012"/>
                  <a:pt x="178934" y="148724"/>
                  <a:pt x="180230" y="148724"/>
                </a:cubicBezTo>
                <a:cubicBezTo>
                  <a:pt x="180230" y="148724"/>
                  <a:pt x="180230" y="148724"/>
                  <a:pt x="232067" y="90765"/>
                </a:cubicBezTo>
                <a:cubicBezTo>
                  <a:pt x="233363" y="89477"/>
                  <a:pt x="233363" y="86901"/>
                  <a:pt x="232067" y="85613"/>
                </a:cubicBezTo>
                <a:cubicBezTo>
                  <a:pt x="232067" y="85613"/>
                  <a:pt x="232067" y="85613"/>
                  <a:pt x="229475" y="83037"/>
                </a:cubicBezTo>
                <a:cubicBezTo>
                  <a:pt x="228179" y="81749"/>
                  <a:pt x="226883" y="81749"/>
                  <a:pt x="226883" y="81749"/>
                </a:cubicBezTo>
                <a:close/>
                <a:moveTo>
                  <a:pt x="247254" y="62303"/>
                </a:moveTo>
                <a:cubicBezTo>
                  <a:pt x="244873" y="61112"/>
                  <a:pt x="243682" y="62303"/>
                  <a:pt x="242491" y="63493"/>
                </a:cubicBezTo>
                <a:cubicBezTo>
                  <a:pt x="242491" y="63493"/>
                  <a:pt x="242491" y="63493"/>
                  <a:pt x="237729" y="68256"/>
                </a:cubicBezTo>
                <a:cubicBezTo>
                  <a:pt x="237729" y="68256"/>
                  <a:pt x="236538" y="69447"/>
                  <a:pt x="236538" y="70637"/>
                </a:cubicBezTo>
                <a:cubicBezTo>
                  <a:pt x="236538" y="70637"/>
                  <a:pt x="237729" y="71828"/>
                  <a:pt x="237729" y="73019"/>
                </a:cubicBezTo>
                <a:cubicBezTo>
                  <a:pt x="237729" y="73019"/>
                  <a:pt x="237729" y="73019"/>
                  <a:pt x="240110" y="74209"/>
                </a:cubicBezTo>
                <a:cubicBezTo>
                  <a:pt x="241301" y="75400"/>
                  <a:pt x="242491" y="75400"/>
                  <a:pt x="242491" y="75400"/>
                </a:cubicBezTo>
                <a:cubicBezTo>
                  <a:pt x="243682" y="75400"/>
                  <a:pt x="243682" y="75400"/>
                  <a:pt x="244873" y="75400"/>
                </a:cubicBezTo>
                <a:cubicBezTo>
                  <a:pt x="244873" y="74209"/>
                  <a:pt x="244873" y="74209"/>
                  <a:pt x="244873" y="74209"/>
                </a:cubicBezTo>
                <a:cubicBezTo>
                  <a:pt x="244873" y="74209"/>
                  <a:pt x="244873" y="74209"/>
                  <a:pt x="249635" y="69447"/>
                </a:cubicBezTo>
                <a:cubicBezTo>
                  <a:pt x="250826" y="68256"/>
                  <a:pt x="250826" y="65875"/>
                  <a:pt x="249635" y="64684"/>
                </a:cubicBezTo>
                <a:cubicBezTo>
                  <a:pt x="249635" y="64684"/>
                  <a:pt x="249635" y="64684"/>
                  <a:pt x="247254" y="62303"/>
                </a:cubicBezTo>
                <a:close/>
                <a:moveTo>
                  <a:pt x="24647" y="48412"/>
                </a:moveTo>
                <a:cubicBezTo>
                  <a:pt x="24647" y="48412"/>
                  <a:pt x="24647" y="48412"/>
                  <a:pt x="201069" y="48412"/>
                </a:cubicBezTo>
                <a:cubicBezTo>
                  <a:pt x="206258" y="48412"/>
                  <a:pt x="210149" y="49705"/>
                  <a:pt x="214041" y="52292"/>
                </a:cubicBezTo>
                <a:cubicBezTo>
                  <a:pt x="214041" y="52292"/>
                  <a:pt x="214041" y="52292"/>
                  <a:pt x="193285" y="76863"/>
                </a:cubicBezTo>
                <a:cubicBezTo>
                  <a:pt x="189394" y="74277"/>
                  <a:pt x="185502" y="72983"/>
                  <a:pt x="181610" y="72983"/>
                </a:cubicBezTo>
                <a:cubicBezTo>
                  <a:pt x="181610" y="72983"/>
                  <a:pt x="181610" y="72983"/>
                  <a:pt x="45403" y="72983"/>
                </a:cubicBezTo>
                <a:cubicBezTo>
                  <a:pt x="33728" y="72983"/>
                  <a:pt x="24647" y="82036"/>
                  <a:pt x="24647" y="93675"/>
                </a:cubicBezTo>
                <a:cubicBezTo>
                  <a:pt x="24647" y="93675"/>
                  <a:pt x="24647" y="93675"/>
                  <a:pt x="24647" y="268262"/>
                </a:cubicBezTo>
                <a:cubicBezTo>
                  <a:pt x="24647" y="278608"/>
                  <a:pt x="33728" y="287660"/>
                  <a:pt x="45403" y="287660"/>
                </a:cubicBezTo>
                <a:cubicBezTo>
                  <a:pt x="45403" y="287660"/>
                  <a:pt x="45403" y="287660"/>
                  <a:pt x="181610" y="287660"/>
                </a:cubicBezTo>
                <a:cubicBezTo>
                  <a:pt x="193285" y="287660"/>
                  <a:pt x="202366" y="278608"/>
                  <a:pt x="202366" y="268262"/>
                </a:cubicBezTo>
                <a:cubicBezTo>
                  <a:pt x="202366" y="268262"/>
                  <a:pt x="202366" y="268262"/>
                  <a:pt x="202366" y="202307"/>
                </a:cubicBezTo>
                <a:cubicBezTo>
                  <a:pt x="202366" y="202307"/>
                  <a:pt x="202366" y="201014"/>
                  <a:pt x="203663" y="201014"/>
                </a:cubicBezTo>
                <a:cubicBezTo>
                  <a:pt x="203663" y="199720"/>
                  <a:pt x="204960" y="199720"/>
                  <a:pt x="206258" y="198427"/>
                </a:cubicBezTo>
                <a:cubicBezTo>
                  <a:pt x="206258" y="198427"/>
                  <a:pt x="206258" y="198427"/>
                  <a:pt x="227013" y="175149"/>
                </a:cubicBezTo>
                <a:cubicBezTo>
                  <a:pt x="227013" y="175149"/>
                  <a:pt x="227013" y="175149"/>
                  <a:pt x="227013" y="287660"/>
                </a:cubicBezTo>
                <a:cubicBezTo>
                  <a:pt x="227013" y="301886"/>
                  <a:pt x="215338" y="313525"/>
                  <a:pt x="201069" y="313525"/>
                </a:cubicBezTo>
                <a:cubicBezTo>
                  <a:pt x="201069" y="313525"/>
                  <a:pt x="201069" y="313525"/>
                  <a:pt x="25944" y="313525"/>
                </a:cubicBezTo>
                <a:cubicBezTo>
                  <a:pt x="11675" y="313525"/>
                  <a:pt x="0" y="301886"/>
                  <a:pt x="0" y="287660"/>
                </a:cubicBezTo>
                <a:cubicBezTo>
                  <a:pt x="0" y="287660"/>
                  <a:pt x="0" y="287660"/>
                  <a:pt x="0" y="72983"/>
                </a:cubicBezTo>
                <a:cubicBezTo>
                  <a:pt x="0" y="60051"/>
                  <a:pt x="10378" y="48412"/>
                  <a:pt x="24647" y="48412"/>
                </a:cubicBezTo>
                <a:close/>
                <a:moveTo>
                  <a:pt x="242888" y="42062"/>
                </a:moveTo>
                <a:lnTo>
                  <a:pt x="285751" y="81750"/>
                </a:lnTo>
                <a:lnTo>
                  <a:pt x="279401" y="89687"/>
                </a:lnTo>
                <a:lnTo>
                  <a:pt x="200026" y="178587"/>
                </a:lnTo>
                <a:lnTo>
                  <a:pt x="193676" y="184937"/>
                </a:lnTo>
                <a:lnTo>
                  <a:pt x="150813" y="146837"/>
                </a:lnTo>
                <a:lnTo>
                  <a:pt x="155576" y="138899"/>
                </a:lnTo>
                <a:lnTo>
                  <a:pt x="236538" y="48412"/>
                </a:lnTo>
                <a:close/>
                <a:moveTo>
                  <a:pt x="257175" y="26187"/>
                </a:moveTo>
                <a:lnTo>
                  <a:pt x="301625" y="64287"/>
                </a:lnTo>
                <a:lnTo>
                  <a:pt x="295275" y="72225"/>
                </a:lnTo>
                <a:lnTo>
                  <a:pt x="290513" y="75400"/>
                </a:lnTo>
                <a:lnTo>
                  <a:pt x="247650" y="37300"/>
                </a:lnTo>
                <a:lnTo>
                  <a:pt x="250825" y="34125"/>
                </a:lnTo>
                <a:close/>
                <a:moveTo>
                  <a:pt x="285750" y="11899"/>
                </a:moveTo>
                <a:lnTo>
                  <a:pt x="279400" y="19837"/>
                </a:lnTo>
                <a:lnTo>
                  <a:pt x="304800" y="43649"/>
                </a:lnTo>
                <a:lnTo>
                  <a:pt x="312738" y="35712"/>
                </a:lnTo>
                <a:close/>
                <a:moveTo>
                  <a:pt x="285265" y="516"/>
                </a:moveTo>
                <a:cubicBezTo>
                  <a:pt x="289152" y="-801"/>
                  <a:pt x="291744" y="516"/>
                  <a:pt x="294336" y="3151"/>
                </a:cubicBezTo>
                <a:cubicBezTo>
                  <a:pt x="294336" y="3151"/>
                  <a:pt x="294336" y="3151"/>
                  <a:pt x="318958" y="25545"/>
                </a:cubicBezTo>
                <a:cubicBezTo>
                  <a:pt x="324142" y="30814"/>
                  <a:pt x="325438" y="38718"/>
                  <a:pt x="320254" y="43987"/>
                </a:cubicBezTo>
                <a:cubicBezTo>
                  <a:pt x="320254" y="43987"/>
                  <a:pt x="320254" y="43987"/>
                  <a:pt x="305999" y="61112"/>
                </a:cubicBezTo>
                <a:cubicBezTo>
                  <a:pt x="305999" y="61112"/>
                  <a:pt x="305999" y="61112"/>
                  <a:pt x="261938" y="20276"/>
                </a:cubicBezTo>
                <a:cubicBezTo>
                  <a:pt x="261938" y="20276"/>
                  <a:pt x="261938" y="20276"/>
                  <a:pt x="276193" y="4468"/>
                </a:cubicBezTo>
                <a:cubicBezTo>
                  <a:pt x="278785" y="1834"/>
                  <a:pt x="281377" y="516"/>
                  <a:pt x="285265" y="516"/>
                </a:cubicBezTo>
                <a:close/>
              </a:path>
            </a:pathLst>
          </a:custGeom>
          <a:solidFill>
            <a:schemeClr val="bg1"/>
          </a:solidFill>
          <a:ln>
            <a:noFill/>
          </a:ln>
        </p:spPr>
      </p:sp>
      <p:sp>
        <p:nvSpPr>
          <p:cNvPr id="73" name="business-meeting-of-males_46755"/>
          <p:cNvSpPr>
            <a:spLocks noChangeAspect="1"/>
          </p:cNvSpPr>
          <p:nvPr>
            <p:custDataLst>
              <p:tags r:id="rId20"/>
            </p:custDataLst>
          </p:nvPr>
        </p:nvSpPr>
        <p:spPr bwMode="auto">
          <a:xfrm>
            <a:off x="5698490" y="1953895"/>
            <a:ext cx="292100" cy="321310"/>
          </a:xfrm>
          <a:custGeom>
            <a:avLst/>
            <a:gdLst>
              <a:gd name="connsiteX0" fmla="*/ 0 w 300610"/>
              <a:gd name="connsiteY0" fmla="*/ 295275 h 328613"/>
              <a:gd name="connsiteX1" fmla="*/ 273050 w 300610"/>
              <a:gd name="connsiteY1" fmla="*/ 295275 h 328613"/>
              <a:gd name="connsiteX2" fmla="*/ 273050 w 300610"/>
              <a:gd name="connsiteY2" fmla="*/ 328613 h 328613"/>
              <a:gd name="connsiteX3" fmla="*/ 0 w 300610"/>
              <a:gd name="connsiteY3" fmla="*/ 328613 h 328613"/>
              <a:gd name="connsiteX4" fmla="*/ 142488 w 300610"/>
              <a:gd name="connsiteY4" fmla="*/ 234950 h 328613"/>
              <a:gd name="connsiteX5" fmla="*/ 147637 w 300610"/>
              <a:gd name="connsiteY5" fmla="*/ 241339 h 328613"/>
              <a:gd name="connsiteX6" fmla="*/ 154073 w 300610"/>
              <a:gd name="connsiteY6" fmla="*/ 234950 h 328613"/>
              <a:gd name="connsiteX7" fmla="*/ 161796 w 300610"/>
              <a:gd name="connsiteY7" fmla="*/ 238784 h 328613"/>
              <a:gd name="connsiteX8" fmla="*/ 163083 w 300610"/>
              <a:gd name="connsiteY8" fmla="*/ 240061 h 328613"/>
              <a:gd name="connsiteX9" fmla="*/ 193975 w 300610"/>
              <a:gd name="connsiteY9" fmla="*/ 287338 h 328613"/>
              <a:gd name="connsiteX10" fmla="*/ 174667 w 300610"/>
              <a:gd name="connsiteY10" fmla="*/ 287338 h 328613"/>
              <a:gd name="connsiteX11" fmla="*/ 172093 w 300610"/>
              <a:gd name="connsiteY11" fmla="*/ 272005 h 328613"/>
              <a:gd name="connsiteX12" fmla="*/ 172093 w 300610"/>
              <a:gd name="connsiteY12" fmla="*/ 287338 h 328613"/>
              <a:gd name="connsiteX13" fmla="*/ 147637 w 300610"/>
              <a:gd name="connsiteY13" fmla="*/ 287338 h 328613"/>
              <a:gd name="connsiteX14" fmla="*/ 152786 w 300610"/>
              <a:gd name="connsiteY14" fmla="*/ 279672 h 328613"/>
              <a:gd name="connsiteX15" fmla="*/ 147637 w 300610"/>
              <a:gd name="connsiteY15" fmla="*/ 242617 h 328613"/>
              <a:gd name="connsiteX16" fmla="*/ 142488 w 300610"/>
              <a:gd name="connsiteY16" fmla="*/ 279672 h 328613"/>
              <a:gd name="connsiteX17" fmla="*/ 147637 w 300610"/>
              <a:gd name="connsiteY17" fmla="*/ 287338 h 328613"/>
              <a:gd name="connsiteX18" fmla="*/ 123181 w 300610"/>
              <a:gd name="connsiteY18" fmla="*/ 287338 h 328613"/>
              <a:gd name="connsiteX19" fmla="*/ 123181 w 300610"/>
              <a:gd name="connsiteY19" fmla="*/ 272005 h 328613"/>
              <a:gd name="connsiteX20" fmla="*/ 120607 w 300610"/>
              <a:gd name="connsiteY20" fmla="*/ 287338 h 328613"/>
              <a:gd name="connsiteX21" fmla="*/ 102150 w 300610"/>
              <a:gd name="connsiteY21" fmla="*/ 287338 h 328613"/>
              <a:gd name="connsiteX22" fmla="*/ 101781 w 300610"/>
              <a:gd name="connsiteY22" fmla="*/ 284381 h 328613"/>
              <a:gd name="connsiteX23" fmla="*/ 104316 w 300610"/>
              <a:gd name="connsiteY23" fmla="*/ 268811 h 328613"/>
              <a:gd name="connsiteX24" fmla="*/ 132191 w 300610"/>
              <a:gd name="connsiteY24" fmla="*/ 240061 h 328613"/>
              <a:gd name="connsiteX25" fmla="*/ 133478 w 300610"/>
              <a:gd name="connsiteY25" fmla="*/ 238784 h 328613"/>
              <a:gd name="connsiteX26" fmla="*/ 142488 w 300610"/>
              <a:gd name="connsiteY26" fmla="*/ 234950 h 328613"/>
              <a:gd name="connsiteX27" fmla="*/ 49657 w 300610"/>
              <a:gd name="connsiteY27" fmla="*/ 234950 h 328613"/>
              <a:gd name="connsiteX28" fmla="*/ 54906 w 300610"/>
              <a:gd name="connsiteY28" fmla="*/ 241339 h 328613"/>
              <a:gd name="connsiteX29" fmla="*/ 61468 w 300610"/>
              <a:gd name="connsiteY29" fmla="*/ 234950 h 328613"/>
              <a:gd name="connsiteX30" fmla="*/ 70654 w 300610"/>
              <a:gd name="connsiteY30" fmla="*/ 238784 h 328613"/>
              <a:gd name="connsiteX31" fmla="*/ 71967 w 300610"/>
              <a:gd name="connsiteY31" fmla="*/ 240061 h 328613"/>
              <a:gd name="connsiteX32" fmla="*/ 99833 w 300610"/>
              <a:gd name="connsiteY32" fmla="*/ 268811 h 328613"/>
              <a:gd name="connsiteX33" fmla="*/ 101781 w 300610"/>
              <a:gd name="connsiteY33" fmla="*/ 284381 h 328613"/>
              <a:gd name="connsiteX34" fmla="*/ 101299 w 300610"/>
              <a:gd name="connsiteY34" fmla="*/ 287338 h 328613"/>
              <a:gd name="connsiteX35" fmla="*/ 99854 w 300610"/>
              <a:gd name="connsiteY35" fmla="*/ 287338 h 328613"/>
              <a:gd name="connsiteX36" fmla="*/ 83778 w 300610"/>
              <a:gd name="connsiteY36" fmla="*/ 287338 h 328613"/>
              <a:gd name="connsiteX37" fmla="*/ 79841 w 300610"/>
              <a:gd name="connsiteY37" fmla="*/ 272005 h 328613"/>
              <a:gd name="connsiteX38" fmla="*/ 79841 w 300610"/>
              <a:gd name="connsiteY38" fmla="*/ 287338 h 328613"/>
              <a:gd name="connsiteX39" fmla="*/ 56219 w 300610"/>
              <a:gd name="connsiteY39" fmla="*/ 287338 h 328613"/>
              <a:gd name="connsiteX40" fmla="*/ 61468 w 300610"/>
              <a:gd name="connsiteY40" fmla="*/ 279672 h 328613"/>
              <a:gd name="connsiteX41" fmla="*/ 54906 w 300610"/>
              <a:gd name="connsiteY41" fmla="*/ 242617 h 328613"/>
              <a:gd name="connsiteX42" fmla="*/ 49657 w 300610"/>
              <a:gd name="connsiteY42" fmla="*/ 279672 h 328613"/>
              <a:gd name="connsiteX43" fmla="*/ 54906 w 300610"/>
              <a:gd name="connsiteY43" fmla="*/ 287338 h 328613"/>
              <a:gd name="connsiteX44" fmla="*/ 31284 w 300610"/>
              <a:gd name="connsiteY44" fmla="*/ 287338 h 328613"/>
              <a:gd name="connsiteX45" fmla="*/ 31284 w 300610"/>
              <a:gd name="connsiteY45" fmla="*/ 272005 h 328613"/>
              <a:gd name="connsiteX46" fmla="*/ 27347 w 300610"/>
              <a:gd name="connsiteY46" fmla="*/ 287338 h 328613"/>
              <a:gd name="connsiteX47" fmla="*/ 8975 w 300610"/>
              <a:gd name="connsiteY47" fmla="*/ 287338 h 328613"/>
              <a:gd name="connsiteX48" fmla="*/ 39158 w 300610"/>
              <a:gd name="connsiteY48" fmla="*/ 240061 h 328613"/>
              <a:gd name="connsiteX49" fmla="*/ 40471 w 300610"/>
              <a:gd name="connsiteY49" fmla="*/ 238784 h 328613"/>
              <a:gd name="connsiteX50" fmla="*/ 49657 w 300610"/>
              <a:gd name="connsiteY50" fmla="*/ 234950 h 328613"/>
              <a:gd name="connsiteX51" fmla="*/ 148431 w 300610"/>
              <a:gd name="connsiteY51" fmla="*/ 187325 h 328613"/>
              <a:gd name="connsiteX52" fmla="*/ 171450 w 300610"/>
              <a:gd name="connsiteY52" fmla="*/ 210344 h 328613"/>
              <a:gd name="connsiteX53" fmla="*/ 148431 w 300610"/>
              <a:gd name="connsiteY53" fmla="*/ 233363 h 328613"/>
              <a:gd name="connsiteX54" fmla="*/ 125412 w 300610"/>
              <a:gd name="connsiteY54" fmla="*/ 210344 h 328613"/>
              <a:gd name="connsiteX55" fmla="*/ 148431 w 300610"/>
              <a:gd name="connsiteY55" fmla="*/ 187325 h 328613"/>
              <a:gd name="connsiteX56" fmla="*/ 55563 w 300610"/>
              <a:gd name="connsiteY56" fmla="*/ 187325 h 328613"/>
              <a:gd name="connsiteX57" fmla="*/ 79376 w 300610"/>
              <a:gd name="connsiteY57" fmla="*/ 210344 h 328613"/>
              <a:gd name="connsiteX58" fmla="*/ 55563 w 300610"/>
              <a:gd name="connsiteY58" fmla="*/ 233363 h 328613"/>
              <a:gd name="connsiteX59" fmla="*/ 31750 w 300610"/>
              <a:gd name="connsiteY59" fmla="*/ 210344 h 328613"/>
              <a:gd name="connsiteX60" fmla="*/ 55563 w 300610"/>
              <a:gd name="connsiteY60" fmla="*/ 187325 h 328613"/>
              <a:gd name="connsiteX61" fmla="*/ 241300 w 300610"/>
              <a:gd name="connsiteY61" fmla="*/ 71438 h 328613"/>
              <a:gd name="connsiteX62" fmla="*/ 241375 w 300610"/>
              <a:gd name="connsiteY62" fmla="*/ 71900 h 328613"/>
              <a:gd name="connsiteX63" fmla="*/ 241259 w 300610"/>
              <a:gd name="connsiteY63" fmla="*/ 71762 h 328613"/>
              <a:gd name="connsiteX64" fmla="*/ 192087 w 300610"/>
              <a:gd name="connsiteY64" fmla="*/ 58056 h 328613"/>
              <a:gd name="connsiteX65" fmla="*/ 207583 w 300610"/>
              <a:gd name="connsiteY65" fmla="*/ 70713 h 328613"/>
              <a:gd name="connsiteX66" fmla="*/ 221918 w 300610"/>
              <a:gd name="connsiteY66" fmla="*/ 69419 h 328613"/>
              <a:gd name="connsiteX67" fmla="*/ 224524 w 300610"/>
              <a:gd name="connsiteY67" fmla="*/ 68124 h 328613"/>
              <a:gd name="connsiteX68" fmla="*/ 234950 w 300610"/>
              <a:gd name="connsiteY68" fmla="*/ 64240 h 328613"/>
              <a:gd name="connsiteX69" fmla="*/ 235764 w 300610"/>
              <a:gd name="connsiteY69" fmla="*/ 65211 h 328613"/>
              <a:gd name="connsiteX70" fmla="*/ 241259 w 300610"/>
              <a:gd name="connsiteY70" fmla="*/ 71762 h 328613"/>
              <a:gd name="connsiteX71" fmla="*/ 234950 w 300610"/>
              <a:gd name="connsiteY71" fmla="*/ 120651 h 328613"/>
              <a:gd name="connsiteX72" fmla="*/ 241300 w 300610"/>
              <a:gd name="connsiteY72" fmla="*/ 131763 h 328613"/>
              <a:gd name="connsiteX73" fmla="*/ 249238 w 300610"/>
              <a:gd name="connsiteY73" fmla="*/ 120651 h 328613"/>
              <a:gd name="connsiteX74" fmla="*/ 241375 w 300610"/>
              <a:gd name="connsiteY74" fmla="*/ 71900 h 328613"/>
              <a:gd name="connsiteX75" fmla="*/ 241465 w 300610"/>
              <a:gd name="connsiteY75" fmla="*/ 72008 h 328613"/>
              <a:gd name="connsiteX76" fmla="*/ 249284 w 300610"/>
              <a:gd name="connsiteY76" fmla="*/ 64240 h 328613"/>
              <a:gd name="connsiteX77" fmla="*/ 261013 w 300610"/>
              <a:gd name="connsiteY77" fmla="*/ 68124 h 328613"/>
              <a:gd name="connsiteX78" fmla="*/ 261013 w 300610"/>
              <a:gd name="connsiteY78" fmla="*/ 69419 h 328613"/>
              <a:gd name="connsiteX79" fmla="*/ 288380 w 300610"/>
              <a:gd name="connsiteY79" fmla="*/ 166518 h 328613"/>
              <a:gd name="connsiteX80" fmla="*/ 277954 w 300610"/>
              <a:gd name="connsiteY80" fmla="*/ 172992 h 328613"/>
              <a:gd name="connsiteX81" fmla="*/ 272742 w 300610"/>
              <a:gd name="connsiteY81" fmla="*/ 170402 h 328613"/>
              <a:gd name="connsiteX82" fmla="*/ 270135 w 300610"/>
              <a:gd name="connsiteY82" fmla="*/ 169108 h 328613"/>
              <a:gd name="connsiteX83" fmla="*/ 270135 w 300610"/>
              <a:gd name="connsiteY83" fmla="*/ 279154 h 328613"/>
              <a:gd name="connsiteX84" fmla="*/ 255800 w 300610"/>
              <a:gd name="connsiteY84" fmla="*/ 292100 h 328613"/>
              <a:gd name="connsiteX85" fmla="*/ 242769 w 300610"/>
              <a:gd name="connsiteY85" fmla="*/ 279154 h 328613"/>
              <a:gd name="connsiteX86" fmla="*/ 242769 w 300610"/>
              <a:gd name="connsiteY86" fmla="*/ 183349 h 328613"/>
              <a:gd name="connsiteX87" fmla="*/ 241465 w 300610"/>
              <a:gd name="connsiteY87" fmla="*/ 183349 h 328613"/>
              <a:gd name="connsiteX88" fmla="*/ 240162 w 300610"/>
              <a:gd name="connsiteY88" fmla="*/ 183349 h 328613"/>
              <a:gd name="connsiteX89" fmla="*/ 240162 w 300610"/>
              <a:gd name="connsiteY89" fmla="*/ 279154 h 328613"/>
              <a:gd name="connsiteX90" fmla="*/ 225827 w 300610"/>
              <a:gd name="connsiteY90" fmla="*/ 292100 h 328613"/>
              <a:gd name="connsiteX91" fmla="*/ 212796 w 300610"/>
              <a:gd name="connsiteY91" fmla="*/ 279154 h 328613"/>
              <a:gd name="connsiteX92" fmla="*/ 212796 w 300610"/>
              <a:gd name="connsiteY92" fmla="*/ 166518 h 328613"/>
              <a:gd name="connsiteX93" fmla="*/ 212796 w 300610"/>
              <a:gd name="connsiteY93" fmla="*/ 165224 h 328613"/>
              <a:gd name="connsiteX94" fmla="*/ 211492 w 300610"/>
              <a:gd name="connsiteY94" fmla="*/ 156161 h 328613"/>
              <a:gd name="connsiteX95" fmla="*/ 211492 w 300610"/>
              <a:gd name="connsiteY95" fmla="*/ 95312 h 328613"/>
              <a:gd name="connsiteX96" fmla="*/ 201067 w 300610"/>
              <a:gd name="connsiteY96" fmla="*/ 92723 h 328613"/>
              <a:gd name="connsiteX97" fmla="*/ 192087 w 300610"/>
              <a:gd name="connsiteY97" fmla="*/ 87320 h 328613"/>
              <a:gd name="connsiteX98" fmla="*/ 192087 w 300610"/>
              <a:gd name="connsiteY98" fmla="*/ 61369 h 328613"/>
              <a:gd name="connsiteX99" fmla="*/ 41275 w 300610"/>
              <a:gd name="connsiteY99" fmla="*/ 53975 h 328613"/>
              <a:gd name="connsiteX100" fmla="*/ 41275 w 300610"/>
              <a:gd name="connsiteY100" fmla="*/ 69850 h 328613"/>
              <a:gd name="connsiteX101" fmla="*/ 71438 w 300610"/>
              <a:gd name="connsiteY101" fmla="*/ 106363 h 328613"/>
              <a:gd name="connsiteX102" fmla="*/ 90488 w 300610"/>
              <a:gd name="connsiteY102" fmla="*/ 96838 h 328613"/>
              <a:gd name="connsiteX103" fmla="*/ 115888 w 300610"/>
              <a:gd name="connsiteY103" fmla="*/ 107950 h 328613"/>
              <a:gd name="connsiteX104" fmla="*/ 160338 w 300610"/>
              <a:gd name="connsiteY104" fmla="*/ 93663 h 328613"/>
              <a:gd name="connsiteX105" fmla="*/ 160338 w 300610"/>
              <a:gd name="connsiteY105" fmla="*/ 74613 h 328613"/>
              <a:gd name="connsiteX106" fmla="*/ 114300 w 300610"/>
              <a:gd name="connsiteY106" fmla="*/ 88900 h 328613"/>
              <a:gd name="connsiteX107" fmla="*/ 90488 w 300610"/>
              <a:gd name="connsiteY107" fmla="*/ 69850 h 328613"/>
              <a:gd name="connsiteX108" fmla="*/ 73025 w 300610"/>
              <a:gd name="connsiteY108" fmla="*/ 88900 h 328613"/>
              <a:gd name="connsiteX109" fmla="*/ 36512 w 300610"/>
              <a:gd name="connsiteY109" fmla="*/ 46038 h 328613"/>
              <a:gd name="connsiteX110" fmla="*/ 73025 w 300610"/>
              <a:gd name="connsiteY110" fmla="*/ 82551 h 328613"/>
              <a:gd name="connsiteX111" fmla="*/ 90488 w 300610"/>
              <a:gd name="connsiteY111" fmla="*/ 66676 h 328613"/>
              <a:gd name="connsiteX112" fmla="*/ 115888 w 300610"/>
              <a:gd name="connsiteY112" fmla="*/ 84138 h 328613"/>
              <a:gd name="connsiteX113" fmla="*/ 163513 w 300610"/>
              <a:gd name="connsiteY113" fmla="*/ 68263 h 328613"/>
              <a:gd name="connsiteX114" fmla="*/ 163513 w 300610"/>
              <a:gd name="connsiteY114" fmla="*/ 146051 h 328613"/>
              <a:gd name="connsiteX115" fmla="*/ 168275 w 300610"/>
              <a:gd name="connsiteY115" fmla="*/ 146051 h 328613"/>
              <a:gd name="connsiteX116" fmla="*/ 168275 w 300610"/>
              <a:gd name="connsiteY116" fmla="*/ 150813 h 328613"/>
              <a:gd name="connsiteX117" fmla="*/ 31750 w 300610"/>
              <a:gd name="connsiteY117" fmla="*/ 150813 h 328613"/>
              <a:gd name="connsiteX118" fmla="*/ 31750 w 300610"/>
              <a:gd name="connsiteY118" fmla="*/ 146051 h 328613"/>
              <a:gd name="connsiteX119" fmla="*/ 36512 w 300610"/>
              <a:gd name="connsiteY119" fmla="*/ 146051 h 328613"/>
              <a:gd name="connsiteX120" fmla="*/ 163275 w 300610"/>
              <a:gd name="connsiteY120" fmla="*/ 25400 h 328613"/>
              <a:gd name="connsiteX121" fmla="*/ 167185 w 300610"/>
              <a:gd name="connsiteY121" fmla="*/ 26694 h 328613"/>
              <a:gd name="connsiteX122" fmla="*/ 172397 w 300610"/>
              <a:gd name="connsiteY122" fmla="*/ 31873 h 328613"/>
              <a:gd name="connsiteX123" fmla="*/ 180975 w 300610"/>
              <a:gd name="connsiteY123" fmla="*/ 45445 h 328613"/>
              <a:gd name="connsiteX124" fmla="*/ 180975 w 300610"/>
              <a:gd name="connsiteY124" fmla="*/ 50687 h 328613"/>
              <a:gd name="connsiteX125" fmla="*/ 180975 w 300610"/>
              <a:gd name="connsiteY125" fmla="*/ 74578 h 328613"/>
              <a:gd name="connsiteX126" fmla="*/ 180975 w 300610"/>
              <a:gd name="connsiteY126" fmla="*/ 80634 h 328613"/>
              <a:gd name="connsiteX127" fmla="*/ 177936 w 300610"/>
              <a:gd name="connsiteY127" fmla="*/ 78805 h 328613"/>
              <a:gd name="connsiteX128" fmla="*/ 160669 w 300610"/>
              <a:gd name="connsiteY128" fmla="*/ 59061 h 328613"/>
              <a:gd name="connsiteX129" fmla="*/ 158062 w 300610"/>
              <a:gd name="connsiteY129" fmla="*/ 55177 h 328613"/>
              <a:gd name="connsiteX130" fmla="*/ 151547 w 300610"/>
              <a:gd name="connsiteY130" fmla="*/ 42230 h 328613"/>
              <a:gd name="connsiteX131" fmla="*/ 156759 w 300610"/>
              <a:gd name="connsiteY131" fmla="*/ 26694 h 328613"/>
              <a:gd name="connsiteX132" fmla="*/ 163275 w 300610"/>
              <a:gd name="connsiteY132" fmla="*/ 25400 h 328613"/>
              <a:gd name="connsiteX133" fmla="*/ 242094 w 300610"/>
              <a:gd name="connsiteY133" fmla="*/ 1588 h 328613"/>
              <a:gd name="connsiteX134" fmla="*/ 273051 w 300610"/>
              <a:gd name="connsiteY134" fmla="*/ 31751 h 328613"/>
              <a:gd name="connsiteX135" fmla="*/ 242094 w 300610"/>
              <a:gd name="connsiteY135" fmla="*/ 61914 h 328613"/>
              <a:gd name="connsiteX136" fmla="*/ 211137 w 300610"/>
              <a:gd name="connsiteY136" fmla="*/ 31751 h 328613"/>
              <a:gd name="connsiteX137" fmla="*/ 242094 w 300610"/>
              <a:gd name="connsiteY137" fmla="*/ 1588 h 328613"/>
              <a:gd name="connsiteX138" fmla="*/ 27917 w 300610"/>
              <a:gd name="connsiteY138" fmla="*/ 0 h 328613"/>
              <a:gd name="connsiteX139" fmla="*/ 175282 w 300610"/>
              <a:gd name="connsiteY139" fmla="*/ 0 h 328613"/>
              <a:gd name="connsiteX140" fmla="*/ 192087 w 300610"/>
              <a:gd name="connsiteY140" fmla="*/ 16856 h 328613"/>
              <a:gd name="connsiteX141" fmla="*/ 192087 w 300610"/>
              <a:gd name="connsiteY141" fmla="*/ 58056 h 328613"/>
              <a:gd name="connsiteX142" fmla="*/ 185592 w 300610"/>
              <a:gd name="connsiteY142" fmla="*/ 52750 h 328613"/>
              <a:gd name="connsiteX143" fmla="*/ 180975 w 300610"/>
              <a:gd name="connsiteY143" fmla="*/ 45445 h 328613"/>
              <a:gd name="connsiteX144" fmla="*/ 180975 w 300610"/>
              <a:gd name="connsiteY144" fmla="*/ 34672 h 328613"/>
              <a:gd name="connsiteX145" fmla="*/ 180975 w 300610"/>
              <a:gd name="connsiteY145" fmla="*/ 17870 h 328613"/>
              <a:gd name="connsiteX146" fmla="*/ 175770 w 300610"/>
              <a:gd name="connsiteY146" fmla="*/ 12700 h 328613"/>
              <a:gd name="connsiteX147" fmla="*/ 27430 w 300610"/>
              <a:gd name="connsiteY147" fmla="*/ 12700 h 328613"/>
              <a:gd name="connsiteX148" fmla="*/ 22225 w 300610"/>
              <a:gd name="connsiteY148" fmla="*/ 17870 h 328613"/>
              <a:gd name="connsiteX149" fmla="*/ 22225 w 300610"/>
              <a:gd name="connsiteY149" fmla="*/ 152288 h 328613"/>
              <a:gd name="connsiteX150" fmla="*/ 27430 w 300610"/>
              <a:gd name="connsiteY150" fmla="*/ 158750 h 328613"/>
              <a:gd name="connsiteX151" fmla="*/ 175770 w 300610"/>
              <a:gd name="connsiteY151" fmla="*/ 158750 h 328613"/>
              <a:gd name="connsiteX152" fmla="*/ 180975 w 300610"/>
              <a:gd name="connsiteY152" fmla="*/ 152288 h 328613"/>
              <a:gd name="connsiteX153" fmla="*/ 180975 w 300610"/>
              <a:gd name="connsiteY153" fmla="*/ 107919 h 328613"/>
              <a:gd name="connsiteX154" fmla="*/ 180975 w 300610"/>
              <a:gd name="connsiteY154" fmla="*/ 80634 h 328613"/>
              <a:gd name="connsiteX155" fmla="*/ 192087 w 300610"/>
              <a:gd name="connsiteY155" fmla="*/ 87320 h 328613"/>
              <a:gd name="connsiteX156" fmla="*/ 192087 w 300610"/>
              <a:gd name="connsiteY156" fmla="*/ 94819 h 328613"/>
              <a:gd name="connsiteX157" fmla="*/ 192087 w 300610"/>
              <a:gd name="connsiteY157" fmla="*/ 151710 h 328613"/>
              <a:gd name="connsiteX158" fmla="*/ 175282 w 300610"/>
              <a:gd name="connsiteY158" fmla="*/ 169863 h 328613"/>
              <a:gd name="connsiteX159" fmla="*/ 27917 w 300610"/>
              <a:gd name="connsiteY159" fmla="*/ 169863 h 328613"/>
              <a:gd name="connsiteX160" fmla="*/ 11112 w 300610"/>
              <a:gd name="connsiteY160" fmla="*/ 151710 h 328613"/>
              <a:gd name="connsiteX161" fmla="*/ 11112 w 300610"/>
              <a:gd name="connsiteY161" fmla="*/ 16856 h 328613"/>
              <a:gd name="connsiteX162" fmla="*/ 27917 w 300610"/>
              <a:gd name="connsiteY162" fmla="*/ 0 h 3286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Lst>
            <a:rect l="l" t="t" r="r" b="b"/>
            <a:pathLst>
              <a:path w="300610" h="328613">
                <a:moveTo>
                  <a:pt x="0" y="295275"/>
                </a:moveTo>
                <a:lnTo>
                  <a:pt x="273050" y="295275"/>
                </a:lnTo>
                <a:lnTo>
                  <a:pt x="273050" y="328613"/>
                </a:lnTo>
                <a:lnTo>
                  <a:pt x="0" y="328613"/>
                </a:lnTo>
                <a:close/>
                <a:moveTo>
                  <a:pt x="142488" y="234950"/>
                </a:moveTo>
                <a:cubicBezTo>
                  <a:pt x="142488" y="234950"/>
                  <a:pt x="142488" y="234950"/>
                  <a:pt x="147637" y="241339"/>
                </a:cubicBezTo>
                <a:cubicBezTo>
                  <a:pt x="147637" y="241339"/>
                  <a:pt x="147637" y="241339"/>
                  <a:pt x="154073" y="234950"/>
                </a:cubicBezTo>
                <a:cubicBezTo>
                  <a:pt x="156647" y="236228"/>
                  <a:pt x="159222" y="237506"/>
                  <a:pt x="161796" y="238784"/>
                </a:cubicBezTo>
                <a:cubicBezTo>
                  <a:pt x="163083" y="240061"/>
                  <a:pt x="163083" y="240061"/>
                  <a:pt x="163083" y="240061"/>
                </a:cubicBezTo>
                <a:cubicBezTo>
                  <a:pt x="172093" y="245172"/>
                  <a:pt x="195262" y="259228"/>
                  <a:pt x="193975" y="287338"/>
                </a:cubicBezTo>
                <a:cubicBezTo>
                  <a:pt x="193975" y="287338"/>
                  <a:pt x="193975" y="287338"/>
                  <a:pt x="174667" y="287338"/>
                </a:cubicBezTo>
                <a:cubicBezTo>
                  <a:pt x="175955" y="280949"/>
                  <a:pt x="174667" y="275838"/>
                  <a:pt x="172093" y="272005"/>
                </a:cubicBezTo>
                <a:cubicBezTo>
                  <a:pt x="172093" y="272005"/>
                  <a:pt x="172093" y="272005"/>
                  <a:pt x="172093" y="287338"/>
                </a:cubicBezTo>
                <a:cubicBezTo>
                  <a:pt x="172093" y="287338"/>
                  <a:pt x="172093" y="287338"/>
                  <a:pt x="147637" y="287338"/>
                </a:cubicBezTo>
                <a:cubicBezTo>
                  <a:pt x="147637" y="287338"/>
                  <a:pt x="147637" y="287338"/>
                  <a:pt x="152786" y="279672"/>
                </a:cubicBezTo>
                <a:cubicBezTo>
                  <a:pt x="152786" y="279672"/>
                  <a:pt x="152786" y="279672"/>
                  <a:pt x="147637" y="242617"/>
                </a:cubicBezTo>
                <a:cubicBezTo>
                  <a:pt x="147637" y="242617"/>
                  <a:pt x="147637" y="242617"/>
                  <a:pt x="142488" y="279672"/>
                </a:cubicBezTo>
                <a:cubicBezTo>
                  <a:pt x="142488" y="279672"/>
                  <a:pt x="142488" y="279672"/>
                  <a:pt x="147637" y="287338"/>
                </a:cubicBezTo>
                <a:cubicBezTo>
                  <a:pt x="147637" y="287338"/>
                  <a:pt x="147637" y="287338"/>
                  <a:pt x="123181" y="287338"/>
                </a:cubicBezTo>
                <a:cubicBezTo>
                  <a:pt x="123181" y="287338"/>
                  <a:pt x="123181" y="287338"/>
                  <a:pt x="123181" y="272005"/>
                </a:cubicBezTo>
                <a:cubicBezTo>
                  <a:pt x="120607" y="275838"/>
                  <a:pt x="119319" y="280949"/>
                  <a:pt x="120607" y="287338"/>
                </a:cubicBezTo>
                <a:lnTo>
                  <a:pt x="102150" y="287338"/>
                </a:lnTo>
                <a:lnTo>
                  <a:pt x="101781" y="284381"/>
                </a:lnTo>
                <a:lnTo>
                  <a:pt x="104316" y="268811"/>
                </a:lnTo>
                <a:cubicBezTo>
                  <a:pt x="110712" y="252759"/>
                  <a:pt x="125433" y="243895"/>
                  <a:pt x="132191" y="240061"/>
                </a:cubicBezTo>
                <a:cubicBezTo>
                  <a:pt x="132191" y="240061"/>
                  <a:pt x="132191" y="240061"/>
                  <a:pt x="133478" y="238784"/>
                </a:cubicBezTo>
                <a:cubicBezTo>
                  <a:pt x="136053" y="237506"/>
                  <a:pt x="138627" y="236228"/>
                  <a:pt x="142488" y="234950"/>
                </a:cubicBezTo>
                <a:close/>
                <a:moveTo>
                  <a:pt x="49657" y="234950"/>
                </a:moveTo>
                <a:cubicBezTo>
                  <a:pt x="49657" y="234950"/>
                  <a:pt x="49657" y="234950"/>
                  <a:pt x="54906" y="241339"/>
                </a:cubicBezTo>
                <a:cubicBezTo>
                  <a:pt x="54906" y="241339"/>
                  <a:pt x="54906" y="241339"/>
                  <a:pt x="61468" y="234950"/>
                </a:cubicBezTo>
                <a:cubicBezTo>
                  <a:pt x="64093" y="236228"/>
                  <a:pt x="68030" y="237506"/>
                  <a:pt x="70654" y="238784"/>
                </a:cubicBezTo>
                <a:cubicBezTo>
                  <a:pt x="70654" y="240061"/>
                  <a:pt x="70654" y="240061"/>
                  <a:pt x="71967" y="240061"/>
                </a:cubicBezTo>
                <a:cubicBezTo>
                  <a:pt x="78856" y="243895"/>
                  <a:pt x="93866" y="252759"/>
                  <a:pt x="99833" y="268811"/>
                </a:cubicBezTo>
                <a:lnTo>
                  <a:pt x="101781" y="284381"/>
                </a:lnTo>
                <a:lnTo>
                  <a:pt x="101299" y="287338"/>
                </a:lnTo>
                <a:lnTo>
                  <a:pt x="99854" y="287338"/>
                </a:lnTo>
                <a:cubicBezTo>
                  <a:pt x="97557" y="287338"/>
                  <a:pt x="92964" y="287338"/>
                  <a:pt x="83778" y="287338"/>
                </a:cubicBezTo>
                <a:cubicBezTo>
                  <a:pt x="83778" y="280949"/>
                  <a:pt x="82465" y="275838"/>
                  <a:pt x="79841" y="272005"/>
                </a:cubicBezTo>
                <a:cubicBezTo>
                  <a:pt x="79841" y="272005"/>
                  <a:pt x="79841" y="272005"/>
                  <a:pt x="79841" y="287338"/>
                </a:cubicBezTo>
                <a:cubicBezTo>
                  <a:pt x="79841" y="287338"/>
                  <a:pt x="79841" y="287338"/>
                  <a:pt x="56219" y="287338"/>
                </a:cubicBezTo>
                <a:cubicBezTo>
                  <a:pt x="56219" y="287338"/>
                  <a:pt x="56219" y="287338"/>
                  <a:pt x="61468" y="279672"/>
                </a:cubicBezTo>
                <a:cubicBezTo>
                  <a:pt x="61468" y="279672"/>
                  <a:pt x="61468" y="279672"/>
                  <a:pt x="54906" y="242617"/>
                </a:cubicBezTo>
                <a:cubicBezTo>
                  <a:pt x="54906" y="242617"/>
                  <a:pt x="54906" y="242617"/>
                  <a:pt x="49657" y="279672"/>
                </a:cubicBezTo>
                <a:cubicBezTo>
                  <a:pt x="49657" y="279672"/>
                  <a:pt x="49657" y="279672"/>
                  <a:pt x="54906" y="287338"/>
                </a:cubicBezTo>
                <a:cubicBezTo>
                  <a:pt x="54906" y="287338"/>
                  <a:pt x="54906" y="287338"/>
                  <a:pt x="31284" y="287338"/>
                </a:cubicBezTo>
                <a:cubicBezTo>
                  <a:pt x="31284" y="287338"/>
                  <a:pt x="31284" y="287338"/>
                  <a:pt x="31284" y="272005"/>
                </a:cubicBezTo>
                <a:cubicBezTo>
                  <a:pt x="28660" y="275838"/>
                  <a:pt x="27347" y="280949"/>
                  <a:pt x="27347" y="287338"/>
                </a:cubicBezTo>
                <a:lnTo>
                  <a:pt x="8975" y="287338"/>
                </a:lnTo>
                <a:cubicBezTo>
                  <a:pt x="6350" y="259228"/>
                  <a:pt x="29972" y="245172"/>
                  <a:pt x="39158" y="240061"/>
                </a:cubicBezTo>
                <a:cubicBezTo>
                  <a:pt x="39158" y="240061"/>
                  <a:pt x="40471" y="240061"/>
                  <a:pt x="40471" y="238784"/>
                </a:cubicBezTo>
                <a:cubicBezTo>
                  <a:pt x="43095" y="237506"/>
                  <a:pt x="45720" y="236228"/>
                  <a:pt x="49657" y="234950"/>
                </a:cubicBezTo>
                <a:close/>
                <a:moveTo>
                  <a:pt x="148431" y="187325"/>
                </a:moveTo>
                <a:cubicBezTo>
                  <a:pt x="161144" y="187325"/>
                  <a:pt x="171450" y="197631"/>
                  <a:pt x="171450" y="210344"/>
                </a:cubicBezTo>
                <a:cubicBezTo>
                  <a:pt x="171450" y="223057"/>
                  <a:pt x="161144" y="233363"/>
                  <a:pt x="148431" y="233363"/>
                </a:cubicBezTo>
                <a:cubicBezTo>
                  <a:pt x="135718" y="233363"/>
                  <a:pt x="125412" y="223057"/>
                  <a:pt x="125412" y="210344"/>
                </a:cubicBezTo>
                <a:cubicBezTo>
                  <a:pt x="125412" y="197631"/>
                  <a:pt x="135718" y="187325"/>
                  <a:pt x="148431" y="187325"/>
                </a:cubicBezTo>
                <a:close/>
                <a:moveTo>
                  <a:pt x="55563" y="187325"/>
                </a:moveTo>
                <a:cubicBezTo>
                  <a:pt x="68715" y="187325"/>
                  <a:pt x="79376" y="197631"/>
                  <a:pt x="79376" y="210344"/>
                </a:cubicBezTo>
                <a:cubicBezTo>
                  <a:pt x="79376" y="223057"/>
                  <a:pt x="68715" y="233363"/>
                  <a:pt x="55563" y="233363"/>
                </a:cubicBezTo>
                <a:cubicBezTo>
                  <a:pt x="42411" y="233363"/>
                  <a:pt x="31750" y="223057"/>
                  <a:pt x="31750" y="210344"/>
                </a:cubicBezTo>
                <a:cubicBezTo>
                  <a:pt x="31750" y="197631"/>
                  <a:pt x="42411" y="187325"/>
                  <a:pt x="55563" y="187325"/>
                </a:cubicBezTo>
                <a:close/>
                <a:moveTo>
                  <a:pt x="241300" y="71438"/>
                </a:moveTo>
                <a:lnTo>
                  <a:pt x="241375" y="71900"/>
                </a:lnTo>
                <a:lnTo>
                  <a:pt x="241259" y="71762"/>
                </a:lnTo>
                <a:close/>
                <a:moveTo>
                  <a:pt x="192087" y="58056"/>
                </a:moveTo>
                <a:lnTo>
                  <a:pt x="207583" y="70713"/>
                </a:lnTo>
                <a:cubicBezTo>
                  <a:pt x="212796" y="72008"/>
                  <a:pt x="216705" y="72008"/>
                  <a:pt x="221918" y="69419"/>
                </a:cubicBezTo>
                <a:cubicBezTo>
                  <a:pt x="223221" y="68124"/>
                  <a:pt x="223221" y="68124"/>
                  <a:pt x="224524" y="68124"/>
                </a:cubicBezTo>
                <a:cubicBezTo>
                  <a:pt x="227131" y="65535"/>
                  <a:pt x="231040" y="64240"/>
                  <a:pt x="234950" y="64240"/>
                </a:cubicBezTo>
                <a:cubicBezTo>
                  <a:pt x="234950" y="64240"/>
                  <a:pt x="234950" y="64240"/>
                  <a:pt x="235764" y="65211"/>
                </a:cubicBezTo>
                <a:lnTo>
                  <a:pt x="241259" y="71762"/>
                </a:lnTo>
                <a:lnTo>
                  <a:pt x="234950" y="120651"/>
                </a:lnTo>
                <a:lnTo>
                  <a:pt x="241300" y="131763"/>
                </a:lnTo>
                <a:lnTo>
                  <a:pt x="249238" y="120651"/>
                </a:lnTo>
                <a:lnTo>
                  <a:pt x="241375" y="71900"/>
                </a:lnTo>
                <a:lnTo>
                  <a:pt x="241465" y="72008"/>
                </a:lnTo>
                <a:cubicBezTo>
                  <a:pt x="241465" y="72008"/>
                  <a:pt x="241465" y="72008"/>
                  <a:pt x="249284" y="64240"/>
                </a:cubicBezTo>
                <a:cubicBezTo>
                  <a:pt x="253194" y="64240"/>
                  <a:pt x="257103" y="66829"/>
                  <a:pt x="261013" y="68124"/>
                </a:cubicBezTo>
                <a:cubicBezTo>
                  <a:pt x="261013" y="68124"/>
                  <a:pt x="261013" y="69419"/>
                  <a:pt x="261013" y="69419"/>
                </a:cubicBezTo>
                <a:cubicBezTo>
                  <a:pt x="276651" y="78481"/>
                  <a:pt x="322262" y="105669"/>
                  <a:pt x="288380" y="166518"/>
                </a:cubicBezTo>
                <a:cubicBezTo>
                  <a:pt x="285773" y="170402"/>
                  <a:pt x="281864" y="172992"/>
                  <a:pt x="277954" y="172992"/>
                </a:cubicBezTo>
                <a:cubicBezTo>
                  <a:pt x="276651" y="172992"/>
                  <a:pt x="274045" y="171697"/>
                  <a:pt x="272742" y="170402"/>
                </a:cubicBezTo>
                <a:cubicBezTo>
                  <a:pt x="271438" y="170402"/>
                  <a:pt x="271438" y="170402"/>
                  <a:pt x="270135" y="169108"/>
                </a:cubicBezTo>
                <a:cubicBezTo>
                  <a:pt x="270135" y="169108"/>
                  <a:pt x="270135" y="169108"/>
                  <a:pt x="270135" y="279154"/>
                </a:cubicBezTo>
                <a:cubicBezTo>
                  <a:pt x="270135" y="286922"/>
                  <a:pt x="263619" y="292100"/>
                  <a:pt x="255800" y="292100"/>
                </a:cubicBezTo>
                <a:cubicBezTo>
                  <a:pt x="247981" y="292100"/>
                  <a:pt x="242769" y="286922"/>
                  <a:pt x="242769" y="279154"/>
                </a:cubicBezTo>
                <a:cubicBezTo>
                  <a:pt x="242769" y="279154"/>
                  <a:pt x="242769" y="279154"/>
                  <a:pt x="242769" y="183349"/>
                </a:cubicBezTo>
                <a:cubicBezTo>
                  <a:pt x="242769" y="183349"/>
                  <a:pt x="242769" y="183349"/>
                  <a:pt x="241465" y="183349"/>
                </a:cubicBezTo>
                <a:cubicBezTo>
                  <a:pt x="241465" y="183349"/>
                  <a:pt x="241465" y="183349"/>
                  <a:pt x="240162" y="183349"/>
                </a:cubicBezTo>
                <a:cubicBezTo>
                  <a:pt x="240162" y="183349"/>
                  <a:pt x="240162" y="183349"/>
                  <a:pt x="240162" y="279154"/>
                </a:cubicBezTo>
                <a:cubicBezTo>
                  <a:pt x="240162" y="286922"/>
                  <a:pt x="233646" y="292100"/>
                  <a:pt x="225827" y="292100"/>
                </a:cubicBezTo>
                <a:cubicBezTo>
                  <a:pt x="219312" y="292100"/>
                  <a:pt x="212796" y="286922"/>
                  <a:pt x="212796" y="279154"/>
                </a:cubicBezTo>
                <a:cubicBezTo>
                  <a:pt x="212796" y="279154"/>
                  <a:pt x="212796" y="279154"/>
                  <a:pt x="212796" y="166518"/>
                </a:cubicBezTo>
                <a:cubicBezTo>
                  <a:pt x="212796" y="166518"/>
                  <a:pt x="212796" y="166518"/>
                  <a:pt x="212796" y="165224"/>
                </a:cubicBezTo>
                <a:cubicBezTo>
                  <a:pt x="211492" y="162634"/>
                  <a:pt x="211492" y="160045"/>
                  <a:pt x="211492" y="156161"/>
                </a:cubicBezTo>
                <a:cubicBezTo>
                  <a:pt x="211492" y="156161"/>
                  <a:pt x="211492" y="156161"/>
                  <a:pt x="211492" y="95312"/>
                </a:cubicBezTo>
                <a:cubicBezTo>
                  <a:pt x="207583" y="95312"/>
                  <a:pt x="203673" y="94017"/>
                  <a:pt x="201067" y="92723"/>
                </a:cubicBezTo>
                <a:lnTo>
                  <a:pt x="192087" y="87320"/>
                </a:lnTo>
                <a:lnTo>
                  <a:pt x="192087" y="61369"/>
                </a:lnTo>
                <a:close/>
                <a:moveTo>
                  <a:pt x="41275" y="53975"/>
                </a:moveTo>
                <a:lnTo>
                  <a:pt x="41275" y="69850"/>
                </a:lnTo>
                <a:lnTo>
                  <a:pt x="71438" y="106363"/>
                </a:lnTo>
                <a:lnTo>
                  <a:pt x="90488" y="96838"/>
                </a:lnTo>
                <a:lnTo>
                  <a:pt x="115888" y="107950"/>
                </a:lnTo>
                <a:lnTo>
                  <a:pt x="160338" y="93663"/>
                </a:lnTo>
                <a:lnTo>
                  <a:pt x="160338" y="74613"/>
                </a:lnTo>
                <a:lnTo>
                  <a:pt x="114300" y="88900"/>
                </a:lnTo>
                <a:lnTo>
                  <a:pt x="90488" y="69850"/>
                </a:lnTo>
                <a:lnTo>
                  <a:pt x="73025" y="88900"/>
                </a:lnTo>
                <a:close/>
                <a:moveTo>
                  <a:pt x="36512" y="46038"/>
                </a:moveTo>
                <a:lnTo>
                  <a:pt x="73025" y="82551"/>
                </a:lnTo>
                <a:lnTo>
                  <a:pt x="90488" y="66676"/>
                </a:lnTo>
                <a:lnTo>
                  <a:pt x="115888" y="84138"/>
                </a:lnTo>
                <a:lnTo>
                  <a:pt x="163513" y="68263"/>
                </a:lnTo>
                <a:lnTo>
                  <a:pt x="163513" y="146051"/>
                </a:lnTo>
                <a:lnTo>
                  <a:pt x="168275" y="146051"/>
                </a:lnTo>
                <a:lnTo>
                  <a:pt x="168275" y="150813"/>
                </a:lnTo>
                <a:lnTo>
                  <a:pt x="31750" y="150813"/>
                </a:lnTo>
                <a:lnTo>
                  <a:pt x="31750" y="146051"/>
                </a:lnTo>
                <a:lnTo>
                  <a:pt x="36512" y="146051"/>
                </a:lnTo>
                <a:close/>
                <a:moveTo>
                  <a:pt x="163275" y="25400"/>
                </a:moveTo>
                <a:cubicBezTo>
                  <a:pt x="163275" y="25400"/>
                  <a:pt x="163275" y="25400"/>
                  <a:pt x="167185" y="26694"/>
                </a:cubicBezTo>
                <a:cubicBezTo>
                  <a:pt x="168488" y="27989"/>
                  <a:pt x="171094" y="29284"/>
                  <a:pt x="172397" y="31873"/>
                </a:cubicBezTo>
                <a:lnTo>
                  <a:pt x="180975" y="45445"/>
                </a:lnTo>
                <a:lnTo>
                  <a:pt x="180975" y="50687"/>
                </a:lnTo>
                <a:cubicBezTo>
                  <a:pt x="180975" y="57250"/>
                  <a:pt x="180975" y="65126"/>
                  <a:pt x="180975" y="74578"/>
                </a:cubicBezTo>
                <a:lnTo>
                  <a:pt x="180975" y="80634"/>
                </a:lnTo>
                <a:lnTo>
                  <a:pt x="177936" y="78805"/>
                </a:lnTo>
                <a:cubicBezTo>
                  <a:pt x="171094" y="72655"/>
                  <a:pt x="165230" y="65535"/>
                  <a:pt x="160669" y="59061"/>
                </a:cubicBezTo>
                <a:cubicBezTo>
                  <a:pt x="160669" y="59061"/>
                  <a:pt x="160669" y="59061"/>
                  <a:pt x="158062" y="55177"/>
                </a:cubicBezTo>
                <a:cubicBezTo>
                  <a:pt x="154153" y="48704"/>
                  <a:pt x="151547" y="43525"/>
                  <a:pt x="151547" y="42230"/>
                </a:cubicBezTo>
                <a:cubicBezTo>
                  <a:pt x="147637" y="37052"/>
                  <a:pt x="150243" y="29284"/>
                  <a:pt x="156759" y="26694"/>
                </a:cubicBezTo>
                <a:cubicBezTo>
                  <a:pt x="159366" y="25400"/>
                  <a:pt x="160669" y="25400"/>
                  <a:pt x="163275" y="25400"/>
                </a:cubicBezTo>
                <a:close/>
                <a:moveTo>
                  <a:pt x="242094" y="1588"/>
                </a:moveTo>
                <a:cubicBezTo>
                  <a:pt x="259191" y="1588"/>
                  <a:pt x="273051" y="15092"/>
                  <a:pt x="273051" y="31751"/>
                </a:cubicBezTo>
                <a:cubicBezTo>
                  <a:pt x="273051" y="48410"/>
                  <a:pt x="259191" y="61914"/>
                  <a:pt x="242094" y="61914"/>
                </a:cubicBezTo>
                <a:cubicBezTo>
                  <a:pt x="224997" y="61914"/>
                  <a:pt x="211137" y="48410"/>
                  <a:pt x="211137" y="31751"/>
                </a:cubicBezTo>
                <a:cubicBezTo>
                  <a:pt x="211137" y="15092"/>
                  <a:pt x="224997" y="1588"/>
                  <a:pt x="242094" y="1588"/>
                </a:cubicBezTo>
                <a:close/>
                <a:moveTo>
                  <a:pt x="27917" y="0"/>
                </a:moveTo>
                <a:cubicBezTo>
                  <a:pt x="175282" y="0"/>
                  <a:pt x="175282" y="0"/>
                  <a:pt x="175282" y="0"/>
                </a:cubicBezTo>
                <a:cubicBezTo>
                  <a:pt x="184331" y="0"/>
                  <a:pt x="192087" y="7780"/>
                  <a:pt x="192087" y="16856"/>
                </a:cubicBezTo>
                <a:lnTo>
                  <a:pt x="192087" y="58056"/>
                </a:lnTo>
                <a:lnTo>
                  <a:pt x="185592" y="52750"/>
                </a:lnTo>
                <a:lnTo>
                  <a:pt x="180975" y="45445"/>
                </a:lnTo>
                <a:lnTo>
                  <a:pt x="180975" y="34672"/>
                </a:lnTo>
                <a:cubicBezTo>
                  <a:pt x="180975" y="17870"/>
                  <a:pt x="180975" y="17870"/>
                  <a:pt x="180975" y="17870"/>
                </a:cubicBezTo>
                <a:cubicBezTo>
                  <a:pt x="180975" y="15285"/>
                  <a:pt x="179674" y="12700"/>
                  <a:pt x="175770" y="12700"/>
                </a:cubicBezTo>
                <a:lnTo>
                  <a:pt x="27430" y="12700"/>
                </a:lnTo>
                <a:cubicBezTo>
                  <a:pt x="24827" y="12700"/>
                  <a:pt x="22225" y="15285"/>
                  <a:pt x="22225" y="17870"/>
                </a:cubicBezTo>
                <a:cubicBezTo>
                  <a:pt x="22225" y="152288"/>
                  <a:pt x="22225" y="152288"/>
                  <a:pt x="22225" y="152288"/>
                </a:cubicBezTo>
                <a:cubicBezTo>
                  <a:pt x="22225" y="156165"/>
                  <a:pt x="24827" y="158750"/>
                  <a:pt x="27430" y="158750"/>
                </a:cubicBezTo>
                <a:cubicBezTo>
                  <a:pt x="175770" y="158750"/>
                  <a:pt x="175770" y="158750"/>
                  <a:pt x="175770" y="158750"/>
                </a:cubicBezTo>
                <a:cubicBezTo>
                  <a:pt x="179674" y="158750"/>
                  <a:pt x="180975" y="156165"/>
                  <a:pt x="180975" y="152288"/>
                </a:cubicBezTo>
                <a:cubicBezTo>
                  <a:pt x="180975" y="135486"/>
                  <a:pt x="180975" y="120784"/>
                  <a:pt x="180975" y="107919"/>
                </a:cubicBezTo>
                <a:lnTo>
                  <a:pt x="180975" y="80634"/>
                </a:lnTo>
                <a:lnTo>
                  <a:pt x="192087" y="87320"/>
                </a:lnTo>
                <a:lnTo>
                  <a:pt x="192087" y="94819"/>
                </a:lnTo>
                <a:cubicBezTo>
                  <a:pt x="192087" y="151710"/>
                  <a:pt x="192087" y="151710"/>
                  <a:pt x="192087" y="151710"/>
                </a:cubicBezTo>
                <a:cubicBezTo>
                  <a:pt x="192087" y="162083"/>
                  <a:pt x="184331" y="169863"/>
                  <a:pt x="175282" y="169863"/>
                </a:cubicBezTo>
                <a:cubicBezTo>
                  <a:pt x="27917" y="169863"/>
                  <a:pt x="27917" y="169863"/>
                  <a:pt x="27917" y="169863"/>
                </a:cubicBezTo>
                <a:cubicBezTo>
                  <a:pt x="18868" y="169863"/>
                  <a:pt x="11112" y="162083"/>
                  <a:pt x="11112" y="151710"/>
                </a:cubicBezTo>
                <a:cubicBezTo>
                  <a:pt x="11112" y="16856"/>
                  <a:pt x="11112" y="16856"/>
                  <a:pt x="11112" y="16856"/>
                </a:cubicBezTo>
                <a:cubicBezTo>
                  <a:pt x="11112" y="7780"/>
                  <a:pt x="18868" y="0"/>
                  <a:pt x="27917" y="0"/>
                </a:cubicBezTo>
                <a:close/>
              </a:path>
            </a:pathLst>
          </a:custGeom>
          <a:solidFill>
            <a:schemeClr val="bg1"/>
          </a:solidFill>
          <a:ln>
            <a:noFill/>
          </a:ln>
        </p:spPr>
      </p:sp>
      <p:sp>
        <p:nvSpPr>
          <p:cNvPr id="57" name="流程图: 手动操作 56"/>
          <p:cNvSpPr/>
          <p:nvPr>
            <p:custDataLst>
              <p:tags r:id="rId21"/>
            </p:custDataLst>
          </p:nvPr>
        </p:nvSpPr>
        <p:spPr>
          <a:xfrm rot="5400000">
            <a:off x="1896110" y="1725295"/>
            <a:ext cx="929640" cy="770255"/>
          </a:xfrm>
          <a:prstGeom prst="flowChartManualOperation">
            <a:avLst/>
          </a:prstGeom>
          <a:gradFill>
            <a:gsLst>
              <a:gs pos="48687">
                <a:srgbClr val="7AD9FB"/>
              </a:gs>
              <a:gs pos="3000">
                <a:srgbClr val="2C84BC"/>
              </a:gs>
              <a:gs pos="100000">
                <a:srgbClr val="FCFEFF"/>
              </a:gs>
            </a:gsLst>
            <a:lin ang="189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tx1"/>
              </a:solidFill>
              <a:latin typeface="微软雅黑" panose="020B0503020204020204" pitchFamily="34" charset="-122"/>
              <a:ea typeface="微软雅黑" panose="020B0503020204020204" pitchFamily="34" charset="-122"/>
            </a:endParaRPr>
          </a:p>
        </p:txBody>
      </p:sp>
      <p:sp>
        <p:nvSpPr>
          <p:cNvPr id="59" name="文本框 58"/>
          <p:cNvSpPr txBox="1"/>
          <p:nvPr>
            <p:custDataLst>
              <p:tags r:id="rId22"/>
            </p:custDataLst>
          </p:nvPr>
        </p:nvSpPr>
        <p:spPr>
          <a:xfrm>
            <a:off x="854075" y="2254885"/>
            <a:ext cx="1311275" cy="337185"/>
          </a:xfrm>
          <a:prstGeom prst="rect">
            <a:avLst/>
          </a:prstGeom>
          <a:noFill/>
        </p:spPr>
        <p:txBody>
          <a:bodyPr wrap="square" rtlCol="0">
            <a:spAutoFit/>
          </a:bodyPr>
          <a:lstStyle/>
          <a:p>
            <a:r>
              <a:rPr lang="zh-CN" altLang="en-US" sz="1600" b="1" dirty="0">
                <a:solidFill>
                  <a:schemeClr val="tx1"/>
                </a:solidFill>
                <a:latin typeface="微软雅黑" panose="020B0503020204020204" pitchFamily="34" charset="-122"/>
                <a:ea typeface="微软雅黑" panose="020B0503020204020204" pitchFamily="34" charset="-122"/>
              </a:rPr>
              <a:t>业务视角</a:t>
            </a:r>
            <a:endParaRPr lang="zh-CN" altLang="en-US" sz="1600" b="1" dirty="0">
              <a:solidFill>
                <a:schemeClr val="tx1"/>
              </a:solidFill>
              <a:latin typeface="微软雅黑" panose="020B0503020204020204" pitchFamily="34" charset="-122"/>
              <a:ea typeface="微软雅黑" panose="020B0503020204020204" pitchFamily="34" charset="-122"/>
            </a:endParaRPr>
          </a:p>
        </p:txBody>
      </p:sp>
      <p:sp>
        <p:nvSpPr>
          <p:cNvPr id="60" name="connected-persons_46137"/>
          <p:cNvSpPr>
            <a:spLocks noChangeAspect="1"/>
          </p:cNvSpPr>
          <p:nvPr>
            <p:custDataLst>
              <p:tags r:id="rId23"/>
            </p:custDataLst>
          </p:nvPr>
        </p:nvSpPr>
        <p:spPr bwMode="auto">
          <a:xfrm>
            <a:off x="1274445" y="1691005"/>
            <a:ext cx="552450" cy="535305"/>
          </a:xfrm>
          <a:custGeom>
            <a:avLst/>
            <a:gdLst>
              <a:gd name="connsiteX0" fmla="*/ 251409 w 333376"/>
              <a:gd name="connsiteY0" fmla="*/ 227087 h 320675"/>
              <a:gd name="connsiteX1" fmla="*/ 258050 w 333376"/>
              <a:gd name="connsiteY1" fmla="*/ 230742 h 320675"/>
              <a:gd name="connsiteX2" fmla="*/ 256754 w 333376"/>
              <a:gd name="connsiteY2" fmla="*/ 245361 h 320675"/>
              <a:gd name="connsiteX3" fmla="*/ 216581 w 333376"/>
              <a:gd name="connsiteY3" fmla="*/ 279917 h 320675"/>
              <a:gd name="connsiteX4" fmla="*/ 210101 w 333376"/>
              <a:gd name="connsiteY4" fmla="*/ 282575 h 320675"/>
              <a:gd name="connsiteX5" fmla="*/ 202326 w 333376"/>
              <a:gd name="connsiteY5" fmla="*/ 278588 h 320675"/>
              <a:gd name="connsiteX6" fmla="*/ 203622 w 333376"/>
              <a:gd name="connsiteY6" fmla="*/ 263968 h 320675"/>
              <a:gd name="connsiteX7" fmla="*/ 243795 w 333376"/>
              <a:gd name="connsiteY7" fmla="*/ 229412 h 320675"/>
              <a:gd name="connsiteX8" fmla="*/ 251409 w 333376"/>
              <a:gd name="connsiteY8" fmla="*/ 227087 h 320675"/>
              <a:gd name="connsiteX9" fmla="*/ 85142 w 333376"/>
              <a:gd name="connsiteY9" fmla="*/ 227087 h 320675"/>
              <a:gd name="connsiteX10" fmla="*/ 92756 w 333376"/>
              <a:gd name="connsiteY10" fmla="*/ 229412 h 320675"/>
              <a:gd name="connsiteX11" fmla="*/ 132929 w 333376"/>
              <a:gd name="connsiteY11" fmla="*/ 263968 h 320675"/>
              <a:gd name="connsiteX12" fmla="*/ 134225 w 333376"/>
              <a:gd name="connsiteY12" fmla="*/ 278588 h 320675"/>
              <a:gd name="connsiteX13" fmla="*/ 126450 w 333376"/>
              <a:gd name="connsiteY13" fmla="*/ 282575 h 320675"/>
              <a:gd name="connsiteX14" fmla="*/ 119970 w 333376"/>
              <a:gd name="connsiteY14" fmla="*/ 279917 h 320675"/>
              <a:gd name="connsiteX15" fmla="*/ 79797 w 333376"/>
              <a:gd name="connsiteY15" fmla="*/ 245361 h 320675"/>
              <a:gd name="connsiteX16" fmla="*/ 78501 w 333376"/>
              <a:gd name="connsiteY16" fmla="*/ 230742 h 320675"/>
              <a:gd name="connsiteX17" fmla="*/ 85142 w 333376"/>
              <a:gd name="connsiteY17" fmla="*/ 227087 h 320675"/>
              <a:gd name="connsiteX18" fmla="*/ 188006 w 333376"/>
              <a:gd name="connsiteY18" fmla="*/ 147637 h 320675"/>
              <a:gd name="connsiteX19" fmla="*/ 214313 w 333376"/>
              <a:gd name="connsiteY19" fmla="*/ 223669 h 320675"/>
              <a:gd name="connsiteX20" fmla="*/ 205106 w 333376"/>
              <a:gd name="connsiteY20" fmla="*/ 232845 h 320675"/>
              <a:gd name="connsiteX21" fmla="*/ 195898 w 333376"/>
              <a:gd name="connsiteY21" fmla="*/ 223669 h 320675"/>
              <a:gd name="connsiteX22" fmla="*/ 191952 w 333376"/>
              <a:gd name="connsiteY22" fmla="*/ 189586 h 320675"/>
              <a:gd name="connsiteX23" fmla="*/ 191952 w 333376"/>
              <a:gd name="connsiteY23" fmla="*/ 221047 h 320675"/>
              <a:gd name="connsiteX24" fmla="*/ 188006 w 333376"/>
              <a:gd name="connsiteY24" fmla="*/ 232845 h 320675"/>
              <a:gd name="connsiteX25" fmla="*/ 188006 w 333376"/>
              <a:gd name="connsiteY25" fmla="*/ 311499 h 320675"/>
              <a:gd name="connsiteX26" fmla="*/ 178798 w 333376"/>
              <a:gd name="connsiteY26" fmla="*/ 320675 h 320675"/>
              <a:gd name="connsiteX27" fmla="*/ 169591 w 333376"/>
              <a:gd name="connsiteY27" fmla="*/ 311499 h 320675"/>
              <a:gd name="connsiteX28" fmla="*/ 168275 w 333376"/>
              <a:gd name="connsiteY28" fmla="*/ 311499 h 320675"/>
              <a:gd name="connsiteX29" fmla="*/ 159068 w 333376"/>
              <a:gd name="connsiteY29" fmla="*/ 320675 h 320675"/>
              <a:gd name="connsiteX30" fmla="*/ 148545 w 333376"/>
              <a:gd name="connsiteY30" fmla="*/ 311499 h 320675"/>
              <a:gd name="connsiteX31" fmla="*/ 148545 w 333376"/>
              <a:gd name="connsiteY31" fmla="*/ 234156 h 320675"/>
              <a:gd name="connsiteX32" fmla="*/ 145914 w 333376"/>
              <a:gd name="connsiteY32" fmla="*/ 222358 h 320675"/>
              <a:gd name="connsiteX33" fmla="*/ 145914 w 333376"/>
              <a:gd name="connsiteY33" fmla="*/ 192208 h 320675"/>
              <a:gd name="connsiteX34" fmla="*/ 141968 w 333376"/>
              <a:gd name="connsiteY34" fmla="*/ 224980 h 320675"/>
              <a:gd name="connsiteX35" fmla="*/ 132761 w 333376"/>
              <a:gd name="connsiteY35" fmla="*/ 235467 h 320675"/>
              <a:gd name="connsiteX36" fmla="*/ 123553 w 333376"/>
              <a:gd name="connsiteY36" fmla="*/ 224980 h 320675"/>
              <a:gd name="connsiteX37" fmla="*/ 149860 w 333376"/>
              <a:gd name="connsiteY37" fmla="*/ 150259 h 320675"/>
              <a:gd name="connsiteX38" fmla="*/ 168275 w 333376"/>
              <a:gd name="connsiteY38" fmla="*/ 175166 h 320675"/>
              <a:gd name="connsiteX39" fmla="*/ 188006 w 333376"/>
              <a:gd name="connsiteY39" fmla="*/ 147637 h 320675"/>
              <a:gd name="connsiteX40" fmla="*/ 168414 w 333376"/>
              <a:gd name="connsiteY40" fmla="*/ 138112 h 320675"/>
              <a:gd name="connsiteX41" fmla="*/ 174971 w 333376"/>
              <a:gd name="connsiteY41" fmla="*/ 141922 h 320675"/>
              <a:gd name="connsiteX42" fmla="*/ 180217 w 333376"/>
              <a:gd name="connsiteY42" fmla="*/ 139382 h 320675"/>
              <a:gd name="connsiteX43" fmla="*/ 182840 w 333376"/>
              <a:gd name="connsiteY43" fmla="*/ 139382 h 320675"/>
              <a:gd name="connsiteX44" fmla="*/ 184151 w 333376"/>
              <a:gd name="connsiteY44" fmla="*/ 141922 h 320675"/>
              <a:gd name="connsiteX45" fmla="*/ 184151 w 333376"/>
              <a:gd name="connsiteY45" fmla="*/ 148272 h 320675"/>
              <a:gd name="connsiteX46" fmla="*/ 182840 w 333376"/>
              <a:gd name="connsiteY46" fmla="*/ 150812 h 320675"/>
              <a:gd name="connsiteX47" fmla="*/ 180217 w 333376"/>
              <a:gd name="connsiteY47" fmla="*/ 150812 h 320675"/>
              <a:gd name="connsiteX48" fmla="*/ 173659 w 333376"/>
              <a:gd name="connsiteY48" fmla="*/ 149542 h 320675"/>
              <a:gd name="connsiteX49" fmla="*/ 169725 w 333376"/>
              <a:gd name="connsiteY49" fmla="*/ 150812 h 320675"/>
              <a:gd name="connsiteX50" fmla="*/ 164479 w 333376"/>
              <a:gd name="connsiteY50" fmla="*/ 149542 h 320675"/>
              <a:gd name="connsiteX51" fmla="*/ 157922 w 333376"/>
              <a:gd name="connsiteY51" fmla="*/ 150812 h 320675"/>
              <a:gd name="connsiteX52" fmla="*/ 155299 w 333376"/>
              <a:gd name="connsiteY52" fmla="*/ 150812 h 320675"/>
              <a:gd name="connsiteX53" fmla="*/ 153988 w 333376"/>
              <a:gd name="connsiteY53" fmla="*/ 148272 h 320675"/>
              <a:gd name="connsiteX54" fmla="*/ 153988 w 333376"/>
              <a:gd name="connsiteY54" fmla="*/ 141922 h 320675"/>
              <a:gd name="connsiteX55" fmla="*/ 155299 w 333376"/>
              <a:gd name="connsiteY55" fmla="*/ 139382 h 320675"/>
              <a:gd name="connsiteX56" fmla="*/ 157922 w 333376"/>
              <a:gd name="connsiteY56" fmla="*/ 139382 h 320675"/>
              <a:gd name="connsiteX57" fmla="*/ 163168 w 333376"/>
              <a:gd name="connsiteY57" fmla="*/ 141922 h 320675"/>
              <a:gd name="connsiteX58" fmla="*/ 168414 w 333376"/>
              <a:gd name="connsiteY58" fmla="*/ 138112 h 320675"/>
              <a:gd name="connsiteX59" fmla="*/ 307312 w 333376"/>
              <a:gd name="connsiteY59" fmla="*/ 88900 h 320675"/>
              <a:gd name="connsiteX60" fmla="*/ 333376 w 333376"/>
              <a:gd name="connsiteY60" fmla="*/ 161661 h 320675"/>
              <a:gd name="connsiteX61" fmla="*/ 324254 w 333376"/>
              <a:gd name="connsiteY61" fmla="*/ 170921 h 320675"/>
              <a:gd name="connsiteX62" fmla="*/ 315132 w 333376"/>
              <a:gd name="connsiteY62" fmla="*/ 161661 h 320675"/>
              <a:gd name="connsiteX63" fmla="*/ 311222 w 333376"/>
              <a:gd name="connsiteY63" fmla="*/ 129911 h 320675"/>
              <a:gd name="connsiteX64" fmla="*/ 311222 w 333376"/>
              <a:gd name="connsiteY64" fmla="*/ 159015 h 320675"/>
              <a:gd name="connsiteX65" fmla="*/ 308616 w 333376"/>
              <a:gd name="connsiteY65" fmla="*/ 170921 h 320675"/>
              <a:gd name="connsiteX66" fmla="*/ 308616 w 333376"/>
              <a:gd name="connsiteY66" fmla="*/ 246328 h 320675"/>
              <a:gd name="connsiteX67" fmla="*/ 299493 w 333376"/>
              <a:gd name="connsiteY67" fmla="*/ 255588 h 320675"/>
              <a:gd name="connsiteX68" fmla="*/ 290371 w 333376"/>
              <a:gd name="connsiteY68" fmla="*/ 246328 h 320675"/>
              <a:gd name="connsiteX69" fmla="*/ 289068 w 333376"/>
              <a:gd name="connsiteY69" fmla="*/ 246328 h 320675"/>
              <a:gd name="connsiteX70" fmla="*/ 279946 w 333376"/>
              <a:gd name="connsiteY70" fmla="*/ 255588 h 320675"/>
              <a:gd name="connsiteX71" fmla="*/ 270823 w 333376"/>
              <a:gd name="connsiteY71" fmla="*/ 246328 h 320675"/>
              <a:gd name="connsiteX72" fmla="*/ 270823 w 333376"/>
              <a:gd name="connsiteY72" fmla="*/ 172244 h 320675"/>
              <a:gd name="connsiteX73" fmla="*/ 268217 w 333376"/>
              <a:gd name="connsiteY73" fmla="*/ 160338 h 320675"/>
              <a:gd name="connsiteX74" fmla="*/ 268217 w 333376"/>
              <a:gd name="connsiteY74" fmla="*/ 131234 h 320675"/>
              <a:gd name="connsiteX75" fmla="*/ 264308 w 333376"/>
              <a:gd name="connsiteY75" fmla="*/ 164307 h 320675"/>
              <a:gd name="connsiteX76" fmla="*/ 255185 w 333376"/>
              <a:gd name="connsiteY76" fmla="*/ 172244 h 320675"/>
              <a:gd name="connsiteX77" fmla="*/ 246063 w 333376"/>
              <a:gd name="connsiteY77" fmla="*/ 164307 h 320675"/>
              <a:gd name="connsiteX78" fmla="*/ 272127 w 333376"/>
              <a:gd name="connsiteY78" fmla="*/ 91546 h 320675"/>
              <a:gd name="connsiteX79" fmla="*/ 289068 w 333376"/>
              <a:gd name="connsiteY79" fmla="*/ 115359 h 320675"/>
              <a:gd name="connsiteX80" fmla="*/ 307312 w 333376"/>
              <a:gd name="connsiteY80" fmla="*/ 88900 h 320675"/>
              <a:gd name="connsiteX81" fmla="*/ 168276 w 333376"/>
              <a:gd name="connsiteY81" fmla="*/ 88900 h 320675"/>
              <a:gd name="connsiteX82" fmla="*/ 192089 w 333376"/>
              <a:gd name="connsiteY82" fmla="*/ 112713 h 320675"/>
              <a:gd name="connsiteX83" fmla="*/ 168276 w 333376"/>
              <a:gd name="connsiteY83" fmla="*/ 136526 h 320675"/>
              <a:gd name="connsiteX84" fmla="*/ 144463 w 333376"/>
              <a:gd name="connsiteY84" fmla="*/ 112713 h 320675"/>
              <a:gd name="connsiteX85" fmla="*/ 168276 w 333376"/>
              <a:gd name="connsiteY85" fmla="*/ 88900 h 320675"/>
              <a:gd name="connsiteX86" fmla="*/ 62177 w 333376"/>
              <a:gd name="connsiteY86" fmla="*/ 88900 h 320675"/>
              <a:gd name="connsiteX87" fmla="*/ 87313 w 333376"/>
              <a:gd name="connsiteY87" fmla="*/ 161661 h 320675"/>
              <a:gd name="connsiteX88" fmla="*/ 78052 w 333376"/>
              <a:gd name="connsiteY88" fmla="*/ 170921 h 320675"/>
              <a:gd name="connsiteX89" fmla="*/ 70115 w 333376"/>
              <a:gd name="connsiteY89" fmla="*/ 161661 h 320675"/>
              <a:gd name="connsiteX90" fmla="*/ 66146 w 333376"/>
              <a:gd name="connsiteY90" fmla="*/ 129911 h 320675"/>
              <a:gd name="connsiteX91" fmla="*/ 66146 w 333376"/>
              <a:gd name="connsiteY91" fmla="*/ 159015 h 320675"/>
              <a:gd name="connsiteX92" fmla="*/ 63500 w 333376"/>
              <a:gd name="connsiteY92" fmla="*/ 170921 h 320675"/>
              <a:gd name="connsiteX93" fmla="*/ 63500 w 333376"/>
              <a:gd name="connsiteY93" fmla="*/ 246328 h 320675"/>
              <a:gd name="connsiteX94" fmla="*/ 54240 w 333376"/>
              <a:gd name="connsiteY94" fmla="*/ 255588 h 320675"/>
              <a:gd name="connsiteX95" fmla="*/ 44979 w 333376"/>
              <a:gd name="connsiteY95" fmla="*/ 246328 h 320675"/>
              <a:gd name="connsiteX96" fmla="*/ 43656 w 333376"/>
              <a:gd name="connsiteY96" fmla="*/ 246328 h 320675"/>
              <a:gd name="connsiteX97" fmla="*/ 34396 w 333376"/>
              <a:gd name="connsiteY97" fmla="*/ 255588 h 320675"/>
              <a:gd name="connsiteX98" fmla="*/ 25135 w 333376"/>
              <a:gd name="connsiteY98" fmla="*/ 246328 h 320675"/>
              <a:gd name="connsiteX99" fmla="*/ 25135 w 333376"/>
              <a:gd name="connsiteY99" fmla="*/ 172244 h 320675"/>
              <a:gd name="connsiteX100" fmla="*/ 21167 w 333376"/>
              <a:gd name="connsiteY100" fmla="*/ 160338 h 320675"/>
              <a:gd name="connsiteX101" fmla="*/ 21167 w 333376"/>
              <a:gd name="connsiteY101" fmla="*/ 131234 h 320675"/>
              <a:gd name="connsiteX102" fmla="*/ 18521 w 333376"/>
              <a:gd name="connsiteY102" fmla="*/ 164307 h 320675"/>
              <a:gd name="connsiteX103" fmla="*/ 9260 w 333376"/>
              <a:gd name="connsiteY103" fmla="*/ 172244 h 320675"/>
              <a:gd name="connsiteX104" fmla="*/ 0 w 333376"/>
              <a:gd name="connsiteY104" fmla="*/ 164307 h 320675"/>
              <a:gd name="connsiteX105" fmla="*/ 25135 w 333376"/>
              <a:gd name="connsiteY105" fmla="*/ 91546 h 320675"/>
              <a:gd name="connsiteX106" fmla="*/ 43656 w 333376"/>
              <a:gd name="connsiteY106" fmla="*/ 115359 h 320675"/>
              <a:gd name="connsiteX107" fmla="*/ 62177 w 333376"/>
              <a:gd name="connsiteY107" fmla="*/ 88900 h 320675"/>
              <a:gd name="connsiteX108" fmla="*/ 290362 w 333376"/>
              <a:gd name="connsiteY108" fmla="*/ 80962 h 320675"/>
              <a:gd name="connsiteX109" fmla="*/ 295502 w 333376"/>
              <a:gd name="connsiteY109" fmla="*/ 83784 h 320675"/>
              <a:gd name="connsiteX110" fmla="*/ 300643 w 333376"/>
              <a:gd name="connsiteY110" fmla="*/ 82373 h 320675"/>
              <a:gd name="connsiteX111" fmla="*/ 303213 w 333376"/>
              <a:gd name="connsiteY111" fmla="*/ 82373 h 320675"/>
              <a:gd name="connsiteX112" fmla="*/ 303213 w 333376"/>
              <a:gd name="connsiteY112" fmla="*/ 83784 h 320675"/>
              <a:gd name="connsiteX113" fmla="*/ 303213 w 333376"/>
              <a:gd name="connsiteY113" fmla="*/ 90840 h 320675"/>
              <a:gd name="connsiteX114" fmla="*/ 303213 w 333376"/>
              <a:gd name="connsiteY114" fmla="*/ 93662 h 320675"/>
              <a:gd name="connsiteX115" fmla="*/ 300643 w 333376"/>
              <a:gd name="connsiteY115" fmla="*/ 93662 h 320675"/>
              <a:gd name="connsiteX116" fmla="*/ 294217 w 333376"/>
              <a:gd name="connsiteY116" fmla="*/ 92251 h 320675"/>
              <a:gd name="connsiteX117" fmla="*/ 290362 w 333376"/>
              <a:gd name="connsiteY117" fmla="*/ 93662 h 320675"/>
              <a:gd name="connsiteX118" fmla="*/ 285221 w 333376"/>
              <a:gd name="connsiteY118" fmla="*/ 92251 h 320675"/>
              <a:gd name="connsiteX119" fmla="*/ 278795 w 333376"/>
              <a:gd name="connsiteY119" fmla="*/ 93662 h 320675"/>
              <a:gd name="connsiteX120" fmla="*/ 277510 w 333376"/>
              <a:gd name="connsiteY120" fmla="*/ 93662 h 320675"/>
              <a:gd name="connsiteX121" fmla="*/ 276225 w 333376"/>
              <a:gd name="connsiteY121" fmla="*/ 90840 h 320675"/>
              <a:gd name="connsiteX122" fmla="*/ 276225 w 333376"/>
              <a:gd name="connsiteY122" fmla="*/ 83784 h 320675"/>
              <a:gd name="connsiteX123" fmla="*/ 277510 w 333376"/>
              <a:gd name="connsiteY123" fmla="*/ 82373 h 320675"/>
              <a:gd name="connsiteX124" fmla="*/ 278795 w 333376"/>
              <a:gd name="connsiteY124" fmla="*/ 82373 h 320675"/>
              <a:gd name="connsiteX125" fmla="*/ 283936 w 333376"/>
              <a:gd name="connsiteY125" fmla="*/ 83784 h 320675"/>
              <a:gd name="connsiteX126" fmla="*/ 290362 w 333376"/>
              <a:gd name="connsiteY126" fmla="*/ 80962 h 320675"/>
              <a:gd name="connsiteX127" fmla="*/ 43656 w 333376"/>
              <a:gd name="connsiteY127" fmla="*/ 80962 h 320675"/>
              <a:gd name="connsiteX128" fmla="*/ 49141 w 333376"/>
              <a:gd name="connsiteY128" fmla="*/ 83820 h 320675"/>
              <a:gd name="connsiteX129" fmla="*/ 54625 w 333376"/>
              <a:gd name="connsiteY129" fmla="*/ 82391 h 320675"/>
              <a:gd name="connsiteX130" fmla="*/ 57367 w 333376"/>
              <a:gd name="connsiteY130" fmla="*/ 82391 h 320675"/>
              <a:gd name="connsiteX131" fmla="*/ 58738 w 333376"/>
              <a:gd name="connsiteY131" fmla="*/ 83820 h 320675"/>
              <a:gd name="connsiteX132" fmla="*/ 58738 w 333376"/>
              <a:gd name="connsiteY132" fmla="*/ 90964 h 320675"/>
              <a:gd name="connsiteX133" fmla="*/ 57367 w 333376"/>
              <a:gd name="connsiteY133" fmla="*/ 93821 h 320675"/>
              <a:gd name="connsiteX134" fmla="*/ 55996 w 333376"/>
              <a:gd name="connsiteY134" fmla="*/ 93821 h 320675"/>
              <a:gd name="connsiteX135" fmla="*/ 49141 w 333376"/>
              <a:gd name="connsiteY135" fmla="*/ 92393 h 320675"/>
              <a:gd name="connsiteX136" fmla="*/ 43656 w 333376"/>
              <a:gd name="connsiteY136" fmla="*/ 95250 h 320675"/>
              <a:gd name="connsiteX137" fmla="*/ 39543 w 333376"/>
              <a:gd name="connsiteY137" fmla="*/ 92393 h 320675"/>
              <a:gd name="connsiteX138" fmla="*/ 32688 w 333376"/>
              <a:gd name="connsiteY138" fmla="*/ 93821 h 320675"/>
              <a:gd name="connsiteX139" fmla="*/ 29946 w 333376"/>
              <a:gd name="connsiteY139" fmla="*/ 93821 h 320675"/>
              <a:gd name="connsiteX140" fmla="*/ 28575 w 333376"/>
              <a:gd name="connsiteY140" fmla="*/ 90964 h 320675"/>
              <a:gd name="connsiteX141" fmla="*/ 28575 w 333376"/>
              <a:gd name="connsiteY141" fmla="*/ 83820 h 320675"/>
              <a:gd name="connsiteX142" fmla="*/ 29946 w 333376"/>
              <a:gd name="connsiteY142" fmla="*/ 82391 h 320675"/>
              <a:gd name="connsiteX143" fmla="*/ 32688 w 333376"/>
              <a:gd name="connsiteY143" fmla="*/ 82391 h 320675"/>
              <a:gd name="connsiteX144" fmla="*/ 38172 w 333376"/>
              <a:gd name="connsiteY144" fmla="*/ 83820 h 320675"/>
              <a:gd name="connsiteX145" fmla="*/ 43656 w 333376"/>
              <a:gd name="connsiteY145" fmla="*/ 80962 h 320675"/>
              <a:gd name="connsiteX146" fmla="*/ 288925 w 333376"/>
              <a:gd name="connsiteY146" fmla="*/ 34925 h 320675"/>
              <a:gd name="connsiteX147" fmla="*/ 311150 w 333376"/>
              <a:gd name="connsiteY147" fmla="*/ 57150 h 320675"/>
              <a:gd name="connsiteX148" fmla="*/ 288925 w 333376"/>
              <a:gd name="connsiteY148" fmla="*/ 79375 h 320675"/>
              <a:gd name="connsiteX149" fmla="*/ 266700 w 333376"/>
              <a:gd name="connsiteY149" fmla="*/ 57150 h 320675"/>
              <a:gd name="connsiteX150" fmla="*/ 288925 w 333376"/>
              <a:gd name="connsiteY150" fmla="*/ 34925 h 320675"/>
              <a:gd name="connsiteX151" fmla="*/ 44450 w 333376"/>
              <a:gd name="connsiteY151" fmla="*/ 34925 h 320675"/>
              <a:gd name="connsiteX152" fmla="*/ 66675 w 333376"/>
              <a:gd name="connsiteY152" fmla="*/ 57150 h 320675"/>
              <a:gd name="connsiteX153" fmla="*/ 44450 w 333376"/>
              <a:gd name="connsiteY153" fmla="*/ 79375 h 320675"/>
              <a:gd name="connsiteX154" fmla="*/ 22225 w 333376"/>
              <a:gd name="connsiteY154" fmla="*/ 57150 h 320675"/>
              <a:gd name="connsiteX155" fmla="*/ 44450 w 333376"/>
              <a:gd name="connsiteY155" fmla="*/ 34925 h 320675"/>
              <a:gd name="connsiteX156" fmla="*/ 177842 w 333376"/>
              <a:gd name="connsiteY156" fmla="*/ 30162 h 320675"/>
              <a:gd name="connsiteX157" fmla="*/ 192088 w 333376"/>
              <a:gd name="connsiteY157" fmla="*/ 72289 h 320675"/>
              <a:gd name="connsiteX158" fmla="*/ 186908 w 333376"/>
              <a:gd name="connsiteY158" fmla="*/ 77555 h 320675"/>
              <a:gd name="connsiteX159" fmla="*/ 181727 w 333376"/>
              <a:gd name="connsiteY159" fmla="*/ 72289 h 320675"/>
              <a:gd name="connsiteX160" fmla="*/ 180432 w 333376"/>
              <a:gd name="connsiteY160" fmla="*/ 53859 h 320675"/>
              <a:gd name="connsiteX161" fmla="*/ 180432 w 333376"/>
              <a:gd name="connsiteY161" fmla="*/ 70973 h 320675"/>
              <a:gd name="connsiteX162" fmla="*/ 179137 w 333376"/>
              <a:gd name="connsiteY162" fmla="*/ 77555 h 320675"/>
              <a:gd name="connsiteX163" fmla="*/ 179137 w 333376"/>
              <a:gd name="connsiteY163" fmla="*/ 82821 h 320675"/>
              <a:gd name="connsiteX164" fmla="*/ 157121 w 333376"/>
              <a:gd name="connsiteY164" fmla="*/ 84137 h 320675"/>
              <a:gd name="connsiteX165" fmla="*/ 157121 w 333376"/>
              <a:gd name="connsiteY165" fmla="*/ 78871 h 320675"/>
              <a:gd name="connsiteX166" fmla="*/ 155826 w 333376"/>
              <a:gd name="connsiteY166" fmla="*/ 72289 h 320675"/>
              <a:gd name="connsiteX167" fmla="*/ 155826 w 333376"/>
              <a:gd name="connsiteY167" fmla="*/ 55175 h 320675"/>
              <a:gd name="connsiteX168" fmla="*/ 153236 w 333376"/>
              <a:gd name="connsiteY168" fmla="*/ 73606 h 320675"/>
              <a:gd name="connsiteX169" fmla="*/ 148055 w 333376"/>
              <a:gd name="connsiteY169" fmla="*/ 78871 h 320675"/>
              <a:gd name="connsiteX170" fmla="*/ 142875 w 333376"/>
              <a:gd name="connsiteY170" fmla="*/ 73606 h 320675"/>
              <a:gd name="connsiteX171" fmla="*/ 157121 w 333376"/>
              <a:gd name="connsiteY171" fmla="*/ 31479 h 320675"/>
              <a:gd name="connsiteX172" fmla="*/ 167481 w 333376"/>
              <a:gd name="connsiteY172" fmla="*/ 45960 h 320675"/>
              <a:gd name="connsiteX173" fmla="*/ 168777 w 333376"/>
              <a:gd name="connsiteY173" fmla="*/ 43985 h 320675"/>
              <a:gd name="connsiteX174" fmla="*/ 175759 w 333376"/>
              <a:gd name="connsiteY174" fmla="*/ 33338 h 320675"/>
              <a:gd name="connsiteX175" fmla="*/ 176458 w 333376"/>
              <a:gd name="connsiteY175" fmla="*/ 33338 h 320675"/>
              <a:gd name="connsiteX176" fmla="*/ 177801 w 333376"/>
              <a:gd name="connsiteY176" fmla="*/ 31751 h 320675"/>
              <a:gd name="connsiteX177" fmla="*/ 177801 w 333376"/>
              <a:gd name="connsiteY177" fmla="*/ 30225 h 320675"/>
              <a:gd name="connsiteX178" fmla="*/ 208481 w 333376"/>
              <a:gd name="connsiteY178" fmla="*/ 25427 h 320675"/>
              <a:gd name="connsiteX179" fmla="*/ 216581 w 333376"/>
              <a:gd name="connsiteY179" fmla="*/ 27689 h 320675"/>
              <a:gd name="connsiteX180" fmla="*/ 256754 w 333376"/>
              <a:gd name="connsiteY180" fmla="*/ 61285 h 320675"/>
              <a:gd name="connsiteX181" fmla="*/ 258050 w 333376"/>
              <a:gd name="connsiteY181" fmla="*/ 75499 h 320675"/>
              <a:gd name="connsiteX182" fmla="*/ 250275 w 333376"/>
              <a:gd name="connsiteY182" fmla="*/ 79375 h 320675"/>
              <a:gd name="connsiteX183" fmla="*/ 243795 w 333376"/>
              <a:gd name="connsiteY183" fmla="*/ 76791 h 320675"/>
              <a:gd name="connsiteX184" fmla="*/ 203622 w 333376"/>
              <a:gd name="connsiteY184" fmla="*/ 43195 h 320675"/>
              <a:gd name="connsiteX185" fmla="*/ 202326 w 333376"/>
              <a:gd name="connsiteY185" fmla="*/ 28981 h 320675"/>
              <a:gd name="connsiteX186" fmla="*/ 208481 w 333376"/>
              <a:gd name="connsiteY186" fmla="*/ 25427 h 320675"/>
              <a:gd name="connsiteX187" fmla="*/ 127584 w 333376"/>
              <a:gd name="connsiteY187" fmla="*/ 25427 h 320675"/>
              <a:gd name="connsiteX188" fmla="*/ 134225 w 333376"/>
              <a:gd name="connsiteY188" fmla="*/ 28981 h 320675"/>
              <a:gd name="connsiteX189" fmla="*/ 132929 w 333376"/>
              <a:gd name="connsiteY189" fmla="*/ 43195 h 320675"/>
              <a:gd name="connsiteX190" fmla="*/ 92756 w 333376"/>
              <a:gd name="connsiteY190" fmla="*/ 76791 h 320675"/>
              <a:gd name="connsiteX191" fmla="*/ 86276 w 333376"/>
              <a:gd name="connsiteY191" fmla="*/ 79375 h 320675"/>
              <a:gd name="connsiteX192" fmla="*/ 78501 w 333376"/>
              <a:gd name="connsiteY192" fmla="*/ 75499 h 320675"/>
              <a:gd name="connsiteX193" fmla="*/ 79797 w 333376"/>
              <a:gd name="connsiteY193" fmla="*/ 61285 h 320675"/>
              <a:gd name="connsiteX194" fmla="*/ 119970 w 333376"/>
              <a:gd name="connsiteY194" fmla="*/ 27689 h 320675"/>
              <a:gd name="connsiteX195" fmla="*/ 127584 w 333376"/>
              <a:gd name="connsiteY195" fmla="*/ 25427 h 320675"/>
              <a:gd name="connsiteX196" fmla="*/ 161681 w 333376"/>
              <a:gd name="connsiteY196" fmla="*/ 25400 h 320675"/>
              <a:gd name="connsiteX197" fmla="*/ 163025 w 333376"/>
              <a:gd name="connsiteY197" fmla="*/ 25400 h 320675"/>
              <a:gd name="connsiteX198" fmla="*/ 165711 w 333376"/>
              <a:gd name="connsiteY198" fmla="*/ 26988 h 320675"/>
              <a:gd name="connsiteX199" fmla="*/ 168398 w 333376"/>
              <a:gd name="connsiteY199" fmla="*/ 25400 h 320675"/>
              <a:gd name="connsiteX200" fmla="*/ 172428 w 333376"/>
              <a:gd name="connsiteY200" fmla="*/ 26988 h 320675"/>
              <a:gd name="connsiteX201" fmla="*/ 175114 w 333376"/>
              <a:gd name="connsiteY201" fmla="*/ 25400 h 320675"/>
              <a:gd name="connsiteX202" fmla="*/ 176458 w 333376"/>
              <a:gd name="connsiteY202" fmla="*/ 25400 h 320675"/>
              <a:gd name="connsiteX203" fmla="*/ 177801 w 333376"/>
              <a:gd name="connsiteY203" fmla="*/ 26988 h 320675"/>
              <a:gd name="connsiteX204" fmla="*/ 177801 w 333376"/>
              <a:gd name="connsiteY204" fmla="*/ 30225 h 320675"/>
              <a:gd name="connsiteX205" fmla="*/ 175759 w 333376"/>
              <a:gd name="connsiteY205" fmla="*/ 33338 h 320675"/>
              <a:gd name="connsiteX206" fmla="*/ 175114 w 333376"/>
              <a:gd name="connsiteY206" fmla="*/ 33338 h 320675"/>
              <a:gd name="connsiteX207" fmla="*/ 171084 w 333376"/>
              <a:gd name="connsiteY207" fmla="*/ 31751 h 320675"/>
              <a:gd name="connsiteX208" fmla="*/ 168398 w 333376"/>
              <a:gd name="connsiteY208" fmla="*/ 33338 h 320675"/>
              <a:gd name="connsiteX209" fmla="*/ 165711 w 333376"/>
              <a:gd name="connsiteY209" fmla="*/ 31751 h 320675"/>
              <a:gd name="connsiteX210" fmla="*/ 163025 w 333376"/>
              <a:gd name="connsiteY210" fmla="*/ 33338 h 320675"/>
              <a:gd name="connsiteX211" fmla="*/ 161681 w 333376"/>
              <a:gd name="connsiteY211" fmla="*/ 33338 h 320675"/>
              <a:gd name="connsiteX212" fmla="*/ 160338 w 333376"/>
              <a:gd name="connsiteY212" fmla="*/ 31751 h 320675"/>
              <a:gd name="connsiteX213" fmla="*/ 160338 w 333376"/>
              <a:gd name="connsiteY213" fmla="*/ 26988 h 320675"/>
              <a:gd name="connsiteX214" fmla="*/ 161681 w 333376"/>
              <a:gd name="connsiteY214" fmla="*/ 25400 h 320675"/>
              <a:gd name="connsiteX215" fmla="*/ 167482 w 333376"/>
              <a:gd name="connsiteY215" fmla="*/ 0 h 320675"/>
              <a:gd name="connsiteX216" fmla="*/ 180976 w 333376"/>
              <a:gd name="connsiteY216" fmla="*/ 12700 h 320675"/>
              <a:gd name="connsiteX217" fmla="*/ 167482 w 333376"/>
              <a:gd name="connsiteY217" fmla="*/ 25400 h 320675"/>
              <a:gd name="connsiteX218" fmla="*/ 153988 w 333376"/>
              <a:gd name="connsiteY218" fmla="*/ 12700 h 320675"/>
              <a:gd name="connsiteX219" fmla="*/ 167482 w 333376"/>
              <a:gd name="connsiteY219" fmla="*/ 0 h 320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Lst>
            <a:rect l="l" t="t" r="r" b="b"/>
            <a:pathLst>
              <a:path w="333376" h="320675">
                <a:moveTo>
                  <a:pt x="251409" y="227087"/>
                </a:moveTo>
                <a:cubicBezTo>
                  <a:pt x="253839" y="227419"/>
                  <a:pt x="256106" y="228748"/>
                  <a:pt x="258050" y="230742"/>
                </a:cubicBezTo>
                <a:cubicBezTo>
                  <a:pt x="261938" y="234729"/>
                  <a:pt x="260642" y="241374"/>
                  <a:pt x="256754" y="245361"/>
                </a:cubicBezTo>
                <a:cubicBezTo>
                  <a:pt x="256754" y="245361"/>
                  <a:pt x="256754" y="245361"/>
                  <a:pt x="216581" y="279917"/>
                </a:cubicBezTo>
                <a:cubicBezTo>
                  <a:pt x="213989" y="281246"/>
                  <a:pt x="211397" y="282575"/>
                  <a:pt x="210101" y="282575"/>
                </a:cubicBezTo>
                <a:cubicBezTo>
                  <a:pt x="206214" y="282575"/>
                  <a:pt x="203622" y="281246"/>
                  <a:pt x="202326" y="278588"/>
                </a:cubicBezTo>
                <a:cubicBezTo>
                  <a:pt x="198438" y="274601"/>
                  <a:pt x="198438" y="267955"/>
                  <a:pt x="203622" y="263968"/>
                </a:cubicBezTo>
                <a:cubicBezTo>
                  <a:pt x="203622" y="263968"/>
                  <a:pt x="203622" y="263968"/>
                  <a:pt x="243795" y="229412"/>
                </a:cubicBezTo>
                <a:cubicBezTo>
                  <a:pt x="246387" y="227419"/>
                  <a:pt x="248979" y="226754"/>
                  <a:pt x="251409" y="227087"/>
                </a:cubicBezTo>
                <a:close/>
                <a:moveTo>
                  <a:pt x="85142" y="227087"/>
                </a:moveTo>
                <a:cubicBezTo>
                  <a:pt x="87572" y="226754"/>
                  <a:pt x="90164" y="227419"/>
                  <a:pt x="92756" y="229412"/>
                </a:cubicBezTo>
                <a:cubicBezTo>
                  <a:pt x="92756" y="229412"/>
                  <a:pt x="92756" y="229412"/>
                  <a:pt x="132929" y="263968"/>
                </a:cubicBezTo>
                <a:cubicBezTo>
                  <a:pt x="136817" y="267955"/>
                  <a:pt x="138113" y="274601"/>
                  <a:pt x="134225" y="278588"/>
                </a:cubicBezTo>
                <a:cubicBezTo>
                  <a:pt x="132929" y="281246"/>
                  <a:pt x="129042" y="282575"/>
                  <a:pt x="126450" y="282575"/>
                </a:cubicBezTo>
                <a:cubicBezTo>
                  <a:pt x="125154" y="282575"/>
                  <a:pt x="122562" y="281246"/>
                  <a:pt x="119970" y="279917"/>
                </a:cubicBezTo>
                <a:cubicBezTo>
                  <a:pt x="119970" y="279917"/>
                  <a:pt x="119970" y="279917"/>
                  <a:pt x="79797" y="245361"/>
                </a:cubicBezTo>
                <a:cubicBezTo>
                  <a:pt x="75909" y="241374"/>
                  <a:pt x="74613" y="234729"/>
                  <a:pt x="78501" y="230742"/>
                </a:cubicBezTo>
                <a:cubicBezTo>
                  <a:pt x="80445" y="228748"/>
                  <a:pt x="82712" y="227419"/>
                  <a:pt x="85142" y="227087"/>
                </a:cubicBezTo>
                <a:close/>
                <a:moveTo>
                  <a:pt x="188006" y="147637"/>
                </a:moveTo>
                <a:cubicBezTo>
                  <a:pt x="198529" y="155503"/>
                  <a:pt x="214313" y="175166"/>
                  <a:pt x="214313" y="223669"/>
                </a:cubicBezTo>
                <a:cubicBezTo>
                  <a:pt x="214313" y="228913"/>
                  <a:pt x="210367" y="232845"/>
                  <a:pt x="205106" y="232845"/>
                </a:cubicBezTo>
                <a:cubicBezTo>
                  <a:pt x="199844" y="232845"/>
                  <a:pt x="195898" y="228913"/>
                  <a:pt x="195898" y="223669"/>
                </a:cubicBezTo>
                <a:cubicBezTo>
                  <a:pt x="195898" y="209249"/>
                  <a:pt x="194583" y="198762"/>
                  <a:pt x="191952" y="189586"/>
                </a:cubicBezTo>
                <a:cubicBezTo>
                  <a:pt x="191952" y="189586"/>
                  <a:pt x="191952" y="189586"/>
                  <a:pt x="191952" y="221047"/>
                </a:cubicBezTo>
                <a:cubicBezTo>
                  <a:pt x="191952" y="224980"/>
                  <a:pt x="190637" y="228913"/>
                  <a:pt x="188006" y="232845"/>
                </a:cubicBezTo>
                <a:cubicBezTo>
                  <a:pt x="188006" y="232845"/>
                  <a:pt x="188006" y="232845"/>
                  <a:pt x="188006" y="311499"/>
                </a:cubicBezTo>
                <a:cubicBezTo>
                  <a:pt x="188006" y="316743"/>
                  <a:pt x="184060" y="320675"/>
                  <a:pt x="178798" y="320675"/>
                </a:cubicBezTo>
                <a:cubicBezTo>
                  <a:pt x="173537" y="320675"/>
                  <a:pt x="169591" y="316743"/>
                  <a:pt x="169591" y="311499"/>
                </a:cubicBezTo>
                <a:cubicBezTo>
                  <a:pt x="169591" y="311499"/>
                  <a:pt x="169591" y="311499"/>
                  <a:pt x="168275" y="311499"/>
                </a:cubicBezTo>
                <a:cubicBezTo>
                  <a:pt x="168275" y="316743"/>
                  <a:pt x="164329" y="320675"/>
                  <a:pt x="159068" y="320675"/>
                </a:cubicBezTo>
                <a:cubicBezTo>
                  <a:pt x="153807" y="320675"/>
                  <a:pt x="148545" y="316743"/>
                  <a:pt x="148545" y="311499"/>
                </a:cubicBezTo>
                <a:cubicBezTo>
                  <a:pt x="148545" y="311499"/>
                  <a:pt x="148545" y="311499"/>
                  <a:pt x="148545" y="234156"/>
                </a:cubicBezTo>
                <a:cubicBezTo>
                  <a:pt x="147230" y="231534"/>
                  <a:pt x="145914" y="226291"/>
                  <a:pt x="145914" y="222358"/>
                </a:cubicBezTo>
                <a:cubicBezTo>
                  <a:pt x="145914" y="222358"/>
                  <a:pt x="145914" y="222358"/>
                  <a:pt x="145914" y="192208"/>
                </a:cubicBezTo>
                <a:cubicBezTo>
                  <a:pt x="143284" y="200073"/>
                  <a:pt x="141968" y="211871"/>
                  <a:pt x="141968" y="224980"/>
                </a:cubicBezTo>
                <a:cubicBezTo>
                  <a:pt x="141968" y="230224"/>
                  <a:pt x="138022" y="235467"/>
                  <a:pt x="132761" y="235467"/>
                </a:cubicBezTo>
                <a:cubicBezTo>
                  <a:pt x="127499" y="235467"/>
                  <a:pt x="123553" y="230224"/>
                  <a:pt x="123553" y="224980"/>
                </a:cubicBezTo>
                <a:cubicBezTo>
                  <a:pt x="122238" y="176477"/>
                  <a:pt x="138022" y="156814"/>
                  <a:pt x="149860" y="150259"/>
                </a:cubicBezTo>
                <a:cubicBezTo>
                  <a:pt x="149860" y="150259"/>
                  <a:pt x="149860" y="150259"/>
                  <a:pt x="168275" y="175166"/>
                </a:cubicBezTo>
                <a:cubicBezTo>
                  <a:pt x="168275" y="175166"/>
                  <a:pt x="168275" y="175166"/>
                  <a:pt x="188006" y="147637"/>
                </a:cubicBezTo>
                <a:close/>
                <a:moveTo>
                  <a:pt x="168414" y="138112"/>
                </a:moveTo>
                <a:cubicBezTo>
                  <a:pt x="171037" y="138112"/>
                  <a:pt x="173659" y="139382"/>
                  <a:pt x="174971" y="141922"/>
                </a:cubicBezTo>
                <a:cubicBezTo>
                  <a:pt x="174971" y="141922"/>
                  <a:pt x="174971" y="141922"/>
                  <a:pt x="180217" y="139382"/>
                </a:cubicBezTo>
                <a:cubicBezTo>
                  <a:pt x="181528" y="139382"/>
                  <a:pt x="181528" y="139382"/>
                  <a:pt x="182840" y="139382"/>
                </a:cubicBezTo>
                <a:cubicBezTo>
                  <a:pt x="182840" y="140652"/>
                  <a:pt x="184151" y="140652"/>
                  <a:pt x="184151" y="141922"/>
                </a:cubicBezTo>
                <a:cubicBezTo>
                  <a:pt x="184151" y="141922"/>
                  <a:pt x="184151" y="141922"/>
                  <a:pt x="184151" y="148272"/>
                </a:cubicBezTo>
                <a:cubicBezTo>
                  <a:pt x="184151" y="149542"/>
                  <a:pt x="184151" y="150812"/>
                  <a:pt x="182840" y="150812"/>
                </a:cubicBezTo>
                <a:cubicBezTo>
                  <a:pt x="182840" y="150812"/>
                  <a:pt x="181528" y="150812"/>
                  <a:pt x="180217" y="150812"/>
                </a:cubicBezTo>
                <a:cubicBezTo>
                  <a:pt x="178905" y="150812"/>
                  <a:pt x="174971" y="149542"/>
                  <a:pt x="173659" y="149542"/>
                </a:cubicBezTo>
                <a:cubicBezTo>
                  <a:pt x="172348" y="150812"/>
                  <a:pt x="171037" y="150812"/>
                  <a:pt x="169725" y="150812"/>
                </a:cubicBezTo>
                <a:cubicBezTo>
                  <a:pt x="167102" y="150812"/>
                  <a:pt x="165791" y="150812"/>
                  <a:pt x="164479" y="149542"/>
                </a:cubicBezTo>
                <a:cubicBezTo>
                  <a:pt x="161857" y="149542"/>
                  <a:pt x="159234" y="150812"/>
                  <a:pt x="157922" y="150812"/>
                </a:cubicBezTo>
                <a:cubicBezTo>
                  <a:pt x="156611" y="150812"/>
                  <a:pt x="155299" y="150812"/>
                  <a:pt x="155299" y="150812"/>
                </a:cubicBezTo>
                <a:cubicBezTo>
                  <a:pt x="153988" y="149542"/>
                  <a:pt x="153988" y="149542"/>
                  <a:pt x="153988" y="148272"/>
                </a:cubicBezTo>
                <a:cubicBezTo>
                  <a:pt x="153988" y="148272"/>
                  <a:pt x="153988" y="148272"/>
                  <a:pt x="153988" y="141922"/>
                </a:cubicBezTo>
                <a:cubicBezTo>
                  <a:pt x="153988" y="140652"/>
                  <a:pt x="153988" y="140652"/>
                  <a:pt x="155299" y="139382"/>
                </a:cubicBezTo>
                <a:cubicBezTo>
                  <a:pt x="156611" y="139382"/>
                  <a:pt x="156611" y="139382"/>
                  <a:pt x="157922" y="139382"/>
                </a:cubicBezTo>
                <a:cubicBezTo>
                  <a:pt x="157922" y="139382"/>
                  <a:pt x="157922" y="139382"/>
                  <a:pt x="163168" y="141922"/>
                </a:cubicBezTo>
                <a:cubicBezTo>
                  <a:pt x="164479" y="139382"/>
                  <a:pt x="167102" y="138112"/>
                  <a:pt x="168414" y="138112"/>
                </a:cubicBezTo>
                <a:close/>
                <a:moveTo>
                  <a:pt x="307312" y="88900"/>
                </a:moveTo>
                <a:cubicBezTo>
                  <a:pt x="317738" y="96838"/>
                  <a:pt x="333376" y="115359"/>
                  <a:pt x="333376" y="161661"/>
                </a:cubicBezTo>
                <a:cubicBezTo>
                  <a:pt x="333376" y="166953"/>
                  <a:pt x="328163" y="170921"/>
                  <a:pt x="324254" y="170921"/>
                </a:cubicBezTo>
                <a:cubicBezTo>
                  <a:pt x="319041" y="170921"/>
                  <a:pt x="315132" y="166953"/>
                  <a:pt x="315132" y="161661"/>
                </a:cubicBezTo>
                <a:cubicBezTo>
                  <a:pt x="315132" y="148432"/>
                  <a:pt x="313828" y="137848"/>
                  <a:pt x="311222" y="129911"/>
                </a:cubicBezTo>
                <a:cubicBezTo>
                  <a:pt x="311222" y="129911"/>
                  <a:pt x="311222" y="129911"/>
                  <a:pt x="311222" y="159015"/>
                </a:cubicBezTo>
                <a:cubicBezTo>
                  <a:pt x="311222" y="162984"/>
                  <a:pt x="309919" y="166953"/>
                  <a:pt x="308616" y="170921"/>
                </a:cubicBezTo>
                <a:cubicBezTo>
                  <a:pt x="308616" y="170921"/>
                  <a:pt x="308616" y="170921"/>
                  <a:pt x="308616" y="246328"/>
                </a:cubicBezTo>
                <a:cubicBezTo>
                  <a:pt x="308616" y="251619"/>
                  <a:pt x="304706" y="255588"/>
                  <a:pt x="299493" y="255588"/>
                </a:cubicBezTo>
                <a:cubicBezTo>
                  <a:pt x="294281" y="255588"/>
                  <a:pt x="290371" y="251619"/>
                  <a:pt x="290371" y="246328"/>
                </a:cubicBezTo>
                <a:cubicBezTo>
                  <a:pt x="290371" y="246328"/>
                  <a:pt x="290371" y="246328"/>
                  <a:pt x="289068" y="246328"/>
                </a:cubicBezTo>
                <a:cubicBezTo>
                  <a:pt x="289068" y="251619"/>
                  <a:pt x="285158" y="255588"/>
                  <a:pt x="279946" y="255588"/>
                </a:cubicBezTo>
                <a:cubicBezTo>
                  <a:pt x="274733" y="255588"/>
                  <a:pt x="270823" y="251619"/>
                  <a:pt x="270823" y="246328"/>
                </a:cubicBezTo>
                <a:cubicBezTo>
                  <a:pt x="270823" y="246328"/>
                  <a:pt x="270823" y="246328"/>
                  <a:pt x="270823" y="172244"/>
                </a:cubicBezTo>
                <a:cubicBezTo>
                  <a:pt x="269520" y="169598"/>
                  <a:pt x="268217" y="165630"/>
                  <a:pt x="268217" y="160338"/>
                </a:cubicBezTo>
                <a:cubicBezTo>
                  <a:pt x="268217" y="160338"/>
                  <a:pt x="268217" y="160338"/>
                  <a:pt x="268217" y="131234"/>
                </a:cubicBezTo>
                <a:cubicBezTo>
                  <a:pt x="264308" y="139171"/>
                  <a:pt x="264308" y="149755"/>
                  <a:pt x="264308" y="164307"/>
                </a:cubicBezTo>
                <a:cubicBezTo>
                  <a:pt x="264308" y="168275"/>
                  <a:pt x="260398" y="172244"/>
                  <a:pt x="255185" y="172244"/>
                </a:cubicBezTo>
                <a:cubicBezTo>
                  <a:pt x="249973" y="172244"/>
                  <a:pt x="246063" y="168275"/>
                  <a:pt x="246063" y="164307"/>
                </a:cubicBezTo>
                <a:cubicBezTo>
                  <a:pt x="246063" y="116682"/>
                  <a:pt x="261701" y="98161"/>
                  <a:pt x="272127" y="91546"/>
                </a:cubicBezTo>
                <a:cubicBezTo>
                  <a:pt x="272127" y="91546"/>
                  <a:pt x="272127" y="91546"/>
                  <a:pt x="289068" y="115359"/>
                </a:cubicBezTo>
                <a:cubicBezTo>
                  <a:pt x="289068" y="115359"/>
                  <a:pt x="289068" y="115359"/>
                  <a:pt x="307312" y="88900"/>
                </a:cubicBezTo>
                <a:close/>
                <a:moveTo>
                  <a:pt x="168276" y="88900"/>
                </a:moveTo>
                <a:cubicBezTo>
                  <a:pt x="181428" y="88900"/>
                  <a:pt x="192089" y="99561"/>
                  <a:pt x="192089" y="112713"/>
                </a:cubicBezTo>
                <a:cubicBezTo>
                  <a:pt x="192089" y="125865"/>
                  <a:pt x="181428" y="136526"/>
                  <a:pt x="168276" y="136526"/>
                </a:cubicBezTo>
                <a:cubicBezTo>
                  <a:pt x="155124" y="136526"/>
                  <a:pt x="144463" y="125865"/>
                  <a:pt x="144463" y="112713"/>
                </a:cubicBezTo>
                <a:cubicBezTo>
                  <a:pt x="144463" y="99561"/>
                  <a:pt x="155124" y="88900"/>
                  <a:pt x="168276" y="88900"/>
                </a:cubicBezTo>
                <a:close/>
                <a:moveTo>
                  <a:pt x="62177" y="88900"/>
                </a:moveTo>
                <a:cubicBezTo>
                  <a:pt x="72761" y="96838"/>
                  <a:pt x="87313" y="115359"/>
                  <a:pt x="87313" y="161661"/>
                </a:cubicBezTo>
                <a:cubicBezTo>
                  <a:pt x="87313" y="166953"/>
                  <a:pt x="83344" y="170921"/>
                  <a:pt x="78052" y="170921"/>
                </a:cubicBezTo>
                <a:cubicBezTo>
                  <a:pt x="74084" y="170921"/>
                  <a:pt x="70115" y="166953"/>
                  <a:pt x="70115" y="161661"/>
                </a:cubicBezTo>
                <a:cubicBezTo>
                  <a:pt x="70115" y="148432"/>
                  <a:pt x="68792" y="137848"/>
                  <a:pt x="66146" y="129911"/>
                </a:cubicBezTo>
                <a:cubicBezTo>
                  <a:pt x="66146" y="129911"/>
                  <a:pt x="66146" y="129911"/>
                  <a:pt x="66146" y="159015"/>
                </a:cubicBezTo>
                <a:cubicBezTo>
                  <a:pt x="66146" y="162984"/>
                  <a:pt x="64823" y="166953"/>
                  <a:pt x="63500" y="170921"/>
                </a:cubicBezTo>
                <a:cubicBezTo>
                  <a:pt x="63500" y="170921"/>
                  <a:pt x="63500" y="170921"/>
                  <a:pt x="63500" y="246328"/>
                </a:cubicBezTo>
                <a:cubicBezTo>
                  <a:pt x="63500" y="251619"/>
                  <a:pt x="58209" y="255588"/>
                  <a:pt x="54240" y="255588"/>
                </a:cubicBezTo>
                <a:cubicBezTo>
                  <a:pt x="48948" y="255588"/>
                  <a:pt x="44979" y="251619"/>
                  <a:pt x="44979" y="246328"/>
                </a:cubicBezTo>
                <a:cubicBezTo>
                  <a:pt x="44979" y="246328"/>
                  <a:pt x="44979" y="246328"/>
                  <a:pt x="43656" y="246328"/>
                </a:cubicBezTo>
                <a:cubicBezTo>
                  <a:pt x="43656" y="251619"/>
                  <a:pt x="39688" y="255588"/>
                  <a:pt x="34396" y="255588"/>
                </a:cubicBezTo>
                <a:cubicBezTo>
                  <a:pt x="29104" y="255588"/>
                  <a:pt x="25135" y="251619"/>
                  <a:pt x="25135" y="246328"/>
                </a:cubicBezTo>
                <a:cubicBezTo>
                  <a:pt x="25135" y="246328"/>
                  <a:pt x="25135" y="246328"/>
                  <a:pt x="25135" y="172244"/>
                </a:cubicBezTo>
                <a:cubicBezTo>
                  <a:pt x="23813" y="169598"/>
                  <a:pt x="21167" y="165630"/>
                  <a:pt x="21167" y="160338"/>
                </a:cubicBezTo>
                <a:cubicBezTo>
                  <a:pt x="21167" y="160338"/>
                  <a:pt x="21167" y="160338"/>
                  <a:pt x="21167" y="131234"/>
                </a:cubicBezTo>
                <a:cubicBezTo>
                  <a:pt x="18521" y="139171"/>
                  <a:pt x="18521" y="149755"/>
                  <a:pt x="18521" y="164307"/>
                </a:cubicBezTo>
                <a:cubicBezTo>
                  <a:pt x="18521" y="168275"/>
                  <a:pt x="14552" y="172244"/>
                  <a:pt x="9260" y="172244"/>
                </a:cubicBezTo>
                <a:cubicBezTo>
                  <a:pt x="3969" y="172244"/>
                  <a:pt x="0" y="168275"/>
                  <a:pt x="0" y="164307"/>
                </a:cubicBezTo>
                <a:cubicBezTo>
                  <a:pt x="0" y="116682"/>
                  <a:pt x="14552" y="98161"/>
                  <a:pt x="25135" y="91546"/>
                </a:cubicBezTo>
                <a:cubicBezTo>
                  <a:pt x="25135" y="91546"/>
                  <a:pt x="25135" y="91546"/>
                  <a:pt x="43656" y="115359"/>
                </a:cubicBezTo>
                <a:cubicBezTo>
                  <a:pt x="43656" y="115359"/>
                  <a:pt x="43656" y="115359"/>
                  <a:pt x="62177" y="88900"/>
                </a:cubicBezTo>
                <a:close/>
                <a:moveTo>
                  <a:pt x="290362" y="80962"/>
                </a:moveTo>
                <a:cubicBezTo>
                  <a:pt x="291647" y="80962"/>
                  <a:pt x="294217" y="82373"/>
                  <a:pt x="295502" y="83784"/>
                </a:cubicBezTo>
                <a:cubicBezTo>
                  <a:pt x="295502" y="83784"/>
                  <a:pt x="295502" y="83784"/>
                  <a:pt x="300643" y="82373"/>
                </a:cubicBezTo>
                <a:cubicBezTo>
                  <a:pt x="300643" y="80962"/>
                  <a:pt x="301928" y="80962"/>
                  <a:pt x="303213" y="82373"/>
                </a:cubicBezTo>
                <a:cubicBezTo>
                  <a:pt x="303213" y="82373"/>
                  <a:pt x="303213" y="83784"/>
                  <a:pt x="303213" y="83784"/>
                </a:cubicBezTo>
                <a:cubicBezTo>
                  <a:pt x="303213" y="83784"/>
                  <a:pt x="303213" y="83784"/>
                  <a:pt x="303213" y="90840"/>
                </a:cubicBezTo>
                <a:cubicBezTo>
                  <a:pt x="303213" y="92251"/>
                  <a:pt x="303213" y="93662"/>
                  <a:pt x="303213" y="93662"/>
                </a:cubicBezTo>
                <a:cubicBezTo>
                  <a:pt x="301928" y="93662"/>
                  <a:pt x="300643" y="93662"/>
                  <a:pt x="300643" y="93662"/>
                </a:cubicBezTo>
                <a:cubicBezTo>
                  <a:pt x="298072" y="93662"/>
                  <a:pt x="295502" y="92251"/>
                  <a:pt x="294217" y="92251"/>
                </a:cubicBezTo>
                <a:cubicBezTo>
                  <a:pt x="292932" y="93662"/>
                  <a:pt x="291647" y="93662"/>
                  <a:pt x="290362" y="93662"/>
                </a:cubicBezTo>
                <a:cubicBezTo>
                  <a:pt x="287791" y="93662"/>
                  <a:pt x="286506" y="93662"/>
                  <a:pt x="285221" y="92251"/>
                </a:cubicBezTo>
                <a:cubicBezTo>
                  <a:pt x="283936" y="92251"/>
                  <a:pt x="281366" y="93662"/>
                  <a:pt x="278795" y="93662"/>
                </a:cubicBezTo>
                <a:cubicBezTo>
                  <a:pt x="278795" y="93662"/>
                  <a:pt x="277510" y="93662"/>
                  <a:pt x="277510" y="93662"/>
                </a:cubicBezTo>
                <a:cubicBezTo>
                  <a:pt x="276225" y="92251"/>
                  <a:pt x="276225" y="92251"/>
                  <a:pt x="276225" y="90840"/>
                </a:cubicBezTo>
                <a:cubicBezTo>
                  <a:pt x="276225" y="90840"/>
                  <a:pt x="276225" y="90840"/>
                  <a:pt x="276225" y="83784"/>
                </a:cubicBezTo>
                <a:cubicBezTo>
                  <a:pt x="276225" y="83784"/>
                  <a:pt x="276225" y="82373"/>
                  <a:pt x="277510" y="82373"/>
                </a:cubicBezTo>
                <a:cubicBezTo>
                  <a:pt x="277510" y="80962"/>
                  <a:pt x="278795" y="80962"/>
                  <a:pt x="278795" y="82373"/>
                </a:cubicBezTo>
                <a:cubicBezTo>
                  <a:pt x="278795" y="82373"/>
                  <a:pt x="278795" y="82373"/>
                  <a:pt x="283936" y="83784"/>
                </a:cubicBezTo>
                <a:cubicBezTo>
                  <a:pt x="285221" y="82373"/>
                  <a:pt x="287791" y="80962"/>
                  <a:pt x="290362" y="80962"/>
                </a:cubicBezTo>
                <a:close/>
                <a:moveTo>
                  <a:pt x="43656" y="80962"/>
                </a:moveTo>
                <a:cubicBezTo>
                  <a:pt x="46399" y="80962"/>
                  <a:pt x="49141" y="82391"/>
                  <a:pt x="49141" y="83820"/>
                </a:cubicBezTo>
                <a:cubicBezTo>
                  <a:pt x="49141" y="83820"/>
                  <a:pt x="49141" y="83820"/>
                  <a:pt x="54625" y="82391"/>
                </a:cubicBezTo>
                <a:cubicBezTo>
                  <a:pt x="55996" y="80962"/>
                  <a:pt x="57367" y="80962"/>
                  <a:pt x="57367" y="82391"/>
                </a:cubicBezTo>
                <a:cubicBezTo>
                  <a:pt x="58738" y="82391"/>
                  <a:pt x="58738" y="83820"/>
                  <a:pt x="58738" y="83820"/>
                </a:cubicBezTo>
                <a:cubicBezTo>
                  <a:pt x="58738" y="83820"/>
                  <a:pt x="58738" y="83820"/>
                  <a:pt x="58738" y="90964"/>
                </a:cubicBezTo>
                <a:cubicBezTo>
                  <a:pt x="58738" y="92393"/>
                  <a:pt x="58738" y="93821"/>
                  <a:pt x="57367" y="93821"/>
                </a:cubicBezTo>
                <a:cubicBezTo>
                  <a:pt x="57367" y="93821"/>
                  <a:pt x="55996" y="93821"/>
                  <a:pt x="55996" y="93821"/>
                </a:cubicBezTo>
                <a:cubicBezTo>
                  <a:pt x="53254" y="93821"/>
                  <a:pt x="50512" y="92393"/>
                  <a:pt x="49141" y="92393"/>
                </a:cubicBezTo>
                <a:cubicBezTo>
                  <a:pt x="47770" y="93821"/>
                  <a:pt x="46399" y="95250"/>
                  <a:pt x="43656" y="95250"/>
                </a:cubicBezTo>
                <a:cubicBezTo>
                  <a:pt x="42285" y="95250"/>
                  <a:pt x="39543" y="93821"/>
                  <a:pt x="39543" y="92393"/>
                </a:cubicBezTo>
                <a:cubicBezTo>
                  <a:pt x="36801" y="92393"/>
                  <a:pt x="35430" y="93821"/>
                  <a:pt x="32688" y="93821"/>
                </a:cubicBezTo>
                <a:cubicBezTo>
                  <a:pt x="31317" y="93821"/>
                  <a:pt x="31317" y="93821"/>
                  <a:pt x="29946" y="93821"/>
                </a:cubicBezTo>
                <a:cubicBezTo>
                  <a:pt x="29946" y="93821"/>
                  <a:pt x="28575" y="92393"/>
                  <a:pt x="28575" y="90964"/>
                </a:cubicBezTo>
                <a:cubicBezTo>
                  <a:pt x="28575" y="90964"/>
                  <a:pt x="28575" y="90964"/>
                  <a:pt x="28575" y="83820"/>
                </a:cubicBezTo>
                <a:cubicBezTo>
                  <a:pt x="28575" y="83820"/>
                  <a:pt x="29946" y="82391"/>
                  <a:pt x="29946" y="82391"/>
                </a:cubicBezTo>
                <a:cubicBezTo>
                  <a:pt x="31317" y="80962"/>
                  <a:pt x="32688" y="80962"/>
                  <a:pt x="32688" y="82391"/>
                </a:cubicBezTo>
                <a:cubicBezTo>
                  <a:pt x="32688" y="82391"/>
                  <a:pt x="32688" y="82391"/>
                  <a:pt x="38172" y="83820"/>
                </a:cubicBezTo>
                <a:cubicBezTo>
                  <a:pt x="39543" y="82391"/>
                  <a:pt x="42285" y="80962"/>
                  <a:pt x="43656" y="80962"/>
                </a:cubicBezTo>
                <a:close/>
                <a:moveTo>
                  <a:pt x="288925" y="34925"/>
                </a:moveTo>
                <a:cubicBezTo>
                  <a:pt x="301200" y="34925"/>
                  <a:pt x="311150" y="44875"/>
                  <a:pt x="311150" y="57150"/>
                </a:cubicBezTo>
                <a:cubicBezTo>
                  <a:pt x="311150" y="69425"/>
                  <a:pt x="301200" y="79375"/>
                  <a:pt x="288925" y="79375"/>
                </a:cubicBezTo>
                <a:cubicBezTo>
                  <a:pt x="276650" y="79375"/>
                  <a:pt x="266700" y="69425"/>
                  <a:pt x="266700" y="57150"/>
                </a:cubicBezTo>
                <a:cubicBezTo>
                  <a:pt x="266700" y="44875"/>
                  <a:pt x="276650" y="34925"/>
                  <a:pt x="288925" y="34925"/>
                </a:cubicBezTo>
                <a:close/>
                <a:moveTo>
                  <a:pt x="44450" y="34925"/>
                </a:moveTo>
                <a:cubicBezTo>
                  <a:pt x="56725" y="34925"/>
                  <a:pt x="66675" y="44875"/>
                  <a:pt x="66675" y="57150"/>
                </a:cubicBezTo>
                <a:cubicBezTo>
                  <a:pt x="66675" y="69425"/>
                  <a:pt x="56725" y="79375"/>
                  <a:pt x="44450" y="79375"/>
                </a:cubicBezTo>
                <a:cubicBezTo>
                  <a:pt x="32175" y="79375"/>
                  <a:pt x="22225" y="69425"/>
                  <a:pt x="22225" y="57150"/>
                </a:cubicBezTo>
                <a:cubicBezTo>
                  <a:pt x="22225" y="44875"/>
                  <a:pt x="32175" y="34925"/>
                  <a:pt x="44450" y="34925"/>
                </a:cubicBezTo>
                <a:close/>
                <a:moveTo>
                  <a:pt x="177842" y="30162"/>
                </a:moveTo>
                <a:cubicBezTo>
                  <a:pt x="184317" y="35428"/>
                  <a:pt x="192088" y="45960"/>
                  <a:pt x="192088" y="72289"/>
                </a:cubicBezTo>
                <a:cubicBezTo>
                  <a:pt x="192088" y="74922"/>
                  <a:pt x="190793" y="77555"/>
                  <a:pt x="186908" y="77555"/>
                </a:cubicBezTo>
                <a:cubicBezTo>
                  <a:pt x="184317" y="77555"/>
                  <a:pt x="181727" y="74922"/>
                  <a:pt x="181727" y="72289"/>
                </a:cubicBezTo>
                <a:cubicBezTo>
                  <a:pt x="181727" y="64390"/>
                  <a:pt x="181727" y="59124"/>
                  <a:pt x="180432" y="53859"/>
                </a:cubicBezTo>
                <a:cubicBezTo>
                  <a:pt x="180432" y="53859"/>
                  <a:pt x="180432" y="53859"/>
                  <a:pt x="180432" y="70973"/>
                </a:cubicBezTo>
                <a:cubicBezTo>
                  <a:pt x="180432" y="73606"/>
                  <a:pt x="179137" y="74922"/>
                  <a:pt x="179137" y="77555"/>
                </a:cubicBezTo>
                <a:cubicBezTo>
                  <a:pt x="179137" y="77555"/>
                  <a:pt x="179137" y="77555"/>
                  <a:pt x="179137" y="82821"/>
                </a:cubicBezTo>
                <a:cubicBezTo>
                  <a:pt x="171367" y="82821"/>
                  <a:pt x="164891" y="82821"/>
                  <a:pt x="157121" y="84137"/>
                </a:cubicBezTo>
                <a:cubicBezTo>
                  <a:pt x="157121" y="84137"/>
                  <a:pt x="157121" y="84137"/>
                  <a:pt x="157121" y="78871"/>
                </a:cubicBezTo>
                <a:cubicBezTo>
                  <a:pt x="155826" y="76238"/>
                  <a:pt x="155826" y="73606"/>
                  <a:pt x="155826" y="72289"/>
                </a:cubicBezTo>
                <a:cubicBezTo>
                  <a:pt x="155826" y="72289"/>
                  <a:pt x="155826" y="72289"/>
                  <a:pt x="155826" y="55175"/>
                </a:cubicBezTo>
                <a:cubicBezTo>
                  <a:pt x="153236" y="59124"/>
                  <a:pt x="153236" y="65707"/>
                  <a:pt x="153236" y="73606"/>
                </a:cubicBezTo>
                <a:cubicBezTo>
                  <a:pt x="153236" y="76238"/>
                  <a:pt x="150645" y="78871"/>
                  <a:pt x="148055" y="78871"/>
                </a:cubicBezTo>
                <a:cubicBezTo>
                  <a:pt x="145465" y="78871"/>
                  <a:pt x="142875" y="76238"/>
                  <a:pt x="142875" y="73606"/>
                </a:cubicBezTo>
                <a:cubicBezTo>
                  <a:pt x="142875" y="47276"/>
                  <a:pt x="151940" y="35428"/>
                  <a:pt x="157121" y="31479"/>
                </a:cubicBezTo>
                <a:cubicBezTo>
                  <a:pt x="157121" y="31479"/>
                  <a:pt x="157121" y="31479"/>
                  <a:pt x="167481" y="45960"/>
                </a:cubicBezTo>
                <a:cubicBezTo>
                  <a:pt x="167481" y="45960"/>
                  <a:pt x="167481" y="45960"/>
                  <a:pt x="168777" y="43985"/>
                </a:cubicBezTo>
                <a:lnTo>
                  <a:pt x="175759" y="33338"/>
                </a:lnTo>
                <a:lnTo>
                  <a:pt x="176458" y="33338"/>
                </a:lnTo>
                <a:cubicBezTo>
                  <a:pt x="177801" y="33338"/>
                  <a:pt x="177801" y="31751"/>
                  <a:pt x="177801" y="31751"/>
                </a:cubicBezTo>
                <a:lnTo>
                  <a:pt x="177801" y="30225"/>
                </a:lnTo>
                <a:close/>
                <a:moveTo>
                  <a:pt x="208481" y="25427"/>
                </a:moveTo>
                <a:cubicBezTo>
                  <a:pt x="211073" y="25104"/>
                  <a:pt x="213989" y="25751"/>
                  <a:pt x="216581" y="27689"/>
                </a:cubicBezTo>
                <a:cubicBezTo>
                  <a:pt x="216581" y="27689"/>
                  <a:pt x="216581" y="27689"/>
                  <a:pt x="256754" y="61285"/>
                </a:cubicBezTo>
                <a:cubicBezTo>
                  <a:pt x="260642" y="65161"/>
                  <a:pt x="261938" y="71622"/>
                  <a:pt x="258050" y="75499"/>
                </a:cubicBezTo>
                <a:cubicBezTo>
                  <a:pt x="256754" y="78083"/>
                  <a:pt x="252867" y="79375"/>
                  <a:pt x="250275" y="79375"/>
                </a:cubicBezTo>
                <a:cubicBezTo>
                  <a:pt x="247683" y="79375"/>
                  <a:pt x="246387" y="78083"/>
                  <a:pt x="243795" y="76791"/>
                </a:cubicBezTo>
                <a:cubicBezTo>
                  <a:pt x="243795" y="76791"/>
                  <a:pt x="243795" y="76791"/>
                  <a:pt x="203622" y="43195"/>
                </a:cubicBezTo>
                <a:cubicBezTo>
                  <a:pt x="198438" y="39318"/>
                  <a:pt x="198438" y="32857"/>
                  <a:pt x="202326" y="28981"/>
                </a:cubicBezTo>
                <a:cubicBezTo>
                  <a:pt x="203622" y="27043"/>
                  <a:pt x="205890" y="25750"/>
                  <a:pt x="208481" y="25427"/>
                </a:cubicBezTo>
                <a:close/>
                <a:moveTo>
                  <a:pt x="127584" y="25427"/>
                </a:moveTo>
                <a:cubicBezTo>
                  <a:pt x="130013" y="25750"/>
                  <a:pt x="132281" y="27043"/>
                  <a:pt x="134225" y="28981"/>
                </a:cubicBezTo>
                <a:cubicBezTo>
                  <a:pt x="138113" y="32857"/>
                  <a:pt x="136817" y="39318"/>
                  <a:pt x="132929" y="43195"/>
                </a:cubicBezTo>
                <a:cubicBezTo>
                  <a:pt x="132929" y="43195"/>
                  <a:pt x="132929" y="43195"/>
                  <a:pt x="92756" y="76791"/>
                </a:cubicBezTo>
                <a:cubicBezTo>
                  <a:pt x="90164" y="78083"/>
                  <a:pt x="87572" y="79375"/>
                  <a:pt x="86276" y="79375"/>
                </a:cubicBezTo>
                <a:cubicBezTo>
                  <a:pt x="82388" y="79375"/>
                  <a:pt x="79797" y="78083"/>
                  <a:pt x="78501" y="75499"/>
                </a:cubicBezTo>
                <a:cubicBezTo>
                  <a:pt x="74613" y="71622"/>
                  <a:pt x="75909" y="65161"/>
                  <a:pt x="79797" y="61285"/>
                </a:cubicBezTo>
                <a:cubicBezTo>
                  <a:pt x="79797" y="61285"/>
                  <a:pt x="79797" y="61285"/>
                  <a:pt x="119970" y="27689"/>
                </a:cubicBezTo>
                <a:cubicBezTo>
                  <a:pt x="122562" y="25751"/>
                  <a:pt x="125154" y="25104"/>
                  <a:pt x="127584" y="25427"/>
                </a:cubicBezTo>
                <a:close/>
                <a:moveTo>
                  <a:pt x="161681" y="25400"/>
                </a:moveTo>
                <a:cubicBezTo>
                  <a:pt x="161681" y="25400"/>
                  <a:pt x="161681" y="25400"/>
                  <a:pt x="163025" y="25400"/>
                </a:cubicBezTo>
                <a:cubicBezTo>
                  <a:pt x="163025" y="25400"/>
                  <a:pt x="163025" y="25400"/>
                  <a:pt x="165711" y="26988"/>
                </a:cubicBezTo>
                <a:cubicBezTo>
                  <a:pt x="165711" y="25400"/>
                  <a:pt x="167054" y="25400"/>
                  <a:pt x="168398" y="25400"/>
                </a:cubicBezTo>
                <a:cubicBezTo>
                  <a:pt x="169741" y="25400"/>
                  <a:pt x="171084" y="25400"/>
                  <a:pt x="172428" y="26988"/>
                </a:cubicBezTo>
                <a:cubicBezTo>
                  <a:pt x="172428" y="26988"/>
                  <a:pt x="172428" y="26988"/>
                  <a:pt x="175114" y="25400"/>
                </a:cubicBezTo>
                <a:cubicBezTo>
                  <a:pt x="175114" y="25400"/>
                  <a:pt x="176458" y="25400"/>
                  <a:pt x="176458" y="25400"/>
                </a:cubicBezTo>
                <a:cubicBezTo>
                  <a:pt x="176458" y="25400"/>
                  <a:pt x="177801" y="26988"/>
                  <a:pt x="177801" y="26988"/>
                </a:cubicBezTo>
                <a:lnTo>
                  <a:pt x="177801" y="30225"/>
                </a:lnTo>
                <a:lnTo>
                  <a:pt x="175759" y="33338"/>
                </a:lnTo>
                <a:lnTo>
                  <a:pt x="175114" y="33338"/>
                </a:lnTo>
                <a:cubicBezTo>
                  <a:pt x="173771" y="33338"/>
                  <a:pt x="172428" y="33338"/>
                  <a:pt x="171084" y="31751"/>
                </a:cubicBezTo>
                <a:cubicBezTo>
                  <a:pt x="171084" y="33338"/>
                  <a:pt x="169741" y="33338"/>
                  <a:pt x="168398" y="33338"/>
                </a:cubicBezTo>
                <a:cubicBezTo>
                  <a:pt x="168398" y="33338"/>
                  <a:pt x="167054" y="33338"/>
                  <a:pt x="165711" y="31751"/>
                </a:cubicBezTo>
                <a:cubicBezTo>
                  <a:pt x="165711" y="31751"/>
                  <a:pt x="163025" y="33338"/>
                  <a:pt x="163025" y="33338"/>
                </a:cubicBezTo>
                <a:cubicBezTo>
                  <a:pt x="161681" y="33338"/>
                  <a:pt x="161681" y="33338"/>
                  <a:pt x="161681" y="33338"/>
                </a:cubicBezTo>
                <a:cubicBezTo>
                  <a:pt x="160338" y="33338"/>
                  <a:pt x="160338" y="31751"/>
                  <a:pt x="160338" y="31751"/>
                </a:cubicBezTo>
                <a:cubicBezTo>
                  <a:pt x="160338" y="31751"/>
                  <a:pt x="160338" y="31751"/>
                  <a:pt x="160338" y="26988"/>
                </a:cubicBezTo>
                <a:cubicBezTo>
                  <a:pt x="160338" y="26988"/>
                  <a:pt x="160338" y="25400"/>
                  <a:pt x="161681" y="25400"/>
                </a:cubicBezTo>
                <a:close/>
                <a:moveTo>
                  <a:pt x="167482" y="0"/>
                </a:moveTo>
                <a:cubicBezTo>
                  <a:pt x="174935" y="0"/>
                  <a:pt x="180976" y="5686"/>
                  <a:pt x="180976" y="12700"/>
                </a:cubicBezTo>
                <a:cubicBezTo>
                  <a:pt x="180976" y="19714"/>
                  <a:pt x="174935" y="25400"/>
                  <a:pt x="167482" y="25400"/>
                </a:cubicBezTo>
                <a:cubicBezTo>
                  <a:pt x="160029" y="25400"/>
                  <a:pt x="153988" y="19714"/>
                  <a:pt x="153988" y="12700"/>
                </a:cubicBezTo>
                <a:cubicBezTo>
                  <a:pt x="153988" y="5686"/>
                  <a:pt x="160029" y="0"/>
                  <a:pt x="167482" y="0"/>
                </a:cubicBezTo>
                <a:close/>
              </a:path>
            </a:pathLst>
          </a:custGeom>
          <a:solidFill>
            <a:schemeClr val="accent4"/>
          </a:solidFill>
          <a:ln>
            <a:noFill/>
          </a:ln>
        </p:spPr>
      </p:sp>
      <p:sp>
        <p:nvSpPr>
          <p:cNvPr id="52" name="椭圆 51"/>
          <p:cNvSpPr/>
          <p:nvPr>
            <p:custDataLst>
              <p:tags r:id="rId24"/>
            </p:custDataLst>
          </p:nvPr>
        </p:nvSpPr>
        <p:spPr>
          <a:xfrm>
            <a:off x="6069965" y="2738120"/>
            <a:ext cx="1374775" cy="1383665"/>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dirty="0">
              <a:solidFill>
                <a:schemeClr val="bg1"/>
              </a:solidFill>
              <a:latin typeface="微软雅黑" panose="020B0503020204020204" pitchFamily="34" charset="-122"/>
              <a:ea typeface="微软雅黑" panose="020B0503020204020204" pitchFamily="34" charset="-122"/>
            </a:endParaRPr>
          </a:p>
        </p:txBody>
      </p:sp>
      <p:sp>
        <p:nvSpPr>
          <p:cNvPr id="53" name="文本框 52"/>
          <p:cNvSpPr txBox="1"/>
          <p:nvPr>
            <p:custDataLst>
              <p:tags r:id="rId25"/>
            </p:custDataLst>
          </p:nvPr>
        </p:nvSpPr>
        <p:spPr>
          <a:xfrm>
            <a:off x="6278880" y="3258820"/>
            <a:ext cx="956310" cy="337185"/>
          </a:xfrm>
          <a:prstGeom prst="rect">
            <a:avLst/>
          </a:prstGeom>
          <a:noFill/>
        </p:spPr>
        <p:txBody>
          <a:bodyPr wrap="square" rtlCol="0">
            <a:spAutoFit/>
          </a:bodyPr>
          <a:lstStyle/>
          <a:p>
            <a:pPr algn="ctr"/>
            <a:r>
              <a:rPr lang="zh-CN" altLang="en-US" sz="1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数</a:t>
            </a:r>
            <a:r>
              <a:rPr lang="en-US" altLang="zh-CN" sz="1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据</a:t>
            </a:r>
            <a:endParaRPr lang="zh-CN" altLang="en-US" sz="16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8" name="圆角矩形 47"/>
          <p:cNvSpPr/>
          <p:nvPr>
            <p:custDataLst>
              <p:tags r:id="rId26"/>
            </p:custDataLst>
          </p:nvPr>
        </p:nvSpPr>
        <p:spPr>
          <a:xfrm>
            <a:off x="2630170" y="4538980"/>
            <a:ext cx="1486535" cy="1060450"/>
          </a:xfrm>
          <a:prstGeom prst="roundRect">
            <a:avLst/>
          </a:prstGeom>
          <a:solidFill>
            <a:srgbClr val="3787C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bg1"/>
              </a:solidFill>
              <a:latin typeface="微软雅黑" panose="020B0503020204020204" pitchFamily="34" charset="-122"/>
              <a:ea typeface="微软雅黑" panose="020B0503020204020204" pitchFamily="34" charset="-122"/>
            </a:endParaRPr>
          </a:p>
        </p:txBody>
      </p:sp>
      <p:sp>
        <p:nvSpPr>
          <p:cNvPr id="49" name="文本框 48"/>
          <p:cNvSpPr txBox="1"/>
          <p:nvPr>
            <p:custDataLst>
              <p:tags r:id="rId27"/>
            </p:custDataLst>
          </p:nvPr>
        </p:nvSpPr>
        <p:spPr>
          <a:xfrm>
            <a:off x="2884170" y="4635500"/>
            <a:ext cx="1108710" cy="306705"/>
          </a:xfrm>
          <a:prstGeom prst="rect">
            <a:avLst/>
          </a:prstGeom>
          <a:noFill/>
        </p:spPr>
        <p:txBody>
          <a:bodyPr wrap="square" rtlCol="0">
            <a:spAutoFit/>
          </a:bodyPr>
          <a:lstStyle/>
          <a:p>
            <a:pPr algn="ctr"/>
            <a:r>
              <a:rPr lang="en-US" altLang="zh-CN" sz="14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14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主数据</a:t>
            </a:r>
            <a:endParaRPr lang="zh-CN" altLang="en-US" sz="14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p:txBody>
      </p:sp>
      <p:cxnSp>
        <p:nvCxnSpPr>
          <p:cNvPr id="50" name="直接连接符 49"/>
          <p:cNvCxnSpPr/>
          <p:nvPr>
            <p:custDataLst>
              <p:tags r:id="rId28"/>
            </p:custDataLst>
          </p:nvPr>
        </p:nvCxnSpPr>
        <p:spPr>
          <a:xfrm>
            <a:off x="2630170" y="4971415"/>
            <a:ext cx="148653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51" name="矩形 50"/>
          <p:cNvSpPr/>
          <p:nvPr>
            <p:custDataLst>
              <p:tags r:id="rId29"/>
            </p:custDataLst>
          </p:nvPr>
        </p:nvSpPr>
        <p:spPr>
          <a:xfrm>
            <a:off x="2617470" y="5118735"/>
            <a:ext cx="1499870" cy="306705"/>
          </a:xfrm>
          <a:prstGeom prst="rect">
            <a:avLst/>
          </a:prstGeom>
        </p:spPr>
        <p:txBody>
          <a:bodyPr wrap="square">
            <a:spAutoFit/>
          </a:bodyPr>
          <a:lstStyle/>
          <a:p>
            <a:pPr algn="ctr"/>
            <a:r>
              <a:rPr lang="zh-CN" altLang="en-US" sz="14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对“物”的记录</a:t>
            </a:r>
            <a:endParaRPr lang="zh-CN" altLang="en-US" sz="14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4" name="圆角矩形 43"/>
          <p:cNvSpPr/>
          <p:nvPr>
            <p:custDataLst>
              <p:tags r:id="rId30"/>
            </p:custDataLst>
          </p:nvPr>
        </p:nvSpPr>
        <p:spPr>
          <a:xfrm>
            <a:off x="4277995" y="4538980"/>
            <a:ext cx="1486535" cy="1060450"/>
          </a:xfrm>
          <a:prstGeom prst="roundRect">
            <a:avLst/>
          </a:prstGeom>
          <a:solidFill>
            <a:schemeClr val="tx2">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sz="1400" dirty="0">
              <a:solidFill>
                <a:schemeClr val="bg1"/>
              </a:solidFill>
              <a:latin typeface="微软雅黑" panose="020B0503020204020204" pitchFamily="34" charset="-122"/>
              <a:ea typeface="微软雅黑" panose="020B0503020204020204" pitchFamily="34" charset="-122"/>
              <a:sym typeface="+mn-ea"/>
            </a:endParaRPr>
          </a:p>
        </p:txBody>
      </p:sp>
      <p:sp>
        <p:nvSpPr>
          <p:cNvPr id="45" name="文本框 44"/>
          <p:cNvSpPr txBox="1"/>
          <p:nvPr>
            <p:custDataLst>
              <p:tags r:id="rId31"/>
            </p:custDataLst>
          </p:nvPr>
        </p:nvSpPr>
        <p:spPr>
          <a:xfrm>
            <a:off x="4477385" y="4614545"/>
            <a:ext cx="1183005" cy="306705"/>
          </a:xfrm>
          <a:prstGeom prst="rect">
            <a:avLst/>
          </a:prstGeom>
          <a:noFill/>
        </p:spPr>
        <p:txBody>
          <a:bodyPr wrap="square" rtlCol="0">
            <a:spAutoFit/>
          </a:bodyPr>
          <a:lstStyle/>
          <a:p>
            <a:pPr algn="ctr"/>
            <a:r>
              <a:rPr lang="en-US" altLang="zh-CN" sz="14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14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交易数据</a:t>
            </a:r>
            <a:endParaRPr lang="zh-CN" altLang="en-US" sz="14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p:txBody>
      </p:sp>
      <p:cxnSp>
        <p:nvCxnSpPr>
          <p:cNvPr id="46" name="直接连接符 45"/>
          <p:cNvCxnSpPr/>
          <p:nvPr>
            <p:custDataLst>
              <p:tags r:id="rId32"/>
            </p:custDataLst>
          </p:nvPr>
        </p:nvCxnSpPr>
        <p:spPr>
          <a:xfrm>
            <a:off x="4277995" y="4971415"/>
            <a:ext cx="148653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47" name="矩形 46"/>
          <p:cNvSpPr/>
          <p:nvPr>
            <p:custDataLst>
              <p:tags r:id="rId33"/>
            </p:custDataLst>
          </p:nvPr>
        </p:nvSpPr>
        <p:spPr>
          <a:xfrm>
            <a:off x="4273550" y="5118735"/>
            <a:ext cx="1490980" cy="306705"/>
          </a:xfrm>
          <a:prstGeom prst="rect">
            <a:avLst/>
          </a:prstGeom>
        </p:spPr>
        <p:txBody>
          <a:bodyPr wrap="square">
            <a:spAutoFit/>
          </a:bodyPr>
          <a:lstStyle/>
          <a:p>
            <a:pPr algn="ctr"/>
            <a:r>
              <a:rPr lang="zh-CN" altLang="en-US" sz="14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对“事”的记录</a:t>
            </a:r>
            <a:endParaRPr lang="zh-CN" altLang="en-US" sz="14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0" name="圆角矩形 39"/>
          <p:cNvSpPr/>
          <p:nvPr>
            <p:custDataLst>
              <p:tags r:id="rId34"/>
            </p:custDataLst>
          </p:nvPr>
        </p:nvSpPr>
        <p:spPr>
          <a:xfrm>
            <a:off x="6042025" y="4538980"/>
            <a:ext cx="1486535" cy="1060450"/>
          </a:xfrm>
          <a:prstGeom prst="roundRect">
            <a:avLst/>
          </a:prstGeom>
          <a:solidFill>
            <a:srgbClr val="3787C3"/>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sz="1400" dirty="0">
              <a:solidFill>
                <a:schemeClr val="bg1"/>
              </a:solidFill>
              <a:latin typeface="微软雅黑" panose="020B0503020204020204" pitchFamily="34" charset="-122"/>
              <a:ea typeface="微软雅黑" panose="020B0503020204020204" pitchFamily="34" charset="-122"/>
              <a:sym typeface="+mn-ea"/>
            </a:endParaRPr>
          </a:p>
        </p:txBody>
      </p:sp>
      <p:sp>
        <p:nvSpPr>
          <p:cNvPr id="41" name="文本框 40"/>
          <p:cNvSpPr txBox="1"/>
          <p:nvPr>
            <p:custDataLst>
              <p:tags r:id="rId35"/>
            </p:custDataLst>
          </p:nvPr>
        </p:nvSpPr>
        <p:spPr>
          <a:xfrm>
            <a:off x="6310630" y="4614545"/>
            <a:ext cx="1202690" cy="306705"/>
          </a:xfrm>
          <a:prstGeom prst="rect">
            <a:avLst/>
          </a:prstGeom>
          <a:noFill/>
        </p:spPr>
        <p:txBody>
          <a:bodyPr wrap="square" rtlCol="0">
            <a:spAutoFit/>
          </a:bodyPr>
          <a:lstStyle/>
          <a:p>
            <a:pPr algn="ctr"/>
            <a:r>
              <a:rPr lang="en-US" altLang="zh-CN" sz="14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3.</a:t>
            </a:r>
            <a:r>
              <a:rPr lang="zh-CN" altLang="en-US" sz="14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分析数据</a:t>
            </a:r>
            <a:endParaRPr lang="zh-CN" altLang="en-US" sz="14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p:txBody>
      </p:sp>
      <p:cxnSp>
        <p:nvCxnSpPr>
          <p:cNvPr id="42" name="直接连接符 41"/>
          <p:cNvCxnSpPr/>
          <p:nvPr>
            <p:custDataLst>
              <p:tags r:id="rId36"/>
            </p:custDataLst>
          </p:nvPr>
        </p:nvCxnSpPr>
        <p:spPr>
          <a:xfrm>
            <a:off x="6042025" y="4971415"/>
            <a:ext cx="148653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43" name="矩形 42"/>
          <p:cNvSpPr/>
          <p:nvPr>
            <p:custDataLst>
              <p:tags r:id="rId37"/>
            </p:custDataLst>
          </p:nvPr>
        </p:nvSpPr>
        <p:spPr>
          <a:xfrm>
            <a:off x="6000750" y="5057775"/>
            <a:ext cx="1617980" cy="306705"/>
          </a:xfrm>
          <a:prstGeom prst="rect">
            <a:avLst/>
          </a:prstGeom>
        </p:spPr>
        <p:txBody>
          <a:bodyPr wrap="square">
            <a:spAutoFit/>
          </a:bodyPr>
          <a:lstStyle/>
          <a:p>
            <a:pPr algn="ctr"/>
            <a:r>
              <a:rPr lang="zh-CN" altLang="en-US" sz="14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对“事物”的计算</a:t>
            </a:r>
            <a:endParaRPr lang="zh-CN" altLang="en-US" sz="14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6" name="圆角矩形 35"/>
          <p:cNvSpPr/>
          <p:nvPr>
            <p:custDataLst>
              <p:tags r:id="rId38"/>
            </p:custDataLst>
          </p:nvPr>
        </p:nvSpPr>
        <p:spPr>
          <a:xfrm>
            <a:off x="7799070" y="4538980"/>
            <a:ext cx="1486535" cy="1060450"/>
          </a:xfrm>
          <a:prstGeom prst="roundRect">
            <a:avLst/>
          </a:prstGeom>
          <a:solidFill>
            <a:schemeClr val="tx2">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sz="1400" dirty="0">
              <a:solidFill>
                <a:schemeClr val="bg1"/>
              </a:solidFill>
              <a:latin typeface="微软雅黑" panose="020B0503020204020204" pitchFamily="34" charset="-122"/>
              <a:ea typeface="微软雅黑" panose="020B0503020204020204" pitchFamily="34" charset="-122"/>
              <a:sym typeface="+mn-ea"/>
            </a:endParaRPr>
          </a:p>
        </p:txBody>
      </p:sp>
      <p:sp>
        <p:nvSpPr>
          <p:cNvPr id="37" name="文本框 36"/>
          <p:cNvSpPr txBox="1"/>
          <p:nvPr>
            <p:custDataLst>
              <p:tags r:id="rId39"/>
            </p:custDataLst>
          </p:nvPr>
        </p:nvSpPr>
        <p:spPr>
          <a:xfrm>
            <a:off x="8067675" y="4614545"/>
            <a:ext cx="1045845" cy="306705"/>
          </a:xfrm>
          <a:prstGeom prst="rect">
            <a:avLst/>
          </a:prstGeom>
          <a:noFill/>
        </p:spPr>
        <p:txBody>
          <a:bodyPr wrap="square" rtlCol="0">
            <a:spAutoFit/>
          </a:bodyPr>
          <a:lstStyle/>
          <a:p>
            <a:pPr algn="ctr"/>
            <a:r>
              <a:rPr lang="en-US" altLang="zh-CN" sz="14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4.</a:t>
            </a:r>
            <a:r>
              <a:rPr lang="zh-CN" altLang="en-US" sz="14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元数据</a:t>
            </a:r>
            <a:endParaRPr lang="zh-CN" altLang="en-US" sz="14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p:txBody>
      </p:sp>
      <p:cxnSp>
        <p:nvCxnSpPr>
          <p:cNvPr id="38" name="直接连接符 37"/>
          <p:cNvCxnSpPr/>
          <p:nvPr>
            <p:custDataLst>
              <p:tags r:id="rId40"/>
            </p:custDataLst>
          </p:nvPr>
        </p:nvCxnSpPr>
        <p:spPr>
          <a:xfrm>
            <a:off x="7799070" y="4971415"/>
            <a:ext cx="148653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39" name="矩形 38"/>
          <p:cNvSpPr/>
          <p:nvPr>
            <p:custDataLst>
              <p:tags r:id="rId41"/>
            </p:custDataLst>
          </p:nvPr>
        </p:nvSpPr>
        <p:spPr>
          <a:xfrm>
            <a:off x="7868920" y="5106035"/>
            <a:ext cx="1346835" cy="306705"/>
          </a:xfrm>
          <a:prstGeom prst="rect">
            <a:avLst/>
          </a:prstGeom>
        </p:spPr>
        <p:txBody>
          <a:bodyPr wrap="square">
            <a:spAutoFit/>
          </a:bodyPr>
          <a:lstStyle/>
          <a:p>
            <a:pPr algn="ctr"/>
            <a:r>
              <a:rPr lang="zh-CN" altLang="en-US" sz="1400" dirty="0">
                <a:solidFill>
                  <a:schemeClr val="bg1"/>
                </a:solidFill>
                <a:latin typeface="微软雅黑" panose="020B0503020204020204" pitchFamily="34" charset="-122"/>
                <a:ea typeface="微软雅黑" panose="020B0503020204020204" pitchFamily="34" charset="-122"/>
              </a:rPr>
              <a:t>数据定义</a:t>
            </a:r>
            <a:endParaRPr lang="zh-CN" altLang="en-US" sz="1400" dirty="0">
              <a:solidFill>
                <a:schemeClr val="bg1"/>
              </a:solidFill>
              <a:latin typeface="微软雅黑" panose="020B0503020204020204" pitchFamily="34" charset="-122"/>
              <a:ea typeface="微软雅黑" panose="020B0503020204020204" pitchFamily="34" charset="-122"/>
            </a:endParaRPr>
          </a:p>
        </p:txBody>
      </p:sp>
      <p:sp>
        <p:nvSpPr>
          <p:cNvPr id="32" name="圆角矩形 31"/>
          <p:cNvSpPr/>
          <p:nvPr>
            <p:custDataLst>
              <p:tags r:id="rId42"/>
            </p:custDataLst>
          </p:nvPr>
        </p:nvSpPr>
        <p:spPr>
          <a:xfrm>
            <a:off x="9602470" y="4538980"/>
            <a:ext cx="1486535" cy="1060450"/>
          </a:xfrm>
          <a:prstGeom prst="roundRect">
            <a:avLst/>
          </a:prstGeom>
          <a:solidFill>
            <a:srgbClr val="3787C3"/>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sz="1400" dirty="0">
              <a:solidFill>
                <a:schemeClr val="bg1"/>
              </a:solidFill>
              <a:latin typeface="微软雅黑" panose="020B0503020204020204" pitchFamily="34" charset="-122"/>
              <a:ea typeface="微软雅黑" panose="020B0503020204020204" pitchFamily="34" charset="-122"/>
              <a:sym typeface="+mn-ea"/>
            </a:endParaRPr>
          </a:p>
        </p:txBody>
      </p:sp>
      <p:sp>
        <p:nvSpPr>
          <p:cNvPr id="33" name="文本框 32"/>
          <p:cNvSpPr txBox="1"/>
          <p:nvPr>
            <p:custDataLst>
              <p:tags r:id="rId43"/>
            </p:custDataLst>
          </p:nvPr>
        </p:nvSpPr>
        <p:spPr>
          <a:xfrm>
            <a:off x="9822815" y="4614545"/>
            <a:ext cx="1212850" cy="306705"/>
          </a:xfrm>
          <a:prstGeom prst="rect">
            <a:avLst/>
          </a:prstGeom>
          <a:noFill/>
        </p:spPr>
        <p:txBody>
          <a:bodyPr wrap="square" rtlCol="0">
            <a:spAutoFit/>
          </a:bodyPr>
          <a:lstStyle/>
          <a:p>
            <a:pPr algn="ctr"/>
            <a:r>
              <a:rPr lang="en-US" altLang="zh-CN" sz="14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5.</a:t>
            </a:r>
            <a:r>
              <a:rPr lang="zh-CN" altLang="en-US" sz="14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参考数据</a:t>
            </a:r>
            <a:endParaRPr lang="zh-CN" altLang="en-US" sz="14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p:txBody>
      </p:sp>
      <p:cxnSp>
        <p:nvCxnSpPr>
          <p:cNvPr id="34" name="直接连接符 33"/>
          <p:cNvCxnSpPr/>
          <p:nvPr>
            <p:custDataLst>
              <p:tags r:id="rId44"/>
            </p:custDataLst>
          </p:nvPr>
        </p:nvCxnSpPr>
        <p:spPr>
          <a:xfrm>
            <a:off x="9602470" y="4971415"/>
            <a:ext cx="148653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35" name="矩形 34"/>
          <p:cNvSpPr/>
          <p:nvPr>
            <p:custDataLst>
              <p:tags r:id="rId45"/>
            </p:custDataLst>
          </p:nvPr>
        </p:nvSpPr>
        <p:spPr>
          <a:xfrm>
            <a:off x="9672320" y="5106035"/>
            <a:ext cx="1346835" cy="306705"/>
          </a:xfrm>
          <a:prstGeom prst="rect">
            <a:avLst/>
          </a:prstGeom>
        </p:spPr>
        <p:txBody>
          <a:bodyPr wrap="square">
            <a:spAutoFit/>
          </a:bodyPr>
          <a:lstStyle/>
          <a:p>
            <a:pPr algn="ctr"/>
            <a:r>
              <a:rPr lang="zh-CN" altLang="en-US" sz="1400" dirty="0">
                <a:solidFill>
                  <a:schemeClr val="bg1"/>
                </a:solidFill>
                <a:latin typeface="微软雅黑" panose="020B0503020204020204" pitchFamily="34" charset="-122"/>
                <a:ea typeface="微软雅黑" panose="020B0503020204020204" pitchFamily="34" charset="-122"/>
              </a:rPr>
              <a:t>数据规范取值</a:t>
            </a:r>
            <a:endParaRPr lang="zh-CN" altLang="en-US" sz="1400" dirty="0">
              <a:solidFill>
                <a:schemeClr val="bg1"/>
              </a:solidFill>
              <a:latin typeface="微软雅黑" panose="020B0503020204020204" pitchFamily="34" charset="-122"/>
              <a:ea typeface="微软雅黑" panose="020B0503020204020204" pitchFamily="34" charset="-122"/>
            </a:endParaRPr>
          </a:p>
        </p:txBody>
      </p:sp>
      <p:cxnSp>
        <p:nvCxnSpPr>
          <p:cNvPr id="12" name="肘形连接符 11"/>
          <p:cNvCxnSpPr>
            <a:stCxn id="52" idx="4"/>
            <a:endCxn id="48" idx="0"/>
          </p:cNvCxnSpPr>
          <p:nvPr>
            <p:custDataLst>
              <p:tags r:id="rId46"/>
            </p:custDataLst>
          </p:nvPr>
        </p:nvCxnSpPr>
        <p:spPr>
          <a:xfrm rot="5400000">
            <a:off x="4856480" y="2638425"/>
            <a:ext cx="417830" cy="3383280"/>
          </a:xfrm>
          <a:prstGeom prst="bentConnector3">
            <a:avLst/>
          </a:prstGeom>
        </p:spPr>
        <p:style>
          <a:lnRef idx="1">
            <a:schemeClr val="accent1"/>
          </a:lnRef>
          <a:fillRef idx="0">
            <a:schemeClr val="accent1"/>
          </a:fillRef>
          <a:effectRef idx="0">
            <a:schemeClr val="accent1"/>
          </a:effectRef>
          <a:fontRef idx="minor">
            <a:schemeClr val="tx1"/>
          </a:fontRef>
        </p:style>
      </p:cxnSp>
      <p:cxnSp>
        <p:nvCxnSpPr>
          <p:cNvPr id="13" name="肘形连接符 12"/>
          <p:cNvCxnSpPr>
            <a:stCxn id="52" idx="4"/>
            <a:endCxn id="44" idx="0"/>
          </p:cNvCxnSpPr>
          <p:nvPr>
            <p:custDataLst>
              <p:tags r:id="rId47"/>
            </p:custDataLst>
          </p:nvPr>
        </p:nvCxnSpPr>
        <p:spPr>
          <a:xfrm rot="5400000">
            <a:off x="5680075" y="3462020"/>
            <a:ext cx="417830" cy="1736090"/>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cxnSp>
        <p:nvCxnSpPr>
          <p:cNvPr id="14" name="肘形连接符 13"/>
          <p:cNvCxnSpPr>
            <a:stCxn id="52" idx="4"/>
            <a:endCxn id="40" idx="0"/>
          </p:cNvCxnSpPr>
          <p:nvPr>
            <p:custDataLst>
              <p:tags r:id="rId48"/>
            </p:custDataLst>
          </p:nvPr>
        </p:nvCxnSpPr>
        <p:spPr>
          <a:xfrm rot="16200000" flipH="1">
            <a:off x="6562725" y="4316095"/>
            <a:ext cx="417830" cy="28575"/>
          </a:xfrm>
          <a:prstGeom prst="bentConnector3">
            <a:avLst/>
          </a:prstGeom>
        </p:spPr>
        <p:style>
          <a:lnRef idx="1">
            <a:schemeClr val="accent1"/>
          </a:lnRef>
          <a:fillRef idx="0">
            <a:schemeClr val="accent1"/>
          </a:fillRef>
          <a:effectRef idx="0">
            <a:schemeClr val="accent1"/>
          </a:effectRef>
          <a:fontRef idx="minor">
            <a:schemeClr val="tx1"/>
          </a:fontRef>
        </p:style>
      </p:cxnSp>
      <p:cxnSp>
        <p:nvCxnSpPr>
          <p:cNvPr id="15" name="肘形连接符 14"/>
          <p:cNvCxnSpPr>
            <a:stCxn id="52" idx="4"/>
            <a:endCxn id="36" idx="0"/>
          </p:cNvCxnSpPr>
          <p:nvPr>
            <p:custDataLst>
              <p:tags r:id="rId49"/>
            </p:custDataLst>
          </p:nvPr>
        </p:nvCxnSpPr>
        <p:spPr>
          <a:xfrm rot="16200000" flipH="1">
            <a:off x="7440930" y="3437255"/>
            <a:ext cx="417830" cy="1785620"/>
          </a:xfrm>
          <a:prstGeom prst="bentConnector3">
            <a:avLst/>
          </a:prstGeom>
        </p:spPr>
        <p:style>
          <a:lnRef idx="1">
            <a:schemeClr val="accent1"/>
          </a:lnRef>
          <a:fillRef idx="0">
            <a:schemeClr val="accent1"/>
          </a:fillRef>
          <a:effectRef idx="0">
            <a:schemeClr val="accent1"/>
          </a:effectRef>
          <a:fontRef idx="minor">
            <a:schemeClr val="tx1"/>
          </a:fontRef>
        </p:style>
      </p:cxnSp>
      <p:cxnSp>
        <p:nvCxnSpPr>
          <p:cNvPr id="16" name="肘形连接符 15"/>
          <p:cNvCxnSpPr>
            <a:stCxn id="52" idx="4"/>
            <a:endCxn id="32" idx="0"/>
          </p:cNvCxnSpPr>
          <p:nvPr>
            <p:custDataLst>
              <p:tags r:id="rId50"/>
            </p:custDataLst>
          </p:nvPr>
        </p:nvCxnSpPr>
        <p:spPr>
          <a:xfrm rot="16200000" flipH="1">
            <a:off x="8342630" y="2536190"/>
            <a:ext cx="417830" cy="3588385"/>
          </a:xfrm>
          <a:prstGeom prst="bentConnector3">
            <a:avLst/>
          </a:prstGeom>
        </p:spPr>
        <p:style>
          <a:lnRef idx="1">
            <a:schemeClr val="accent1"/>
          </a:lnRef>
          <a:fillRef idx="0">
            <a:schemeClr val="accent1"/>
          </a:fillRef>
          <a:effectRef idx="0">
            <a:schemeClr val="accent1"/>
          </a:effectRef>
          <a:fontRef idx="minor">
            <a:schemeClr val="tx1"/>
          </a:fontRef>
        </p:style>
      </p:cxnSp>
      <p:sp>
        <p:nvSpPr>
          <p:cNvPr id="30" name="圆角矩形 29"/>
          <p:cNvSpPr/>
          <p:nvPr>
            <p:custDataLst>
              <p:tags r:id="rId51"/>
            </p:custDataLst>
          </p:nvPr>
        </p:nvSpPr>
        <p:spPr>
          <a:xfrm>
            <a:off x="2625090" y="5775325"/>
            <a:ext cx="1467485" cy="600710"/>
          </a:xfrm>
          <a:prstGeom prst="roundRect">
            <a:avLst>
              <a:gd name="adj" fmla="val 0"/>
            </a:avLst>
          </a:prstGeom>
          <a:ln>
            <a:solidFill>
              <a:schemeClr val="accent3">
                <a:lumMod val="60000"/>
                <a:lumOff val="40000"/>
              </a:schemeClr>
            </a:solidFill>
            <a:prstDash val="sys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050">
              <a:solidFill>
                <a:schemeClr val="tx1"/>
              </a:solidFill>
            </a:endParaRPr>
          </a:p>
        </p:txBody>
      </p:sp>
      <p:sp>
        <p:nvSpPr>
          <p:cNvPr id="31" name="矩形 30"/>
          <p:cNvSpPr/>
          <p:nvPr>
            <p:custDataLst>
              <p:tags r:id="rId52"/>
            </p:custDataLst>
          </p:nvPr>
        </p:nvSpPr>
        <p:spPr>
          <a:xfrm>
            <a:off x="2657475" y="5848985"/>
            <a:ext cx="1402080" cy="414020"/>
          </a:xfrm>
          <a:prstGeom prst="rect">
            <a:avLst/>
          </a:prstGeom>
        </p:spPr>
        <p:txBody>
          <a:bodyPr wrap="square">
            <a:spAutoFit/>
          </a:bodyPr>
          <a:lstStyle/>
          <a:p>
            <a:pPr algn="ctr"/>
            <a:r>
              <a:rPr lang="zh-CN" altLang="en-US" sz="1050" dirty="0">
                <a:solidFill>
                  <a:schemeClr val="tx1"/>
                </a:solidFill>
              </a:rPr>
              <a:t>举例：机构、员工、岗位、产品、客户</a:t>
            </a:r>
            <a:endParaRPr lang="zh-CN" altLang="en-US" sz="1050" dirty="0">
              <a:solidFill>
                <a:schemeClr val="tx1"/>
              </a:solidFill>
            </a:endParaRPr>
          </a:p>
        </p:txBody>
      </p:sp>
      <p:sp>
        <p:nvSpPr>
          <p:cNvPr id="28" name="圆角矩形 27"/>
          <p:cNvSpPr/>
          <p:nvPr>
            <p:custDataLst>
              <p:tags r:id="rId53"/>
            </p:custDataLst>
          </p:nvPr>
        </p:nvSpPr>
        <p:spPr>
          <a:xfrm>
            <a:off x="4287520" y="5775325"/>
            <a:ext cx="1467485" cy="600710"/>
          </a:xfrm>
          <a:prstGeom prst="roundRect">
            <a:avLst>
              <a:gd name="adj" fmla="val 0"/>
            </a:avLst>
          </a:prstGeom>
          <a:ln>
            <a:solidFill>
              <a:schemeClr val="accent3">
                <a:lumMod val="60000"/>
                <a:lumOff val="40000"/>
              </a:schemeClr>
            </a:solidFill>
            <a:prstDash val="sys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050">
              <a:solidFill>
                <a:schemeClr val="tx1"/>
              </a:solidFill>
            </a:endParaRPr>
          </a:p>
        </p:txBody>
      </p:sp>
      <p:sp>
        <p:nvSpPr>
          <p:cNvPr id="29" name="矩形 28"/>
          <p:cNvSpPr/>
          <p:nvPr>
            <p:custDataLst>
              <p:tags r:id="rId54"/>
            </p:custDataLst>
          </p:nvPr>
        </p:nvSpPr>
        <p:spPr>
          <a:xfrm>
            <a:off x="4319905" y="5848985"/>
            <a:ext cx="1402080" cy="414020"/>
          </a:xfrm>
          <a:prstGeom prst="rect">
            <a:avLst/>
          </a:prstGeom>
        </p:spPr>
        <p:txBody>
          <a:bodyPr wrap="square">
            <a:spAutoFit/>
          </a:bodyPr>
          <a:lstStyle/>
          <a:p>
            <a:pPr algn="ctr"/>
            <a:r>
              <a:rPr lang="zh-CN" altLang="en-US" sz="1050" dirty="0">
                <a:solidFill>
                  <a:schemeClr val="tx1"/>
                </a:solidFill>
              </a:rPr>
              <a:t>举例：招聘、发薪、升职、调岗</a:t>
            </a:r>
            <a:endParaRPr lang="zh-CN" altLang="en-US" sz="1050" dirty="0">
              <a:solidFill>
                <a:schemeClr val="tx1"/>
              </a:solidFill>
            </a:endParaRPr>
          </a:p>
        </p:txBody>
      </p:sp>
      <p:sp>
        <p:nvSpPr>
          <p:cNvPr id="26" name="圆角矩形 25"/>
          <p:cNvSpPr/>
          <p:nvPr>
            <p:custDataLst>
              <p:tags r:id="rId55"/>
            </p:custDataLst>
          </p:nvPr>
        </p:nvSpPr>
        <p:spPr>
          <a:xfrm>
            <a:off x="5957570" y="5775325"/>
            <a:ext cx="1756410" cy="600710"/>
          </a:xfrm>
          <a:prstGeom prst="roundRect">
            <a:avLst>
              <a:gd name="adj" fmla="val 0"/>
            </a:avLst>
          </a:prstGeom>
          <a:ln>
            <a:solidFill>
              <a:schemeClr val="accent3">
                <a:lumMod val="60000"/>
                <a:lumOff val="40000"/>
              </a:schemeClr>
            </a:solidFill>
            <a:prstDash val="sys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050">
              <a:solidFill>
                <a:schemeClr val="tx1"/>
              </a:solidFill>
            </a:endParaRPr>
          </a:p>
        </p:txBody>
      </p:sp>
      <p:sp>
        <p:nvSpPr>
          <p:cNvPr id="27" name="矩形 26"/>
          <p:cNvSpPr/>
          <p:nvPr>
            <p:custDataLst>
              <p:tags r:id="rId56"/>
            </p:custDataLst>
          </p:nvPr>
        </p:nvSpPr>
        <p:spPr>
          <a:xfrm>
            <a:off x="5996940" y="5848985"/>
            <a:ext cx="1678305" cy="414020"/>
          </a:xfrm>
          <a:prstGeom prst="rect">
            <a:avLst/>
          </a:prstGeom>
        </p:spPr>
        <p:txBody>
          <a:bodyPr wrap="square">
            <a:spAutoFit/>
          </a:bodyPr>
          <a:lstStyle/>
          <a:p>
            <a:pPr algn="ctr"/>
            <a:r>
              <a:rPr lang="zh-CN" altLang="en-US" sz="1050" dirty="0">
                <a:solidFill>
                  <a:schemeClr val="tx1"/>
                </a:solidFill>
              </a:rPr>
              <a:t>举例：新员工数量、工资总额、干部人数</a:t>
            </a:r>
            <a:endParaRPr lang="zh-CN" altLang="en-US" sz="1050" dirty="0">
              <a:solidFill>
                <a:schemeClr val="tx1"/>
              </a:solidFill>
            </a:endParaRPr>
          </a:p>
        </p:txBody>
      </p:sp>
      <p:sp>
        <p:nvSpPr>
          <p:cNvPr id="24" name="文本框 23"/>
          <p:cNvSpPr txBox="1"/>
          <p:nvPr>
            <p:custDataLst>
              <p:tags r:id="rId57"/>
            </p:custDataLst>
          </p:nvPr>
        </p:nvSpPr>
        <p:spPr>
          <a:xfrm>
            <a:off x="695960" y="5655945"/>
            <a:ext cx="1515745" cy="337185"/>
          </a:xfrm>
          <a:prstGeom prst="rect">
            <a:avLst/>
          </a:prstGeom>
          <a:noFill/>
        </p:spPr>
        <p:txBody>
          <a:bodyPr wrap="square" rtlCol="0">
            <a:spAutoFit/>
          </a:bodyPr>
          <a:lstStyle/>
          <a:p>
            <a:r>
              <a:rPr lang="zh-CN" altLang="en-US" sz="1600" b="1" dirty="0">
                <a:solidFill>
                  <a:schemeClr val="tx1"/>
                </a:solidFill>
                <a:latin typeface="微软雅黑" panose="020B0503020204020204" pitchFamily="34" charset="-122"/>
                <a:ea typeface="微软雅黑" panose="020B0503020204020204" pitchFamily="34" charset="-122"/>
              </a:rPr>
              <a:t>数据管理视角</a:t>
            </a:r>
            <a:endParaRPr lang="zh-CN" altLang="en-US" sz="1600" b="1" dirty="0">
              <a:solidFill>
                <a:schemeClr val="tx1"/>
              </a:solidFill>
              <a:latin typeface="微软雅黑" panose="020B0503020204020204" pitchFamily="34" charset="-122"/>
              <a:ea typeface="微软雅黑" panose="020B0503020204020204" pitchFamily="34" charset="-122"/>
            </a:endParaRPr>
          </a:p>
        </p:txBody>
      </p:sp>
      <p:sp>
        <p:nvSpPr>
          <p:cNvPr id="25" name="database_151082"/>
          <p:cNvSpPr>
            <a:spLocks noChangeAspect="1"/>
          </p:cNvSpPr>
          <p:nvPr>
            <p:custDataLst>
              <p:tags r:id="rId58"/>
            </p:custDataLst>
          </p:nvPr>
        </p:nvSpPr>
        <p:spPr bwMode="auto">
          <a:xfrm>
            <a:off x="1277620" y="4972050"/>
            <a:ext cx="524510" cy="567690"/>
          </a:xfrm>
          <a:custGeom>
            <a:avLst/>
            <a:gdLst>
              <a:gd name="connsiteX0" fmla="*/ 264594 w 314325"/>
              <a:gd name="connsiteY0" fmla="*/ 247650 h 338138"/>
              <a:gd name="connsiteX1" fmla="*/ 269845 w 314325"/>
              <a:gd name="connsiteY1" fmla="*/ 267285 h 338138"/>
              <a:gd name="connsiteX2" fmla="*/ 230463 w 314325"/>
              <a:gd name="connsiteY2" fmla="*/ 306555 h 338138"/>
              <a:gd name="connsiteX3" fmla="*/ 189768 w 314325"/>
              <a:gd name="connsiteY3" fmla="*/ 267285 h 338138"/>
              <a:gd name="connsiteX4" fmla="*/ 193706 w 314325"/>
              <a:gd name="connsiteY4" fmla="*/ 250268 h 338138"/>
              <a:gd name="connsiteX5" fmla="*/ 163513 w 314325"/>
              <a:gd name="connsiteY5" fmla="*/ 281684 h 338138"/>
              <a:gd name="connsiteX6" fmla="*/ 231776 w 314325"/>
              <a:gd name="connsiteY6" fmla="*/ 322263 h 338138"/>
              <a:gd name="connsiteX7" fmla="*/ 300038 w 314325"/>
              <a:gd name="connsiteY7" fmla="*/ 280375 h 338138"/>
              <a:gd name="connsiteX8" fmla="*/ 264594 w 314325"/>
              <a:gd name="connsiteY8" fmla="*/ 247650 h 338138"/>
              <a:gd name="connsiteX9" fmla="*/ 232182 w 314325"/>
              <a:gd name="connsiteY9" fmla="*/ 238125 h 338138"/>
              <a:gd name="connsiteX10" fmla="*/ 224207 w 314325"/>
              <a:gd name="connsiteY10" fmla="*/ 239454 h 338138"/>
              <a:gd name="connsiteX11" fmla="*/ 201613 w 314325"/>
              <a:gd name="connsiteY11" fmla="*/ 267365 h 338138"/>
              <a:gd name="connsiteX12" fmla="*/ 230853 w 314325"/>
              <a:gd name="connsiteY12" fmla="*/ 295275 h 338138"/>
              <a:gd name="connsiteX13" fmla="*/ 258763 w 314325"/>
              <a:gd name="connsiteY13" fmla="*/ 267365 h 338138"/>
              <a:gd name="connsiteX14" fmla="*/ 232182 w 314325"/>
              <a:gd name="connsiteY14" fmla="*/ 238125 h 338138"/>
              <a:gd name="connsiteX15" fmla="*/ 0 w 314325"/>
              <a:gd name="connsiteY15" fmla="*/ 238125 h 338138"/>
              <a:gd name="connsiteX16" fmla="*/ 136972 w 314325"/>
              <a:gd name="connsiteY16" fmla="*/ 268392 h 338138"/>
              <a:gd name="connsiteX17" fmla="*/ 129070 w 314325"/>
              <a:gd name="connsiteY17" fmla="*/ 282868 h 338138"/>
              <a:gd name="connsiteX18" fmla="*/ 136972 w 314325"/>
              <a:gd name="connsiteY18" fmla="*/ 294712 h 338138"/>
              <a:gd name="connsiteX19" fmla="*/ 177800 w 314325"/>
              <a:gd name="connsiteY19" fmla="*/ 336822 h 338138"/>
              <a:gd name="connsiteX20" fmla="*/ 144874 w 314325"/>
              <a:gd name="connsiteY20" fmla="*/ 338138 h 338138"/>
              <a:gd name="connsiteX21" fmla="*/ 0 w 314325"/>
              <a:gd name="connsiteY21" fmla="*/ 288132 h 338138"/>
              <a:gd name="connsiteX22" fmla="*/ 0 w 314325"/>
              <a:gd name="connsiteY22" fmla="*/ 285500 h 338138"/>
              <a:gd name="connsiteX23" fmla="*/ 0 w 314325"/>
              <a:gd name="connsiteY23" fmla="*/ 238125 h 338138"/>
              <a:gd name="connsiteX24" fmla="*/ 231115 w 314325"/>
              <a:gd name="connsiteY24" fmla="*/ 227013 h 338138"/>
              <a:gd name="connsiteX25" fmla="*/ 235077 w 314325"/>
              <a:gd name="connsiteY25" fmla="*/ 228329 h 338138"/>
              <a:gd name="connsiteX26" fmla="*/ 313004 w 314325"/>
              <a:gd name="connsiteY26" fmla="*/ 277039 h 338138"/>
              <a:gd name="connsiteX27" fmla="*/ 314325 w 314325"/>
              <a:gd name="connsiteY27" fmla="*/ 280988 h 338138"/>
              <a:gd name="connsiteX28" fmla="*/ 311684 w 314325"/>
              <a:gd name="connsiteY28" fmla="*/ 284938 h 338138"/>
              <a:gd name="connsiteX29" fmla="*/ 232436 w 314325"/>
              <a:gd name="connsiteY29" fmla="*/ 334963 h 338138"/>
              <a:gd name="connsiteX30" fmla="*/ 151867 w 314325"/>
              <a:gd name="connsiteY30" fmla="*/ 284938 h 338138"/>
              <a:gd name="connsiteX31" fmla="*/ 149225 w 314325"/>
              <a:gd name="connsiteY31" fmla="*/ 282305 h 338138"/>
              <a:gd name="connsiteX32" fmla="*/ 151867 w 314325"/>
              <a:gd name="connsiteY32" fmla="*/ 277039 h 338138"/>
              <a:gd name="connsiteX33" fmla="*/ 221869 w 314325"/>
              <a:gd name="connsiteY33" fmla="*/ 228329 h 338138"/>
              <a:gd name="connsiteX34" fmla="*/ 231115 w 314325"/>
              <a:gd name="connsiteY34" fmla="*/ 227013 h 338138"/>
              <a:gd name="connsiteX35" fmla="*/ 0 w 314325"/>
              <a:gd name="connsiteY35" fmla="*/ 161925 h 338138"/>
              <a:gd name="connsiteX36" fmla="*/ 29052 w 314325"/>
              <a:gd name="connsiteY36" fmla="*/ 175193 h 338138"/>
              <a:gd name="connsiteX37" fmla="*/ 129411 w 314325"/>
              <a:gd name="connsiteY37" fmla="*/ 191116 h 338138"/>
              <a:gd name="connsiteX38" fmla="*/ 145257 w 314325"/>
              <a:gd name="connsiteY38" fmla="*/ 192443 h 338138"/>
              <a:gd name="connsiteX39" fmla="*/ 159782 w 314325"/>
              <a:gd name="connsiteY39" fmla="*/ 191116 h 338138"/>
              <a:gd name="connsiteX40" fmla="*/ 261462 w 314325"/>
              <a:gd name="connsiteY40" fmla="*/ 176520 h 338138"/>
              <a:gd name="connsiteX41" fmla="*/ 290513 w 314325"/>
              <a:gd name="connsiteY41" fmla="*/ 161925 h 338138"/>
              <a:gd name="connsiteX42" fmla="*/ 290513 w 314325"/>
              <a:gd name="connsiteY42" fmla="*/ 217653 h 338138"/>
              <a:gd name="connsiteX43" fmla="*/ 281270 w 314325"/>
              <a:gd name="connsiteY43" fmla="*/ 224287 h 338138"/>
              <a:gd name="connsiteX44" fmla="*/ 232411 w 314325"/>
              <a:gd name="connsiteY44" fmla="*/ 209692 h 338138"/>
              <a:gd name="connsiteX45" fmla="*/ 151859 w 314325"/>
              <a:gd name="connsiteY45" fmla="*/ 250825 h 338138"/>
              <a:gd name="connsiteX46" fmla="*/ 145257 w 314325"/>
              <a:gd name="connsiteY46" fmla="*/ 250825 h 338138"/>
              <a:gd name="connsiteX47" fmla="*/ 0 w 314325"/>
              <a:gd name="connsiteY47" fmla="*/ 217653 h 338138"/>
              <a:gd name="connsiteX48" fmla="*/ 0 w 314325"/>
              <a:gd name="connsiteY48" fmla="*/ 161925 h 338138"/>
              <a:gd name="connsiteX49" fmla="*/ 0 w 314325"/>
              <a:gd name="connsiteY49" fmla="*/ 85725 h 338138"/>
              <a:gd name="connsiteX50" fmla="*/ 145257 w 314325"/>
              <a:gd name="connsiteY50" fmla="*/ 116243 h 338138"/>
              <a:gd name="connsiteX51" fmla="*/ 290513 w 314325"/>
              <a:gd name="connsiteY51" fmla="*/ 85725 h 338138"/>
              <a:gd name="connsiteX52" fmla="*/ 290513 w 314325"/>
              <a:gd name="connsiteY52" fmla="*/ 141453 h 338138"/>
              <a:gd name="connsiteX53" fmla="*/ 161103 w 314325"/>
              <a:gd name="connsiteY53" fmla="*/ 174625 h 338138"/>
              <a:gd name="connsiteX54" fmla="*/ 158462 w 314325"/>
              <a:gd name="connsiteY54" fmla="*/ 174625 h 338138"/>
              <a:gd name="connsiteX55" fmla="*/ 153180 w 314325"/>
              <a:gd name="connsiteY55" fmla="*/ 174625 h 338138"/>
              <a:gd name="connsiteX56" fmla="*/ 145257 w 314325"/>
              <a:gd name="connsiteY56" fmla="*/ 174625 h 338138"/>
              <a:gd name="connsiteX57" fmla="*/ 137334 w 314325"/>
              <a:gd name="connsiteY57" fmla="*/ 174625 h 338138"/>
              <a:gd name="connsiteX58" fmla="*/ 130731 w 314325"/>
              <a:gd name="connsiteY58" fmla="*/ 174625 h 338138"/>
              <a:gd name="connsiteX59" fmla="*/ 129411 w 314325"/>
              <a:gd name="connsiteY59" fmla="*/ 174625 h 338138"/>
              <a:gd name="connsiteX60" fmla="*/ 0 w 314325"/>
              <a:gd name="connsiteY60" fmla="*/ 141453 h 338138"/>
              <a:gd name="connsiteX61" fmla="*/ 0 w 314325"/>
              <a:gd name="connsiteY61" fmla="*/ 85725 h 338138"/>
              <a:gd name="connsiteX62" fmla="*/ 145257 w 314325"/>
              <a:gd name="connsiteY62" fmla="*/ 0 h 338138"/>
              <a:gd name="connsiteX63" fmla="*/ 289193 w 314325"/>
              <a:gd name="connsiteY63" fmla="*/ 50673 h 338138"/>
              <a:gd name="connsiteX64" fmla="*/ 290513 w 314325"/>
              <a:gd name="connsiteY64" fmla="*/ 53340 h 338138"/>
              <a:gd name="connsiteX65" fmla="*/ 290513 w 314325"/>
              <a:gd name="connsiteY65" fmla="*/ 66675 h 338138"/>
              <a:gd name="connsiteX66" fmla="*/ 145257 w 314325"/>
              <a:gd name="connsiteY66" fmla="*/ 100013 h 338138"/>
              <a:gd name="connsiteX67" fmla="*/ 0 w 314325"/>
              <a:gd name="connsiteY67" fmla="*/ 66675 h 338138"/>
              <a:gd name="connsiteX68" fmla="*/ 0 w 314325"/>
              <a:gd name="connsiteY68" fmla="*/ 53340 h 338138"/>
              <a:gd name="connsiteX69" fmla="*/ 0 w 314325"/>
              <a:gd name="connsiteY69" fmla="*/ 49339 h 338138"/>
              <a:gd name="connsiteX70" fmla="*/ 145257 w 314325"/>
              <a:gd name="connsiteY70" fmla="*/ 0 h 338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314325" h="338138">
                <a:moveTo>
                  <a:pt x="264594" y="247650"/>
                </a:moveTo>
                <a:cubicBezTo>
                  <a:pt x="268532" y="252886"/>
                  <a:pt x="269845" y="259431"/>
                  <a:pt x="269845" y="267285"/>
                </a:cubicBezTo>
                <a:cubicBezTo>
                  <a:pt x="269845" y="289538"/>
                  <a:pt x="251467" y="306555"/>
                  <a:pt x="230463" y="306555"/>
                </a:cubicBezTo>
                <a:cubicBezTo>
                  <a:pt x="208146" y="306555"/>
                  <a:pt x="189768" y="289538"/>
                  <a:pt x="189768" y="267285"/>
                </a:cubicBezTo>
                <a:cubicBezTo>
                  <a:pt x="189768" y="260740"/>
                  <a:pt x="191081" y="255504"/>
                  <a:pt x="193706" y="250268"/>
                </a:cubicBezTo>
                <a:cubicBezTo>
                  <a:pt x="183204" y="258122"/>
                  <a:pt x="172702" y="267285"/>
                  <a:pt x="163513" y="281684"/>
                </a:cubicBezTo>
                <a:cubicBezTo>
                  <a:pt x="181892" y="307864"/>
                  <a:pt x="205521" y="322263"/>
                  <a:pt x="231776" y="322263"/>
                </a:cubicBezTo>
                <a:cubicBezTo>
                  <a:pt x="256718" y="322263"/>
                  <a:pt x="280347" y="307864"/>
                  <a:pt x="300038" y="280375"/>
                </a:cubicBezTo>
                <a:cubicBezTo>
                  <a:pt x="289536" y="265976"/>
                  <a:pt x="277722" y="254195"/>
                  <a:pt x="264594" y="247650"/>
                </a:cubicBezTo>
                <a:close/>
                <a:moveTo>
                  <a:pt x="232182" y="238125"/>
                </a:moveTo>
                <a:cubicBezTo>
                  <a:pt x="229524" y="238125"/>
                  <a:pt x="226866" y="239454"/>
                  <a:pt x="224207" y="239454"/>
                </a:cubicBezTo>
                <a:cubicBezTo>
                  <a:pt x="210917" y="242112"/>
                  <a:pt x="201613" y="252745"/>
                  <a:pt x="201613" y="267365"/>
                </a:cubicBezTo>
                <a:cubicBezTo>
                  <a:pt x="201613" y="283314"/>
                  <a:pt x="214904" y="295275"/>
                  <a:pt x="230853" y="295275"/>
                </a:cubicBezTo>
                <a:cubicBezTo>
                  <a:pt x="246802" y="295275"/>
                  <a:pt x="258763" y="283314"/>
                  <a:pt x="258763" y="267365"/>
                </a:cubicBezTo>
                <a:cubicBezTo>
                  <a:pt x="258763" y="251416"/>
                  <a:pt x="246802" y="239454"/>
                  <a:pt x="232182" y="238125"/>
                </a:cubicBezTo>
                <a:close/>
                <a:moveTo>
                  <a:pt x="0" y="238125"/>
                </a:moveTo>
                <a:cubicBezTo>
                  <a:pt x="22390" y="255233"/>
                  <a:pt x="69803" y="267076"/>
                  <a:pt x="136972" y="268392"/>
                </a:cubicBezTo>
                <a:cubicBezTo>
                  <a:pt x="136972" y="268392"/>
                  <a:pt x="136972" y="268392"/>
                  <a:pt x="129070" y="282868"/>
                </a:cubicBezTo>
                <a:cubicBezTo>
                  <a:pt x="129070" y="282868"/>
                  <a:pt x="129070" y="282868"/>
                  <a:pt x="136972" y="294712"/>
                </a:cubicBezTo>
                <a:cubicBezTo>
                  <a:pt x="148825" y="313135"/>
                  <a:pt x="161996" y="326295"/>
                  <a:pt x="177800" y="336822"/>
                </a:cubicBezTo>
                <a:cubicBezTo>
                  <a:pt x="167264" y="338138"/>
                  <a:pt x="155411" y="338138"/>
                  <a:pt x="144874" y="338138"/>
                </a:cubicBezTo>
                <a:cubicBezTo>
                  <a:pt x="68486" y="338138"/>
                  <a:pt x="7902" y="317083"/>
                  <a:pt x="0" y="288132"/>
                </a:cubicBezTo>
                <a:cubicBezTo>
                  <a:pt x="0" y="288132"/>
                  <a:pt x="0" y="286816"/>
                  <a:pt x="0" y="285500"/>
                </a:cubicBezTo>
                <a:cubicBezTo>
                  <a:pt x="0" y="285500"/>
                  <a:pt x="0" y="285500"/>
                  <a:pt x="0" y="238125"/>
                </a:cubicBezTo>
                <a:close/>
                <a:moveTo>
                  <a:pt x="231115" y="227013"/>
                </a:moveTo>
                <a:cubicBezTo>
                  <a:pt x="232436" y="227013"/>
                  <a:pt x="233756" y="227013"/>
                  <a:pt x="235077" y="228329"/>
                </a:cubicBezTo>
                <a:cubicBezTo>
                  <a:pt x="265456" y="229646"/>
                  <a:pt x="291872" y="246760"/>
                  <a:pt x="313004" y="277039"/>
                </a:cubicBezTo>
                <a:lnTo>
                  <a:pt x="314325" y="280988"/>
                </a:lnTo>
                <a:cubicBezTo>
                  <a:pt x="314325" y="280988"/>
                  <a:pt x="314325" y="280988"/>
                  <a:pt x="311684" y="284938"/>
                </a:cubicBezTo>
                <a:cubicBezTo>
                  <a:pt x="290551" y="316533"/>
                  <a:pt x="262814" y="334963"/>
                  <a:pt x="232436" y="334963"/>
                </a:cubicBezTo>
                <a:cubicBezTo>
                  <a:pt x="200736" y="334963"/>
                  <a:pt x="173000" y="316533"/>
                  <a:pt x="151867" y="284938"/>
                </a:cubicBezTo>
                <a:cubicBezTo>
                  <a:pt x="151867" y="284938"/>
                  <a:pt x="151867" y="284938"/>
                  <a:pt x="149225" y="282305"/>
                </a:cubicBezTo>
                <a:cubicBezTo>
                  <a:pt x="149225" y="282305"/>
                  <a:pt x="149225" y="282305"/>
                  <a:pt x="151867" y="277039"/>
                </a:cubicBezTo>
                <a:cubicBezTo>
                  <a:pt x="171679" y="249393"/>
                  <a:pt x="195453" y="232279"/>
                  <a:pt x="221869" y="228329"/>
                </a:cubicBezTo>
                <a:cubicBezTo>
                  <a:pt x="224511" y="228329"/>
                  <a:pt x="228473" y="227013"/>
                  <a:pt x="231115" y="227013"/>
                </a:cubicBezTo>
                <a:close/>
                <a:moveTo>
                  <a:pt x="0" y="161925"/>
                </a:moveTo>
                <a:cubicBezTo>
                  <a:pt x="7923" y="167232"/>
                  <a:pt x="17167" y="172540"/>
                  <a:pt x="29052" y="175193"/>
                </a:cubicBezTo>
                <a:cubicBezTo>
                  <a:pt x="52821" y="184481"/>
                  <a:pt x="87154" y="191116"/>
                  <a:pt x="129411" y="191116"/>
                </a:cubicBezTo>
                <a:cubicBezTo>
                  <a:pt x="134693" y="192443"/>
                  <a:pt x="139975" y="192443"/>
                  <a:pt x="145257" y="192443"/>
                </a:cubicBezTo>
                <a:cubicBezTo>
                  <a:pt x="150539" y="192443"/>
                  <a:pt x="154500" y="192443"/>
                  <a:pt x="159782" y="191116"/>
                </a:cubicBezTo>
                <a:cubicBezTo>
                  <a:pt x="202039" y="191116"/>
                  <a:pt x="236372" y="184481"/>
                  <a:pt x="261462" y="176520"/>
                </a:cubicBezTo>
                <a:cubicBezTo>
                  <a:pt x="272026" y="172540"/>
                  <a:pt x="282590" y="167232"/>
                  <a:pt x="290513" y="161925"/>
                </a:cubicBezTo>
                <a:cubicBezTo>
                  <a:pt x="290513" y="161925"/>
                  <a:pt x="290513" y="161925"/>
                  <a:pt x="290513" y="217653"/>
                </a:cubicBezTo>
                <a:cubicBezTo>
                  <a:pt x="287872" y="218980"/>
                  <a:pt x="285231" y="221634"/>
                  <a:pt x="281270" y="224287"/>
                </a:cubicBezTo>
                <a:cubicBezTo>
                  <a:pt x="266744" y="214999"/>
                  <a:pt x="249577" y="209692"/>
                  <a:pt x="232411" y="209692"/>
                </a:cubicBezTo>
                <a:cubicBezTo>
                  <a:pt x="202039" y="209692"/>
                  <a:pt x="174308" y="224287"/>
                  <a:pt x="151859" y="250825"/>
                </a:cubicBezTo>
                <a:cubicBezTo>
                  <a:pt x="149218" y="250825"/>
                  <a:pt x="146577" y="250825"/>
                  <a:pt x="145257" y="250825"/>
                </a:cubicBezTo>
                <a:cubicBezTo>
                  <a:pt x="71308" y="250825"/>
                  <a:pt x="15846" y="234902"/>
                  <a:pt x="0" y="217653"/>
                </a:cubicBezTo>
                <a:cubicBezTo>
                  <a:pt x="0" y="217653"/>
                  <a:pt x="0" y="217653"/>
                  <a:pt x="0" y="161925"/>
                </a:cubicBezTo>
                <a:close/>
                <a:moveTo>
                  <a:pt x="0" y="85725"/>
                </a:moveTo>
                <a:cubicBezTo>
                  <a:pt x="27731" y="105628"/>
                  <a:pt x="87154" y="116243"/>
                  <a:pt x="145257" y="116243"/>
                </a:cubicBezTo>
                <a:cubicBezTo>
                  <a:pt x="202039" y="116243"/>
                  <a:pt x="261462" y="105628"/>
                  <a:pt x="290513" y="85725"/>
                </a:cubicBezTo>
                <a:cubicBezTo>
                  <a:pt x="290513" y="85725"/>
                  <a:pt x="290513" y="85725"/>
                  <a:pt x="290513" y="141453"/>
                </a:cubicBezTo>
                <a:cubicBezTo>
                  <a:pt x="274667" y="157376"/>
                  <a:pt x="225808" y="171971"/>
                  <a:pt x="161103" y="174625"/>
                </a:cubicBezTo>
                <a:cubicBezTo>
                  <a:pt x="159782" y="174625"/>
                  <a:pt x="159782" y="174625"/>
                  <a:pt x="158462" y="174625"/>
                </a:cubicBezTo>
                <a:cubicBezTo>
                  <a:pt x="157141" y="174625"/>
                  <a:pt x="154500" y="174625"/>
                  <a:pt x="153180" y="174625"/>
                </a:cubicBezTo>
                <a:cubicBezTo>
                  <a:pt x="150539" y="174625"/>
                  <a:pt x="147898" y="174625"/>
                  <a:pt x="145257" y="174625"/>
                </a:cubicBezTo>
                <a:cubicBezTo>
                  <a:pt x="142616" y="174625"/>
                  <a:pt x="139975" y="174625"/>
                  <a:pt x="137334" y="174625"/>
                </a:cubicBezTo>
                <a:cubicBezTo>
                  <a:pt x="134693" y="174625"/>
                  <a:pt x="133372" y="174625"/>
                  <a:pt x="130731" y="174625"/>
                </a:cubicBezTo>
                <a:cubicBezTo>
                  <a:pt x="130731" y="174625"/>
                  <a:pt x="129411" y="174625"/>
                  <a:pt x="129411" y="174625"/>
                </a:cubicBezTo>
                <a:cubicBezTo>
                  <a:pt x="63385" y="171971"/>
                  <a:pt x="14526" y="157376"/>
                  <a:pt x="0" y="141453"/>
                </a:cubicBezTo>
                <a:cubicBezTo>
                  <a:pt x="0" y="141453"/>
                  <a:pt x="0" y="141453"/>
                  <a:pt x="0" y="85725"/>
                </a:cubicBezTo>
                <a:close/>
                <a:moveTo>
                  <a:pt x="145257" y="0"/>
                </a:moveTo>
                <a:cubicBezTo>
                  <a:pt x="232411" y="0"/>
                  <a:pt x="282590" y="25336"/>
                  <a:pt x="289193" y="50673"/>
                </a:cubicBezTo>
                <a:cubicBezTo>
                  <a:pt x="289193" y="50673"/>
                  <a:pt x="290513" y="52007"/>
                  <a:pt x="290513" y="53340"/>
                </a:cubicBezTo>
                <a:cubicBezTo>
                  <a:pt x="290513" y="53340"/>
                  <a:pt x="290513" y="53340"/>
                  <a:pt x="290513" y="66675"/>
                </a:cubicBezTo>
                <a:cubicBezTo>
                  <a:pt x="273347" y="84011"/>
                  <a:pt x="219206" y="100013"/>
                  <a:pt x="145257" y="100013"/>
                </a:cubicBezTo>
                <a:cubicBezTo>
                  <a:pt x="71308" y="100013"/>
                  <a:pt x="15846" y="84011"/>
                  <a:pt x="0" y="66675"/>
                </a:cubicBezTo>
                <a:cubicBezTo>
                  <a:pt x="0" y="66675"/>
                  <a:pt x="0" y="66675"/>
                  <a:pt x="0" y="53340"/>
                </a:cubicBezTo>
                <a:cubicBezTo>
                  <a:pt x="0" y="52007"/>
                  <a:pt x="0" y="50673"/>
                  <a:pt x="0" y="49339"/>
                </a:cubicBezTo>
                <a:cubicBezTo>
                  <a:pt x="7923" y="25336"/>
                  <a:pt x="56782" y="0"/>
                  <a:pt x="145257" y="0"/>
                </a:cubicBezTo>
                <a:close/>
              </a:path>
            </a:pathLst>
          </a:custGeom>
          <a:solidFill>
            <a:schemeClr val="accent4"/>
          </a:solidFill>
          <a:ln>
            <a:noFill/>
          </a:ln>
        </p:spPr>
      </p:sp>
      <p:sp>
        <p:nvSpPr>
          <p:cNvPr id="22" name="chevron-down_108588"/>
          <p:cNvSpPr>
            <a:spLocks noChangeAspect="1"/>
          </p:cNvSpPr>
          <p:nvPr>
            <p:custDataLst>
              <p:tags r:id="rId59"/>
            </p:custDataLst>
          </p:nvPr>
        </p:nvSpPr>
        <p:spPr bwMode="auto">
          <a:xfrm rot="10800000">
            <a:off x="1242695" y="2886075"/>
            <a:ext cx="504825" cy="528320"/>
          </a:xfrm>
          <a:custGeom>
            <a:avLst/>
            <a:gdLst>
              <a:gd name="connsiteX0" fmla="*/ 20638 w 319088"/>
              <a:gd name="connsiteY0" fmla="*/ 179388 h 331788"/>
              <a:gd name="connsiteX1" fmla="*/ 158750 w 319088"/>
              <a:gd name="connsiteY1" fmla="*/ 292101 h 331788"/>
              <a:gd name="connsiteX2" fmla="*/ 300038 w 319088"/>
              <a:gd name="connsiteY2" fmla="*/ 179388 h 331788"/>
              <a:gd name="connsiteX3" fmla="*/ 319088 w 319088"/>
              <a:gd name="connsiteY3" fmla="*/ 204788 h 331788"/>
              <a:gd name="connsiteX4" fmla="*/ 158750 w 319088"/>
              <a:gd name="connsiteY4" fmla="*/ 331788 h 331788"/>
              <a:gd name="connsiteX5" fmla="*/ 0 w 319088"/>
              <a:gd name="connsiteY5" fmla="*/ 204788 h 331788"/>
              <a:gd name="connsiteX6" fmla="*/ 20638 w 319088"/>
              <a:gd name="connsiteY6" fmla="*/ 90488 h 331788"/>
              <a:gd name="connsiteX7" fmla="*/ 158750 w 319088"/>
              <a:gd name="connsiteY7" fmla="*/ 201614 h 331788"/>
              <a:gd name="connsiteX8" fmla="*/ 300038 w 319088"/>
              <a:gd name="connsiteY8" fmla="*/ 90488 h 331788"/>
              <a:gd name="connsiteX9" fmla="*/ 319088 w 319088"/>
              <a:gd name="connsiteY9" fmla="*/ 114301 h 331788"/>
              <a:gd name="connsiteX10" fmla="*/ 158750 w 319088"/>
              <a:gd name="connsiteY10" fmla="*/ 241301 h 331788"/>
              <a:gd name="connsiteX11" fmla="*/ 0 w 319088"/>
              <a:gd name="connsiteY11" fmla="*/ 114301 h 331788"/>
              <a:gd name="connsiteX12" fmla="*/ 20638 w 319088"/>
              <a:gd name="connsiteY12" fmla="*/ 0 h 331788"/>
              <a:gd name="connsiteX13" fmla="*/ 158750 w 319088"/>
              <a:gd name="connsiteY13" fmla="*/ 112713 h 331788"/>
              <a:gd name="connsiteX14" fmla="*/ 300038 w 319088"/>
              <a:gd name="connsiteY14" fmla="*/ 0 h 331788"/>
              <a:gd name="connsiteX15" fmla="*/ 319088 w 319088"/>
              <a:gd name="connsiteY15" fmla="*/ 25400 h 331788"/>
              <a:gd name="connsiteX16" fmla="*/ 158750 w 319088"/>
              <a:gd name="connsiteY16" fmla="*/ 152400 h 331788"/>
              <a:gd name="connsiteX17" fmla="*/ 0 w 319088"/>
              <a:gd name="connsiteY17" fmla="*/ 25400 h 3317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19088" h="331788">
                <a:moveTo>
                  <a:pt x="20638" y="179388"/>
                </a:moveTo>
                <a:lnTo>
                  <a:pt x="158750" y="292101"/>
                </a:lnTo>
                <a:lnTo>
                  <a:pt x="300038" y="179388"/>
                </a:lnTo>
                <a:lnTo>
                  <a:pt x="319088" y="204788"/>
                </a:lnTo>
                <a:lnTo>
                  <a:pt x="158750" y="331788"/>
                </a:lnTo>
                <a:lnTo>
                  <a:pt x="0" y="204788"/>
                </a:lnTo>
                <a:close/>
                <a:moveTo>
                  <a:pt x="20638" y="90488"/>
                </a:moveTo>
                <a:lnTo>
                  <a:pt x="158750" y="201614"/>
                </a:lnTo>
                <a:lnTo>
                  <a:pt x="300038" y="90488"/>
                </a:lnTo>
                <a:lnTo>
                  <a:pt x="319088" y="114301"/>
                </a:lnTo>
                <a:lnTo>
                  <a:pt x="158750" y="241301"/>
                </a:lnTo>
                <a:lnTo>
                  <a:pt x="0" y="114301"/>
                </a:lnTo>
                <a:close/>
                <a:moveTo>
                  <a:pt x="20638" y="0"/>
                </a:moveTo>
                <a:lnTo>
                  <a:pt x="158750" y="112713"/>
                </a:lnTo>
                <a:lnTo>
                  <a:pt x="300038" y="0"/>
                </a:lnTo>
                <a:lnTo>
                  <a:pt x="319088" y="25400"/>
                </a:lnTo>
                <a:lnTo>
                  <a:pt x="158750" y="152400"/>
                </a:lnTo>
                <a:lnTo>
                  <a:pt x="0" y="25400"/>
                </a:lnTo>
                <a:close/>
              </a:path>
            </a:pathLst>
          </a:custGeom>
          <a:solidFill>
            <a:schemeClr val="accent5">
              <a:lumMod val="75000"/>
            </a:schemeClr>
          </a:solidFill>
          <a:ln>
            <a:noFill/>
          </a:ln>
        </p:spPr>
      </p:sp>
      <p:sp>
        <p:nvSpPr>
          <p:cNvPr id="23" name="chevron-down_108588"/>
          <p:cNvSpPr>
            <a:spLocks noChangeAspect="1"/>
          </p:cNvSpPr>
          <p:nvPr>
            <p:custDataLst>
              <p:tags r:id="rId60"/>
            </p:custDataLst>
          </p:nvPr>
        </p:nvSpPr>
        <p:spPr bwMode="auto">
          <a:xfrm>
            <a:off x="1242695" y="4144645"/>
            <a:ext cx="504825" cy="528320"/>
          </a:xfrm>
          <a:custGeom>
            <a:avLst/>
            <a:gdLst>
              <a:gd name="connsiteX0" fmla="*/ 20638 w 319088"/>
              <a:gd name="connsiteY0" fmla="*/ 179388 h 331788"/>
              <a:gd name="connsiteX1" fmla="*/ 158750 w 319088"/>
              <a:gd name="connsiteY1" fmla="*/ 292101 h 331788"/>
              <a:gd name="connsiteX2" fmla="*/ 300038 w 319088"/>
              <a:gd name="connsiteY2" fmla="*/ 179388 h 331788"/>
              <a:gd name="connsiteX3" fmla="*/ 319088 w 319088"/>
              <a:gd name="connsiteY3" fmla="*/ 204788 h 331788"/>
              <a:gd name="connsiteX4" fmla="*/ 158750 w 319088"/>
              <a:gd name="connsiteY4" fmla="*/ 331788 h 331788"/>
              <a:gd name="connsiteX5" fmla="*/ 0 w 319088"/>
              <a:gd name="connsiteY5" fmla="*/ 204788 h 331788"/>
              <a:gd name="connsiteX6" fmla="*/ 20638 w 319088"/>
              <a:gd name="connsiteY6" fmla="*/ 90488 h 331788"/>
              <a:gd name="connsiteX7" fmla="*/ 158750 w 319088"/>
              <a:gd name="connsiteY7" fmla="*/ 201614 h 331788"/>
              <a:gd name="connsiteX8" fmla="*/ 300038 w 319088"/>
              <a:gd name="connsiteY8" fmla="*/ 90488 h 331788"/>
              <a:gd name="connsiteX9" fmla="*/ 319088 w 319088"/>
              <a:gd name="connsiteY9" fmla="*/ 114301 h 331788"/>
              <a:gd name="connsiteX10" fmla="*/ 158750 w 319088"/>
              <a:gd name="connsiteY10" fmla="*/ 241301 h 331788"/>
              <a:gd name="connsiteX11" fmla="*/ 0 w 319088"/>
              <a:gd name="connsiteY11" fmla="*/ 114301 h 331788"/>
              <a:gd name="connsiteX12" fmla="*/ 20638 w 319088"/>
              <a:gd name="connsiteY12" fmla="*/ 0 h 331788"/>
              <a:gd name="connsiteX13" fmla="*/ 158750 w 319088"/>
              <a:gd name="connsiteY13" fmla="*/ 112713 h 331788"/>
              <a:gd name="connsiteX14" fmla="*/ 300038 w 319088"/>
              <a:gd name="connsiteY14" fmla="*/ 0 h 331788"/>
              <a:gd name="connsiteX15" fmla="*/ 319088 w 319088"/>
              <a:gd name="connsiteY15" fmla="*/ 25400 h 331788"/>
              <a:gd name="connsiteX16" fmla="*/ 158750 w 319088"/>
              <a:gd name="connsiteY16" fmla="*/ 152400 h 331788"/>
              <a:gd name="connsiteX17" fmla="*/ 0 w 319088"/>
              <a:gd name="connsiteY17" fmla="*/ 25400 h 3317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19088" h="331788">
                <a:moveTo>
                  <a:pt x="20638" y="179388"/>
                </a:moveTo>
                <a:lnTo>
                  <a:pt x="158750" y="292101"/>
                </a:lnTo>
                <a:lnTo>
                  <a:pt x="300038" y="179388"/>
                </a:lnTo>
                <a:lnTo>
                  <a:pt x="319088" y="204788"/>
                </a:lnTo>
                <a:lnTo>
                  <a:pt x="158750" y="331788"/>
                </a:lnTo>
                <a:lnTo>
                  <a:pt x="0" y="204788"/>
                </a:lnTo>
                <a:close/>
                <a:moveTo>
                  <a:pt x="20638" y="90488"/>
                </a:moveTo>
                <a:lnTo>
                  <a:pt x="158750" y="201614"/>
                </a:lnTo>
                <a:lnTo>
                  <a:pt x="300038" y="90488"/>
                </a:lnTo>
                <a:lnTo>
                  <a:pt x="319088" y="114301"/>
                </a:lnTo>
                <a:lnTo>
                  <a:pt x="158750" y="241301"/>
                </a:lnTo>
                <a:lnTo>
                  <a:pt x="0" y="114301"/>
                </a:lnTo>
                <a:close/>
                <a:moveTo>
                  <a:pt x="20638" y="0"/>
                </a:moveTo>
                <a:lnTo>
                  <a:pt x="158750" y="112713"/>
                </a:lnTo>
                <a:lnTo>
                  <a:pt x="300038" y="0"/>
                </a:lnTo>
                <a:lnTo>
                  <a:pt x="319088" y="25400"/>
                </a:lnTo>
                <a:lnTo>
                  <a:pt x="158750" y="152400"/>
                </a:lnTo>
                <a:lnTo>
                  <a:pt x="0" y="25400"/>
                </a:lnTo>
                <a:close/>
              </a:path>
            </a:pathLst>
          </a:custGeom>
          <a:solidFill>
            <a:schemeClr val="accent5">
              <a:lumMod val="75000"/>
            </a:schemeClr>
          </a:solidFill>
          <a:ln>
            <a:noFill/>
          </a:ln>
        </p:spPr>
      </p:sp>
      <p:sp>
        <p:nvSpPr>
          <p:cNvPr id="81" name="文本框 80"/>
          <p:cNvSpPr txBox="1"/>
          <p:nvPr>
            <p:custDataLst>
              <p:tags r:id="rId61"/>
            </p:custDataLst>
          </p:nvPr>
        </p:nvSpPr>
        <p:spPr>
          <a:xfrm>
            <a:off x="789305" y="3479165"/>
            <a:ext cx="1646555" cy="583565"/>
          </a:xfrm>
          <a:prstGeom prst="rect">
            <a:avLst/>
          </a:prstGeom>
          <a:noFill/>
        </p:spPr>
        <p:txBody>
          <a:bodyPr wrap="square" rtlCol="0">
            <a:spAutoFit/>
          </a:bodyPr>
          <a:lstStyle/>
          <a:p>
            <a:pPr algn="ctr"/>
            <a:r>
              <a:rPr lang="zh-CN" altLang="en-US" sz="1600" b="1" dirty="0">
                <a:solidFill>
                  <a:schemeClr val="accent1">
                    <a:lumMod val="50000"/>
                  </a:schemeClr>
                </a:solidFill>
                <a:latin typeface="微软雅黑" panose="020B0503020204020204" pitchFamily="34" charset="-122"/>
                <a:ea typeface="微软雅黑" panose="020B0503020204020204" pitchFamily="34" charset="-122"/>
              </a:rPr>
              <a:t>数据管理</a:t>
            </a:r>
            <a:endParaRPr lang="en-US" altLang="zh-CN" sz="1600" b="1" dirty="0">
              <a:solidFill>
                <a:schemeClr val="accent1">
                  <a:lumMod val="50000"/>
                </a:schemeClr>
              </a:solidFill>
              <a:latin typeface="微软雅黑" panose="020B0503020204020204" pitchFamily="34" charset="-122"/>
              <a:ea typeface="微软雅黑" panose="020B0503020204020204" pitchFamily="34" charset="-122"/>
            </a:endParaRPr>
          </a:p>
          <a:p>
            <a:pPr algn="ctr"/>
            <a:r>
              <a:rPr lang="zh-CN" altLang="en-US" sz="1600" b="1" dirty="0">
                <a:solidFill>
                  <a:schemeClr val="accent1">
                    <a:lumMod val="50000"/>
                  </a:schemeClr>
                </a:solidFill>
                <a:latin typeface="微软雅黑" panose="020B0503020204020204" pitchFamily="34" charset="-122"/>
                <a:ea typeface="微软雅黑" panose="020B0503020204020204" pitchFamily="34" charset="-122"/>
              </a:rPr>
              <a:t>要兼顾双重视角</a:t>
            </a:r>
            <a:endParaRPr lang="zh-CN" altLang="en-US" sz="1600" b="1" dirty="0">
              <a:solidFill>
                <a:schemeClr val="accent1">
                  <a:lumMod val="50000"/>
                </a:schemeClr>
              </a:solidFill>
              <a:latin typeface="微软雅黑" panose="020B0503020204020204" pitchFamily="34" charset="-122"/>
              <a:ea typeface="微软雅黑" panose="020B0503020204020204" pitchFamily="34" charset="-122"/>
            </a:endParaRPr>
          </a:p>
        </p:txBody>
      </p:sp>
      <p:sp>
        <p:nvSpPr>
          <p:cNvPr id="86" name="标题 85"/>
          <p:cNvSpPr>
            <a:spLocks noGrp="1"/>
          </p:cNvSpPr>
          <p:nvPr>
            <p:ph type="title"/>
            <p:custDataLst>
              <p:tags r:id="rId62"/>
            </p:custDataLst>
          </p:nvPr>
        </p:nvSpPr>
        <p:spPr/>
        <p:txBody>
          <a:bodyPr vert="horz" lIns="91440" tIns="45720" rIns="91440" bIns="45720" rtlCol="0" anchor="ctr">
            <a:normAutofit/>
          </a:bodyPr>
          <a:p>
            <a:pPr lvl="0" algn="l">
              <a:buClrTx/>
              <a:buSzTx/>
              <a:buFontTx/>
            </a:pPr>
            <a:r>
              <a:rPr lang="zh-CN" altLang="en-US" smtClean="0">
                <a:sym typeface="+mn-ea"/>
              </a:rPr>
              <a:t>双重视角看数据</a:t>
            </a:r>
            <a:endParaRPr lang="zh-CN" altLang="en-US" smtClean="0">
              <a:sym typeface="+mn-ea"/>
            </a:endParaRPr>
          </a:p>
        </p:txBody>
      </p:sp>
    </p:spTree>
    <p:custDataLst>
      <p:tags r:id="rId63"/>
    </p:custData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2"/>
          <p:cNvSpPr txBox="1">
            <a:spLocks noGrp="1"/>
          </p:cNvSpPr>
          <p:nvPr>
            <p:custDataLst>
              <p:tags r:id="rId1"/>
            </p:custDataLst>
          </p:nvPr>
        </p:nvSpPr>
        <p:spPr>
          <a:xfrm>
            <a:off x="908050" y="1152525"/>
            <a:ext cx="10415270" cy="927735"/>
          </a:xfrm>
          <a:prstGeom prst="rect">
            <a:avLst/>
          </a:prstGeom>
          <a:noFill/>
          <a:ln w="6350">
            <a:solidFill>
              <a:srgbClr val="2D6FA0"/>
            </a:solidFill>
            <a:prstDash val="sysDash"/>
          </a:ln>
        </p:spPr>
        <p:txBody>
          <a:bodyPr vert="horz" wrap="square" lIns="91440" tIns="45720" rIns="91440" bIns="45720" numCol="1" rtlCol="0" anchor="ctr" anchorCtr="0" compatLnSpc="0">
            <a:noAutofit/>
          </a:bodyPr>
          <a:lstStyle>
            <a:lvl1pPr marL="342900" indent="-342900" algn="l" rtl="0" eaLnBrk="1" fontAlgn="base" hangingPunct="1">
              <a:spcBef>
                <a:spcPct val="20000"/>
              </a:spcBef>
              <a:spcAft>
                <a:spcPct val="0"/>
              </a:spcAft>
              <a:buClr>
                <a:schemeClr val="tx1"/>
              </a:buClr>
              <a:buFont typeface="Wingdings" panose="05000000000000000000" pitchFamily="2" charset="2"/>
              <a:buChar char="v"/>
              <a:defRPr sz="2000" b="1">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defRPr>
            </a:lvl1pPr>
            <a:lvl2pPr marL="742950" indent="-285750" algn="l" rtl="0" eaLnBrk="1" fontAlgn="base" hangingPunct="1">
              <a:spcBef>
                <a:spcPct val="20000"/>
              </a:spcBef>
              <a:spcAft>
                <a:spcPct val="0"/>
              </a:spcAft>
              <a:buFont typeface="Wingdings" panose="05000000000000000000" pitchFamily="2" charset="2"/>
              <a:buChar char="§"/>
              <a:defRPr sz="2000">
                <a:solidFill>
                  <a:schemeClr val="bg1">
                    <a:lumMod val="50000"/>
                  </a:schemeClr>
                </a:solidFill>
                <a:latin typeface="微软雅黑" panose="020B0503020204020204" pitchFamily="34" charset="-122"/>
                <a:ea typeface="微软雅黑" panose="020B0503020204020204" pitchFamily="34" charset="-122"/>
              </a:defRPr>
            </a:lvl2pPr>
            <a:lvl3pPr marL="1143000" indent="-228600" algn="l" rtl="0" eaLnBrk="1" fontAlgn="base" hangingPunct="1">
              <a:spcBef>
                <a:spcPct val="20000"/>
              </a:spcBef>
              <a:spcAft>
                <a:spcPct val="0"/>
              </a:spcAft>
              <a:buChar char="•"/>
              <a:defRPr sz="1800">
                <a:solidFill>
                  <a:schemeClr val="bg1">
                    <a:lumMod val="50000"/>
                  </a:schemeClr>
                </a:solidFill>
                <a:latin typeface="微软雅黑" panose="020B0503020204020204" pitchFamily="34" charset="-122"/>
                <a:ea typeface="微软雅黑" panose="020B0503020204020204" pitchFamily="34" charset="-122"/>
              </a:defRPr>
            </a:lvl3pPr>
            <a:lvl4pPr marL="1600200" indent="-228600" algn="l" rtl="0" eaLnBrk="1" fontAlgn="base" hangingPunct="1">
              <a:spcBef>
                <a:spcPct val="20000"/>
              </a:spcBef>
              <a:spcAft>
                <a:spcPct val="0"/>
              </a:spcAft>
              <a:buChar char="–"/>
              <a:defRPr sz="1600">
                <a:solidFill>
                  <a:schemeClr val="bg1">
                    <a:lumMod val="50000"/>
                  </a:schemeClr>
                </a:solidFill>
                <a:latin typeface="微软雅黑" panose="020B0503020204020204" pitchFamily="34" charset="-122"/>
                <a:ea typeface="微软雅黑" panose="020B0503020204020204" pitchFamily="34" charset="-122"/>
              </a:defRPr>
            </a:lvl4pPr>
            <a:lvl5pPr marL="2057400" indent="-228600" algn="l" rtl="0" eaLnBrk="1" fontAlgn="base" hangingPunct="1">
              <a:spcBef>
                <a:spcPct val="20000"/>
              </a:spcBef>
              <a:spcAft>
                <a:spcPct val="0"/>
              </a:spcAft>
              <a:buChar char="»"/>
              <a:defRPr sz="1600">
                <a:solidFill>
                  <a:schemeClr val="bg1">
                    <a:lumMod val="50000"/>
                  </a:schemeClr>
                </a:solidFill>
                <a:latin typeface="微软雅黑" panose="020B0503020204020204" pitchFamily="34" charset="-122"/>
                <a:ea typeface="微软雅黑" panose="020B0503020204020204" pitchFamily="34" charset="-122"/>
              </a:defRPr>
            </a:lvl5pPr>
            <a:lvl6pPr marL="2514600" indent="-228600" algn="l" rtl="0" eaLnBrk="1" fontAlgn="base" hangingPunct="1">
              <a:spcBef>
                <a:spcPct val="20000"/>
              </a:spcBef>
              <a:spcAft>
                <a:spcPct val="0"/>
              </a:spcAft>
              <a:buChar char="»"/>
              <a:defRPr sz="2000">
                <a:solidFill>
                  <a:schemeClr val="tx1"/>
                </a:solidFill>
                <a:latin typeface="Arial" panose="020B0604020202020204" pitchFamily="34" charset="0"/>
              </a:defRPr>
            </a:lvl6pPr>
            <a:lvl7pPr marL="2971800" indent="-228600" algn="l" rtl="0" eaLnBrk="1" fontAlgn="base" hangingPunct="1">
              <a:spcBef>
                <a:spcPct val="20000"/>
              </a:spcBef>
              <a:spcAft>
                <a:spcPct val="0"/>
              </a:spcAft>
              <a:buChar char="»"/>
              <a:defRPr sz="2000">
                <a:solidFill>
                  <a:schemeClr val="tx1"/>
                </a:solidFill>
                <a:latin typeface="Arial" panose="020B0604020202020204" pitchFamily="34" charset="0"/>
              </a:defRPr>
            </a:lvl7pPr>
            <a:lvl8pPr marL="3429000" indent="-228600" algn="l" rtl="0" eaLnBrk="1" fontAlgn="base" hangingPunct="1">
              <a:spcBef>
                <a:spcPct val="20000"/>
              </a:spcBef>
              <a:spcAft>
                <a:spcPct val="0"/>
              </a:spcAft>
              <a:buChar char="»"/>
              <a:defRPr sz="2000">
                <a:solidFill>
                  <a:schemeClr val="tx1"/>
                </a:solidFill>
                <a:latin typeface="Arial" panose="020B0604020202020204" pitchFamily="34" charset="0"/>
              </a:defRPr>
            </a:lvl8pPr>
            <a:lvl9pPr marL="3886200" indent="-228600" algn="l" rtl="0" eaLnBrk="1" fontAlgn="base" hangingPunct="1">
              <a:spcBef>
                <a:spcPct val="20000"/>
              </a:spcBef>
              <a:spcAft>
                <a:spcPct val="0"/>
              </a:spcAft>
              <a:buChar char="»"/>
              <a:defRPr sz="2000">
                <a:solidFill>
                  <a:schemeClr val="tx1"/>
                </a:solidFill>
                <a:latin typeface="Arial" panose="020B0604020202020204" pitchFamily="34" charset="0"/>
              </a:defRPr>
            </a:lvl9pPr>
          </a:lstStyle>
          <a:p>
            <a:pPr marL="285750" lvl="0" indent="-285750" algn="l" fontAlgn="ctr">
              <a:lnSpc>
                <a:spcPct val="150000"/>
              </a:lnSpc>
              <a:spcBef>
                <a:spcPts val="0"/>
              </a:spcBef>
              <a:spcAft>
                <a:spcPts val="0"/>
              </a:spcAft>
              <a:buClrTx/>
              <a:buSzTx/>
              <a:buFont typeface="Wingdings" panose="05000000000000000000" charset="0"/>
              <a:buChar char="Ø"/>
            </a:pPr>
            <a:r>
              <a:rPr lang="zh-CN" altLang="en-US" sz="1600" dirty="0">
                <a:solidFill>
                  <a:schemeClr val="tx1"/>
                </a:solidFill>
                <a:cs typeface="+mn-cs"/>
                <a:sym typeface="+mn-ea"/>
              </a:rPr>
              <a:t>数据治理是</a:t>
            </a:r>
            <a:r>
              <a:rPr lang="zh-CN" altLang="en-US" sz="1600" dirty="0">
                <a:solidFill>
                  <a:schemeClr val="tx1"/>
                </a:solidFill>
                <a:cs typeface="+mn-cs"/>
                <a:sym typeface="+mn-ea"/>
              </a:rPr>
              <a:t>对数据资产</a:t>
            </a:r>
            <a:r>
              <a:rPr lang="zh-CN" altLang="en-US" sz="1600" dirty="0">
                <a:solidFill>
                  <a:schemeClr val="tx1"/>
                </a:solidFill>
                <a:cs typeface="+mn-cs"/>
                <a:sym typeface="+mn-ea"/>
              </a:rPr>
              <a:t>的</a:t>
            </a:r>
            <a:r>
              <a:rPr lang="zh-CN" altLang="en-US" sz="1600" dirty="0">
                <a:solidFill>
                  <a:schemeClr val="tx1"/>
                </a:solidFill>
                <a:cs typeface="+mn-cs"/>
                <a:sym typeface="+mn-ea"/>
              </a:rPr>
              <a:t>管理</a:t>
            </a:r>
            <a:r>
              <a:rPr lang="zh-CN" altLang="en-US" sz="1600" dirty="0">
                <a:solidFill>
                  <a:schemeClr val="tx1"/>
                </a:solidFill>
                <a:cs typeface="+mn-cs"/>
                <a:sym typeface="+mn-ea"/>
              </a:rPr>
              <a:t>行使权力和控制的活动集合（规划、监控和执行）。数据治理职能指导其他数据管理职能如何执行。</a:t>
            </a:r>
            <a:endParaRPr lang="zh-CN" altLang="en-US" sz="1600" dirty="0">
              <a:solidFill>
                <a:schemeClr val="tx1"/>
              </a:solidFill>
              <a:cs typeface="+mn-cs"/>
              <a:sym typeface="+mn-ea"/>
            </a:endParaRPr>
          </a:p>
        </p:txBody>
      </p:sp>
      <p:sp>
        <p:nvSpPr>
          <p:cNvPr id="5" name="灯片编号占位符 4"/>
          <p:cNvSpPr>
            <a:spLocks noGrp="1"/>
          </p:cNvSpPr>
          <p:nvPr>
            <p:custDataLst>
              <p:tags r:id="rId2"/>
            </p:custDataLst>
          </p:nvPr>
        </p:nvSpPr>
        <p:spPr>
          <a:xfrm>
            <a:off x="10134600" y="6607175"/>
            <a:ext cx="533400" cy="244475"/>
          </a:xfrm>
          <a:prstGeom prst="rect">
            <a:avLst/>
          </a:prstGeom>
        </p:spPr>
        <p:txBody>
          <a:bodyPr vert="horz" lIns="91440" tIns="45720" rIns="91440" bIns="45720" rtlCol="0" anchor="ctr"/>
          <a:lstStyle>
            <a:defPPr>
              <a:defRPr lang="zh-CN"/>
            </a:defPPr>
            <a:lvl1pPr marL="0" algn="l" defTabSz="914400" rtl="0" eaLnBrk="1" latinLnBrk="0" hangingPunct="1">
              <a:defRPr lang="en-US" altLang="zh-CN" sz="1000" kern="1200" baseline="0" smtClean="0">
                <a:solidFill>
                  <a:srgbClr val="666666"/>
                </a:solidFill>
                <a:latin typeface="微软雅黑" panose="020B0503020204020204" pitchFamily="34" charset="-122"/>
                <a:ea typeface="微软雅黑" panose="020B0503020204020204" pitchFamily="34" charset="-122"/>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874E8E66-71D6-45D4-A3A2-5B086109405E}" type="slidenum">
              <a:rPr lang="en-US" altLang="zh-CN" smtClean="0">
                <a:solidFill>
                  <a:schemeClr val="tx1"/>
                </a:solidFill>
              </a:rPr>
            </a:fld>
            <a:endParaRPr lang="en-US" altLang="zh-CN" dirty="0" smtClean="0">
              <a:solidFill>
                <a:schemeClr val="tx1"/>
              </a:solidFill>
            </a:endParaRPr>
          </a:p>
        </p:txBody>
      </p:sp>
      <p:sp>
        <p:nvSpPr>
          <p:cNvPr id="17" name="标题 16"/>
          <p:cNvSpPr>
            <a:spLocks noGrp="1"/>
          </p:cNvSpPr>
          <p:nvPr>
            <p:ph type="title"/>
            <p:custDataLst>
              <p:tags r:id="rId3"/>
            </p:custDataLst>
          </p:nvPr>
        </p:nvSpPr>
        <p:spPr/>
        <p:txBody>
          <a:bodyPr vert="horz" lIns="91440" tIns="45720" rIns="91440" bIns="45720" rtlCol="0" anchor="ctr">
            <a:normAutofit/>
          </a:bodyPr>
          <a:p>
            <a:pPr lvl="0" algn="l">
              <a:buClrTx/>
              <a:buSzTx/>
              <a:buFontTx/>
            </a:pPr>
            <a:r>
              <a:rPr lang="zh-CN" altLang="en-US" smtClean="0">
                <a:sym typeface="+mn-ea"/>
              </a:rPr>
              <a:t>数据治理与管理框架：</a:t>
            </a:r>
            <a:r>
              <a:rPr lang="zh-CN" altLang="en-US" smtClean="0">
                <a:sym typeface="+mn-ea"/>
              </a:rPr>
              <a:t>DAMA</a:t>
            </a:r>
            <a:endParaRPr lang="zh-CN" altLang="en-US" smtClean="0">
              <a:sym typeface="+mn-ea"/>
            </a:endParaRPr>
          </a:p>
        </p:txBody>
      </p:sp>
      <p:pic>
        <p:nvPicPr>
          <p:cNvPr id="20" name="图片 19"/>
          <p:cNvPicPr/>
          <p:nvPr/>
        </p:nvPicPr>
        <p:blipFill>
          <a:blip r:embed="rId4"/>
          <a:stretch>
            <a:fillRect/>
          </a:stretch>
        </p:blipFill>
        <p:spPr>
          <a:xfrm>
            <a:off x="982980" y="2204720"/>
            <a:ext cx="4359910" cy="4359910"/>
          </a:xfrm>
          <a:prstGeom prst="rect">
            <a:avLst/>
          </a:prstGeom>
        </p:spPr>
      </p:pic>
      <p:pic>
        <p:nvPicPr>
          <p:cNvPr id="21" name="图片 20"/>
          <p:cNvPicPr/>
          <p:nvPr/>
        </p:nvPicPr>
        <p:blipFill>
          <a:blip r:embed="rId5"/>
          <a:stretch>
            <a:fillRect/>
          </a:stretch>
        </p:blipFill>
        <p:spPr>
          <a:xfrm>
            <a:off x="7031990" y="2348865"/>
            <a:ext cx="3038475" cy="4181475"/>
          </a:xfrm>
          <a:prstGeom prst="rect">
            <a:avLst/>
          </a:prstGeom>
        </p:spPr>
      </p:pic>
    </p:spTree>
    <p:custDataLst>
      <p:tags r:id="rId6"/>
    </p:custData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灯片编号占位符 3"/>
          <p:cNvSpPr>
            <a:spLocks noGrp="1"/>
          </p:cNvSpPr>
          <p:nvPr>
            <p:custDataLst>
              <p:tags r:id="rId1"/>
            </p:custDataLst>
          </p:nvPr>
        </p:nvSpPr>
        <p:spPr>
          <a:xfrm>
            <a:off x="10026650" y="6842760"/>
            <a:ext cx="533400" cy="244475"/>
          </a:xfrm>
          <a:prstGeom prst="rect">
            <a:avLst/>
          </a:prstGeom>
        </p:spPr>
        <p:txBody>
          <a:bodyPr vert="horz" lIns="91440" tIns="45720" rIns="91440" bIns="45720" rtlCol="0" anchor="ctr"/>
          <a:lstStyle>
            <a:defPPr>
              <a:defRPr lang="zh-CN"/>
            </a:defPPr>
            <a:lvl1pPr marL="0" algn="l" defTabSz="914400" rtl="0" eaLnBrk="1" latinLnBrk="0" hangingPunct="1">
              <a:defRPr lang="en-US" altLang="zh-CN" sz="1000" kern="1200" baseline="0" smtClean="0">
                <a:solidFill>
                  <a:srgbClr val="666666"/>
                </a:solidFill>
                <a:latin typeface="微软雅黑" panose="020B0503020204020204" pitchFamily="34" charset="-122"/>
                <a:ea typeface="微软雅黑" panose="020B0503020204020204" pitchFamily="34" charset="-122"/>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5D86DFE6-83D9-4FE3-A95C-808B4CBE7F92}" type="slidenum">
              <a:rPr lang="en-US" altLang="zh-CN" smtClean="0">
                <a:solidFill>
                  <a:schemeClr val="tx1"/>
                </a:solidFill>
              </a:rPr>
            </a:fld>
            <a:endParaRPr lang="en-US" altLang="zh-CN" smtClean="0">
              <a:solidFill>
                <a:schemeClr val="tx1"/>
              </a:solidFill>
            </a:endParaRPr>
          </a:p>
        </p:txBody>
      </p:sp>
      <p:sp>
        <p:nvSpPr>
          <p:cNvPr id="19" name="矩形 18"/>
          <p:cNvSpPr/>
          <p:nvPr>
            <p:custDataLst>
              <p:tags r:id="rId2"/>
            </p:custDataLst>
          </p:nvPr>
        </p:nvSpPr>
        <p:spPr>
          <a:xfrm>
            <a:off x="2283460" y="2345690"/>
            <a:ext cx="2290445" cy="720090"/>
          </a:xfrm>
          <a:prstGeom prst="rect">
            <a:avLst/>
          </a:prstGeom>
          <a:gradFill>
            <a:gsLst>
              <a:gs pos="0">
                <a:schemeClr val="accent5">
                  <a:lumOff val="17500"/>
                </a:schemeClr>
              </a:gs>
              <a:gs pos="100000">
                <a:schemeClr val="accent5"/>
              </a:gs>
              <a:gs pos="50000">
                <a:srgbClr val="29B6F4"/>
              </a:gs>
              <a:gs pos="0">
                <a:srgbClr val="82D1F6"/>
              </a:gs>
              <a:gs pos="99000">
                <a:srgbClr val="0089CD"/>
              </a:gs>
            </a:gsLst>
            <a:lin ang="16200000" scaled="0"/>
          </a:gradFill>
          <a:ln>
            <a:solidFill>
              <a:schemeClr val="accent1"/>
            </a:solidFill>
          </a:ln>
        </p:spPr>
        <p:style>
          <a:lnRef idx="1">
            <a:schemeClr val="accent5"/>
          </a:lnRef>
          <a:fillRef idx="2">
            <a:schemeClr val="accent5"/>
          </a:fillRef>
          <a:effectRef idx="1">
            <a:schemeClr val="accent5"/>
          </a:effectRef>
          <a:fontRef idx="minor">
            <a:schemeClr val="dk1"/>
          </a:fontRef>
        </p:style>
        <p:txBody>
          <a:bodyPr vertOverflow="overflow" horzOverflow="overflow" vert="horz" wrap="square" numCol="1" spcCol="0" rtlCol="0" fromWordArt="0" anchor="ctr" anchorCtr="0" forceAA="0" compatLnSpc="1">
            <a:normAutofit/>
          </a:bodyPr>
          <a:lstStyle/>
          <a:p>
            <a:pPr lvl="0" algn="ctr">
              <a:buClrTx/>
              <a:buSzTx/>
              <a:buFontTx/>
            </a:pPr>
            <a:r>
              <a:rPr lang="zh-CN" altLang="en-US" sz="1600" b="1" dirty="0">
                <a:solidFill>
                  <a:schemeClr val="bg1"/>
                </a:solidFill>
                <a:latin typeface="微软雅黑" panose="020B0503020204020204" pitchFamily="34" charset="-122"/>
                <a:ea typeface="微软雅黑" panose="020B0503020204020204" pitchFamily="34" charset="-122"/>
                <a:sym typeface="+mn-ea"/>
              </a:rPr>
              <a:t>主数据管理</a:t>
            </a:r>
            <a:endParaRPr lang="zh-CN" altLang="en-US" sz="1600" b="1" dirty="0">
              <a:solidFill>
                <a:schemeClr val="bg1"/>
              </a:solidFill>
              <a:latin typeface="微软雅黑" panose="020B0503020204020204" pitchFamily="34" charset="-122"/>
              <a:ea typeface="微软雅黑" panose="020B0503020204020204" pitchFamily="34" charset="-122"/>
              <a:sym typeface="+mn-ea"/>
            </a:endParaRPr>
          </a:p>
        </p:txBody>
      </p:sp>
      <p:sp>
        <p:nvSpPr>
          <p:cNvPr id="20" name="矩形 19"/>
          <p:cNvSpPr/>
          <p:nvPr>
            <p:custDataLst>
              <p:tags r:id="rId3"/>
            </p:custDataLst>
          </p:nvPr>
        </p:nvSpPr>
        <p:spPr>
          <a:xfrm>
            <a:off x="4552950" y="2345690"/>
            <a:ext cx="2290445" cy="720090"/>
          </a:xfrm>
          <a:prstGeom prst="rect">
            <a:avLst/>
          </a:prstGeom>
          <a:gradFill>
            <a:gsLst>
              <a:gs pos="0">
                <a:schemeClr val="accent5">
                  <a:lumOff val="17500"/>
                </a:schemeClr>
              </a:gs>
              <a:gs pos="100000">
                <a:schemeClr val="accent5"/>
              </a:gs>
              <a:gs pos="50000">
                <a:srgbClr val="29B6F4"/>
              </a:gs>
              <a:gs pos="0">
                <a:srgbClr val="82D1F6"/>
              </a:gs>
              <a:gs pos="99000">
                <a:srgbClr val="0089CD"/>
              </a:gs>
            </a:gsLst>
            <a:lin ang="16200000" scaled="0"/>
          </a:gradFill>
          <a:ln>
            <a:solidFill>
              <a:schemeClr val="accent1"/>
            </a:solidFill>
          </a:ln>
        </p:spPr>
        <p:style>
          <a:lnRef idx="1">
            <a:schemeClr val="accent5"/>
          </a:lnRef>
          <a:fillRef idx="2">
            <a:schemeClr val="accent5"/>
          </a:fillRef>
          <a:effectRef idx="1">
            <a:schemeClr val="accent5"/>
          </a:effectRef>
          <a:fontRef idx="minor">
            <a:schemeClr val="dk1"/>
          </a:fontRef>
        </p:style>
        <p:txBody>
          <a:bodyPr vertOverflow="overflow" horzOverflow="overflow" vert="horz" wrap="square" numCol="1" spcCol="0" rtlCol="0" fromWordArt="0" anchor="ctr" anchorCtr="0" forceAA="0" compatLnSpc="1">
            <a:normAutofit/>
          </a:bodyPr>
          <a:lstStyle/>
          <a:p>
            <a:pPr lvl="0" algn="ctr">
              <a:buClrTx/>
              <a:buSzTx/>
              <a:buFontTx/>
            </a:pPr>
            <a:r>
              <a:rPr lang="zh-CN" altLang="en-US" sz="1600" b="1" dirty="0">
                <a:solidFill>
                  <a:schemeClr val="bg1"/>
                </a:solidFill>
                <a:latin typeface="微软雅黑" panose="020B0503020204020204" pitchFamily="34" charset="-122"/>
                <a:ea typeface="微软雅黑" panose="020B0503020204020204" pitchFamily="34" charset="-122"/>
                <a:sym typeface="+mn-ea"/>
              </a:rPr>
              <a:t>数据仓库管理</a:t>
            </a:r>
            <a:endParaRPr lang="zh-CN" altLang="en-US" sz="1600" b="1" dirty="0">
              <a:solidFill>
                <a:schemeClr val="bg1"/>
              </a:solidFill>
              <a:latin typeface="微软雅黑" panose="020B0503020204020204" pitchFamily="34" charset="-122"/>
              <a:ea typeface="微软雅黑" panose="020B0503020204020204" pitchFamily="34" charset="-122"/>
              <a:sym typeface="+mn-ea"/>
            </a:endParaRPr>
          </a:p>
        </p:txBody>
      </p:sp>
      <p:sp>
        <p:nvSpPr>
          <p:cNvPr id="21" name="矩形 20"/>
          <p:cNvSpPr/>
          <p:nvPr>
            <p:custDataLst>
              <p:tags r:id="rId4"/>
            </p:custDataLst>
          </p:nvPr>
        </p:nvSpPr>
        <p:spPr>
          <a:xfrm>
            <a:off x="6843395" y="2345690"/>
            <a:ext cx="2290445" cy="720090"/>
          </a:xfrm>
          <a:prstGeom prst="rect">
            <a:avLst/>
          </a:prstGeom>
          <a:gradFill>
            <a:gsLst>
              <a:gs pos="0">
                <a:schemeClr val="accent5">
                  <a:lumOff val="17500"/>
                </a:schemeClr>
              </a:gs>
              <a:gs pos="100000">
                <a:schemeClr val="accent5"/>
              </a:gs>
              <a:gs pos="50000">
                <a:srgbClr val="29B6F4"/>
              </a:gs>
              <a:gs pos="0">
                <a:srgbClr val="82D1F6"/>
              </a:gs>
              <a:gs pos="99000">
                <a:srgbClr val="0089CD"/>
              </a:gs>
            </a:gsLst>
            <a:lin ang="16200000" scaled="0"/>
          </a:gradFill>
          <a:ln>
            <a:solidFill>
              <a:schemeClr val="accent1"/>
            </a:solidFill>
          </a:ln>
        </p:spPr>
        <p:style>
          <a:lnRef idx="1">
            <a:schemeClr val="accent5"/>
          </a:lnRef>
          <a:fillRef idx="2">
            <a:schemeClr val="accent5"/>
          </a:fillRef>
          <a:effectRef idx="1">
            <a:schemeClr val="accent5"/>
          </a:effectRef>
          <a:fontRef idx="minor">
            <a:schemeClr val="dk1"/>
          </a:fontRef>
        </p:style>
        <p:txBody>
          <a:bodyPr vertOverflow="overflow" horzOverflow="overflow" vert="horz" wrap="square" numCol="1" spcCol="0" rtlCol="0" fromWordArt="0" anchor="ctr" anchorCtr="0" forceAA="0" compatLnSpc="1">
            <a:normAutofit/>
          </a:bodyPr>
          <a:lstStyle/>
          <a:p>
            <a:pPr lvl="0" algn="ctr">
              <a:buClrTx/>
              <a:buSzTx/>
              <a:buFontTx/>
            </a:pPr>
            <a:r>
              <a:rPr lang="zh-CN" altLang="en-US" sz="1600" b="1" dirty="0">
                <a:solidFill>
                  <a:schemeClr val="bg1"/>
                </a:solidFill>
                <a:latin typeface="微软雅黑" panose="020B0503020204020204" pitchFamily="34" charset="-122"/>
                <a:ea typeface="微软雅黑" panose="020B0503020204020204" pitchFamily="34" charset="-122"/>
                <a:sym typeface="+mn-ea"/>
              </a:rPr>
              <a:t>文档和内容管理</a:t>
            </a:r>
            <a:endParaRPr lang="zh-CN" altLang="en-US" sz="1600" b="1" dirty="0">
              <a:solidFill>
                <a:schemeClr val="bg1"/>
              </a:solidFill>
              <a:latin typeface="微软雅黑" panose="020B0503020204020204" pitchFamily="34" charset="-122"/>
              <a:ea typeface="微软雅黑" panose="020B0503020204020204" pitchFamily="34" charset="-122"/>
              <a:sym typeface="+mn-ea"/>
            </a:endParaRPr>
          </a:p>
        </p:txBody>
      </p:sp>
      <p:sp>
        <p:nvSpPr>
          <p:cNvPr id="22" name="矩形 21"/>
          <p:cNvSpPr/>
          <p:nvPr>
            <p:custDataLst>
              <p:tags r:id="rId5"/>
            </p:custDataLst>
          </p:nvPr>
        </p:nvSpPr>
        <p:spPr>
          <a:xfrm>
            <a:off x="9134475" y="2345690"/>
            <a:ext cx="2290445" cy="720090"/>
          </a:xfrm>
          <a:prstGeom prst="rect">
            <a:avLst/>
          </a:prstGeom>
          <a:gradFill>
            <a:gsLst>
              <a:gs pos="0">
                <a:schemeClr val="accent5">
                  <a:lumOff val="17500"/>
                </a:schemeClr>
              </a:gs>
              <a:gs pos="100000">
                <a:schemeClr val="accent5"/>
              </a:gs>
              <a:gs pos="50000">
                <a:srgbClr val="29B6F4"/>
              </a:gs>
              <a:gs pos="0">
                <a:srgbClr val="82D1F6"/>
              </a:gs>
              <a:gs pos="99000">
                <a:srgbClr val="0089CD"/>
              </a:gs>
            </a:gsLst>
            <a:lin ang="16200000" scaled="0"/>
          </a:gradFill>
          <a:ln>
            <a:solidFill>
              <a:schemeClr val="accent1"/>
            </a:solidFill>
          </a:ln>
        </p:spPr>
        <p:style>
          <a:lnRef idx="1">
            <a:schemeClr val="accent5"/>
          </a:lnRef>
          <a:fillRef idx="2">
            <a:schemeClr val="accent5"/>
          </a:fillRef>
          <a:effectRef idx="1">
            <a:schemeClr val="accent5"/>
          </a:effectRef>
          <a:fontRef idx="minor">
            <a:schemeClr val="dk1"/>
          </a:fontRef>
        </p:style>
        <p:txBody>
          <a:bodyPr vertOverflow="overflow" horzOverflow="overflow" vert="horz" wrap="square" numCol="1" spcCol="0" rtlCol="0" fromWordArt="0" anchor="ctr" anchorCtr="0" forceAA="0" compatLnSpc="1">
            <a:normAutofit/>
          </a:bodyPr>
          <a:lstStyle/>
          <a:p>
            <a:pPr lvl="0" algn="ctr">
              <a:buClrTx/>
              <a:buSzTx/>
              <a:buFontTx/>
            </a:pPr>
            <a:r>
              <a:rPr lang="zh-CN" altLang="en-US" sz="1600" b="1" dirty="0">
                <a:solidFill>
                  <a:schemeClr val="bg1"/>
                </a:solidFill>
                <a:latin typeface="微软雅黑" panose="020B0503020204020204" pitchFamily="34" charset="-122"/>
                <a:ea typeface="微软雅黑" panose="020B0503020204020204" pitchFamily="34" charset="-122"/>
                <a:sym typeface="+mn-ea"/>
              </a:rPr>
              <a:t>大数据</a:t>
            </a:r>
            <a:endParaRPr lang="zh-CN" altLang="en-US" sz="1600" b="1" dirty="0">
              <a:solidFill>
                <a:schemeClr val="bg1"/>
              </a:solidFill>
              <a:latin typeface="微软雅黑" panose="020B0503020204020204" pitchFamily="34" charset="-122"/>
              <a:ea typeface="微软雅黑" panose="020B0503020204020204" pitchFamily="34" charset="-122"/>
              <a:sym typeface="+mn-ea"/>
            </a:endParaRPr>
          </a:p>
        </p:txBody>
      </p:sp>
      <p:sp>
        <p:nvSpPr>
          <p:cNvPr id="16" name="矩形 15"/>
          <p:cNvSpPr/>
          <p:nvPr>
            <p:custDataLst>
              <p:tags r:id="rId6"/>
            </p:custDataLst>
          </p:nvPr>
        </p:nvSpPr>
        <p:spPr>
          <a:xfrm>
            <a:off x="2283460" y="3811905"/>
            <a:ext cx="9141460" cy="381635"/>
          </a:xfrm>
          <a:prstGeom prst="rect">
            <a:avLst/>
          </a:prstGeom>
          <a:gradFill>
            <a:gsLst>
              <a:gs pos="0">
                <a:schemeClr val="accent5">
                  <a:lumOff val="17500"/>
                </a:schemeClr>
              </a:gs>
              <a:gs pos="100000">
                <a:schemeClr val="accent5"/>
              </a:gs>
              <a:gs pos="18000">
                <a:srgbClr val="C48818"/>
              </a:gs>
              <a:gs pos="83000">
                <a:srgbClr val="F0C781"/>
              </a:gs>
            </a:gsLst>
            <a:lin ang="16200000" scaled="1"/>
          </a:gradFill>
          <a:ln>
            <a:solidFill>
              <a:schemeClr val="accent1"/>
            </a:solidFill>
          </a:ln>
        </p:spPr>
        <p:style>
          <a:lnRef idx="1">
            <a:schemeClr val="accent5"/>
          </a:lnRef>
          <a:fillRef idx="2">
            <a:schemeClr val="accent5"/>
          </a:fillRef>
          <a:effectRef idx="1">
            <a:schemeClr val="accent5"/>
          </a:effectRef>
          <a:fontRef idx="minor">
            <a:schemeClr val="dk1"/>
          </a:fontRef>
        </p:style>
        <p:txBody>
          <a:bodyPr vertOverflow="overflow" horzOverflow="overflow" vert="horz" wrap="square" numCol="1" spcCol="0" rtlCol="0" fromWordArt="0" anchor="ctr" anchorCtr="0" forceAA="0" compatLnSpc="1">
            <a:normAutofit/>
          </a:bodyPr>
          <a:lstStyle/>
          <a:p>
            <a:pPr lvl="0" algn="ctr">
              <a:buClrTx/>
              <a:buSzTx/>
              <a:buFontTx/>
            </a:pPr>
            <a:r>
              <a:rPr lang="zh-CN" altLang="en-US" sz="1600" b="1" dirty="0">
                <a:solidFill>
                  <a:schemeClr val="bg1"/>
                </a:solidFill>
                <a:latin typeface="微软雅黑" panose="020B0503020204020204" pitchFamily="34" charset="-122"/>
                <a:ea typeface="微软雅黑" panose="020B0503020204020204" pitchFamily="34" charset="-122"/>
                <a:sym typeface="+mn-ea"/>
              </a:rPr>
              <a:t>元数据管理</a:t>
            </a:r>
            <a:endParaRPr lang="zh-CN" altLang="en-US" sz="1600" b="1" dirty="0">
              <a:solidFill>
                <a:schemeClr val="bg1"/>
              </a:solidFill>
              <a:latin typeface="微软雅黑" panose="020B0503020204020204" pitchFamily="34" charset="-122"/>
              <a:ea typeface="微软雅黑" panose="020B0503020204020204" pitchFamily="34" charset="-122"/>
              <a:sym typeface="+mn-ea"/>
            </a:endParaRPr>
          </a:p>
        </p:txBody>
      </p:sp>
      <p:sp>
        <p:nvSpPr>
          <p:cNvPr id="17" name="矩形 16"/>
          <p:cNvSpPr/>
          <p:nvPr>
            <p:custDataLst>
              <p:tags r:id="rId7"/>
            </p:custDataLst>
          </p:nvPr>
        </p:nvSpPr>
        <p:spPr>
          <a:xfrm>
            <a:off x="2269490" y="3438525"/>
            <a:ext cx="9141460" cy="360045"/>
          </a:xfrm>
          <a:prstGeom prst="rect">
            <a:avLst/>
          </a:prstGeom>
          <a:gradFill>
            <a:gsLst>
              <a:gs pos="0">
                <a:schemeClr val="accent5">
                  <a:lumOff val="17500"/>
                </a:schemeClr>
              </a:gs>
              <a:gs pos="100000">
                <a:schemeClr val="accent5"/>
              </a:gs>
              <a:gs pos="18000">
                <a:srgbClr val="C48818"/>
              </a:gs>
              <a:gs pos="83000">
                <a:srgbClr val="F0C781"/>
              </a:gs>
            </a:gsLst>
            <a:lin ang="16200000" scaled="1"/>
          </a:gradFill>
          <a:ln>
            <a:solidFill>
              <a:schemeClr val="accent1"/>
            </a:solidFill>
          </a:ln>
        </p:spPr>
        <p:style>
          <a:lnRef idx="1">
            <a:schemeClr val="accent5"/>
          </a:lnRef>
          <a:fillRef idx="2">
            <a:schemeClr val="accent5"/>
          </a:fillRef>
          <a:effectRef idx="1">
            <a:schemeClr val="accent5"/>
          </a:effectRef>
          <a:fontRef idx="minor">
            <a:schemeClr val="dk1"/>
          </a:fontRef>
        </p:style>
        <p:txBody>
          <a:bodyPr vertOverflow="overflow" horzOverflow="overflow" vert="horz" wrap="square" numCol="1" spcCol="0" rtlCol="0" fromWordArt="0" anchor="ctr" anchorCtr="0" forceAA="0" compatLnSpc="1">
            <a:normAutofit/>
          </a:bodyPr>
          <a:lstStyle/>
          <a:p>
            <a:pPr lvl="0" algn="ctr">
              <a:buClrTx/>
              <a:buSzTx/>
              <a:buFontTx/>
            </a:pPr>
            <a:r>
              <a:rPr lang="zh-CN" altLang="en-US" sz="1600" b="1" dirty="0">
                <a:solidFill>
                  <a:schemeClr val="bg1"/>
                </a:solidFill>
                <a:latin typeface="微软雅黑" panose="020B0503020204020204" pitchFamily="34" charset="-122"/>
                <a:ea typeface="微软雅黑" panose="020B0503020204020204" pitchFamily="34" charset="-122"/>
                <a:sym typeface="+mn-ea"/>
              </a:rPr>
              <a:t>数据质量管理</a:t>
            </a:r>
            <a:endParaRPr lang="zh-CN" altLang="en-US" sz="1600" b="1" dirty="0">
              <a:solidFill>
                <a:schemeClr val="bg1"/>
              </a:solidFill>
              <a:latin typeface="微软雅黑" panose="020B0503020204020204" pitchFamily="34" charset="-122"/>
              <a:ea typeface="微软雅黑" panose="020B0503020204020204" pitchFamily="34" charset="-122"/>
              <a:sym typeface="+mn-ea"/>
            </a:endParaRPr>
          </a:p>
        </p:txBody>
      </p:sp>
      <p:sp>
        <p:nvSpPr>
          <p:cNvPr id="18" name="矩形 17"/>
          <p:cNvSpPr/>
          <p:nvPr>
            <p:custDataLst>
              <p:tags r:id="rId8"/>
            </p:custDataLst>
          </p:nvPr>
        </p:nvSpPr>
        <p:spPr>
          <a:xfrm>
            <a:off x="2283460" y="3065780"/>
            <a:ext cx="9127490" cy="360045"/>
          </a:xfrm>
          <a:prstGeom prst="rect">
            <a:avLst/>
          </a:prstGeom>
          <a:gradFill>
            <a:gsLst>
              <a:gs pos="0">
                <a:schemeClr val="accent5">
                  <a:lumOff val="17500"/>
                </a:schemeClr>
              </a:gs>
              <a:gs pos="100000">
                <a:schemeClr val="accent5"/>
              </a:gs>
              <a:gs pos="18000">
                <a:srgbClr val="C48818"/>
              </a:gs>
              <a:gs pos="83000">
                <a:srgbClr val="F0C781"/>
              </a:gs>
            </a:gsLst>
            <a:lin ang="16200000" scaled="1"/>
          </a:gradFill>
          <a:ln>
            <a:solidFill>
              <a:schemeClr val="accent1"/>
            </a:solidFill>
          </a:ln>
        </p:spPr>
        <p:style>
          <a:lnRef idx="1">
            <a:schemeClr val="accent5"/>
          </a:lnRef>
          <a:fillRef idx="2">
            <a:schemeClr val="accent5"/>
          </a:fillRef>
          <a:effectRef idx="1">
            <a:schemeClr val="accent5"/>
          </a:effectRef>
          <a:fontRef idx="minor">
            <a:schemeClr val="dk1"/>
          </a:fontRef>
        </p:style>
        <p:txBody>
          <a:bodyPr vertOverflow="overflow" horzOverflow="overflow" vert="horz" wrap="square" numCol="1" spcCol="0" rtlCol="0" fromWordArt="0" anchor="ctr" anchorCtr="0" forceAA="0" compatLnSpc="1">
            <a:normAutofit/>
          </a:bodyPr>
          <a:lstStyle/>
          <a:p>
            <a:pPr lvl="0" algn="ctr">
              <a:buClrTx/>
              <a:buSzTx/>
              <a:buFontTx/>
            </a:pPr>
            <a:r>
              <a:rPr lang="zh-CN" altLang="en-US" sz="1600" b="1" dirty="0">
                <a:solidFill>
                  <a:schemeClr val="bg1"/>
                </a:solidFill>
                <a:latin typeface="微软雅黑" panose="020B0503020204020204" pitchFamily="34" charset="-122"/>
                <a:ea typeface="微软雅黑" panose="020B0503020204020204" pitchFamily="34" charset="-122"/>
                <a:sym typeface="+mn-ea"/>
              </a:rPr>
              <a:t>数据安全管理</a:t>
            </a:r>
            <a:endParaRPr lang="zh-CN" altLang="en-US" sz="1600" b="1" dirty="0">
              <a:solidFill>
                <a:schemeClr val="bg1"/>
              </a:solidFill>
              <a:latin typeface="微软雅黑" panose="020B0503020204020204" pitchFamily="34" charset="-122"/>
              <a:ea typeface="微软雅黑" panose="020B0503020204020204" pitchFamily="34" charset="-122"/>
              <a:sym typeface="+mn-ea"/>
            </a:endParaRPr>
          </a:p>
        </p:txBody>
      </p:sp>
      <p:sp>
        <p:nvSpPr>
          <p:cNvPr id="13" name="矩形 12"/>
          <p:cNvSpPr/>
          <p:nvPr>
            <p:custDataLst>
              <p:tags r:id="rId9"/>
            </p:custDataLst>
          </p:nvPr>
        </p:nvSpPr>
        <p:spPr>
          <a:xfrm>
            <a:off x="2283460" y="4193540"/>
            <a:ext cx="3056255" cy="775335"/>
          </a:xfrm>
          <a:prstGeom prst="rect">
            <a:avLst/>
          </a:prstGeom>
          <a:gradFill>
            <a:gsLst>
              <a:gs pos="0">
                <a:schemeClr val="accent5">
                  <a:lumOff val="17500"/>
                </a:schemeClr>
              </a:gs>
              <a:gs pos="100000">
                <a:schemeClr val="accent5"/>
              </a:gs>
              <a:gs pos="50000">
                <a:srgbClr val="29B6F4"/>
              </a:gs>
              <a:gs pos="0">
                <a:srgbClr val="82D1F6"/>
              </a:gs>
              <a:gs pos="99000">
                <a:srgbClr val="0089CD"/>
              </a:gs>
            </a:gsLst>
            <a:lin ang="16200000" scaled="0"/>
          </a:gradFill>
          <a:ln>
            <a:solidFill>
              <a:schemeClr val="accent1"/>
            </a:solidFill>
          </a:ln>
        </p:spPr>
        <p:style>
          <a:lnRef idx="1">
            <a:schemeClr val="accent5"/>
          </a:lnRef>
          <a:fillRef idx="2">
            <a:schemeClr val="accent5"/>
          </a:fillRef>
          <a:effectRef idx="1">
            <a:schemeClr val="accent5"/>
          </a:effectRef>
          <a:fontRef idx="minor">
            <a:schemeClr val="dk1"/>
          </a:fontRef>
        </p:style>
        <p:txBody>
          <a:bodyPr vertOverflow="overflow" horzOverflow="overflow" vert="horz" wrap="square" numCol="1" spcCol="0" rtlCol="0" fromWordArt="0" anchor="ctr" anchorCtr="0" forceAA="0" compatLnSpc="1">
            <a:normAutofit/>
          </a:bodyPr>
          <a:lstStyle/>
          <a:p>
            <a:pPr lvl="0" algn="ctr">
              <a:buClrTx/>
              <a:buSzTx/>
              <a:buFontTx/>
            </a:pPr>
            <a:r>
              <a:rPr lang="zh-CN" altLang="en-US" sz="1600" b="1" dirty="0">
                <a:solidFill>
                  <a:schemeClr val="bg1"/>
                </a:solidFill>
                <a:latin typeface="微软雅黑" panose="020B0503020204020204" pitchFamily="34" charset="-122"/>
                <a:ea typeface="微软雅黑" panose="020B0503020204020204" pitchFamily="34" charset="-122"/>
                <a:sym typeface="+mn-ea"/>
              </a:rPr>
              <a:t>数据架构管理</a:t>
            </a:r>
            <a:endParaRPr lang="zh-CN" altLang="en-US" sz="1600" b="1" dirty="0">
              <a:solidFill>
                <a:schemeClr val="bg1"/>
              </a:solidFill>
              <a:latin typeface="微软雅黑" panose="020B0503020204020204" pitchFamily="34" charset="-122"/>
              <a:ea typeface="微软雅黑" panose="020B0503020204020204" pitchFamily="34" charset="-122"/>
              <a:sym typeface="+mn-ea"/>
            </a:endParaRPr>
          </a:p>
        </p:txBody>
      </p:sp>
      <p:sp>
        <p:nvSpPr>
          <p:cNvPr id="14" name="矩形 13"/>
          <p:cNvSpPr/>
          <p:nvPr>
            <p:custDataLst>
              <p:tags r:id="rId10"/>
            </p:custDataLst>
          </p:nvPr>
        </p:nvSpPr>
        <p:spPr>
          <a:xfrm>
            <a:off x="5311775" y="4193540"/>
            <a:ext cx="3056255" cy="775335"/>
          </a:xfrm>
          <a:prstGeom prst="rect">
            <a:avLst/>
          </a:prstGeom>
          <a:gradFill>
            <a:gsLst>
              <a:gs pos="0">
                <a:schemeClr val="accent5">
                  <a:lumOff val="17500"/>
                </a:schemeClr>
              </a:gs>
              <a:gs pos="100000">
                <a:schemeClr val="accent5"/>
              </a:gs>
              <a:gs pos="50000">
                <a:srgbClr val="29B6F4"/>
              </a:gs>
              <a:gs pos="0">
                <a:srgbClr val="82D1F6"/>
              </a:gs>
              <a:gs pos="99000">
                <a:srgbClr val="0089CD"/>
              </a:gs>
            </a:gsLst>
            <a:lin ang="16200000" scaled="0"/>
          </a:gradFill>
          <a:ln>
            <a:solidFill>
              <a:schemeClr val="accent1"/>
            </a:solidFill>
          </a:ln>
        </p:spPr>
        <p:style>
          <a:lnRef idx="1">
            <a:schemeClr val="accent5"/>
          </a:lnRef>
          <a:fillRef idx="2">
            <a:schemeClr val="accent5"/>
          </a:fillRef>
          <a:effectRef idx="1">
            <a:schemeClr val="accent5"/>
          </a:effectRef>
          <a:fontRef idx="minor">
            <a:schemeClr val="dk1"/>
          </a:fontRef>
        </p:style>
        <p:txBody>
          <a:bodyPr vertOverflow="overflow" horzOverflow="overflow" vert="horz" wrap="square" numCol="1" spcCol="0" rtlCol="0" fromWordArt="0" anchor="ctr" anchorCtr="0" forceAA="0" compatLnSpc="1">
            <a:normAutofit/>
          </a:bodyPr>
          <a:lstStyle/>
          <a:p>
            <a:pPr lvl="0" algn="ctr">
              <a:buClrTx/>
              <a:buSzTx/>
              <a:buFontTx/>
            </a:pPr>
            <a:r>
              <a:rPr lang="zh-CN" altLang="en-US" sz="1600" b="1" dirty="0">
                <a:solidFill>
                  <a:schemeClr val="bg1"/>
                </a:solidFill>
                <a:latin typeface="微软雅黑" panose="020B0503020204020204" pitchFamily="34" charset="-122"/>
                <a:ea typeface="微软雅黑" panose="020B0503020204020204" pitchFamily="34" charset="-122"/>
                <a:sym typeface="+mn-ea"/>
              </a:rPr>
              <a:t>数据开发</a:t>
            </a:r>
            <a:endParaRPr lang="zh-CN" altLang="en-US" sz="1600" b="1" dirty="0">
              <a:solidFill>
                <a:schemeClr val="bg1"/>
              </a:solidFill>
              <a:latin typeface="微软雅黑" panose="020B0503020204020204" pitchFamily="34" charset="-122"/>
              <a:ea typeface="微软雅黑" panose="020B0503020204020204" pitchFamily="34" charset="-122"/>
              <a:sym typeface="+mn-ea"/>
            </a:endParaRPr>
          </a:p>
        </p:txBody>
      </p:sp>
      <p:sp>
        <p:nvSpPr>
          <p:cNvPr id="15" name="矩形 14"/>
          <p:cNvSpPr/>
          <p:nvPr>
            <p:custDataLst>
              <p:tags r:id="rId11"/>
            </p:custDataLst>
          </p:nvPr>
        </p:nvSpPr>
        <p:spPr>
          <a:xfrm>
            <a:off x="8368030" y="4193540"/>
            <a:ext cx="3056890" cy="775335"/>
          </a:xfrm>
          <a:prstGeom prst="rect">
            <a:avLst/>
          </a:prstGeom>
          <a:gradFill>
            <a:gsLst>
              <a:gs pos="0">
                <a:schemeClr val="accent5">
                  <a:lumOff val="17500"/>
                </a:schemeClr>
              </a:gs>
              <a:gs pos="100000">
                <a:schemeClr val="accent5"/>
              </a:gs>
              <a:gs pos="50000">
                <a:srgbClr val="29B6F4"/>
              </a:gs>
              <a:gs pos="0">
                <a:srgbClr val="82D1F6"/>
              </a:gs>
              <a:gs pos="99000">
                <a:srgbClr val="0089CD"/>
              </a:gs>
            </a:gsLst>
            <a:lin ang="16200000" scaled="0"/>
          </a:gradFill>
          <a:ln>
            <a:solidFill>
              <a:schemeClr val="accent1"/>
            </a:solidFill>
          </a:ln>
        </p:spPr>
        <p:style>
          <a:lnRef idx="1">
            <a:schemeClr val="accent5"/>
          </a:lnRef>
          <a:fillRef idx="2">
            <a:schemeClr val="accent5"/>
          </a:fillRef>
          <a:effectRef idx="1">
            <a:schemeClr val="accent5"/>
          </a:effectRef>
          <a:fontRef idx="minor">
            <a:schemeClr val="dk1"/>
          </a:fontRef>
        </p:style>
        <p:txBody>
          <a:bodyPr vertOverflow="overflow" horzOverflow="overflow" vert="horz" wrap="square" numCol="1" spcCol="0" rtlCol="0" fromWordArt="0" anchor="ctr" anchorCtr="0" forceAA="0" compatLnSpc="1">
            <a:normAutofit/>
          </a:bodyPr>
          <a:lstStyle/>
          <a:p>
            <a:pPr lvl="0" algn="ctr">
              <a:buClrTx/>
              <a:buSzTx/>
              <a:buFontTx/>
            </a:pPr>
            <a:r>
              <a:rPr lang="zh-CN" altLang="en-US" sz="1600" b="1" dirty="0">
                <a:solidFill>
                  <a:schemeClr val="bg1"/>
                </a:solidFill>
                <a:latin typeface="微软雅黑" panose="020B0503020204020204" pitchFamily="34" charset="-122"/>
                <a:ea typeface="微软雅黑" panose="020B0503020204020204" pitchFamily="34" charset="-122"/>
                <a:sym typeface="+mn-ea"/>
              </a:rPr>
              <a:t>数据操作</a:t>
            </a:r>
            <a:endParaRPr lang="zh-CN" altLang="en-US" sz="1600" b="1" dirty="0">
              <a:solidFill>
                <a:schemeClr val="bg1"/>
              </a:solidFill>
              <a:latin typeface="微软雅黑" panose="020B0503020204020204" pitchFamily="34" charset="-122"/>
              <a:ea typeface="微软雅黑" panose="020B0503020204020204" pitchFamily="34" charset="-122"/>
              <a:sym typeface="+mn-ea"/>
            </a:endParaRPr>
          </a:p>
        </p:txBody>
      </p:sp>
      <p:sp>
        <p:nvSpPr>
          <p:cNvPr id="10" name="矩形 9"/>
          <p:cNvSpPr/>
          <p:nvPr>
            <p:custDataLst>
              <p:tags r:id="rId12"/>
            </p:custDataLst>
          </p:nvPr>
        </p:nvSpPr>
        <p:spPr>
          <a:xfrm>
            <a:off x="2283460" y="1610995"/>
            <a:ext cx="9141460" cy="720090"/>
          </a:xfrm>
          <a:prstGeom prst="rect">
            <a:avLst/>
          </a:prstGeom>
          <a:gradFill>
            <a:gsLst>
              <a:gs pos="0">
                <a:schemeClr val="accent5">
                  <a:lumOff val="17500"/>
                </a:schemeClr>
              </a:gs>
              <a:gs pos="100000">
                <a:schemeClr val="accent5"/>
              </a:gs>
              <a:gs pos="50000">
                <a:srgbClr val="425FDF"/>
              </a:gs>
              <a:gs pos="0">
                <a:srgbClr val="2835B6"/>
              </a:gs>
              <a:gs pos="99000">
                <a:srgbClr val="7490FE"/>
              </a:gs>
            </a:gsLst>
            <a:lin ang="16200000" scaled="0"/>
          </a:gradFill>
          <a:ln>
            <a:solidFill>
              <a:schemeClr val="accent1"/>
            </a:solidFill>
          </a:ln>
        </p:spPr>
        <p:style>
          <a:lnRef idx="1">
            <a:schemeClr val="accent5"/>
          </a:lnRef>
          <a:fillRef idx="2">
            <a:schemeClr val="accent5"/>
          </a:fillRef>
          <a:effectRef idx="1">
            <a:schemeClr val="accent5"/>
          </a:effectRef>
          <a:fontRef idx="minor">
            <a:schemeClr val="dk1"/>
          </a:fontRef>
        </p:style>
        <p:txBody>
          <a:bodyPr wrap="square" rtlCol="0" anchor="ctr">
            <a:normAutofit/>
          </a:bodyPr>
          <a:lstStyle/>
          <a:p>
            <a:pPr algn="ctr"/>
            <a:r>
              <a:rPr lang="zh-CN" altLang="en-US" sz="1600" b="1" dirty="0">
                <a:solidFill>
                  <a:schemeClr val="bg1"/>
                </a:solidFill>
                <a:latin typeface="微软雅黑" panose="020B0503020204020204" pitchFamily="34" charset="-122"/>
                <a:ea typeface="微软雅黑" panose="020B0503020204020204" pitchFamily="34" charset="-122"/>
              </a:rPr>
              <a:t>数据治理</a:t>
            </a:r>
            <a:endParaRPr lang="zh-CN" altLang="en-US" sz="1600" b="1" dirty="0">
              <a:solidFill>
                <a:schemeClr val="bg1"/>
              </a:solidFill>
              <a:latin typeface="微软雅黑" panose="020B0503020204020204" pitchFamily="34" charset="-122"/>
              <a:ea typeface="微软雅黑" panose="020B0503020204020204" pitchFamily="34" charset="-122"/>
            </a:endParaRPr>
          </a:p>
        </p:txBody>
      </p:sp>
      <p:sp>
        <p:nvSpPr>
          <p:cNvPr id="23" name="TextBox 22"/>
          <p:cNvSpPr txBox="1"/>
          <p:nvPr>
            <p:custDataLst>
              <p:tags r:id="rId13"/>
            </p:custDataLst>
          </p:nvPr>
        </p:nvSpPr>
        <p:spPr>
          <a:xfrm>
            <a:off x="66040" y="3459480"/>
            <a:ext cx="2169160" cy="337185"/>
          </a:xfrm>
          <a:prstGeom prst="rect">
            <a:avLst/>
          </a:prstGeom>
          <a:noFill/>
        </p:spPr>
        <p:txBody>
          <a:bodyPr wrap="square" rtlCol="0">
            <a:spAutoFit/>
          </a:bodyPr>
          <a:lstStyle/>
          <a:p>
            <a:pPr algn="ctr"/>
            <a:r>
              <a:rPr lang="zh-CN" altLang="en-US" sz="1600" b="1" dirty="0">
                <a:solidFill>
                  <a:schemeClr val="tx1"/>
                </a:solidFill>
                <a:latin typeface="微软雅黑" panose="020B0503020204020204" pitchFamily="34" charset="-122"/>
                <a:ea typeface="微软雅黑" panose="020B0503020204020204" pitchFamily="34" charset="-122"/>
              </a:rPr>
              <a:t>数据特性</a:t>
            </a:r>
            <a:endParaRPr lang="zh-CN" altLang="en-US" sz="1600" b="1" dirty="0">
              <a:solidFill>
                <a:schemeClr val="tx1"/>
              </a:solidFill>
              <a:latin typeface="微软雅黑" panose="020B0503020204020204" pitchFamily="34" charset="-122"/>
              <a:ea typeface="微软雅黑" panose="020B0503020204020204" pitchFamily="34" charset="-122"/>
            </a:endParaRPr>
          </a:p>
        </p:txBody>
      </p:sp>
      <p:sp>
        <p:nvSpPr>
          <p:cNvPr id="24" name="TextBox 23"/>
          <p:cNvSpPr txBox="1"/>
          <p:nvPr>
            <p:custDataLst>
              <p:tags r:id="rId14"/>
            </p:custDataLst>
          </p:nvPr>
        </p:nvSpPr>
        <p:spPr>
          <a:xfrm>
            <a:off x="114300" y="4346575"/>
            <a:ext cx="2169160" cy="337185"/>
          </a:xfrm>
          <a:prstGeom prst="rect">
            <a:avLst/>
          </a:prstGeom>
          <a:noFill/>
        </p:spPr>
        <p:txBody>
          <a:bodyPr wrap="square" rtlCol="0">
            <a:spAutoFit/>
          </a:bodyPr>
          <a:lstStyle/>
          <a:p>
            <a:pPr algn="ctr"/>
            <a:r>
              <a:rPr lang="zh-CN" altLang="en-US" sz="1600" b="1" dirty="0">
                <a:solidFill>
                  <a:schemeClr val="tx1"/>
                </a:solidFill>
                <a:latin typeface="微软雅黑" panose="020B0503020204020204" pitchFamily="34" charset="-122"/>
                <a:ea typeface="微软雅黑" panose="020B0503020204020204" pitchFamily="34" charset="-122"/>
              </a:rPr>
              <a:t>核心工作</a:t>
            </a:r>
            <a:endParaRPr lang="zh-CN" altLang="en-US" sz="1600" b="1" dirty="0">
              <a:solidFill>
                <a:schemeClr val="tx1"/>
              </a:solidFill>
              <a:latin typeface="微软雅黑" panose="020B0503020204020204" pitchFamily="34" charset="-122"/>
              <a:ea typeface="微软雅黑" panose="020B0503020204020204" pitchFamily="34" charset="-122"/>
            </a:endParaRPr>
          </a:p>
        </p:txBody>
      </p:sp>
      <p:sp>
        <p:nvSpPr>
          <p:cNvPr id="25" name="TextBox 24"/>
          <p:cNvSpPr txBox="1"/>
          <p:nvPr>
            <p:custDataLst>
              <p:tags r:id="rId15"/>
            </p:custDataLst>
          </p:nvPr>
        </p:nvSpPr>
        <p:spPr>
          <a:xfrm>
            <a:off x="66040" y="2510790"/>
            <a:ext cx="2169160" cy="337185"/>
          </a:xfrm>
          <a:prstGeom prst="rect">
            <a:avLst/>
          </a:prstGeom>
          <a:noFill/>
        </p:spPr>
        <p:txBody>
          <a:bodyPr wrap="square" rtlCol="0">
            <a:spAutoFit/>
          </a:bodyPr>
          <a:lstStyle/>
          <a:p>
            <a:pPr algn="ctr"/>
            <a:r>
              <a:rPr lang="zh-CN" altLang="en-US" sz="1600" b="1" dirty="0">
                <a:solidFill>
                  <a:schemeClr val="tx1"/>
                </a:solidFill>
                <a:latin typeface="微软雅黑" panose="020B0503020204020204" pitchFamily="34" charset="-122"/>
                <a:ea typeface="微软雅黑" panose="020B0503020204020204" pitchFamily="34" charset="-122"/>
              </a:rPr>
              <a:t>数据方案</a:t>
            </a:r>
            <a:endParaRPr lang="zh-CN" altLang="en-US" sz="1600" b="1" dirty="0">
              <a:solidFill>
                <a:schemeClr val="tx1"/>
              </a:solidFill>
              <a:latin typeface="微软雅黑" panose="020B0503020204020204" pitchFamily="34" charset="-122"/>
              <a:ea typeface="微软雅黑" panose="020B0503020204020204" pitchFamily="34" charset="-122"/>
            </a:endParaRPr>
          </a:p>
        </p:txBody>
      </p:sp>
      <p:sp>
        <p:nvSpPr>
          <p:cNvPr id="26" name="TextBox 25"/>
          <p:cNvSpPr txBox="1"/>
          <p:nvPr>
            <p:custDataLst>
              <p:tags r:id="rId16"/>
            </p:custDataLst>
          </p:nvPr>
        </p:nvSpPr>
        <p:spPr>
          <a:xfrm>
            <a:off x="80010" y="1790700"/>
            <a:ext cx="2169160" cy="337185"/>
          </a:xfrm>
          <a:prstGeom prst="rect">
            <a:avLst/>
          </a:prstGeom>
          <a:noFill/>
        </p:spPr>
        <p:txBody>
          <a:bodyPr wrap="square" rtlCol="0">
            <a:spAutoFit/>
          </a:bodyPr>
          <a:lstStyle/>
          <a:p>
            <a:pPr algn="ctr"/>
            <a:r>
              <a:rPr lang="zh-CN" altLang="en-US" sz="1600" b="1" dirty="0">
                <a:solidFill>
                  <a:schemeClr val="tx1"/>
                </a:solidFill>
                <a:latin typeface="微软雅黑" panose="020B0503020204020204" pitchFamily="34" charset="-122"/>
                <a:ea typeface="微软雅黑" panose="020B0503020204020204" pitchFamily="34" charset="-122"/>
              </a:rPr>
              <a:t>保障机制</a:t>
            </a:r>
            <a:endParaRPr lang="zh-CN" altLang="en-US" sz="1600" b="1" dirty="0">
              <a:solidFill>
                <a:schemeClr val="tx1"/>
              </a:solidFill>
              <a:latin typeface="微软雅黑" panose="020B0503020204020204" pitchFamily="34" charset="-122"/>
              <a:ea typeface="微软雅黑" panose="020B0503020204020204" pitchFamily="34" charset="-122"/>
            </a:endParaRPr>
          </a:p>
        </p:txBody>
      </p:sp>
      <p:sp>
        <p:nvSpPr>
          <p:cNvPr id="6" name="圆角矩形 5"/>
          <p:cNvSpPr/>
          <p:nvPr>
            <p:custDataLst>
              <p:tags r:id="rId17"/>
            </p:custDataLst>
          </p:nvPr>
        </p:nvSpPr>
        <p:spPr bwMode="auto">
          <a:xfrm>
            <a:off x="2279650" y="4171315"/>
            <a:ext cx="9141460" cy="775335"/>
          </a:xfrm>
          <a:prstGeom prst="roundRect">
            <a:avLst/>
          </a:prstGeom>
          <a:solidFill>
            <a:schemeClr val="accent2">
              <a:alpha val="50196"/>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indent="0" algn="r" defTabSz="914400" rtl="0" eaLnBrk="1" fontAlgn="base" latinLnBrk="0" hangingPunct="1">
              <a:lnSpc>
                <a:spcPct val="100000"/>
              </a:lnSpc>
              <a:spcBef>
                <a:spcPct val="0"/>
              </a:spcBef>
              <a:spcAft>
                <a:spcPct val="0"/>
              </a:spcAft>
              <a:buClrTx/>
              <a:buSzTx/>
              <a:buFontTx/>
              <a:buNone/>
            </a:pPr>
            <a:endParaRPr kumimoji="0" lang="zh-CN" altLang="en-US" sz="1600" b="1"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p:txBody>
      </p:sp>
      <p:sp>
        <p:nvSpPr>
          <p:cNvPr id="37" name="圆角矩形 36"/>
          <p:cNvSpPr/>
          <p:nvPr>
            <p:custDataLst>
              <p:tags r:id="rId18"/>
            </p:custDataLst>
          </p:nvPr>
        </p:nvSpPr>
        <p:spPr bwMode="auto">
          <a:xfrm>
            <a:off x="4573905" y="2359025"/>
            <a:ext cx="6871970" cy="734695"/>
          </a:xfrm>
          <a:prstGeom prst="roundRect">
            <a:avLst/>
          </a:prstGeom>
          <a:solidFill>
            <a:schemeClr val="accent2">
              <a:alpha val="50196"/>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indent="0" algn="r" defTabSz="914400" rtl="0" eaLnBrk="1" fontAlgn="base" latinLnBrk="0" hangingPunct="1">
              <a:lnSpc>
                <a:spcPct val="100000"/>
              </a:lnSpc>
              <a:spcBef>
                <a:spcPct val="0"/>
              </a:spcBef>
              <a:spcAft>
                <a:spcPct val="0"/>
              </a:spcAft>
              <a:buClrTx/>
              <a:buSzTx/>
              <a:buFontTx/>
              <a:buNone/>
            </a:pPr>
            <a:endParaRPr kumimoji="0" lang="zh-CN" altLang="en-US" sz="1600" b="1"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p:txBody>
      </p:sp>
      <p:sp>
        <p:nvSpPr>
          <p:cNvPr id="41" name="标题 40"/>
          <p:cNvSpPr>
            <a:spLocks noGrp="1"/>
          </p:cNvSpPr>
          <p:nvPr>
            <p:ph type="title"/>
            <p:custDataLst>
              <p:tags r:id="rId19"/>
            </p:custDataLst>
          </p:nvPr>
        </p:nvSpPr>
        <p:spPr/>
        <p:txBody>
          <a:bodyPr vert="horz" lIns="91440" tIns="45720" rIns="91440" bIns="45720" rtlCol="0" anchor="ctr">
            <a:normAutofit/>
          </a:bodyPr>
          <a:p>
            <a:pPr lvl="0" algn="l">
              <a:buClrTx/>
              <a:buSzTx/>
              <a:buFontTx/>
            </a:pPr>
            <a:r>
              <a:rPr lang="zh-CN" altLang="en-US" smtClean="0">
                <a:sym typeface="+mn-ea"/>
              </a:rPr>
              <a:t>换一个视角来看</a:t>
            </a:r>
            <a:r>
              <a:rPr lang="zh-CN" altLang="en-US" smtClean="0">
                <a:sym typeface="+mn-ea"/>
              </a:rPr>
              <a:t>DAMA</a:t>
            </a:r>
            <a:r>
              <a:rPr lang="zh-CN" altLang="en-US" smtClean="0">
                <a:sym typeface="+mn-ea"/>
              </a:rPr>
              <a:t>框架</a:t>
            </a:r>
            <a:endParaRPr lang="zh-CN" altLang="en-US" smtClean="0">
              <a:sym typeface="+mn-ea"/>
            </a:endParaRPr>
          </a:p>
        </p:txBody>
      </p:sp>
      <p:pic>
        <p:nvPicPr>
          <p:cNvPr id="42" name="图片 41"/>
          <p:cNvPicPr/>
          <p:nvPr/>
        </p:nvPicPr>
        <p:blipFill>
          <a:blip r:embed="rId20"/>
          <a:stretch>
            <a:fillRect/>
          </a:stretch>
        </p:blipFill>
        <p:spPr>
          <a:xfrm>
            <a:off x="5591810" y="5157470"/>
            <a:ext cx="1699260" cy="1699260"/>
          </a:xfrm>
          <a:prstGeom prst="rect">
            <a:avLst/>
          </a:prstGeom>
        </p:spPr>
      </p:pic>
    </p:spTree>
    <p:custDataLst>
      <p:tags r:id="rId21"/>
    </p:custDataLst>
  </p:cSld>
  <p:clrMapOvr>
    <a:masterClrMapping/>
  </p:clrMapOvr>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2"/>
          <p:cNvSpPr>
            <a:spLocks noChangeArrowheads="1"/>
          </p:cNvSpPr>
          <p:nvPr>
            <p:custDataLst>
              <p:tags r:id="rId1"/>
            </p:custDataLst>
          </p:nvPr>
        </p:nvSpPr>
        <p:spPr bwMode="auto">
          <a:xfrm>
            <a:off x="1524000" y="-184150"/>
            <a:ext cx="30988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solidFill>
                <a:schemeClr val="tx1"/>
              </a:solidFill>
            </a:endParaRPr>
          </a:p>
        </p:txBody>
      </p:sp>
      <p:sp>
        <p:nvSpPr>
          <p:cNvPr id="12" name="椭圆 11"/>
          <p:cNvSpPr/>
          <p:nvPr>
            <p:custDataLst>
              <p:tags r:id="rId2"/>
            </p:custDataLst>
          </p:nvPr>
        </p:nvSpPr>
        <p:spPr>
          <a:xfrm>
            <a:off x="9912424" y="404664"/>
            <a:ext cx="376496" cy="315416"/>
          </a:xfrm>
          <a:prstGeom prst="ellipse">
            <a:avLst/>
          </a:prstGeom>
          <a:solidFill>
            <a:schemeClr val="accent1">
              <a:alpha val="5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8" name="标题 17"/>
          <p:cNvSpPr>
            <a:spLocks noGrp="1"/>
          </p:cNvSpPr>
          <p:nvPr>
            <p:ph type="title"/>
            <p:custDataLst>
              <p:tags r:id="rId3"/>
            </p:custDataLst>
          </p:nvPr>
        </p:nvSpPr>
        <p:spPr/>
        <p:txBody>
          <a:bodyPr vert="horz" lIns="91440" tIns="45720" rIns="91440" bIns="45720" rtlCol="0" anchor="ctr">
            <a:normAutofit/>
          </a:bodyPr>
          <a:p>
            <a:pPr lvl="0" algn="l">
              <a:buClrTx/>
              <a:buSzTx/>
              <a:buFontTx/>
            </a:pPr>
            <a:r>
              <a:rPr lang="zh-CN" altLang="en-US" smtClean="0">
                <a:sym typeface="+mn-ea"/>
              </a:rPr>
              <a:t>数据治理，谁之责？</a:t>
            </a:r>
            <a:endParaRPr lang="zh-CN" altLang="en-US" smtClean="0">
              <a:sym typeface="+mn-ea"/>
            </a:endParaRPr>
          </a:p>
        </p:txBody>
      </p:sp>
      <p:pic>
        <p:nvPicPr>
          <p:cNvPr id="22" name="图片 21"/>
          <p:cNvPicPr/>
          <p:nvPr/>
        </p:nvPicPr>
        <p:blipFill>
          <a:blip r:embed="rId4"/>
          <a:stretch>
            <a:fillRect/>
          </a:stretch>
        </p:blipFill>
        <p:spPr>
          <a:xfrm>
            <a:off x="8255635" y="188595"/>
            <a:ext cx="1285875" cy="1285875"/>
          </a:xfrm>
          <a:prstGeom prst="rect">
            <a:avLst/>
          </a:prstGeom>
        </p:spPr>
      </p:pic>
      <p:sp>
        <p:nvSpPr>
          <p:cNvPr id="23" name="椭圆 22"/>
          <p:cNvSpPr/>
          <p:nvPr/>
        </p:nvSpPr>
        <p:spPr>
          <a:xfrm>
            <a:off x="8718550" y="651510"/>
            <a:ext cx="360045" cy="360045"/>
          </a:xfrm>
          <a:prstGeom prst="ellipse">
            <a:avLst/>
          </a:prstGeom>
          <a:solidFill>
            <a:srgbClr val="C00000">
              <a:alpha val="50000"/>
            </a:srgb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nvGrpSpPr>
          <p:cNvPr id="42" name="组合 41"/>
          <p:cNvGrpSpPr/>
          <p:nvPr/>
        </p:nvGrpSpPr>
        <p:grpSpPr>
          <a:xfrm>
            <a:off x="695960" y="1618615"/>
            <a:ext cx="11032490" cy="4790750"/>
            <a:chOff x="567" y="1998"/>
            <a:chExt cx="13437" cy="8524"/>
          </a:xfrm>
        </p:grpSpPr>
        <p:sp>
          <p:nvSpPr>
            <p:cNvPr id="24" name="矩形标注 23"/>
            <p:cNvSpPr/>
            <p:nvPr/>
          </p:nvSpPr>
          <p:spPr>
            <a:xfrm rot="10800000">
              <a:off x="2210" y="5343"/>
              <a:ext cx="3402" cy="567"/>
            </a:xfrm>
            <a:prstGeom prst="wedgeRectCallout">
              <a:avLst>
                <a:gd name="adj1" fmla="val -55813"/>
                <a:gd name="adj2" fmla="val 1451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pitchFamily="34" charset="-122"/>
                <a:ea typeface="微软雅黑" panose="020B0503020204020204" pitchFamily="34" charset="-122"/>
              </a:endParaRPr>
            </a:p>
          </p:txBody>
        </p:sp>
        <p:pic>
          <p:nvPicPr>
            <p:cNvPr id="7171"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22" y="3018"/>
              <a:ext cx="792" cy="10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5" name="矩形标注 24"/>
            <p:cNvSpPr/>
            <p:nvPr/>
          </p:nvSpPr>
          <p:spPr>
            <a:xfrm rot="10800000">
              <a:off x="3118" y="3393"/>
              <a:ext cx="2722" cy="567"/>
            </a:xfrm>
            <a:prstGeom prst="wedgeRectCallout">
              <a:avLst>
                <a:gd name="adj1" fmla="val -55813"/>
                <a:gd name="adj2" fmla="val 1451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pitchFamily="34" charset="-122"/>
                <a:ea typeface="微软雅黑" panose="020B0503020204020204" pitchFamily="34" charset="-122"/>
              </a:endParaRPr>
            </a:p>
          </p:txBody>
        </p:sp>
        <p:pic>
          <p:nvPicPr>
            <p:cNvPr id="7172" name="Picture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123" y="4720"/>
              <a:ext cx="778" cy="107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6" name="TextBox 12"/>
            <p:cNvSpPr txBox="1"/>
            <p:nvPr/>
          </p:nvSpPr>
          <p:spPr>
            <a:xfrm>
              <a:off x="2324" y="5315"/>
              <a:ext cx="4423" cy="655"/>
            </a:xfrm>
            <a:prstGeom prst="rect">
              <a:avLst/>
            </a:prstGeom>
            <a:noFill/>
          </p:spPr>
          <p:txBody>
            <a:bodyPr wrap="square" rtlCol="0">
              <a:spAutoFit/>
            </a:bodyPr>
            <a:p>
              <a:r>
                <a:rPr lang="zh-CN" altLang="en-US" dirty="0" smtClean="0">
                  <a:latin typeface="微软雅黑" panose="020B0503020204020204" pitchFamily="34" charset="-122"/>
                  <a:ea typeface="微软雅黑" panose="020B0503020204020204" pitchFamily="34" charset="-122"/>
                </a:rPr>
                <a:t>数据源头不是我们！</a:t>
              </a:r>
              <a:endParaRPr lang="zh-CN" altLang="en-US" dirty="0">
                <a:latin typeface="微软雅黑" panose="020B0503020204020204" pitchFamily="34" charset="-122"/>
                <a:ea typeface="微软雅黑" panose="020B0503020204020204" pitchFamily="34" charset="-122"/>
              </a:endParaRPr>
            </a:p>
          </p:txBody>
        </p:sp>
        <p:pic>
          <p:nvPicPr>
            <p:cNvPr id="27" name="Picture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50" y="3924"/>
              <a:ext cx="688" cy="97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8" name="矩形标注 27"/>
            <p:cNvSpPr/>
            <p:nvPr/>
          </p:nvSpPr>
          <p:spPr>
            <a:xfrm>
              <a:off x="1814" y="4153"/>
              <a:ext cx="4309" cy="945"/>
            </a:xfrm>
            <a:prstGeom prst="wedgeRectCallout">
              <a:avLst>
                <a:gd name="adj1" fmla="val -55581"/>
                <a:gd name="adj2" fmla="val -1194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pitchFamily="34" charset="-122"/>
                <a:ea typeface="微软雅黑" panose="020B0503020204020204" pitchFamily="34" charset="-122"/>
              </a:endParaRPr>
            </a:p>
          </p:txBody>
        </p:sp>
        <p:pic>
          <p:nvPicPr>
            <p:cNvPr id="7170" name="Picture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50" y="2388"/>
              <a:ext cx="688" cy="97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9" name="矩形标注 28"/>
            <p:cNvSpPr/>
            <p:nvPr/>
          </p:nvSpPr>
          <p:spPr>
            <a:xfrm>
              <a:off x="1757" y="2590"/>
              <a:ext cx="4309" cy="567"/>
            </a:xfrm>
            <a:prstGeom prst="wedgeRectCallout">
              <a:avLst>
                <a:gd name="adj1" fmla="val -55581"/>
                <a:gd name="adj2" fmla="val -1194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pitchFamily="34" charset="-122"/>
                <a:ea typeface="微软雅黑" panose="020B0503020204020204" pitchFamily="34" charset="-122"/>
              </a:endParaRPr>
            </a:p>
          </p:txBody>
        </p:sp>
        <p:sp>
          <p:nvSpPr>
            <p:cNvPr id="30" name="矩形 29"/>
            <p:cNvSpPr/>
            <p:nvPr/>
          </p:nvSpPr>
          <p:spPr>
            <a:xfrm>
              <a:off x="567" y="1998"/>
              <a:ext cx="6520" cy="4196"/>
            </a:xfrm>
            <a:prstGeom prst="rect">
              <a:avLst/>
            </a:prstGeom>
            <a:noFill/>
            <a:ln w="12700">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1" name="TextBox 5"/>
            <p:cNvSpPr txBox="1"/>
            <p:nvPr/>
          </p:nvSpPr>
          <p:spPr>
            <a:xfrm>
              <a:off x="1757" y="2614"/>
              <a:ext cx="4423" cy="655"/>
            </a:xfrm>
            <a:prstGeom prst="rect">
              <a:avLst/>
            </a:prstGeom>
            <a:noFill/>
          </p:spPr>
          <p:txBody>
            <a:bodyPr wrap="square" rtlCol="0">
              <a:spAutoFit/>
            </a:bodyPr>
            <a:p>
              <a:r>
                <a:rPr lang="zh-CN" altLang="en-US" dirty="0" smtClean="0">
                  <a:latin typeface="微软雅黑" panose="020B0503020204020204" pitchFamily="34" charset="-122"/>
                  <a:ea typeface="微软雅黑" panose="020B0503020204020204" pitchFamily="34" charset="-122"/>
                </a:rPr>
                <a:t>数据不对，是从哪里出的？</a:t>
              </a:r>
              <a:endParaRPr lang="zh-CN" altLang="en-US" dirty="0">
                <a:latin typeface="微软雅黑" panose="020B0503020204020204" pitchFamily="34" charset="-122"/>
                <a:ea typeface="微软雅黑" panose="020B0503020204020204" pitchFamily="34" charset="-122"/>
              </a:endParaRPr>
            </a:p>
          </p:txBody>
        </p:sp>
        <p:sp>
          <p:nvSpPr>
            <p:cNvPr id="32" name="TextBox 9"/>
            <p:cNvSpPr txBox="1"/>
            <p:nvPr/>
          </p:nvSpPr>
          <p:spPr>
            <a:xfrm>
              <a:off x="3435" y="3405"/>
              <a:ext cx="2871" cy="655"/>
            </a:xfrm>
            <a:prstGeom prst="rect">
              <a:avLst/>
            </a:prstGeom>
            <a:noFill/>
          </p:spPr>
          <p:txBody>
            <a:bodyPr wrap="square" rtlCol="0">
              <a:spAutoFit/>
            </a:bodyPr>
            <a:p>
              <a:r>
                <a:rPr lang="zh-CN" altLang="en-US" dirty="0" smtClean="0">
                  <a:latin typeface="微软雅黑" panose="020B0503020204020204" pitchFamily="34" charset="-122"/>
                  <a:ea typeface="微软雅黑" panose="020B0503020204020204" pitchFamily="34" charset="-122"/>
                </a:rPr>
                <a:t>是系统出的。</a:t>
              </a:r>
              <a:endParaRPr lang="zh-CN" altLang="en-US" dirty="0">
                <a:latin typeface="微软雅黑" panose="020B0503020204020204" pitchFamily="34" charset="-122"/>
                <a:ea typeface="微软雅黑" panose="020B0503020204020204" pitchFamily="34" charset="-122"/>
              </a:endParaRPr>
            </a:p>
          </p:txBody>
        </p:sp>
        <p:sp>
          <p:nvSpPr>
            <p:cNvPr id="33" name="TextBox 11"/>
            <p:cNvSpPr txBox="1"/>
            <p:nvPr/>
          </p:nvSpPr>
          <p:spPr>
            <a:xfrm>
              <a:off x="1879" y="4079"/>
              <a:ext cx="4423" cy="655"/>
            </a:xfrm>
            <a:prstGeom prst="rect">
              <a:avLst/>
            </a:prstGeom>
            <a:noFill/>
          </p:spPr>
          <p:txBody>
            <a:bodyPr wrap="square" rtlCol="0">
              <a:spAutoFit/>
            </a:bodyPr>
            <a:p>
              <a:r>
                <a:rPr lang="en-US" altLang="zh-CN" dirty="0" smtClean="0">
                  <a:latin typeface="微软雅黑" panose="020B0503020204020204" pitchFamily="34" charset="-122"/>
                  <a:ea typeface="微软雅黑" panose="020B0503020204020204" pitchFamily="34" charset="-122"/>
                </a:rPr>
                <a:t>IT</a:t>
              </a:r>
              <a:r>
                <a:rPr lang="zh-CN" altLang="en-US" dirty="0" smtClean="0">
                  <a:latin typeface="微软雅黑" panose="020B0503020204020204" pitchFamily="34" charset="-122"/>
                  <a:ea typeface="微软雅黑" panose="020B0503020204020204" pitchFamily="34" charset="-122"/>
                </a:rPr>
                <a:t>部门负责查明原因，解决问题！</a:t>
              </a:r>
              <a:endParaRPr lang="zh-CN" altLang="en-US" dirty="0">
                <a:latin typeface="微软雅黑" panose="020B0503020204020204" pitchFamily="34" charset="-122"/>
                <a:ea typeface="微软雅黑" panose="020B0503020204020204" pitchFamily="34" charset="-122"/>
              </a:endParaRPr>
            </a:p>
          </p:txBody>
        </p:sp>
        <p:sp>
          <p:nvSpPr>
            <p:cNvPr id="34" name="矩形 33"/>
            <p:cNvSpPr/>
            <p:nvPr/>
          </p:nvSpPr>
          <p:spPr>
            <a:xfrm>
              <a:off x="7327" y="1998"/>
              <a:ext cx="6520" cy="4196"/>
            </a:xfrm>
            <a:prstGeom prst="rect">
              <a:avLst/>
            </a:prstGeom>
            <a:noFill/>
            <a:ln w="12700">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nSpc>
                  <a:spcPct val="150000"/>
                </a:lnSpc>
              </a:pPr>
              <a:r>
                <a:rPr lang="en-US" altLang="zh-CN" b="1" dirty="0" smtClean="0">
                  <a:solidFill>
                    <a:schemeClr val="tx1"/>
                  </a:solidFill>
                  <a:latin typeface="微软雅黑" panose="020B0503020204020204" pitchFamily="34" charset="-122"/>
                  <a:ea typeface="微软雅黑" panose="020B0503020204020204" pitchFamily="34" charset="-122"/>
                </a:rPr>
                <a:t>IT</a:t>
              </a:r>
              <a:r>
                <a:rPr lang="zh-CN" altLang="en-US" b="1" dirty="0" smtClean="0">
                  <a:solidFill>
                    <a:schemeClr val="tx1"/>
                  </a:solidFill>
                  <a:latin typeface="微软雅黑" panose="020B0503020204020204" pitchFamily="34" charset="-122"/>
                  <a:ea typeface="微软雅黑" panose="020B0503020204020204" pitchFamily="34" charset="-122"/>
                </a:rPr>
                <a:t>部门饱受其苦</a:t>
              </a:r>
              <a:endParaRPr lang="en-US" altLang="zh-CN" b="1" dirty="0" smtClean="0">
                <a:solidFill>
                  <a:schemeClr val="tx1"/>
                </a:solidFill>
                <a:latin typeface="微软雅黑" panose="020B0503020204020204" pitchFamily="34" charset="-122"/>
                <a:ea typeface="微软雅黑" panose="020B0503020204020204" pitchFamily="34" charset="-122"/>
              </a:endParaRPr>
            </a:p>
            <a:p>
              <a:pPr>
                <a:lnSpc>
                  <a:spcPct val="150000"/>
                </a:lnSpc>
              </a:pPr>
              <a:r>
                <a:rPr lang="zh-CN" altLang="en-US" dirty="0">
                  <a:solidFill>
                    <a:schemeClr val="tx1"/>
                  </a:solidFill>
                  <a:latin typeface="微软雅黑" panose="020B0503020204020204" pitchFamily="34" charset="-122"/>
                  <a:ea typeface="微软雅黑" panose="020B0503020204020204" pitchFamily="34" charset="-122"/>
                </a:rPr>
                <a:t>数据</a:t>
              </a:r>
              <a:r>
                <a:rPr lang="zh-CN" altLang="en-US" dirty="0" smtClean="0">
                  <a:solidFill>
                    <a:schemeClr val="tx1"/>
                  </a:solidFill>
                  <a:latin typeface="微软雅黑" panose="020B0503020204020204" pitchFamily="34" charset="-122"/>
                  <a:ea typeface="微软雅黑" panose="020B0503020204020204" pitchFamily="34" charset="-122"/>
                </a:rPr>
                <a:t>定义和业务规则，业务部门最清楚</a:t>
              </a:r>
              <a:endParaRPr lang="en-US" altLang="zh-CN" dirty="0" smtClean="0">
                <a:solidFill>
                  <a:schemeClr val="tx1"/>
                </a:solidFill>
                <a:latin typeface="微软雅黑" panose="020B0503020204020204" pitchFamily="34" charset="-122"/>
                <a:ea typeface="微软雅黑" panose="020B0503020204020204" pitchFamily="34" charset="-122"/>
              </a:endParaRPr>
            </a:p>
            <a:p>
              <a:pPr>
                <a:lnSpc>
                  <a:spcPct val="150000"/>
                </a:lnSpc>
              </a:pPr>
              <a:r>
                <a:rPr lang="zh-CN" altLang="en-US" dirty="0" smtClean="0">
                  <a:solidFill>
                    <a:schemeClr val="tx1"/>
                  </a:solidFill>
                  <a:latin typeface="微软雅黑" panose="020B0503020204020204" pitchFamily="34" charset="-122"/>
                  <a:ea typeface="微软雅黑" panose="020B0503020204020204" pitchFamily="34" charset="-122"/>
                </a:rPr>
                <a:t>数据录入，业务人员负责</a:t>
              </a:r>
              <a:endParaRPr lang="en-US" altLang="zh-CN" dirty="0" smtClean="0">
                <a:solidFill>
                  <a:schemeClr val="tx1"/>
                </a:solidFill>
                <a:latin typeface="微软雅黑" panose="020B0503020204020204" pitchFamily="34" charset="-122"/>
                <a:ea typeface="微软雅黑" panose="020B0503020204020204" pitchFamily="34" charset="-122"/>
              </a:endParaRPr>
            </a:p>
            <a:p>
              <a:pPr>
                <a:lnSpc>
                  <a:spcPct val="150000"/>
                </a:lnSpc>
              </a:pPr>
              <a:r>
                <a:rPr lang="zh-CN" altLang="en-US" dirty="0">
                  <a:solidFill>
                    <a:schemeClr val="tx1"/>
                  </a:solidFill>
                  <a:latin typeface="微软雅黑" panose="020B0503020204020204" pitchFamily="34" charset="-122"/>
                  <a:ea typeface="微软雅黑" panose="020B0503020204020204" pitchFamily="34" charset="-122"/>
                </a:rPr>
                <a:t>数据</a:t>
              </a:r>
              <a:r>
                <a:rPr lang="zh-CN" altLang="en-US" dirty="0" smtClean="0">
                  <a:solidFill>
                    <a:schemeClr val="tx1"/>
                  </a:solidFill>
                  <a:latin typeface="微软雅黑" panose="020B0503020204020204" pitchFamily="34" charset="-122"/>
                  <a:ea typeface="微软雅黑" panose="020B0503020204020204" pitchFamily="34" charset="-122"/>
                </a:rPr>
                <a:t>使用，业务人员是主要用户</a:t>
              </a:r>
              <a:endParaRPr lang="en-US" altLang="zh-CN" dirty="0" smtClean="0">
                <a:solidFill>
                  <a:schemeClr val="tx1"/>
                </a:solidFill>
                <a:latin typeface="微软雅黑" panose="020B0503020204020204" pitchFamily="34" charset="-122"/>
                <a:ea typeface="微软雅黑" panose="020B0503020204020204" pitchFamily="34" charset="-122"/>
              </a:endParaRPr>
            </a:p>
            <a:p>
              <a:pPr>
                <a:lnSpc>
                  <a:spcPct val="150000"/>
                </a:lnSpc>
              </a:pPr>
              <a:r>
                <a:rPr lang="zh-CN" altLang="en-US" dirty="0">
                  <a:solidFill>
                    <a:schemeClr val="tx1"/>
                  </a:solidFill>
                  <a:latin typeface="微软雅黑" panose="020B0503020204020204" pitchFamily="34" charset="-122"/>
                  <a:ea typeface="微软雅黑" panose="020B0503020204020204" pitchFamily="34" charset="-122"/>
                </a:rPr>
                <a:t>数据</a:t>
              </a:r>
              <a:r>
                <a:rPr lang="zh-CN" altLang="en-US" dirty="0" smtClean="0">
                  <a:solidFill>
                    <a:schemeClr val="tx1"/>
                  </a:solidFill>
                  <a:latin typeface="微软雅黑" panose="020B0503020204020204" pitchFamily="34" charset="-122"/>
                  <a:ea typeface="微软雅黑" panose="020B0503020204020204" pitchFamily="34" charset="-122"/>
                </a:rPr>
                <a:t>考核，业务部门最有权威</a:t>
              </a:r>
              <a:endParaRPr lang="zh-CN" altLang="en-US" dirty="0">
                <a:solidFill>
                  <a:schemeClr val="tx1"/>
                </a:solidFill>
                <a:latin typeface="微软雅黑" panose="020B0503020204020204" pitchFamily="34" charset="-122"/>
                <a:ea typeface="微软雅黑" panose="020B0503020204020204" pitchFamily="34" charset="-122"/>
              </a:endParaRPr>
            </a:p>
          </p:txBody>
        </p:sp>
        <p:sp>
          <p:nvSpPr>
            <p:cNvPr id="35" name="左右箭头 34"/>
            <p:cNvSpPr/>
            <p:nvPr/>
          </p:nvSpPr>
          <p:spPr>
            <a:xfrm>
              <a:off x="567" y="6874"/>
              <a:ext cx="13437" cy="794"/>
            </a:xfrm>
            <a:prstGeom prst="leftRightArrow">
              <a:avLst>
                <a:gd name="adj1" fmla="val 50000"/>
                <a:gd name="adj2" fmla="val 178237"/>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2400" b="1" dirty="0" smtClean="0">
                  <a:solidFill>
                    <a:schemeClr val="tx1"/>
                  </a:solidFill>
                  <a:latin typeface="微软雅黑" panose="020B0503020204020204" pitchFamily="34" charset="-122"/>
                  <a:ea typeface="微软雅黑" panose="020B0503020204020204" pitchFamily="34" charset="-122"/>
                </a:rPr>
                <a:t>数据治理是</a:t>
              </a:r>
              <a:r>
                <a:rPr lang="zh-CN" altLang="en-US" sz="2400" b="1" dirty="0">
                  <a:solidFill>
                    <a:schemeClr val="tx1"/>
                  </a:solidFill>
                  <a:latin typeface="微软雅黑" panose="020B0503020204020204" pitchFamily="34" charset="-122"/>
                  <a:ea typeface="微软雅黑" panose="020B0503020204020204" pitchFamily="34" charset="-122"/>
                </a:rPr>
                <a:t>业务部</a:t>
              </a:r>
              <a:r>
                <a:rPr lang="zh-CN" altLang="en-US" sz="2400" b="1" dirty="0" smtClean="0">
                  <a:solidFill>
                    <a:schemeClr val="tx1"/>
                  </a:solidFill>
                  <a:latin typeface="微软雅黑" panose="020B0503020204020204" pitchFamily="34" charset="-122"/>
                  <a:ea typeface="微软雅黑" panose="020B0503020204020204" pitchFamily="34" charset="-122"/>
                </a:rPr>
                <a:t>门和</a:t>
              </a:r>
              <a:r>
                <a:rPr lang="en-US" altLang="zh-CN" sz="2400" b="1" dirty="0" smtClean="0">
                  <a:solidFill>
                    <a:schemeClr val="tx1"/>
                  </a:solidFill>
                  <a:latin typeface="微软雅黑" panose="020B0503020204020204" pitchFamily="34" charset="-122"/>
                  <a:ea typeface="微软雅黑" panose="020B0503020204020204" pitchFamily="34" charset="-122"/>
                </a:rPr>
                <a:t>IT</a:t>
              </a:r>
              <a:r>
                <a:rPr lang="zh-CN" altLang="en-US" sz="2400" b="1" dirty="0" smtClean="0">
                  <a:solidFill>
                    <a:schemeClr val="tx1"/>
                  </a:solidFill>
                  <a:latin typeface="微软雅黑" panose="020B0503020204020204" pitchFamily="34" charset="-122"/>
                  <a:ea typeface="微软雅黑" panose="020B0503020204020204" pitchFamily="34" charset="-122"/>
                </a:rPr>
                <a:t>部门的共同职责</a:t>
              </a:r>
              <a:endParaRPr lang="zh-CN" altLang="en-US" sz="2400" b="1" dirty="0">
                <a:solidFill>
                  <a:schemeClr val="tx1"/>
                </a:solidFill>
                <a:latin typeface="微软雅黑" panose="020B0503020204020204" pitchFamily="34" charset="-122"/>
                <a:ea typeface="微软雅黑" panose="020B0503020204020204" pitchFamily="34" charset="-122"/>
              </a:endParaRPr>
            </a:p>
          </p:txBody>
        </p:sp>
        <p:sp>
          <p:nvSpPr>
            <p:cNvPr id="36" name="TextBox 20"/>
            <p:cNvSpPr txBox="1"/>
            <p:nvPr/>
          </p:nvSpPr>
          <p:spPr>
            <a:xfrm>
              <a:off x="1012" y="7895"/>
              <a:ext cx="2398" cy="2627"/>
            </a:xfrm>
            <a:prstGeom prst="rect">
              <a:avLst/>
            </a:prstGeom>
            <a:noFill/>
          </p:spPr>
          <p:txBody>
            <a:bodyPr wrap="square" rtlCol="0">
              <a:spAutoFit/>
            </a:bodyPr>
            <a:p>
              <a:pPr marL="171450" indent="-171450">
                <a:lnSpc>
                  <a:spcPct val="150000"/>
                </a:lnSpc>
                <a:buFont typeface="Arial" panose="020B0604020202020204" pitchFamily="34" charset="0"/>
                <a:buChar char="•"/>
              </a:pPr>
              <a:r>
                <a:rPr lang="zh-CN" altLang="en-US" sz="1200" b="1" dirty="0" smtClean="0">
                  <a:latin typeface="微软雅黑" panose="020B0503020204020204" pitchFamily="34" charset="-122"/>
                  <a:ea typeface="微软雅黑" panose="020B0503020204020204" pitchFamily="34" charset="-122"/>
                </a:rPr>
                <a:t>业务运营模型</a:t>
              </a:r>
              <a:endParaRPr lang="en-US" altLang="zh-CN" sz="1200" b="1" dirty="0" smtClean="0">
                <a:latin typeface="微软雅黑" panose="020B0503020204020204" pitchFamily="34" charset="-122"/>
                <a:ea typeface="微软雅黑" panose="020B0503020204020204" pitchFamily="34" charset="-122"/>
              </a:endParaRPr>
            </a:p>
            <a:p>
              <a:pPr marL="171450" indent="-171450">
                <a:lnSpc>
                  <a:spcPct val="150000"/>
                </a:lnSpc>
                <a:buFont typeface="Arial" panose="020B0604020202020204" pitchFamily="34" charset="0"/>
                <a:buChar char="•"/>
              </a:pPr>
              <a:r>
                <a:rPr lang="en-US" altLang="zh-CN" sz="1200" b="1" dirty="0" smtClean="0">
                  <a:latin typeface="微软雅黑" panose="020B0503020204020204" pitchFamily="34" charset="-122"/>
                  <a:ea typeface="微软雅黑" panose="020B0503020204020204" pitchFamily="34" charset="-122"/>
                </a:rPr>
                <a:t>IT</a:t>
              </a:r>
              <a:r>
                <a:rPr lang="zh-CN" altLang="en-US" sz="1200" b="1" dirty="0" smtClean="0">
                  <a:latin typeface="微软雅黑" panose="020B0503020204020204" pitchFamily="34" charset="-122"/>
                  <a:ea typeface="微软雅黑" panose="020B0503020204020204" pitchFamily="34" charset="-122"/>
                </a:rPr>
                <a:t>领导力</a:t>
              </a:r>
              <a:endParaRPr lang="en-US" altLang="zh-CN" sz="1200" b="1" dirty="0" smtClean="0">
                <a:latin typeface="微软雅黑" panose="020B0503020204020204" pitchFamily="34" charset="-122"/>
                <a:ea typeface="微软雅黑" panose="020B0503020204020204" pitchFamily="34" charset="-122"/>
              </a:endParaRPr>
            </a:p>
            <a:p>
              <a:pPr marL="171450" indent="-171450">
                <a:lnSpc>
                  <a:spcPct val="150000"/>
                </a:lnSpc>
                <a:buFont typeface="Arial" panose="020B0604020202020204" pitchFamily="34" charset="0"/>
                <a:buChar char="•"/>
              </a:pPr>
              <a:r>
                <a:rPr lang="zh-CN" altLang="en-US" sz="1200" b="1" dirty="0" smtClean="0">
                  <a:latin typeface="微软雅黑" panose="020B0503020204020204" pitchFamily="34" charset="-122"/>
                  <a:ea typeface="微软雅黑" panose="020B0503020204020204" pitchFamily="34" charset="-122"/>
                </a:rPr>
                <a:t>资本投资</a:t>
              </a:r>
              <a:endParaRPr lang="en-US" altLang="zh-CN" sz="1200" b="1" dirty="0" smtClean="0">
                <a:latin typeface="微软雅黑" panose="020B0503020204020204" pitchFamily="34" charset="-122"/>
                <a:ea typeface="微软雅黑" panose="020B0503020204020204" pitchFamily="34" charset="-122"/>
              </a:endParaRPr>
            </a:p>
            <a:p>
              <a:pPr marL="171450" indent="-171450">
                <a:lnSpc>
                  <a:spcPct val="150000"/>
                </a:lnSpc>
                <a:buFont typeface="Arial" panose="020B0604020202020204" pitchFamily="34" charset="0"/>
                <a:buChar char="•"/>
              </a:pPr>
              <a:r>
                <a:rPr lang="zh-CN" altLang="en-US" sz="1200" b="1" dirty="0">
                  <a:latin typeface="微软雅黑" panose="020B0503020204020204" pitchFamily="34" charset="-122"/>
                  <a:ea typeface="微软雅黑" panose="020B0503020204020204" pitchFamily="34" charset="-122"/>
                </a:rPr>
                <a:t>研发</a:t>
              </a:r>
              <a:r>
                <a:rPr lang="zh-CN" altLang="en-US" sz="1200" b="1" dirty="0" smtClean="0">
                  <a:latin typeface="微软雅黑" panose="020B0503020204020204" pitchFamily="34" charset="-122"/>
                  <a:ea typeface="微软雅黑" panose="020B0503020204020204" pitchFamily="34" charset="-122"/>
                </a:rPr>
                <a:t>投入</a:t>
              </a:r>
              <a:endParaRPr lang="en-US" altLang="zh-CN" sz="1200" b="1" dirty="0" smtClean="0">
                <a:latin typeface="微软雅黑" panose="020B0503020204020204" pitchFamily="34" charset="-122"/>
                <a:ea typeface="微软雅黑" panose="020B0503020204020204" pitchFamily="34" charset="-122"/>
              </a:endParaRPr>
            </a:p>
            <a:p>
              <a:pPr marL="171450" indent="-171450">
                <a:lnSpc>
                  <a:spcPct val="150000"/>
                </a:lnSpc>
                <a:buFont typeface="Arial" panose="020B0604020202020204" pitchFamily="34" charset="0"/>
                <a:buChar char="•"/>
              </a:pPr>
              <a:r>
                <a:rPr lang="zh-CN" altLang="en-US" sz="1200" b="1" dirty="0">
                  <a:latin typeface="微软雅黑" panose="020B0503020204020204" pitchFamily="34" charset="-122"/>
                  <a:ea typeface="微软雅黑" panose="020B0503020204020204" pitchFamily="34" charset="-122"/>
                </a:rPr>
                <a:t>数据治理模型</a:t>
              </a:r>
              <a:endParaRPr lang="zh-CN" altLang="en-US" sz="1200" b="1" dirty="0">
                <a:latin typeface="微软雅黑" panose="020B0503020204020204" pitchFamily="34" charset="-122"/>
                <a:ea typeface="微软雅黑" panose="020B0503020204020204" pitchFamily="34" charset="-122"/>
              </a:endParaRPr>
            </a:p>
          </p:txBody>
        </p:sp>
        <p:sp>
          <p:nvSpPr>
            <p:cNvPr id="37" name="TextBox 21"/>
            <p:cNvSpPr txBox="1"/>
            <p:nvPr/>
          </p:nvSpPr>
          <p:spPr>
            <a:xfrm>
              <a:off x="4090" y="7895"/>
              <a:ext cx="2398" cy="2627"/>
            </a:xfrm>
            <a:prstGeom prst="rect">
              <a:avLst/>
            </a:prstGeom>
            <a:noFill/>
          </p:spPr>
          <p:txBody>
            <a:bodyPr wrap="square" rtlCol="0">
              <a:spAutoFit/>
            </a:bodyPr>
            <a:p>
              <a:pPr marL="171450" lvl="0" indent="-171450" algn="l">
                <a:lnSpc>
                  <a:spcPct val="150000"/>
                </a:lnSpc>
                <a:buClrTx/>
                <a:buSzTx/>
                <a:buFont typeface="Arial" panose="020B0604020202020204" pitchFamily="34" charset="0"/>
                <a:buChar char="•"/>
              </a:pPr>
              <a:r>
                <a:rPr lang="zh-CN" altLang="en-US" sz="1200" b="1" dirty="0" smtClean="0">
                  <a:latin typeface="微软雅黑" panose="020B0503020204020204" pitchFamily="34" charset="-122"/>
                  <a:ea typeface="微软雅黑" panose="020B0503020204020204" pitchFamily="34" charset="-122"/>
                  <a:sym typeface="+mn-ea"/>
                </a:rPr>
                <a:t>企业信息模型</a:t>
              </a:r>
              <a:endParaRPr lang="zh-CN" altLang="en-US" sz="1200" b="1" dirty="0" smtClean="0">
                <a:latin typeface="微软雅黑" panose="020B0503020204020204" pitchFamily="34" charset="-122"/>
                <a:ea typeface="微软雅黑" panose="020B0503020204020204" pitchFamily="34" charset="-122"/>
                <a:sym typeface="+mn-ea"/>
              </a:endParaRPr>
            </a:p>
            <a:p>
              <a:pPr marL="171450" lvl="0" indent="-171450" algn="l">
                <a:lnSpc>
                  <a:spcPct val="150000"/>
                </a:lnSpc>
                <a:buClrTx/>
                <a:buSzTx/>
                <a:buFont typeface="Arial" panose="020B0604020202020204" pitchFamily="34" charset="0"/>
                <a:buChar char="•"/>
              </a:pPr>
              <a:r>
                <a:rPr lang="zh-CN" altLang="en-US" sz="1200" b="1" dirty="0" smtClean="0">
                  <a:latin typeface="微软雅黑" panose="020B0503020204020204" pitchFamily="34" charset="-122"/>
                  <a:ea typeface="微软雅黑" panose="020B0503020204020204" pitchFamily="34" charset="-122"/>
                  <a:sym typeface="+mn-ea"/>
                </a:rPr>
                <a:t>信息需求</a:t>
              </a:r>
              <a:endParaRPr lang="zh-CN" altLang="en-US" sz="1200" b="1" dirty="0" smtClean="0">
                <a:latin typeface="微软雅黑" panose="020B0503020204020204" pitchFamily="34" charset="-122"/>
                <a:ea typeface="微软雅黑" panose="020B0503020204020204" pitchFamily="34" charset="-122"/>
                <a:sym typeface="+mn-ea"/>
              </a:endParaRPr>
            </a:p>
            <a:p>
              <a:pPr marL="171450" lvl="0" indent="-171450" algn="l">
                <a:lnSpc>
                  <a:spcPct val="150000"/>
                </a:lnSpc>
                <a:buClrTx/>
                <a:buSzTx/>
                <a:buFont typeface="Arial" panose="020B0604020202020204" pitchFamily="34" charset="0"/>
                <a:buChar char="•"/>
              </a:pPr>
              <a:r>
                <a:rPr lang="zh-CN" altLang="en-US" sz="1200" b="1" dirty="0" smtClean="0">
                  <a:latin typeface="微软雅黑" panose="020B0503020204020204" pitchFamily="34" charset="-122"/>
                  <a:ea typeface="微软雅黑" panose="020B0503020204020204" pitchFamily="34" charset="-122"/>
                  <a:sym typeface="+mn-ea"/>
                </a:rPr>
                <a:t>信息规范</a:t>
              </a:r>
              <a:endParaRPr lang="zh-CN" altLang="en-US" sz="1200" b="1" dirty="0" smtClean="0">
                <a:latin typeface="微软雅黑" panose="020B0503020204020204" pitchFamily="34" charset="-122"/>
                <a:ea typeface="微软雅黑" panose="020B0503020204020204" pitchFamily="34" charset="-122"/>
                <a:sym typeface="+mn-ea"/>
              </a:endParaRPr>
            </a:p>
            <a:p>
              <a:pPr marL="171450" lvl="0" indent="-171450" algn="l">
                <a:lnSpc>
                  <a:spcPct val="150000"/>
                </a:lnSpc>
                <a:buClrTx/>
                <a:buSzTx/>
                <a:buFont typeface="Arial" panose="020B0604020202020204" pitchFamily="34" charset="0"/>
                <a:buChar char="•"/>
              </a:pPr>
              <a:r>
                <a:rPr lang="zh-CN" altLang="en-US" sz="1200" b="1" dirty="0" smtClean="0">
                  <a:latin typeface="微软雅黑" panose="020B0503020204020204" pitchFamily="34" charset="-122"/>
                  <a:ea typeface="微软雅黑" panose="020B0503020204020204" pitchFamily="34" charset="-122"/>
                  <a:sym typeface="+mn-ea"/>
                </a:rPr>
                <a:t>质量要求</a:t>
              </a:r>
              <a:endParaRPr lang="zh-CN" altLang="en-US" sz="1200" b="1" dirty="0" smtClean="0">
                <a:latin typeface="微软雅黑" panose="020B0503020204020204" pitchFamily="34" charset="-122"/>
                <a:ea typeface="微软雅黑" panose="020B0503020204020204" pitchFamily="34" charset="-122"/>
                <a:sym typeface="+mn-ea"/>
              </a:endParaRPr>
            </a:p>
            <a:p>
              <a:pPr marL="171450" lvl="0" indent="-171450" algn="l">
                <a:lnSpc>
                  <a:spcPct val="150000"/>
                </a:lnSpc>
                <a:buClrTx/>
                <a:buSzTx/>
                <a:buFont typeface="Arial" panose="020B0604020202020204" pitchFamily="34" charset="0"/>
                <a:buChar char="•"/>
              </a:pPr>
              <a:r>
                <a:rPr lang="zh-CN" altLang="en-US" sz="1200" b="1" dirty="0" smtClean="0">
                  <a:latin typeface="微软雅黑" panose="020B0503020204020204" pitchFamily="34" charset="-122"/>
                  <a:ea typeface="微软雅黑" panose="020B0503020204020204" pitchFamily="34" charset="-122"/>
                  <a:sym typeface="+mn-ea"/>
                </a:rPr>
                <a:t>问题解决</a:t>
              </a:r>
              <a:endParaRPr lang="zh-CN" altLang="en-US" sz="1200" b="1" dirty="0" smtClean="0">
                <a:latin typeface="微软雅黑" panose="020B0503020204020204" pitchFamily="34" charset="-122"/>
                <a:ea typeface="微软雅黑" panose="020B0503020204020204" pitchFamily="34" charset="-122"/>
                <a:sym typeface="+mn-ea"/>
              </a:endParaRPr>
            </a:p>
          </p:txBody>
        </p:sp>
        <p:sp>
          <p:nvSpPr>
            <p:cNvPr id="38" name="TextBox 22"/>
            <p:cNvSpPr txBox="1"/>
            <p:nvPr/>
          </p:nvSpPr>
          <p:spPr>
            <a:xfrm>
              <a:off x="10715" y="7895"/>
              <a:ext cx="2577" cy="2133"/>
            </a:xfrm>
            <a:prstGeom prst="rect">
              <a:avLst/>
            </a:prstGeom>
            <a:noFill/>
          </p:spPr>
          <p:txBody>
            <a:bodyPr wrap="square" rtlCol="0">
              <a:spAutoFit/>
            </a:bodyPr>
            <a:p>
              <a:pPr marL="171450" lvl="0" indent="-171450" algn="l">
                <a:lnSpc>
                  <a:spcPct val="150000"/>
                </a:lnSpc>
                <a:buClrTx/>
                <a:buSzTx/>
                <a:buFont typeface="Arial" panose="020B0604020202020204" pitchFamily="34" charset="0"/>
                <a:buChar char="•"/>
              </a:pPr>
              <a:r>
                <a:rPr lang="zh-CN" altLang="en-US" sz="1200" b="1" dirty="0" smtClean="0">
                  <a:latin typeface="微软雅黑" panose="020B0503020204020204" pitchFamily="34" charset="-122"/>
                  <a:ea typeface="微软雅黑" panose="020B0503020204020204" pitchFamily="34" charset="-122"/>
                  <a:sym typeface="+mn-ea"/>
                </a:rPr>
                <a:t>数据库架构</a:t>
              </a:r>
              <a:endParaRPr lang="zh-CN" altLang="en-US" sz="1200" b="1" dirty="0" smtClean="0">
                <a:latin typeface="微软雅黑" panose="020B0503020204020204" pitchFamily="34" charset="-122"/>
                <a:ea typeface="微软雅黑" panose="020B0503020204020204" pitchFamily="34" charset="-122"/>
                <a:sym typeface="+mn-ea"/>
              </a:endParaRPr>
            </a:p>
            <a:p>
              <a:pPr marL="171450" lvl="0" indent="-171450" algn="l">
                <a:lnSpc>
                  <a:spcPct val="150000"/>
                </a:lnSpc>
                <a:buClrTx/>
                <a:buSzTx/>
                <a:buFont typeface="Arial" panose="020B0604020202020204" pitchFamily="34" charset="0"/>
                <a:buChar char="•"/>
              </a:pPr>
              <a:r>
                <a:rPr lang="zh-CN" altLang="en-US" sz="1200" b="1" dirty="0" smtClean="0">
                  <a:latin typeface="微软雅黑" panose="020B0503020204020204" pitchFamily="34" charset="-122"/>
                  <a:ea typeface="微软雅黑" panose="020B0503020204020204" pitchFamily="34" charset="-122"/>
                  <a:sym typeface="+mn-ea"/>
                </a:rPr>
                <a:t>数据库集成架构</a:t>
              </a:r>
              <a:endParaRPr lang="zh-CN" altLang="en-US" sz="1200" b="1" dirty="0" smtClean="0">
                <a:latin typeface="微软雅黑" panose="020B0503020204020204" pitchFamily="34" charset="-122"/>
                <a:ea typeface="微软雅黑" panose="020B0503020204020204" pitchFamily="34" charset="-122"/>
                <a:sym typeface="+mn-ea"/>
              </a:endParaRPr>
            </a:p>
            <a:p>
              <a:pPr marL="171450" lvl="0" indent="-171450" algn="l">
                <a:lnSpc>
                  <a:spcPct val="150000"/>
                </a:lnSpc>
                <a:buClrTx/>
                <a:buSzTx/>
                <a:buFont typeface="Arial" panose="020B0604020202020204" pitchFamily="34" charset="0"/>
                <a:buChar char="•"/>
              </a:pPr>
              <a:r>
                <a:rPr lang="zh-CN" altLang="en-US" sz="1200" b="1" dirty="0" smtClean="0">
                  <a:latin typeface="微软雅黑" panose="020B0503020204020204" pitchFamily="34" charset="-122"/>
                  <a:ea typeface="微软雅黑" panose="020B0503020204020204" pitchFamily="34" charset="-122"/>
                  <a:sym typeface="+mn-ea"/>
                </a:rPr>
                <a:t>数据</a:t>
              </a:r>
              <a:r>
                <a:rPr lang="zh-CN" altLang="en-US" sz="1200" b="1" dirty="0" smtClean="0">
                  <a:latin typeface="微软雅黑" panose="020B0503020204020204" pitchFamily="34" charset="-122"/>
                  <a:ea typeface="微软雅黑" panose="020B0503020204020204" pitchFamily="34" charset="-122"/>
                  <a:sym typeface="+mn-ea"/>
                </a:rPr>
                <a:t>仓库、商务智能架构</a:t>
              </a:r>
              <a:endParaRPr lang="zh-CN" altLang="en-US" sz="1200" b="1" dirty="0" smtClean="0">
                <a:latin typeface="微软雅黑" panose="020B0503020204020204" pitchFamily="34" charset="-122"/>
                <a:ea typeface="微软雅黑" panose="020B0503020204020204" pitchFamily="34" charset="-122"/>
                <a:sym typeface="+mn-ea"/>
              </a:endParaRPr>
            </a:p>
            <a:p>
              <a:pPr marL="171450" lvl="0" indent="-171450" algn="l">
                <a:lnSpc>
                  <a:spcPct val="150000"/>
                </a:lnSpc>
                <a:buClrTx/>
                <a:buSzTx/>
                <a:buFont typeface="Arial" panose="020B0604020202020204" pitchFamily="34" charset="0"/>
                <a:buChar char="•"/>
              </a:pPr>
              <a:r>
                <a:rPr lang="zh-CN" altLang="en-US" sz="1200" b="1" dirty="0" smtClean="0">
                  <a:latin typeface="微软雅黑" panose="020B0503020204020204" pitchFamily="34" charset="-122"/>
                  <a:ea typeface="微软雅黑" panose="020B0503020204020204" pitchFamily="34" charset="-122"/>
                  <a:sym typeface="+mn-ea"/>
                </a:rPr>
                <a:t>技术元数据</a:t>
              </a:r>
              <a:endParaRPr lang="zh-CN" altLang="en-US" sz="1200" b="1" dirty="0" smtClean="0">
                <a:latin typeface="微软雅黑" panose="020B0503020204020204" pitchFamily="34" charset="-122"/>
                <a:ea typeface="微软雅黑" panose="020B0503020204020204" pitchFamily="34" charset="-122"/>
                <a:sym typeface="+mn-ea"/>
              </a:endParaRPr>
            </a:p>
          </p:txBody>
        </p:sp>
        <p:sp>
          <p:nvSpPr>
            <p:cNvPr id="39" name="TextBox 23"/>
            <p:cNvSpPr txBox="1"/>
            <p:nvPr/>
          </p:nvSpPr>
          <p:spPr>
            <a:xfrm>
              <a:off x="7654" y="7895"/>
              <a:ext cx="2398" cy="2627"/>
            </a:xfrm>
            <a:prstGeom prst="rect">
              <a:avLst/>
            </a:prstGeom>
            <a:noFill/>
          </p:spPr>
          <p:txBody>
            <a:bodyPr wrap="square" rtlCol="0">
              <a:spAutoFit/>
            </a:bodyPr>
            <a:p>
              <a:pPr marL="171450" lvl="0" indent="-171450" algn="l">
                <a:lnSpc>
                  <a:spcPct val="150000"/>
                </a:lnSpc>
                <a:buClrTx/>
                <a:buSzTx/>
                <a:buFont typeface="Arial" panose="020B0604020202020204" pitchFamily="34" charset="0"/>
                <a:buChar char="•"/>
              </a:pPr>
              <a:r>
                <a:rPr lang="zh-CN" altLang="en-US" sz="1200" b="1" dirty="0" smtClean="0">
                  <a:latin typeface="微软雅黑" panose="020B0503020204020204" pitchFamily="34" charset="-122"/>
                  <a:ea typeface="微软雅黑" panose="020B0503020204020204" pitchFamily="34" charset="-122"/>
                  <a:sym typeface="+mn-ea"/>
                </a:rPr>
                <a:t>EIM</a:t>
              </a:r>
              <a:r>
                <a:rPr lang="zh-CN" altLang="en-US" sz="1200" b="1" dirty="0" smtClean="0">
                  <a:latin typeface="微软雅黑" panose="020B0503020204020204" pitchFamily="34" charset="-122"/>
                  <a:ea typeface="微软雅黑" panose="020B0503020204020204" pitchFamily="34" charset="-122"/>
                  <a:sym typeface="+mn-ea"/>
                </a:rPr>
                <a:t>战略</a:t>
              </a:r>
              <a:endParaRPr lang="zh-CN" altLang="en-US" sz="1200" b="1" dirty="0" smtClean="0">
                <a:latin typeface="微软雅黑" panose="020B0503020204020204" pitchFamily="34" charset="-122"/>
                <a:ea typeface="微软雅黑" panose="020B0503020204020204" pitchFamily="34" charset="-122"/>
                <a:sym typeface="+mn-ea"/>
              </a:endParaRPr>
            </a:p>
            <a:p>
              <a:pPr marL="171450" lvl="0" indent="-171450" algn="l">
                <a:lnSpc>
                  <a:spcPct val="150000"/>
                </a:lnSpc>
                <a:buClrTx/>
                <a:buSzTx/>
                <a:buFont typeface="Arial" panose="020B0604020202020204" pitchFamily="34" charset="0"/>
                <a:buChar char="•"/>
              </a:pPr>
              <a:r>
                <a:rPr lang="zh-CN" altLang="en-US" sz="1200" b="1" dirty="0" smtClean="0">
                  <a:latin typeface="微软雅黑" panose="020B0503020204020204" pitchFamily="34" charset="-122"/>
                  <a:ea typeface="微软雅黑" panose="020B0503020204020204" pitchFamily="34" charset="-122"/>
                  <a:sym typeface="+mn-ea"/>
                </a:rPr>
                <a:t>EIM</a:t>
              </a:r>
              <a:r>
                <a:rPr lang="zh-CN" altLang="en-US" sz="1200" b="1" dirty="0" smtClean="0">
                  <a:latin typeface="微软雅黑" panose="020B0503020204020204" pitchFamily="34" charset="-122"/>
                  <a:ea typeface="微软雅黑" panose="020B0503020204020204" pitchFamily="34" charset="-122"/>
                  <a:sym typeface="+mn-ea"/>
                </a:rPr>
                <a:t>政策</a:t>
              </a:r>
              <a:endParaRPr lang="zh-CN" altLang="en-US" sz="1200" b="1" dirty="0" smtClean="0">
                <a:latin typeface="微软雅黑" panose="020B0503020204020204" pitchFamily="34" charset="-122"/>
                <a:ea typeface="微软雅黑" panose="020B0503020204020204" pitchFamily="34" charset="-122"/>
                <a:sym typeface="+mn-ea"/>
              </a:endParaRPr>
            </a:p>
            <a:p>
              <a:pPr marL="171450" lvl="0" indent="-171450" algn="l">
                <a:lnSpc>
                  <a:spcPct val="150000"/>
                </a:lnSpc>
                <a:buClrTx/>
                <a:buSzTx/>
                <a:buFont typeface="Arial" panose="020B0604020202020204" pitchFamily="34" charset="0"/>
                <a:buChar char="•"/>
              </a:pPr>
              <a:r>
                <a:rPr lang="zh-CN" altLang="en-US" sz="1200" b="1" dirty="0" smtClean="0">
                  <a:latin typeface="微软雅黑" panose="020B0503020204020204" pitchFamily="34" charset="-122"/>
                  <a:ea typeface="微软雅黑" panose="020B0503020204020204" pitchFamily="34" charset="-122"/>
                  <a:sym typeface="+mn-ea"/>
                </a:rPr>
                <a:t>EIM</a:t>
              </a:r>
              <a:r>
                <a:rPr lang="zh-CN" altLang="en-US" sz="1200" b="1" dirty="0" smtClean="0">
                  <a:latin typeface="微软雅黑" panose="020B0503020204020204" pitchFamily="34" charset="-122"/>
                  <a:ea typeface="微软雅黑" panose="020B0503020204020204" pitchFamily="34" charset="-122"/>
                  <a:sym typeface="+mn-ea"/>
                </a:rPr>
                <a:t>标准</a:t>
              </a:r>
              <a:endParaRPr lang="zh-CN" altLang="en-US" sz="1200" b="1" dirty="0" smtClean="0">
                <a:latin typeface="微软雅黑" panose="020B0503020204020204" pitchFamily="34" charset="-122"/>
                <a:ea typeface="微软雅黑" panose="020B0503020204020204" pitchFamily="34" charset="-122"/>
                <a:sym typeface="+mn-ea"/>
              </a:endParaRPr>
            </a:p>
            <a:p>
              <a:pPr marL="171450" lvl="0" indent="-171450" algn="l">
                <a:lnSpc>
                  <a:spcPct val="150000"/>
                </a:lnSpc>
                <a:buClrTx/>
                <a:buSzTx/>
                <a:buFont typeface="Arial" panose="020B0604020202020204" pitchFamily="34" charset="0"/>
                <a:buChar char="•"/>
              </a:pPr>
              <a:r>
                <a:rPr lang="zh-CN" altLang="en-US" sz="1200" b="1" dirty="0" smtClean="0">
                  <a:latin typeface="微软雅黑" panose="020B0503020204020204" pitchFamily="34" charset="-122"/>
                  <a:ea typeface="微软雅黑" panose="020B0503020204020204" pitchFamily="34" charset="-122"/>
                  <a:sym typeface="+mn-ea"/>
                </a:rPr>
                <a:t>EIM</a:t>
              </a:r>
              <a:r>
                <a:rPr lang="zh-CN" altLang="en-US" sz="1200" b="1" dirty="0" smtClean="0">
                  <a:latin typeface="微软雅黑" panose="020B0503020204020204" pitchFamily="34" charset="-122"/>
                  <a:ea typeface="微软雅黑" panose="020B0503020204020204" pitchFamily="34" charset="-122"/>
                  <a:sym typeface="+mn-ea"/>
                </a:rPr>
                <a:t>指标</a:t>
              </a:r>
              <a:endParaRPr lang="zh-CN" altLang="en-US" sz="1200" b="1" dirty="0" smtClean="0">
                <a:latin typeface="微软雅黑" panose="020B0503020204020204" pitchFamily="34" charset="-122"/>
                <a:ea typeface="微软雅黑" panose="020B0503020204020204" pitchFamily="34" charset="-122"/>
                <a:sym typeface="+mn-ea"/>
              </a:endParaRPr>
            </a:p>
            <a:p>
              <a:pPr marL="171450" lvl="0" indent="-171450" algn="l">
                <a:lnSpc>
                  <a:spcPct val="150000"/>
                </a:lnSpc>
                <a:buClrTx/>
                <a:buSzTx/>
                <a:buFont typeface="Arial" panose="020B0604020202020204" pitchFamily="34" charset="0"/>
                <a:buChar char="•"/>
              </a:pPr>
              <a:r>
                <a:rPr lang="zh-CN" altLang="en-US" sz="1200" b="1" dirty="0" smtClean="0">
                  <a:latin typeface="微软雅黑" panose="020B0503020204020204" pitchFamily="34" charset="-122"/>
                  <a:ea typeface="微软雅黑" panose="020B0503020204020204" pitchFamily="34" charset="-122"/>
                  <a:sym typeface="+mn-ea"/>
                </a:rPr>
                <a:t>EIM</a:t>
              </a:r>
              <a:r>
                <a:rPr lang="zh-CN" altLang="en-US" sz="1200" b="1" dirty="0" smtClean="0">
                  <a:latin typeface="微软雅黑" panose="020B0503020204020204" pitchFamily="34" charset="-122"/>
                  <a:ea typeface="微软雅黑" panose="020B0503020204020204" pitchFamily="34" charset="-122"/>
                  <a:sym typeface="+mn-ea"/>
                </a:rPr>
                <a:t>服务</a:t>
              </a:r>
              <a:endParaRPr lang="zh-CN" altLang="en-US" sz="1200" b="1" dirty="0" smtClean="0">
                <a:latin typeface="微软雅黑" panose="020B0503020204020204" pitchFamily="34" charset="-122"/>
                <a:ea typeface="微软雅黑" panose="020B0503020204020204" pitchFamily="34" charset="-122"/>
                <a:sym typeface="+mn-ea"/>
              </a:endParaRPr>
            </a:p>
          </p:txBody>
        </p:sp>
        <p:sp>
          <p:nvSpPr>
            <p:cNvPr id="40" name="TextBox 24"/>
            <p:cNvSpPr txBox="1"/>
            <p:nvPr/>
          </p:nvSpPr>
          <p:spPr>
            <a:xfrm>
              <a:off x="10533" y="6194"/>
              <a:ext cx="3471" cy="819"/>
            </a:xfrm>
            <a:prstGeom prst="rect">
              <a:avLst/>
            </a:prstGeom>
            <a:noFill/>
          </p:spPr>
          <p:txBody>
            <a:bodyPr wrap="square" rtlCol="0">
              <a:spAutoFit/>
            </a:bodyPr>
            <a:p>
              <a:pPr>
                <a:lnSpc>
                  <a:spcPct val="150000"/>
                </a:lnSpc>
              </a:pPr>
              <a:r>
                <a:rPr lang="zh-CN" altLang="en-US" sz="1600" b="1" dirty="0" smtClean="0">
                  <a:solidFill>
                    <a:srgbClr val="FF0000"/>
                  </a:solidFill>
                  <a:latin typeface="微软雅黑" panose="020B0503020204020204" pitchFamily="34" charset="-122"/>
                  <a:ea typeface="微软雅黑" panose="020B0503020204020204" pitchFamily="34" charset="-122"/>
                </a:rPr>
                <a:t>由</a:t>
              </a:r>
              <a:r>
                <a:rPr lang="en-US" altLang="zh-CN" sz="1600" b="1" dirty="0" smtClean="0">
                  <a:solidFill>
                    <a:srgbClr val="FF0000"/>
                  </a:solidFill>
                  <a:latin typeface="微软雅黑" panose="020B0503020204020204" pitchFamily="34" charset="-122"/>
                  <a:ea typeface="微软雅黑" panose="020B0503020204020204" pitchFamily="34" charset="-122"/>
                </a:rPr>
                <a:t>IT</a:t>
              </a:r>
              <a:r>
                <a:rPr lang="zh-CN" altLang="en-US" sz="1600" b="1" dirty="0" smtClean="0">
                  <a:solidFill>
                    <a:srgbClr val="FF0000"/>
                  </a:solidFill>
                  <a:latin typeface="微软雅黑" panose="020B0503020204020204" pitchFamily="34" charset="-122"/>
                  <a:ea typeface="微软雅黑" panose="020B0503020204020204" pitchFamily="34" charset="-122"/>
                </a:rPr>
                <a:t>管理制定的决策</a:t>
              </a:r>
              <a:endParaRPr lang="en-US" altLang="zh-CN" sz="1600" b="1" dirty="0" smtClean="0">
                <a:solidFill>
                  <a:srgbClr val="FF0000"/>
                </a:solidFill>
                <a:latin typeface="微软雅黑" panose="020B0503020204020204" pitchFamily="34" charset="-122"/>
                <a:ea typeface="微软雅黑" panose="020B0503020204020204" pitchFamily="34" charset="-122"/>
              </a:endParaRPr>
            </a:p>
          </p:txBody>
        </p:sp>
        <p:sp>
          <p:nvSpPr>
            <p:cNvPr id="41" name="TextBox 25"/>
            <p:cNvSpPr txBox="1"/>
            <p:nvPr/>
          </p:nvSpPr>
          <p:spPr>
            <a:xfrm>
              <a:off x="669" y="6194"/>
              <a:ext cx="3628" cy="819"/>
            </a:xfrm>
            <a:prstGeom prst="rect">
              <a:avLst/>
            </a:prstGeom>
            <a:noFill/>
          </p:spPr>
          <p:txBody>
            <a:bodyPr wrap="square" rtlCol="0">
              <a:spAutoFit/>
            </a:bodyPr>
            <a:p>
              <a:pPr>
                <a:lnSpc>
                  <a:spcPct val="150000"/>
                </a:lnSpc>
              </a:pPr>
              <a:r>
                <a:rPr lang="zh-CN" altLang="en-US" sz="1600" b="1" dirty="0" smtClean="0">
                  <a:solidFill>
                    <a:srgbClr val="FF0000"/>
                  </a:solidFill>
                  <a:latin typeface="微软雅黑" panose="020B0503020204020204" pitchFamily="34" charset="-122"/>
                  <a:ea typeface="微软雅黑" panose="020B0503020204020204" pitchFamily="34" charset="-122"/>
                </a:rPr>
                <a:t>由业务管理制定的决策</a:t>
              </a:r>
              <a:endParaRPr lang="en-US" altLang="zh-CN" sz="1600" b="1" dirty="0" smtClean="0">
                <a:solidFill>
                  <a:srgbClr val="FF0000"/>
                </a:solidFill>
                <a:latin typeface="微软雅黑" panose="020B0503020204020204" pitchFamily="34" charset="-122"/>
                <a:ea typeface="微软雅黑" panose="020B0503020204020204" pitchFamily="34" charset="-122"/>
              </a:endParaRPr>
            </a:p>
          </p:txBody>
        </p:sp>
      </p:grpSp>
    </p:spTree>
    <p:custDataLst>
      <p:tags r:id="rId8"/>
    </p:custData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10"/>
          <p:cNvSpPr>
            <a:spLocks noGrp="1"/>
          </p:cNvSpPr>
          <p:nvPr>
            <p:custDataLst>
              <p:tags r:id="rId1"/>
            </p:custDataLst>
          </p:nvPr>
        </p:nvSpPr>
        <p:spPr>
          <a:xfrm>
            <a:off x="998220" y="1456055"/>
            <a:ext cx="9212580" cy="5105400"/>
          </a:xfrm>
          <a:prstGeom prst="rect">
            <a:avLst/>
          </a:prstGeom>
          <a:noFill/>
          <a:ln>
            <a:noFill/>
          </a:ln>
        </p:spPr>
        <p:txBody>
          <a:bodyPr vert="horz" wrap="square" lIns="91440" tIns="45720" rIns="91440" bIns="45720" numCol="1" anchor="t" anchorCtr="0" compatLnSpc="1">
            <a:normAutofit/>
          </a:bodyPr>
          <a:lstStyle>
            <a:lvl1pPr marL="342900" indent="-342900" algn="l" rtl="0" eaLnBrk="1" fontAlgn="base" hangingPunct="1">
              <a:spcBef>
                <a:spcPct val="20000"/>
              </a:spcBef>
              <a:spcAft>
                <a:spcPct val="0"/>
              </a:spcAft>
              <a:buClr>
                <a:schemeClr val="tx1"/>
              </a:buClr>
              <a:buFont typeface="Wingdings" panose="05000000000000000000" pitchFamily="2" charset="2"/>
              <a:buChar char="v"/>
              <a:defRPr sz="2000" b="1">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defRPr>
            </a:lvl1pPr>
            <a:lvl2pPr marL="742950" indent="-285750" algn="l" rtl="0" eaLnBrk="1" fontAlgn="base" hangingPunct="1">
              <a:spcBef>
                <a:spcPct val="20000"/>
              </a:spcBef>
              <a:spcAft>
                <a:spcPct val="0"/>
              </a:spcAft>
              <a:buFont typeface="Wingdings" panose="05000000000000000000" pitchFamily="2" charset="2"/>
              <a:buChar char="§"/>
              <a:defRPr sz="2000">
                <a:solidFill>
                  <a:schemeClr val="bg1">
                    <a:lumMod val="50000"/>
                  </a:schemeClr>
                </a:solidFill>
                <a:latin typeface="微软雅黑" panose="020B0503020204020204" pitchFamily="34" charset="-122"/>
                <a:ea typeface="微软雅黑" panose="020B0503020204020204" pitchFamily="34" charset="-122"/>
              </a:defRPr>
            </a:lvl2pPr>
            <a:lvl3pPr marL="1143000" indent="-228600" algn="l" rtl="0" eaLnBrk="1" fontAlgn="base" hangingPunct="1">
              <a:spcBef>
                <a:spcPct val="20000"/>
              </a:spcBef>
              <a:spcAft>
                <a:spcPct val="0"/>
              </a:spcAft>
              <a:buChar char="•"/>
              <a:defRPr sz="1800">
                <a:solidFill>
                  <a:schemeClr val="bg1">
                    <a:lumMod val="50000"/>
                  </a:schemeClr>
                </a:solidFill>
                <a:latin typeface="微软雅黑" panose="020B0503020204020204" pitchFamily="34" charset="-122"/>
                <a:ea typeface="微软雅黑" panose="020B0503020204020204" pitchFamily="34" charset="-122"/>
              </a:defRPr>
            </a:lvl3pPr>
            <a:lvl4pPr marL="1600200" indent="-228600" algn="l" rtl="0" eaLnBrk="1" fontAlgn="base" hangingPunct="1">
              <a:spcBef>
                <a:spcPct val="20000"/>
              </a:spcBef>
              <a:spcAft>
                <a:spcPct val="0"/>
              </a:spcAft>
              <a:buChar char="–"/>
              <a:defRPr sz="1600">
                <a:solidFill>
                  <a:schemeClr val="bg1">
                    <a:lumMod val="50000"/>
                  </a:schemeClr>
                </a:solidFill>
                <a:latin typeface="微软雅黑" panose="020B0503020204020204" pitchFamily="34" charset="-122"/>
                <a:ea typeface="微软雅黑" panose="020B0503020204020204" pitchFamily="34" charset="-122"/>
              </a:defRPr>
            </a:lvl4pPr>
            <a:lvl5pPr marL="2057400" indent="-228600" algn="l" rtl="0" eaLnBrk="1" fontAlgn="base" hangingPunct="1">
              <a:spcBef>
                <a:spcPct val="20000"/>
              </a:spcBef>
              <a:spcAft>
                <a:spcPct val="0"/>
              </a:spcAft>
              <a:buChar char="»"/>
              <a:defRPr sz="1600">
                <a:solidFill>
                  <a:schemeClr val="bg1">
                    <a:lumMod val="50000"/>
                  </a:schemeClr>
                </a:solidFill>
                <a:latin typeface="微软雅黑" panose="020B0503020204020204" pitchFamily="34" charset="-122"/>
                <a:ea typeface="微软雅黑" panose="020B0503020204020204" pitchFamily="34" charset="-122"/>
              </a:defRPr>
            </a:lvl5pPr>
            <a:lvl6pPr marL="2514600" indent="-228600" algn="l" rtl="0" eaLnBrk="1" fontAlgn="base" hangingPunct="1">
              <a:spcBef>
                <a:spcPct val="20000"/>
              </a:spcBef>
              <a:spcAft>
                <a:spcPct val="0"/>
              </a:spcAft>
              <a:buChar char="»"/>
              <a:defRPr sz="2000">
                <a:solidFill>
                  <a:schemeClr val="tx1"/>
                </a:solidFill>
                <a:latin typeface="Arial" panose="020B0604020202020204" pitchFamily="34" charset="0"/>
              </a:defRPr>
            </a:lvl6pPr>
            <a:lvl7pPr marL="2971800" indent="-228600" algn="l" rtl="0" eaLnBrk="1" fontAlgn="base" hangingPunct="1">
              <a:spcBef>
                <a:spcPct val="20000"/>
              </a:spcBef>
              <a:spcAft>
                <a:spcPct val="0"/>
              </a:spcAft>
              <a:buChar char="»"/>
              <a:defRPr sz="2000">
                <a:solidFill>
                  <a:schemeClr val="tx1"/>
                </a:solidFill>
                <a:latin typeface="Arial" panose="020B0604020202020204" pitchFamily="34" charset="0"/>
              </a:defRPr>
            </a:lvl7pPr>
            <a:lvl8pPr marL="3429000" indent="-228600" algn="l" rtl="0" eaLnBrk="1" fontAlgn="base" hangingPunct="1">
              <a:spcBef>
                <a:spcPct val="20000"/>
              </a:spcBef>
              <a:spcAft>
                <a:spcPct val="0"/>
              </a:spcAft>
              <a:buChar char="»"/>
              <a:defRPr sz="2000">
                <a:solidFill>
                  <a:schemeClr val="tx1"/>
                </a:solidFill>
                <a:latin typeface="Arial" panose="020B0604020202020204" pitchFamily="34" charset="0"/>
              </a:defRPr>
            </a:lvl8pPr>
            <a:lvl9pPr marL="3886200" indent="-228600" algn="l" rtl="0" eaLnBrk="1" fontAlgn="base" hangingPunct="1">
              <a:spcBef>
                <a:spcPct val="20000"/>
              </a:spcBef>
              <a:spcAft>
                <a:spcPct val="0"/>
              </a:spcAft>
              <a:buChar char="»"/>
              <a:defRPr sz="2000">
                <a:solidFill>
                  <a:schemeClr val="tx1"/>
                </a:solidFill>
                <a:latin typeface="Arial" panose="020B0604020202020204" pitchFamily="34" charset="0"/>
              </a:defRPr>
            </a:lvl9pPr>
          </a:lstStyle>
          <a:p>
            <a:pPr>
              <a:lnSpc>
                <a:spcPct val="125000"/>
              </a:lnSpc>
              <a:spcBef>
                <a:spcPts val="0"/>
              </a:spcBef>
            </a:pPr>
            <a:r>
              <a:rPr lang="zh-CN" altLang="en-US" sz="1600" dirty="0">
                <a:solidFill>
                  <a:schemeClr val="tx1">
                    <a:lumMod val="50000"/>
                    <a:lumOff val="50000"/>
                  </a:schemeClr>
                </a:solidFill>
                <a:cs typeface="微软雅黑" panose="020B0503020204020204" pitchFamily="34" charset="-122"/>
              </a:rPr>
              <a:t>汇报给</a:t>
            </a:r>
            <a:r>
              <a:rPr lang="en-US" altLang="zh-CN" sz="1600" dirty="0">
                <a:solidFill>
                  <a:schemeClr val="tx1">
                    <a:lumMod val="50000"/>
                    <a:lumOff val="50000"/>
                  </a:schemeClr>
                </a:solidFill>
                <a:cs typeface="微软雅黑" panose="020B0503020204020204" pitchFamily="34" charset="-122"/>
              </a:rPr>
              <a:t>IT</a:t>
            </a:r>
            <a:r>
              <a:rPr lang="zh-CN" altLang="en-US" sz="1600" dirty="0">
                <a:solidFill>
                  <a:schemeClr val="tx1">
                    <a:lumMod val="50000"/>
                    <a:lumOff val="50000"/>
                  </a:schemeClr>
                </a:solidFill>
                <a:cs typeface="微软雅黑" panose="020B0503020204020204" pitchFamily="34" charset="-122"/>
              </a:rPr>
              <a:t>部门</a:t>
            </a:r>
            <a:endParaRPr lang="en-US" altLang="zh-CN" sz="1600" dirty="0">
              <a:solidFill>
                <a:schemeClr val="tx1">
                  <a:lumMod val="50000"/>
                  <a:lumOff val="50000"/>
                </a:schemeClr>
              </a:solidFill>
              <a:cs typeface="微软雅黑" panose="020B0503020204020204" pitchFamily="34" charset="-122"/>
            </a:endParaRPr>
          </a:p>
          <a:p>
            <a:pPr lvl="1">
              <a:lnSpc>
                <a:spcPct val="125000"/>
              </a:lnSpc>
              <a:spcBef>
                <a:spcPts val="0"/>
              </a:spcBef>
              <a:buFont typeface="Wingdings" panose="05000000000000000000" pitchFamily="2" charset="2"/>
              <a:buChar char="Ø"/>
            </a:pPr>
            <a:r>
              <a:rPr lang="zh-CN" altLang="en-US" sz="1600" dirty="0">
                <a:solidFill>
                  <a:schemeClr val="accent1">
                    <a:lumMod val="50000"/>
                    <a:hueOff val="9600000"/>
                  </a:schemeClr>
                </a:solidFill>
                <a:cs typeface="微软雅黑" panose="020B0503020204020204" pitchFamily="34" charset="-122"/>
              </a:rPr>
              <a:t>数据开发</a:t>
            </a:r>
            <a:endParaRPr lang="en-US" altLang="zh-CN" sz="1600" dirty="0">
              <a:solidFill>
                <a:schemeClr val="accent1">
                  <a:lumMod val="50000"/>
                  <a:hueOff val="9600000"/>
                </a:schemeClr>
              </a:solidFill>
              <a:cs typeface="微软雅黑" panose="020B0503020204020204" pitchFamily="34" charset="-122"/>
            </a:endParaRPr>
          </a:p>
          <a:p>
            <a:pPr lvl="1">
              <a:lnSpc>
                <a:spcPct val="125000"/>
              </a:lnSpc>
              <a:spcBef>
                <a:spcPts val="0"/>
              </a:spcBef>
              <a:buFont typeface="Wingdings" panose="05000000000000000000" pitchFamily="2" charset="2"/>
              <a:buChar char="Ø"/>
            </a:pPr>
            <a:r>
              <a:rPr lang="zh-CN" altLang="en-US" sz="1600" dirty="0">
                <a:solidFill>
                  <a:schemeClr val="accent1">
                    <a:lumMod val="50000"/>
                    <a:hueOff val="9600000"/>
                  </a:schemeClr>
                </a:solidFill>
                <a:cs typeface="微软雅黑" panose="020B0503020204020204" pitchFamily="34" charset="-122"/>
              </a:rPr>
              <a:t>数据操作管理</a:t>
            </a:r>
            <a:endParaRPr lang="en-US" altLang="zh-CN" sz="1600" dirty="0">
              <a:solidFill>
                <a:schemeClr val="accent1">
                  <a:lumMod val="50000"/>
                  <a:hueOff val="9600000"/>
                </a:schemeClr>
              </a:solidFill>
              <a:cs typeface="微软雅黑" panose="020B0503020204020204" pitchFamily="34" charset="-122"/>
            </a:endParaRPr>
          </a:p>
          <a:p>
            <a:pPr>
              <a:lnSpc>
                <a:spcPct val="125000"/>
              </a:lnSpc>
              <a:spcBef>
                <a:spcPts val="0"/>
              </a:spcBef>
            </a:pPr>
            <a:r>
              <a:rPr lang="zh-CN" altLang="en-US" sz="1600" dirty="0">
                <a:solidFill>
                  <a:schemeClr val="tx1">
                    <a:lumMod val="50000"/>
                    <a:lumOff val="50000"/>
                  </a:schemeClr>
                </a:solidFill>
                <a:cs typeface="微软雅黑" panose="020B0503020204020204" pitchFamily="34" charset="-122"/>
              </a:rPr>
              <a:t>业务与</a:t>
            </a:r>
            <a:r>
              <a:rPr lang="en-US" altLang="zh-CN" sz="1600" dirty="0">
                <a:solidFill>
                  <a:schemeClr val="tx1">
                    <a:lumMod val="50000"/>
                    <a:lumOff val="50000"/>
                  </a:schemeClr>
                </a:solidFill>
                <a:cs typeface="微软雅黑" panose="020B0503020204020204" pitchFamily="34" charset="-122"/>
              </a:rPr>
              <a:t>IT</a:t>
            </a:r>
            <a:r>
              <a:rPr lang="zh-CN" altLang="en-US" sz="1600" dirty="0">
                <a:solidFill>
                  <a:schemeClr val="tx1">
                    <a:lumMod val="50000"/>
                    <a:lumOff val="50000"/>
                  </a:schemeClr>
                </a:solidFill>
                <a:cs typeface="微软雅黑" panose="020B0503020204020204" pitchFamily="34" charset="-122"/>
              </a:rPr>
              <a:t>联合管理</a:t>
            </a:r>
            <a:endParaRPr lang="en-US" altLang="zh-CN" sz="1600" dirty="0">
              <a:solidFill>
                <a:schemeClr val="tx1">
                  <a:lumMod val="50000"/>
                  <a:lumOff val="50000"/>
                </a:schemeClr>
              </a:solidFill>
              <a:cs typeface="微软雅黑" panose="020B0503020204020204" pitchFamily="34" charset="-122"/>
            </a:endParaRPr>
          </a:p>
          <a:p>
            <a:pPr lvl="1">
              <a:lnSpc>
                <a:spcPct val="125000"/>
              </a:lnSpc>
              <a:spcBef>
                <a:spcPts val="0"/>
              </a:spcBef>
              <a:buFont typeface="Wingdings" panose="05000000000000000000" pitchFamily="2" charset="2"/>
              <a:buChar char="Ø"/>
            </a:pPr>
            <a:r>
              <a:rPr lang="zh-CN" altLang="en-US" sz="1600" dirty="0">
                <a:solidFill>
                  <a:schemeClr val="accent1">
                    <a:lumMod val="50000"/>
                    <a:hueOff val="10800000"/>
                  </a:schemeClr>
                </a:solidFill>
                <a:cs typeface="微软雅黑" panose="020B0503020204020204" pitchFamily="34" charset="-122"/>
              </a:rPr>
              <a:t>元数据管理</a:t>
            </a:r>
            <a:endParaRPr lang="en-US" altLang="zh-CN" sz="1600" dirty="0">
              <a:solidFill>
                <a:schemeClr val="accent1">
                  <a:lumMod val="50000"/>
                  <a:hueOff val="10800000"/>
                </a:schemeClr>
              </a:solidFill>
              <a:cs typeface="微软雅黑" panose="020B0503020204020204" pitchFamily="34" charset="-122"/>
            </a:endParaRPr>
          </a:p>
          <a:p>
            <a:pPr lvl="1">
              <a:lnSpc>
                <a:spcPct val="125000"/>
              </a:lnSpc>
              <a:spcBef>
                <a:spcPts val="0"/>
              </a:spcBef>
              <a:buFont typeface="Wingdings" panose="05000000000000000000" pitchFamily="2" charset="2"/>
              <a:buChar char="Ø"/>
            </a:pPr>
            <a:r>
              <a:rPr lang="zh-CN" altLang="en-US" sz="1600" dirty="0">
                <a:solidFill>
                  <a:schemeClr val="accent1">
                    <a:lumMod val="50000"/>
                    <a:hueOff val="10800000"/>
                  </a:schemeClr>
                </a:solidFill>
                <a:cs typeface="微软雅黑" panose="020B0503020204020204" pitchFamily="34" charset="-122"/>
              </a:rPr>
              <a:t>数据安全管理</a:t>
            </a:r>
            <a:endParaRPr lang="en-US" altLang="zh-CN" sz="1600" dirty="0">
              <a:solidFill>
                <a:schemeClr val="accent1">
                  <a:lumMod val="50000"/>
                  <a:hueOff val="10800000"/>
                </a:schemeClr>
              </a:solidFill>
              <a:cs typeface="微软雅黑" panose="020B0503020204020204" pitchFamily="34" charset="-122"/>
            </a:endParaRPr>
          </a:p>
          <a:p>
            <a:pPr>
              <a:lnSpc>
                <a:spcPct val="125000"/>
              </a:lnSpc>
              <a:spcBef>
                <a:spcPts val="0"/>
              </a:spcBef>
            </a:pPr>
            <a:r>
              <a:rPr lang="zh-CN" altLang="en-US" sz="1600" dirty="0">
                <a:solidFill>
                  <a:schemeClr val="tx1">
                    <a:lumMod val="50000"/>
                    <a:lumOff val="50000"/>
                  </a:schemeClr>
                </a:solidFill>
                <a:cs typeface="微软雅黑" panose="020B0503020204020204" pitchFamily="34" charset="-122"/>
              </a:rPr>
              <a:t>汇报给业务部门</a:t>
            </a:r>
            <a:endParaRPr lang="en-US" altLang="zh-CN" sz="1600" dirty="0">
              <a:solidFill>
                <a:schemeClr val="tx1">
                  <a:lumMod val="50000"/>
                  <a:lumOff val="50000"/>
                </a:schemeClr>
              </a:solidFill>
              <a:cs typeface="微软雅黑" panose="020B0503020204020204" pitchFamily="34" charset="-122"/>
            </a:endParaRPr>
          </a:p>
          <a:p>
            <a:pPr lvl="1">
              <a:lnSpc>
                <a:spcPct val="125000"/>
              </a:lnSpc>
              <a:spcBef>
                <a:spcPts val="0"/>
              </a:spcBef>
              <a:buFont typeface="Wingdings" panose="05000000000000000000" pitchFamily="2" charset="2"/>
              <a:buChar char="Ø"/>
            </a:pPr>
            <a:r>
              <a:rPr lang="zh-CN" altLang="en-US" sz="1600" dirty="0">
                <a:solidFill>
                  <a:schemeClr val="tx1">
                    <a:lumMod val="50000"/>
                    <a:lumOff val="50000"/>
                  </a:schemeClr>
                </a:solidFill>
                <a:cs typeface="微软雅黑" panose="020B0503020204020204" pitchFamily="34" charset="-122"/>
              </a:rPr>
              <a:t>数据治理</a:t>
            </a:r>
            <a:endParaRPr lang="en-US" altLang="zh-CN" sz="1600" dirty="0">
              <a:solidFill>
                <a:schemeClr val="tx1">
                  <a:lumMod val="50000"/>
                  <a:lumOff val="50000"/>
                </a:schemeClr>
              </a:solidFill>
              <a:cs typeface="微软雅黑" panose="020B0503020204020204" pitchFamily="34" charset="-122"/>
            </a:endParaRPr>
          </a:p>
          <a:p>
            <a:pPr lvl="1">
              <a:lnSpc>
                <a:spcPct val="125000"/>
              </a:lnSpc>
              <a:spcBef>
                <a:spcPts val="0"/>
              </a:spcBef>
              <a:buFont typeface="Wingdings" panose="05000000000000000000" pitchFamily="2" charset="2"/>
              <a:buChar char="Ø"/>
            </a:pPr>
            <a:r>
              <a:rPr lang="zh-CN" altLang="en-US" sz="1600" dirty="0">
                <a:solidFill>
                  <a:schemeClr val="tx1">
                    <a:lumMod val="50000"/>
                    <a:lumOff val="50000"/>
                  </a:schemeClr>
                </a:solidFill>
                <a:cs typeface="微软雅黑" panose="020B0503020204020204" pitchFamily="34" charset="-122"/>
              </a:rPr>
              <a:t>数据架构管理</a:t>
            </a:r>
            <a:endParaRPr lang="en-US" altLang="zh-CN" sz="1600" dirty="0">
              <a:solidFill>
                <a:schemeClr val="tx1">
                  <a:lumMod val="50000"/>
                  <a:lumOff val="50000"/>
                </a:schemeClr>
              </a:solidFill>
              <a:cs typeface="微软雅黑" panose="020B0503020204020204" pitchFamily="34" charset="-122"/>
            </a:endParaRPr>
          </a:p>
          <a:p>
            <a:pPr lvl="1">
              <a:lnSpc>
                <a:spcPct val="125000"/>
              </a:lnSpc>
              <a:spcBef>
                <a:spcPts val="0"/>
              </a:spcBef>
              <a:buFont typeface="Wingdings" panose="05000000000000000000" pitchFamily="2" charset="2"/>
              <a:buChar char="Ø"/>
            </a:pPr>
            <a:r>
              <a:rPr lang="zh-CN" altLang="en-US" sz="1600" dirty="0">
                <a:solidFill>
                  <a:schemeClr val="tx1">
                    <a:lumMod val="50000"/>
                    <a:lumOff val="50000"/>
                  </a:schemeClr>
                </a:solidFill>
                <a:cs typeface="微软雅黑" panose="020B0503020204020204" pitchFamily="34" charset="-122"/>
              </a:rPr>
              <a:t>参考数据和主数据管理</a:t>
            </a:r>
            <a:endParaRPr lang="en-US" altLang="zh-CN" sz="1600" dirty="0">
              <a:solidFill>
                <a:schemeClr val="tx1">
                  <a:lumMod val="50000"/>
                  <a:lumOff val="50000"/>
                </a:schemeClr>
              </a:solidFill>
              <a:cs typeface="微软雅黑" panose="020B0503020204020204" pitchFamily="34" charset="-122"/>
            </a:endParaRPr>
          </a:p>
          <a:p>
            <a:pPr lvl="1">
              <a:lnSpc>
                <a:spcPct val="125000"/>
              </a:lnSpc>
              <a:spcBef>
                <a:spcPts val="0"/>
              </a:spcBef>
              <a:buFont typeface="Wingdings" panose="05000000000000000000" pitchFamily="2" charset="2"/>
              <a:buChar char="Ø"/>
            </a:pPr>
            <a:r>
              <a:rPr lang="zh-CN" altLang="en-US" sz="1600" dirty="0">
                <a:solidFill>
                  <a:schemeClr val="tx1">
                    <a:lumMod val="50000"/>
                    <a:lumOff val="50000"/>
                  </a:schemeClr>
                </a:solidFill>
                <a:cs typeface="微软雅黑" panose="020B0503020204020204" pitchFamily="34" charset="-122"/>
              </a:rPr>
              <a:t>数据仓库和商务智能管理</a:t>
            </a:r>
            <a:endParaRPr lang="en-US" altLang="zh-CN" sz="1600" dirty="0">
              <a:solidFill>
                <a:schemeClr val="tx1">
                  <a:lumMod val="50000"/>
                  <a:lumOff val="50000"/>
                </a:schemeClr>
              </a:solidFill>
              <a:cs typeface="微软雅黑" panose="020B0503020204020204" pitchFamily="34" charset="-122"/>
            </a:endParaRPr>
          </a:p>
          <a:p>
            <a:pPr lvl="1">
              <a:lnSpc>
                <a:spcPct val="125000"/>
              </a:lnSpc>
              <a:spcBef>
                <a:spcPts val="0"/>
              </a:spcBef>
              <a:buFont typeface="Wingdings" panose="05000000000000000000" pitchFamily="2" charset="2"/>
              <a:buChar char="Ø"/>
            </a:pPr>
            <a:r>
              <a:rPr lang="zh-CN" altLang="en-US" sz="1600" dirty="0">
                <a:solidFill>
                  <a:schemeClr val="tx1">
                    <a:lumMod val="50000"/>
                    <a:lumOff val="50000"/>
                  </a:schemeClr>
                </a:solidFill>
                <a:cs typeface="微软雅黑" panose="020B0503020204020204" pitchFamily="34" charset="-122"/>
              </a:rPr>
              <a:t>文档和内容管理</a:t>
            </a:r>
            <a:endParaRPr lang="en-US" altLang="zh-CN" sz="1600" dirty="0">
              <a:solidFill>
                <a:schemeClr val="tx1">
                  <a:lumMod val="50000"/>
                  <a:lumOff val="50000"/>
                </a:schemeClr>
              </a:solidFill>
              <a:cs typeface="微软雅黑" panose="020B0503020204020204" pitchFamily="34" charset="-122"/>
            </a:endParaRPr>
          </a:p>
          <a:p>
            <a:pPr lvl="1">
              <a:lnSpc>
                <a:spcPct val="125000"/>
              </a:lnSpc>
              <a:spcBef>
                <a:spcPts val="0"/>
              </a:spcBef>
              <a:buFont typeface="Wingdings" panose="05000000000000000000" pitchFamily="2" charset="2"/>
              <a:buChar char="Ø"/>
            </a:pPr>
            <a:r>
              <a:rPr lang="zh-CN" altLang="en-US" sz="1600" dirty="0">
                <a:solidFill>
                  <a:schemeClr val="tx1">
                    <a:lumMod val="50000"/>
                    <a:lumOff val="50000"/>
                  </a:schemeClr>
                </a:solidFill>
                <a:cs typeface="微软雅黑" panose="020B0503020204020204" pitchFamily="34" charset="-122"/>
              </a:rPr>
              <a:t>数据质量管理</a:t>
            </a:r>
            <a:endParaRPr lang="zh-CN" altLang="en-US" sz="1600" dirty="0">
              <a:solidFill>
                <a:schemeClr val="tx1">
                  <a:lumMod val="50000"/>
                  <a:lumOff val="50000"/>
                </a:schemeClr>
              </a:solidFill>
              <a:cs typeface="微软雅黑" panose="020B0503020204020204" pitchFamily="34" charset="-122"/>
            </a:endParaRPr>
          </a:p>
        </p:txBody>
      </p:sp>
      <p:pic>
        <p:nvPicPr>
          <p:cNvPr id="5" name="Picture 3"/>
          <p:cNvPicPr>
            <a:picLocks noChangeArrowheads="1"/>
          </p:cNvPicPr>
          <p:nvPr>
            <p:custDataLst>
              <p:tags r:id="rId2"/>
            </p:custDataLst>
          </p:nvPr>
        </p:nvPicPr>
        <p:blipFill>
          <a:blip r:embed="rId3" cstate="print"/>
          <a:srcRect/>
          <a:stretch>
            <a:fillRect/>
          </a:stretch>
        </p:blipFill>
        <p:spPr bwMode="auto">
          <a:xfrm>
            <a:off x="5244210" y="1128045"/>
            <a:ext cx="5328592" cy="5256584"/>
          </a:xfrm>
          <a:prstGeom prst="rect">
            <a:avLst/>
          </a:prstGeom>
          <a:noFill/>
          <a:ln w="9525">
            <a:noFill/>
            <a:miter lim="800000"/>
            <a:headEnd/>
            <a:tailEnd/>
          </a:ln>
        </p:spPr>
      </p:pic>
      <p:sp>
        <p:nvSpPr>
          <p:cNvPr id="6" name="梯形 5"/>
          <p:cNvSpPr/>
          <p:nvPr>
            <p:custDataLst>
              <p:tags r:id="rId4"/>
            </p:custDataLst>
          </p:nvPr>
        </p:nvSpPr>
        <p:spPr bwMode="auto">
          <a:xfrm rot="13149298">
            <a:off x="8110295" y="1673412"/>
            <a:ext cx="1604564" cy="1650331"/>
          </a:xfrm>
          <a:prstGeom prst="trapezoid">
            <a:avLst>
              <a:gd name="adj" fmla="val 34987"/>
            </a:avLst>
          </a:prstGeom>
          <a:solidFill>
            <a:srgbClr val="FFC000">
              <a:alpha val="31000"/>
            </a:srgb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r"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a:ln>
                <a:noFill/>
              </a:ln>
              <a:solidFill>
                <a:schemeClr val="tx1"/>
              </a:solidFill>
              <a:effectLst/>
              <a:latin typeface="Arial" panose="020B0604020202020204" pitchFamily="34" charset="0"/>
            </a:endParaRPr>
          </a:p>
        </p:txBody>
      </p:sp>
      <p:sp>
        <p:nvSpPr>
          <p:cNvPr id="7" name="梯形 6"/>
          <p:cNvSpPr/>
          <p:nvPr>
            <p:custDataLst>
              <p:tags r:id="rId5"/>
            </p:custDataLst>
          </p:nvPr>
        </p:nvSpPr>
        <p:spPr bwMode="auto">
          <a:xfrm rot="15373531">
            <a:off x="8706319" y="2511371"/>
            <a:ext cx="1604564" cy="1650331"/>
          </a:xfrm>
          <a:prstGeom prst="trapezoid">
            <a:avLst>
              <a:gd name="adj" fmla="val 34987"/>
            </a:avLst>
          </a:prstGeom>
          <a:solidFill>
            <a:srgbClr val="92D050">
              <a:alpha val="27000"/>
            </a:srgb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r"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a:ln>
                <a:noFill/>
              </a:ln>
              <a:solidFill>
                <a:schemeClr val="tx1"/>
              </a:solidFill>
              <a:effectLst/>
              <a:latin typeface="Arial" panose="020B0604020202020204" pitchFamily="34" charset="0"/>
            </a:endParaRPr>
          </a:p>
        </p:txBody>
      </p:sp>
      <p:sp>
        <p:nvSpPr>
          <p:cNvPr id="8" name="梯形 7"/>
          <p:cNvSpPr/>
          <p:nvPr>
            <p:custDataLst>
              <p:tags r:id="rId6"/>
            </p:custDataLst>
          </p:nvPr>
        </p:nvSpPr>
        <p:spPr bwMode="auto">
          <a:xfrm rot="17589265">
            <a:off x="8653926" y="3565986"/>
            <a:ext cx="1651029" cy="1650331"/>
          </a:xfrm>
          <a:prstGeom prst="trapezoid">
            <a:avLst>
              <a:gd name="adj" fmla="val 34987"/>
            </a:avLst>
          </a:prstGeom>
          <a:solidFill>
            <a:srgbClr val="00B0F0">
              <a:alpha val="36000"/>
            </a:srgb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r"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a:ln>
                <a:noFill/>
              </a:ln>
              <a:solidFill>
                <a:schemeClr val="tx1"/>
              </a:solidFill>
              <a:effectLst/>
              <a:latin typeface="Arial" panose="020B0604020202020204" pitchFamily="34" charset="0"/>
            </a:endParaRPr>
          </a:p>
        </p:txBody>
      </p:sp>
      <p:sp>
        <p:nvSpPr>
          <p:cNvPr id="9" name="梯形 8"/>
          <p:cNvSpPr/>
          <p:nvPr>
            <p:custDataLst>
              <p:tags r:id="rId7"/>
            </p:custDataLst>
          </p:nvPr>
        </p:nvSpPr>
        <p:spPr bwMode="auto">
          <a:xfrm rot="6427993">
            <a:off x="5438129" y="2511370"/>
            <a:ext cx="1651029" cy="1650331"/>
          </a:xfrm>
          <a:prstGeom prst="trapezoid">
            <a:avLst>
              <a:gd name="adj" fmla="val 34987"/>
            </a:avLst>
          </a:prstGeom>
          <a:solidFill>
            <a:srgbClr val="7030A0">
              <a:alpha val="22000"/>
            </a:srgb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r"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a:ln>
                <a:noFill/>
              </a:ln>
              <a:solidFill>
                <a:schemeClr val="tx1"/>
              </a:solidFill>
              <a:effectLst/>
              <a:latin typeface="Arial" panose="020B0604020202020204" pitchFamily="34" charset="0"/>
            </a:endParaRPr>
          </a:p>
        </p:txBody>
      </p:sp>
      <p:sp>
        <p:nvSpPr>
          <p:cNvPr id="16" name="标题 15"/>
          <p:cNvSpPr>
            <a:spLocks noGrp="1"/>
          </p:cNvSpPr>
          <p:nvPr>
            <p:ph type="title"/>
            <p:custDataLst>
              <p:tags r:id="rId8"/>
            </p:custDataLst>
          </p:nvPr>
        </p:nvSpPr>
        <p:spPr/>
        <p:txBody>
          <a:bodyPr vert="horz" lIns="91440" tIns="45720" rIns="91440" bIns="45720" rtlCol="0" anchor="ctr">
            <a:normAutofit/>
          </a:bodyPr>
          <a:p>
            <a:pPr lvl="0" algn="l">
              <a:buClrTx/>
              <a:buSzTx/>
              <a:buFontTx/>
            </a:pPr>
            <a:r>
              <a:rPr lang="zh-CN" altLang="en-US" smtClean="0">
                <a:sym typeface="+mn-ea"/>
              </a:rPr>
              <a:t>数据管理职能的汇报关系</a:t>
            </a:r>
            <a:endParaRPr lang="zh-CN" altLang="en-US" smtClean="0">
              <a:sym typeface="+mn-ea"/>
            </a:endParaRPr>
          </a:p>
        </p:txBody>
      </p:sp>
    </p:spTree>
    <p:custDataLst>
      <p:tags r:id="rId9"/>
    </p:custData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4"/>
          <p:cNvSpPr>
            <a:spLocks noGrp="1"/>
          </p:cNvSpPr>
          <p:nvPr>
            <p:custDataLst>
              <p:tags r:id="rId1"/>
            </p:custDataLst>
          </p:nvPr>
        </p:nvSpPr>
        <p:spPr>
          <a:xfrm>
            <a:off x="10134600" y="6607175"/>
            <a:ext cx="533400" cy="244475"/>
          </a:xfrm>
          <a:prstGeom prst="rect">
            <a:avLst/>
          </a:prstGeom>
        </p:spPr>
        <p:txBody>
          <a:bodyPr vert="horz" lIns="91440" tIns="45720" rIns="91440" bIns="45720" rtlCol="0" anchor="ctr"/>
          <a:lstStyle>
            <a:defPPr>
              <a:defRPr lang="zh-CN"/>
            </a:defPPr>
            <a:lvl1pPr marL="0" algn="l" defTabSz="914400" rtl="0" eaLnBrk="1" latinLnBrk="0" hangingPunct="1">
              <a:defRPr lang="en-US" altLang="zh-CN" sz="1000" kern="1200" baseline="0" smtClean="0">
                <a:solidFill>
                  <a:srgbClr val="666666"/>
                </a:solidFill>
                <a:latin typeface="微软雅黑" panose="020B0503020204020204" pitchFamily="34" charset="-122"/>
                <a:ea typeface="微软雅黑" panose="020B0503020204020204" pitchFamily="34" charset="-122"/>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874E8E66-71D6-45D4-A3A2-5B086109405E}" type="slidenum">
              <a:rPr lang="en-US" altLang="zh-CN" smtClean="0">
                <a:solidFill>
                  <a:schemeClr val="tx1"/>
                </a:solidFill>
              </a:rPr>
            </a:fld>
            <a:endParaRPr lang="en-US" altLang="zh-CN" dirty="0" smtClean="0">
              <a:solidFill>
                <a:schemeClr val="tx1"/>
              </a:solidFill>
            </a:endParaRPr>
          </a:p>
        </p:txBody>
      </p:sp>
      <p:pic>
        <p:nvPicPr>
          <p:cNvPr id="66562" name="Picture 2"/>
          <p:cNvPicPr>
            <a:picLocks noChangeAspect="1" noChangeArrowheads="1"/>
          </p:cNvPicPr>
          <p:nvPr>
            <p:custDataLst>
              <p:tags r:id="rId2"/>
            </p:custDataLst>
          </p:nvPr>
        </p:nvPicPr>
        <p:blipFill>
          <a:blip r:embed="rId3" cstate="print"/>
          <a:srcRect/>
          <a:stretch>
            <a:fillRect/>
          </a:stretch>
        </p:blipFill>
        <p:spPr bwMode="auto">
          <a:xfrm>
            <a:off x="618490" y="1038860"/>
            <a:ext cx="11161395" cy="5574665"/>
          </a:xfrm>
          <a:prstGeom prst="rect">
            <a:avLst/>
          </a:prstGeom>
          <a:noFill/>
          <a:ln w="9525">
            <a:noFill/>
            <a:miter lim="800000"/>
            <a:headEnd/>
            <a:tailEnd/>
          </a:ln>
          <a:effectLst/>
        </p:spPr>
      </p:pic>
      <p:sp>
        <p:nvSpPr>
          <p:cNvPr id="5" name="椭圆 4"/>
          <p:cNvSpPr/>
          <p:nvPr>
            <p:custDataLst>
              <p:tags r:id="rId4"/>
            </p:custDataLst>
          </p:nvPr>
        </p:nvSpPr>
        <p:spPr>
          <a:xfrm>
            <a:off x="9912424" y="404664"/>
            <a:ext cx="376496" cy="315416"/>
          </a:xfrm>
          <a:prstGeom prst="ellipse">
            <a:avLst/>
          </a:prstGeom>
          <a:solidFill>
            <a:schemeClr val="accent1">
              <a:alpha val="5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2" name="标题 11"/>
          <p:cNvSpPr>
            <a:spLocks noGrp="1"/>
          </p:cNvSpPr>
          <p:nvPr>
            <p:ph type="title"/>
            <p:custDataLst>
              <p:tags r:id="rId5"/>
            </p:custDataLst>
          </p:nvPr>
        </p:nvSpPr>
        <p:spPr/>
        <p:txBody>
          <a:bodyPr vert="horz" lIns="91440" tIns="45720" rIns="91440" bIns="45720" rtlCol="0" anchor="ctr">
            <a:normAutofit/>
          </a:bodyPr>
          <a:p>
            <a:pPr lvl="0" algn="l">
              <a:buClrTx/>
              <a:buSzTx/>
              <a:buFontTx/>
            </a:pPr>
            <a:r>
              <a:rPr lang="zh-CN" altLang="en-US" smtClean="0">
                <a:sym typeface="+mn-ea"/>
              </a:rPr>
              <a:t>数据治理的组织架构</a:t>
            </a:r>
            <a:endParaRPr lang="zh-CN" altLang="en-US" smtClean="0">
              <a:sym typeface="+mn-ea"/>
            </a:endParaRPr>
          </a:p>
        </p:txBody>
      </p:sp>
    </p:spTree>
    <p:custDataLst>
      <p:tags r:id="rId6"/>
    </p:custData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椭圆 6"/>
          <p:cNvSpPr/>
          <p:nvPr>
            <p:custDataLst>
              <p:tags r:id="rId1"/>
            </p:custDataLst>
          </p:nvPr>
        </p:nvSpPr>
        <p:spPr>
          <a:xfrm>
            <a:off x="9912424" y="404664"/>
            <a:ext cx="376496" cy="315416"/>
          </a:xfrm>
          <a:prstGeom prst="ellipse">
            <a:avLst/>
          </a:prstGeom>
          <a:solidFill>
            <a:schemeClr val="accent1">
              <a:alpha val="5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5" name="标题 14"/>
          <p:cNvSpPr>
            <a:spLocks noGrp="1"/>
          </p:cNvSpPr>
          <p:nvPr>
            <p:ph type="title"/>
            <p:custDataLst>
              <p:tags r:id="rId2"/>
            </p:custDataLst>
          </p:nvPr>
        </p:nvSpPr>
        <p:spPr/>
        <p:txBody>
          <a:bodyPr vert="horz" lIns="91440" tIns="45720" rIns="91440" bIns="45720" rtlCol="0" anchor="ctr">
            <a:normAutofit/>
          </a:bodyPr>
          <a:p>
            <a:pPr lvl="0" algn="l">
              <a:buClrTx/>
              <a:buSzTx/>
              <a:buFontTx/>
            </a:pPr>
            <a:r>
              <a:rPr lang="zh-CN" altLang="en-US" smtClean="0">
                <a:sym typeface="+mn-ea"/>
              </a:rPr>
              <a:t>数据管理专员制度</a:t>
            </a:r>
            <a:r>
              <a:rPr lang="zh-CN" altLang="en-US" smtClean="0">
                <a:sym typeface="+mn-ea"/>
              </a:rPr>
              <a:t>——Data Stewardship</a:t>
            </a:r>
            <a:endParaRPr lang="zh-CN" altLang="en-US" smtClean="0">
              <a:sym typeface="+mn-ea"/>
            </a:endParaRPr>
          </a:p>
        </p:txBody>
      </p:sp>
      <p:graphicFrame>
        <p:nvGraphicFramePr>
          <p:cNvPr id="18" name="图示 17"/>
          <p:cNvGraphicFramePr/>
          <p:nvPr/>
        </p:nvGraphicFramePr>
        <p:xfrm>
          <a:off x="1524000" y="1397000"/>
          <a:ext cx="9112885" cy="512826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9" name="文本框 18"/>
          <p:cNvSpPr txBox="1"/>
          <p:nvPr/>
        </p:nvSpPr>
        <p:spPr>
          <a:xfrm>
            <a:off x="9401810" y="1256030"/>
            <a:ext cx="4064000" cy="368300"/>
          </a:xfrm>
          <a:prstGeom prst="rect">
            <a:avLst/>
          </a:prstGeom>
          <a:noFill/>
        </p:spPr>
        <p:txBody>
          <a:bodyPr wrap="square" rtlCol="0">
            <a:spAutoFit/>
          </a:bodyPr>
          <a:p>
            <a:endParaRPr lang="zh-CN" altLang="en-US"/>
          </a:p>
        </p:txBody>
      </p:sp>
    </p:spTree>
    <p:custDataLst>
      <p:tags r:id="rId8"/>
    </p:custData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组合 11"/>
          <p:cNvGrpSpPr/>
          <p:nvPr/>
        </p:nvGrpSpPr>
        <p:grpSpPr>
          <a:xfrm>
            <a:off x="478607" y="1196975"/>
            <a:ext cx="11294064" cy="5005705"/>
            <a:chOff x="3195" y="1885"/>
            <a:chExt cx="12385" cy="7883"/>
          </a:xfrm>
        </p:grpSpPr>
        <p:sp>
          <p:nvSpPr>
            <p:cNvPr id="24" name="圆角矩形 23"/>
            <p:cNvSpPr/>
            <p:nvPr>
              <p:custDataLst>
                <p:tags r:id="rId1"/>
              </p:custDataLst>
            </p:nvPr>
          </p:nvSpPr>
          <p:spPr bwMode="auto">
            <a:xfrm>
              <a:off x="6405" y="4340"/>
              <a:ext cx="2755" cy="3928"/>
            </a:xfrm>
            <a:prstGeom prst="roundRect">
              <a:avLst/>
            </a:prstGeom>
            <a:solidFill>
              <a:srgbClr val="FFC000">
                <a:alpha val="37000"/>
              </a:srgbClr>
            </a:solidFill>
            <a:ln w="6350" cap="flat" cmpd="sng" algn="ctr">
              <a:solidFill>
                <a:schemeClr val="tx1"/>
              </a:solidFill>
              <a:prstDash val="sysDot"/>
              <a:round/>
              <a:headEnd type="none" w="med" len="med"/>
              <a:tailEnd type="none" w="med" len="med"/>
            </a:ln>
            <a:effectLst/>
          </p:spPr>
          <p:txBody>
            <a:bodyPr vert="horz" wrap="square" lIns="96131" tIns="48065" rIns="96131" bIns="48065" numCol="1" rtlCol="0" anchor="t" anchorCtr="0" compatLnSpc="1">
              <a:normAutofit/>
            </a:bodyPr>
            <a:lstStyle/>
            <a:p>
              <a:pPr marL="0" marR="0" lvl="0" indent="0" algn="ctr" defTabSz="961390" eaLnBrk="1" fontAlgn="auto" latinLnBrk="0" hangingPunct="1">
                <a:lnSpc>
                  <a:spcPct val="100000"/>
                </a:lnSpc>
                <a:spcBef>
                  <a:spcPts val="0"/>
                </a:spcBef>
                <a:spcAft>
                  <a:spcPts val="0"/>
                </a:spcAft>
                <a:buClrTx/>
                <a:buSzTx/>
                <a:buFontTx/>
                <a:buNone/>
                <a:defRPr/>
              </a:pPr>
              <a:r>
                <a:rPr kumimoji="0" lang="zh-CN" altLang="en-US" sz="1600" b="1" i="0" u="none" strike="noStrike" kern="0" cap="none" spc="0" normalizeH="0" baseline="0" noProof="0" dirty="0">
                  <a:ln>
                    <a:noFill/>
                  </a:ln>
                  <a:solidFill>
                    <a:schemeClr val="tx1"/>
                  </a:solidFill>
                  <a:effectLst/>
                  <a:uLnTx/>
                  <a:uFillTx/>
                </a:rPr>
                <a:t>联合负责</a:t>
              </a:r>
              <a:endParaRPr kumimoji="0" lang="zh-CN" altLang="en-US" sz="1600" b="1" i="0" u="none" strike="noStrike" kern="0" cap="none" spc="0" normalizeH="0" baseline="0" noProof="0" dirty="0">
                <a:ln>
                  <a:noFill/>
                </a:ln>
                <a:solidFill>
                  <a:schemeClr val="tx1"/>
                </a:solidFill>
                <a:effectLst/>
                <a:uLnTx/>
                <a:uFillTx/>
              </a:endParaRPr>
            </a:p>
          </p:txBody>
        </p:sp>
        <p:sp>
          <p:nvSpPr>
            <p:cNvPr id="25" name="圆角矩形 24"/>
            <p:cNvSpPr/>
            <p:nvPr>
              <p:custDataLst>
                <p:tags r:id="rId2"/>
              </p:custDataLst>
            </p:nvPr>
          </p:nvSpPr>
          <p:spPr bwMode="auto">
            <a:xfrm>
              <a:off x="7183" y="1885"/>
              <a:ext cx="5239" cy="955"/>
            </a:xfrm>
            <a:prstGeom prst="roundRect">
              <a:avLst/>
            </a:prstGeom>
            <a:gradFill>
              <a:gsLst>
                <a:gs pos="50000">
                  <a:srgbClr val="29B6F4"/>
                </a:gs>
                <a:gs pos="0">
                  <a:srgbClr val="82D1F6"/>
                </a:gs>
                <a:gs pos="99000">
                  <a:srgbClr val="0089CD"/>
                </a:gs>
              </a:gsLst>
              <a:lin ang="16200000" scaled="0"/>
            </a:gradFill>
            <a:ln w="9525" cap="flat" cmpd="sng" algn="ctr">
              <a:solidFill>
                <a:srgbClr val="000000">
                  <a:alpha val="0"/>
                </a:srgbClr>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96131" tIns="48065" rIns="96131" bIns="48065" numCol="1" rtlCol="0" anchor="ctr" anchorCtr="0" compatLnSpc="1">
              <a:normAutofit/>
            </a:bodyPr>
            <a:lstStyle/>
            <a:p>
              <a:pPr marL="0" marR="0" lvl="0" indent="0" algn="ctr" defTabSz="961390" eaLnBrk="1" fontAlgn="auto" latinLnBrk="0" hangingPunct="1">
                <a:lnSpc>
                  <a:spcPct val="100000"/>
                </a:lnSpc>
                <a:spcBef>
                  <a:spcPts val="0"/>
                </a:spcBef>
                <a:spcAft>
                  <a:spcPts val="0"/>
                </a:spcAft>
                <a:buClrTx/>
                <a:buSzTx/>
                <a:buFontTx/>
                <a:buNone/>
                <a:defRPr/>
              </a:pPr>
              <a:r>
                <a:rPr kumimoji="0" lang="zh-CN" altLang="en-US" sz="1600" b="1"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rPr>
                <a:t>信息化领导小组</a:t>
              </a:r>
              <a:endParaRPr kumimoji="0" lang="zh-CN" altLang="en-US" sz="1600" b="1"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endParaRPr>
            </a:p>
          </p:txBody>
        </p:sp>
        <p:sp>
          <p:nvSpPr>
            <p:cNvPr id="26" name="圆角矩形 25"/>
            <p:cNvSpPr/>
            <p:nvPr>
              <p:custDataLst>
                <p:tags r:id="rId3"/>
              </p:custDataLst>
            </p:nvPr>
          </p:nvSpPr>
          <p:spPr bwMode="auto">
            <a:xfrm>
              <a:off x="7201" y="3198"/>
              <a:ext cx="5239" cy="955"/>
            </a:xfrm>
            <a:prstGeom prst="roundRect">
              <a:avLst/>
            </a:prstGeom>
            <a:gradFill>
              <a:gsLst>
                <a:gs pos="50000">
                  <a:srgbClr val="29B6F4"/>
                </a:gs>
                <a:gs pos="0">
                  <a:srgbClr val="82D1F6"/>
                </a:gs>
                <a:gs pos="99000">
                  <a:srgbClr val="0089CD"/>
                </a:gs>
              </a:gsLst>
              <a:lin ang="16200000" scaled="0"/>
            </a:gradFill>
            <a:ln w="9525" cap="flat" cmpd="sng" algn="ctr">
              <a:solidFill>
                <a:srgbClr val="000000">
                  <a:alpha val="0"/>
                </a:srgbClr>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96131" tIns="48065" rIns="96131" bIns="48065" numCol="1" rtlCol="0" anchor="ctr" anchorCtr="0" compatLnSpc="1">
              <a:normAutofit/>
            </a:bodyPr>
            <a:lstStyle/>
            <a:p>
              <a:pPr lvl="0" algn="ctr" defTabSz="961390">
                <a:spcBef>
                  <a:spcPts val="0"/>
                </a:spcBef>
                <a:spcAft>
                  <a:spcPts val="0"/>
                </a:spcAft>
                <a:buClrTx/>
                <a:buSzTx/>
                <a:buFontTx/>
                <a:defRPr/>
              </a:pPr>
              <a:r>
                <a:rPr lang="zh-CN" altLang="en-US" sz="1600" b="1" kern="0" noProof="0" dirty="0">
                  <a:ln>
                    <a:noFill/>
                  </a:ln>
                  <a:solidFill>
                    <a:schemeClr val="bg1"/>
                  </a:solidFill>
                  <a:effectLst/>
                  <a:uLnTx/>
                  <a:uFillTx/>
                  <a:latin typeface="微软雅黑" panose="020B0503020204020204" pitchFamily="34" charset="-122"/>
                  <a:ea typeface="微软雅黑" panose="020B0503020204020204" pitchFamily="34" charset="-122"/>
                  <a:sym typeface="+mn-ea"/>
                </a:rPr>
                <a:t>数据治理</a:t>
              </a:r>
              <a:r>
                <a:rPr lang="zh-CN" altLang="en-US" sz="1600" b="1" kern="0" noProof="0" dirty="0">
                  <a:ln>
                    <a:noFill/>
                  </a:ln>
                  <a:solidFill>
                    <a:schemeClr val="bg1"/>
                  </a:solidFill>
                  <a:effectLst/>
                  <a:uLnTx/>
                  <a:uFillTx/>
                  <a:latin typeface="微软雅黑" panose="020B0503020204020204" pitchFamily="34" charset="-122"/>
                  <a:ea typeface="微软雅黑" panose="020B0503020204020204" pitchFamily="34" charset="-122"/>
                  <a:sym typeface="+mn-ea"/>
                </a:rPr>
                <a:t>/</a:t>
              </a:r>
              <a:r>
                <a:rPr lang="zh-CN" altLang="en-US" sz="1600" b="1" kern="0" noProof="0" dirty="0">
                  <a:ln>
                    <a:noFill/>
                  </a:ln>
                  <a:solidFill>
                    <a:schemeClr val="bg1"/>
                  </a:solidFill>
                  <a:effectLst/>
                  <a:uLnTx/>
                  <a:uFillTx/>
                  <a:latin typeface="微软雅黑" panose="020B0503020204020204" pitchFamily="34" charset="-122"/>
                  <a:ea typeface="微软雅黑" panose="020B0503020204020204" pitchFamily="34" charset="-122"/>
                  <a:sym typeface="+mn-ea"/>
                </a:rPr>
                <a:t>管理 领导小组</a:t>
              </a:r>
              <a:endParaRPr lang="zh-CN" altLang="en-US" sz="1600" b="1" kern="0" noProof="0" dirty="0">
                <a:ln>
                  <a:noFill/>
                </a:ln>
                <a:solidFill>
                  <a:schemeClr val="bg1"/>
                </a:solidFill>
                <a:effectLst/>
                <a:uLnTx/>
                <a:uFillTx/>
                <a:latin typeface="微软雅黑" panose="020B0503020204020204" pitchFamily="34" charset="-122"/>
                <a:ea typeface="微软雅黑" panose="020B0503020204020204" pitchFamily="34" charset="-122"/>
                <a:sym typeface="+mn-ea"/>
              </a:endParaRPr>
            </a:p>
          </p:txBody>
        </p:sp>
        <p:sp>
          <p:nvSpPr>
            <p:cNvPr id="27" name="圆角矩形 26"/>
            <p:cNvSpPr/>
            <p:nvPr>
              <p:custDataLst>
                <p:tags r:id="rId4"/>
              </p:custDataLst>
            </p:nvPr>
          </p:nvSpPr>
          <p:spPr bwMode="auto">
            <a:xfrm>
              <a:off x="6594" y="4833"/>
              <a:ext cx="953" cy="3225"/>
            </a:xfrm>
            <a:prstGeom prst="roundRect">
              <a:avLst/>
            </a:prstGeom>
            <a:gradFill>
              <a:gsLst>
                <a:gs pos="50000">
                  <a:srgbClr val="29B6F4"/>
                </a:gs>
                <a:gs pos="0">
                  <a:srgbClr val="82D1F6"/>
                </a:gs>
                <a:gs pos="99000">
                  <a:srgbClr val="0089CD"/>
                </a:gs>
              </a:gsLst>
              <a:lin ang="16200000" scaled="0"/>
            </a:gradFill>
            <a:ln w="9525" cap="flat" cmpd="sng" algn="ctr">
              <a:solidFill>
                <a:srgbClr val="000000">
                  <a:alpha val="0"/>
                </a:srgbClr>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96131" tIns="48065" rIns="96131" bIns="48065" numCol="1" rtlCol="0" anchor="ctr" anchorCtr="0" compatLnSpc="1">
              <a:normAutofit/>
            </a:bodyPr>
            <a:lstStyle/>
            <a:p>
              <a:pPr lvl="0" algn="ctr" defTabSz="961390">
                <a:spcBef>
                  <a:spcPts val="0"/>
                </a:spcBef>
                <a:spcAft>
                  <a:spcPts val="0"/>
                </a:spcAft>
                <a:buClrTx/>
                <a:buSzTx/>
                <a:buFontTx/>
                <a:defRPr/>
              </a:pPr>
              <a:r>
                <a:rPr lang="zh-CN" altLang="en-US" sz="1600" b="1" kern="0" noProof="0" dirty="0">
                  <a:ln>
                    <a:noFill/>
                  </a:ln>
                  <a:solidFill>
                    <a:schemeClr val="bg1"/>
                  </a:solidFill>
                  <a:effectLst/>
                  <a:uLnTx/>
                  <a:uFillTx/>
                  <a:latin typeface="微软雅黑" panose="020B0503020204020204" pitchFamily="34" charset="-122"/>
                  <a:ea typeface="微软雅黑" panose="020B0503020204020204" pitchFamily="34" charset="-122"/>
                  <a:sym typeface="+mn-ea"/>
                </a:rPr>
                <a:t>牵头业务部门</a:t>
              </a:r>
              <a:endParaRPr lang="zh-CN" altLang="en-US" sz="1600" b="1" kern="0" noProof="0" dirty="0">
                <a:ln>
                  <a:noFill/>
                </a:ln>
                <a:solidFill>
                  <a:schemeClr val="bg1"/>
                </a:solidFill>
                <a:effectLst/>
                <a:uLnTx/>
                <a:uFillTx/>
                <a:latin typeface="微软雅黑" panose="020B0503020204020204" pitchFamily="34" charset="-122"/>
                <a:ea typeface="微软雅黑" panose="020B0503020204020204" pitchFamily="34" charset="-122"/>
                <a:sym typeface="+mn-ea"/>
              </a:endParaRPr>
            </a:p>
          </p:txBody>
        </p:sp>
        <p:sp>
          <p:nvSpPr>
            <p:cNvPr id="28" name="圆角矩形 27"/>
            <p:cNvSpPr/>
            <p:nvPr>
              <p:custDataLst>
                <p:tags r:id="rId5"/>
              </p:custDataLst>
            </p:nvPr>
          </p:nvSpPr>
          <p:spPr bwMode="auto">
            <a:xfrm>
              <a:off x="8023" y="4867"/>
              <a:ext cx="953" cy="3225"/>
            </a:xfrm>
            <a:prstGeom prst="roundRect">
              <a:avLst/>
            </a:prstGeom>
            <a:gradFill>
              <a:gsLst>
                <a:gs pos="50000">
                  <a:srgbClr val="29B6F4"/>
                </a:gs>
                <a:gs pos="0">
                  <a:srgbClr val="82D1F6"/>
                </a:gs>
                <a:gs pos="99000">
                  <a:srgbClr val="0089CD"/>
                </a:gs>
              </a:gsLst>
              <a:lin ang="16200000" scaled="0"/>
            </a:gradFill>
            <a:ln w="9525" cap="flat" cmpd="sng" algn="ctr">
              <a:solidFill>
                <a:srgbClr val="000000">
                  <a:alpha val="0"/>
                </a:srgbClr>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96131" tIns="48065" rIns="96131" bIns="48065" numCol="1" rtlCol="0" anchor="ctr" anchorCtr="0" compatLnSpc="1">
              <a:normAutofit/>
            </a:bodyPr>
            <a:lstStyle/>
            <a:p>
              <a:pPr lvl="0" algn="ctr" defTabSz="961390">
                <a:spcBef>
                  <a:spcPts val="0"/>
                </a:spcBef>
                <a:spcAft>
                  <a:spcPts val="0"/>
                </a:spcAft>
                <a:buClrTx/>
                <a:buSzTx/>
                <a:buFontTx/>
                <a:defRPr/>
              </a:pPr>
              <a:r>
                <a:rPr lang="zh-CN" altLang="en-US" sz="1600" b="1" kern="0" noProof="0" dirty="0">
                  <a:ln>
                    <a:noFill/>
                  </a:ln>
                  <a:solidFill>
                    <a:schemeClr val="bg1"/>
                  </a:solidFill>
                  <a:effectLst/>
                  <a:uLnTx/>
                  <a:uFillTx/>
                  <a:latin typeface="微软雅黑" panose="020B0503020204020204" pitchFamily="34" charset="-122"/>
                  <a:ea typeface="微软雅黑" panose="020B0503020204020204" pitchFamily="34" charset="-122"/>
                  <a:sym typeface="+mn-ea"/>
                </a:rPr>
                <a:t>IT</a:t>
              </a:r>
              <a:r>
                <a:rPr lang="zh-CN" altLang="en-US" sz="1600" b="1" kern="0" noProof="0" dirty="0">
                  <a:ln>
                    <a:noFill/>
                  </a:ln>
                  <a:solidFill>
                    <a:schemeClr val="bg1"/>
                  </a:solidFill>
                  <a:effectLst/>
                  <a:uLnTx/>
                  <a:uFillTx/>
                  <a:latin typeface="微软雅黑" panose="020B0503020204020204" pitchFamily="34" charset="-122"/>
                  <a:ea typeface="微软雅黑" panose="020B0503020204020204" pitchFamily="34" charset="-122"/>
                  <a:sym typeface="+mn-ea"/>
                </a:rPr>
                <a:t>部门</a:t>
              </a:r>
              <a:endParaRPr lang="zh-CN" altLang="en-US" sz="1600" b="1" kern="0" noProof="0" dirty="0">
                <a:ln>
                  <a:noFill/>
                </a:ln>
                <a:solidFill>
                  <a:schemeClr val="bg1"/>
                </a:solidFill>
                <a:effectLst/>
                <a:uLnTx/>
                <a:uFillTx/>
                <a:latin typeface="微软雅黑" panose="020B0503020204020204" pitchFamily="34" charset="-122"/>
                <a:ea typeface="微软雅黑" panose="020B0503020204020204" pitchFamily="34" charset="-122"/>
                <a:sym typeface="+mn-ea"/>
              </a:endParaRPr>
            </a:p>
          </p:txBody>
        </p:sp>
        <p:sp>
          <p:nvSpPr>
            <p:cNvPr id="29" name="圆角矩形 28"/>
            <p:cNvSpPr/>
            <p:nvPr>
              <p:custDataLst>
                <p:tags r:id="rId6"/>
              </p:custDataLst>
            </p:nvPr>
          </p:nvSpPr>
          <p:spPr bwMode="auto">
            <a:xfrm>
              <a:off x="9543" y="4848"/>
              <a:ext cx="953" cy="3225"/>
            </a:xfrm>
            <a:prstGeom prst="roundRect">
              <a:avLst/>
            </a:prstGeom>
            <a:gradFill>
              <a:gsLst>
                <a:gs pos="50000">
                  <a:srgbClr val="29B6F4"/>
                </a:gs>
                <a:gs pos="0">
                  <a:srgbClr val="82D1F6"/>
                </a:gs>
                <a:gs pos="99000">
                  <a:srgbClr val="0089CD"/>
                </a:gs>
              </a:gsLst>
              <a:lin ang="16200000" scaled="0"/>
            </a:gradFill>
            <a:ln w="9525" cap="flat" cmpd="sng" algn="ctr">
              <a:solidFill>
                <a:srgbClr val="000000">
                  <a:alpha val="0"/>
                </a:srgbClr>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96131" tIns="48065" rIns="96131" bIns="48065" numCol="1" rtlCol="0" anchor="ctr" anchorCtr="0" compatLnSpc="1">
              <a:normAutofit/>
            </a:bodyPr>
            <a:lstStyle/>
            <a:p>
              <a:pPr lvl="0" algn="ctr" defTabSz="961390">
                <a:spcBef>
                  <a:spcPts val="0"/>
                </a:spcBef>
                <a:spcAft>
                  <a:spcPts val="0"/>
                </a:spcAft>
                <a:buClrTx/>
                <a:buSzTx/>
                <a:buFontTx/>
                <a:defRPr/>
              </a:pPr>
              <a:r>
                <a:rPr lang="zh-CN" altLang="en-US" sz="1600" b="1" kern="0" noProof="0" dirty="0">
                  <a:ln>
                    <a:noFill/>
                  </a:ln>
                  <a:solidFill>
                    <a:schemeClr val="bg1"/>
                  </a:solidFill>
                  <a:effectLst/>
                  <a:uLnTx/>
                  <a:uFillTx/>
                  <a:latin typeface="微软雅黑" panose="020B0503020204020204" pitchFamily="34" charset="-122"/>
                  <a:ea typeface="微软雅黑" panose="020B0503020204020204" pitchFamily="34" charset="-122"/>
                  <a:sym typeface="+mn-ea"/>
                </a:rPr>
                <a:t>其他业务部门</a:t>
              </a:r>
              <a:r>
                <a:rPr lang="zh-CN" altLang="en-US" sz="1600" b="1" kern="0" noProof="0" dirty="0">
                  <a:ln>
                    <a:noFill/>
                  </a:ln>
                  <a:solidFill>
                    <a:schemeClr val="bg1"/>
                  </a:solidFill>
                  <a:effectLst/>
                  <a:uLnTx/>
                  <a:uFillTx/>
                  <a:latin typeface="微软雅黑" panose="020B0503020204020204" pitchFamily="34" charset="-122"/>
                  <a:ea typeface="微软雅黑" panose="020B0503020204020204" pitchFamily="34" charset="-122"/>
                  <a:sym typeface="+mn-ea"/>
                </a:rPr>
                <a:t>1</a:t>
              </a:r>
              <a:endParaRPr lang="zh-CN" altLang="en-US" sz="1600" b="1" kern="0" noProof="0" dirty="0">
                <a:ln>
                  <a:noFill/>
                </a:ln>
                <a:solidFill>
                  <a:schemeClr val="bg1"/>
                </a:solidFill>
                <a:effectLst/>
                <a:uLnTx/>
                <a:uFillTx/>
                <a:latin typeface="微软雅黑" panose="020B0503020204020204" pitchFamily="34" charset="-122"/>
                <a:ea typeface="微软雅黑" panose="020B0503020204020204" pitchFamily="34" charset="-122"/>
                <a:sym typeface="+mn-ea"/>
              </a:endParaRPr>
            </a:p>
          </p:txBody>
        </p:sp>
        <p:sp>
          <p:nvSpPr>
            <p:cNvPr id="30" name="圆角矩形 29"/>
            <p:cNvSpPr/>
            <p:nvPr>
              <p:custDataLst>
                <p:tags r:id="rId7"/>
              </p:custDataLst>
            </p:nvPr>
          </p:nvSpPr>
          <p:spPr bwMode="auto">
            <a:xfrm>
              <a:off x="10881" y="4867"/>
              <a:ext cx="953" cy="3225"/>
            </a:xfrm>
            <a:prstGeom prst="roundRect">
              <a:avLst/>
            </a:prstGeom>
            <a:gradFill>
              <a:gsLst>
                <a:gs pos="50000">
                  <a:srgbClr val="29B6F4"/>
                </a:gs>
                <a:gs pos="0">
                  <a:srgbClr val="82D1F6"/>
                </a:gs>
                <a:gs pos="99000">
                  <a:srgbClr val="0089CD"/>
                </a:gs>
              </a:gsLst>
              <a:lin ang="16200000" scaled="0"/>
            </a:gradFill>
            <a:ln w="9525" cap="flat" cmpd="sng" algn="ctr">
              <a:solidFill>
                <a:srgbClr val="000000">
                  <a:alpha val="0"/>
                </a:srgbClr>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96131" tIns="48065" rIns="96131" bIns="48065" numCol="1" rtlCol="0" anchor="ctr" anchorCtr="0" compatLnSpc="1">
              <a:normAutofit/>
            </a:bodyPr>
            <a:lstStyle/>
            <a:p>
              <a:pPr lvl="0" algn="ctr" defTabSz="961390">
                <a:spcBef>
                  <a:spcPts val="0"/>
                </a:spcBef>
                <a:spcAft>
                  <a:spcPts val="0"/>
                </a:spcAft>
                <a:buClrTx/>
                <a:buSzTx/>
                <a:buFontTx/>
                <a:defRPr/>
              </a:pPr>
              <a:r>
                <a:rPr lang="zh-CN" altLang="en-US" sz="1600" b="1" kern="0" noProof="0" dirty="0">
                  <a:ln>
                    <a:noFill/>
                  </a:ln>
                  <a:solidFill>
                    <a:schemeClr val="bg1"/>
                  </a:solidFill>
                  <a:effectLst/>
                  <a:uLnTx/>
                  <a:uFillTx/>
                  <a:latin typeface="微软雅黑" panose="020B0503020204020204" pitchFamily="34" charset="-122"/>
                  <a:ea typeface="微软雅黑" panose="020B0503020204020204" pitchFamily="34" charset="-122"/>
                  <a:sym typeface="+mn-ea"/>
                </a:rPr>
                <a:t>其他业务部门</a:t>
              </a:r>
              <a:r>
                <a:rPr lang="zh-CN" altLang="en-US" sz="1600" b="1" kern="0" noProof="0" dirty="0">
                  <a:ln>
                    <a:noFill/>
                  </a:ln>
                  <a:solidFill>
                    <a:schemeClr val="bg1"/>
                  </a:solidFill>
                  <a:effectLst/>
                  <a:uLnTx/>
                  <a:uFillTx/>
                  <a:latin typeface="微软雅黑" panose="020B0503020204020204" pitchFamily="34" charset="-122"/>
                  <a:ea typeface="微软雅黑" panose="020B0503020204020204" pitchFamily="34" charset="-122"/>
                  <a:sym typeface="+mn-ea"/>
                </a:rPr>
                <a:t>2</a:t>
              </a:r>
              <a:endParaRPr lang="zh-CN" altLang="en-US" sz="1600" b="1" kern="0" noProof="0" dirty="0">
                <a:ln>
                  <a:noFill/>
                </a:ln>
                <a:solidFill>
                  <a:schemeClr val="bg1"/>
                </a:solidFill>
                <a:effectLst/>
                <a:uLnTx/>
                <a:uFillTx/>
                <a:latin typeface="微软雅黑" panose="020B0503020204020204" pitchFamily="34" charset="-122"/>
                <a:ea typeface="微软雅黑" panose="020B0503020204020204" pitchFamily="34" charset="-122"/>
                <a:sym typeface="+mn-ea"/>
              </a:endParaRPr>
            </a:p>
          </p:txBody>
        </p:sp>
        <p:sp>
          <p:nvSpPr>
            <p:cNvPr id="31" name="圆角矩形 30"/>
            <p:cNvSpPr/>
            <p:nvPr>
              <p:custDataLst>
                <p:tags r:id="rId8"/>
              </p:custDataLst>
            </p:nvPr>
          </p:nvSpPr>
          <p:spPr bwMode="auto">
            <a:xfrm>
              <a:off x="12190" y="4848"/>
              <a:ext cx="953" cy="3225"/>
            </a:xfrm>
            <a:prstGeom prst="roundRect">
              <a:avLst/>
            </a:prstGeom>
            <a:gradFill>
              <a:gsLst>
                <a:gs pos="50000">
                  <a:srgbClr val="29B6F4"/>
                </a:gs>
                <a:gs pos="0">
                  <a:srgbClr val="82D1F6"/>
                </a:gs>
                <a:gs pos="99000">
                  <a:srgbClr val="0089CD"/>
                </a:gs>
              </a:gsLst>
              <a:lin ang="16200000" scaled="0"/>
            </a:gradFill>
            <a:ln w="9525" cap="flat" cmpd="sng" algn="ctr">
              <a:solidFill>
                <a:srgbClr val="000000">
                  <a:alpha val="0"/>
                </a:srgbClr>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96131" tIns="48065" rIns="96131" bIns="48065" numCol="1" rtlCol="0" anchor="ctr" anchorCtr="0" compatLnSpc="1">
              <a:normAutofit/>
            </a:bodyPr>
            <a:lstStyle/>
            <a:p>
              <a:pPr lvl="0" algn="ctr" defTabSz="961390">
                <a:spcBef>
                  <a:spcPts val="0"/>
                </a:spcBef>
                <a:spcAft>
                  <a:spcPts val="0"/>
                </a:spcAft>
                <a:buClrTx/>
                <a:buSzTx/>
                <a:buFontTx/>
                <a:defRPr/>
              </a:pPr>
              <a:r>
                <a:rPr lang="zh-CN" altLang="en-US" sz="1600" b="1" kern="0" noProof="0" dirty="0">
                  <a:ln>
                    <a:noFill/>
                  </a:ln>
                  <a:solidFill>
                    <a:schemeClr val="bg1"/>
                  </a:solidFill>
                  <a:effectLst/>
                  <a:uLnTx/>
                  <a:uFillTx/>
                  <a:latin typeface="微软雅黑" panose="020B0503020204020204" pitchFamily="34" charset="-122"/>
                  <a:ea typeface="微软雅黑" panose="020B0503020204020204" pitchFamily="34" charset="-122"/>
                  <a:sym typeface="+mn-ea"/>
                </a:rPr>
                <a:t>其他业务部门</a:t>
              </a:r>
              <a:r>
                <a:rPr lang="zh-CN" altLang="en-US" sz="1600" b="1" kern="0" noProof="0" dirty="0">
                  <a:ln>
                    <a:noFill/>
                  </a:ln>
                  <a:solidFill>
                    <a:schemeClr val="bg1"/>
                  </a:solidFill>
                  <a:effectLst/>
                  <a:uLnTx/>
                  <a:uFillTx/>
                  <a:latin typeface="微软雅黑" panose="020B0503020204020204" pitchFamily="34" charset="-122"/>
                  <a:ea typeface="微软雅黑" panose="020B0503020204020204" pitchFamily="34" charset="-122"/>
                  <a:sym typeface="+mn-ea"/>
                </a:rPr>
                <a:t>3</a:t>
              </a:r>
              <a:endParaRPr lang="zh-CN" altLang="en-US" sz="1600" b="1" kern="0" noProof="0" dirty="0">
                <a:ln>
                  <a:noFill/>
                </a:ln>
                <a:solidFill>
                  <a:schemeClr val="bg1"/>
                </a:solidFill>
                <a:effectLst/>
                <a:uLnTx/>
                <a:uFillTx/>
                <a:latin typeface="微软雅黑" panose="020B0503020204020204" pitchFamily="34" charset="-122"/>
                <a:ea typeface="微软雅黑" panose="020B0503020204020204" pitchFamily="34" charset="-122"/>
                <a:sym typeface="+mn-ea"/>
              </a:endParaRPr>
            </a:p>
          </p:txBody>
        </p:sp>
        <p:sp>
          <p:nvSpPr>
            <p:cNvPr id="32" name="圆角矩形 31"/>
            <p:cNvSpPr/>
            <p:nvPr>
              <p:custDataLst>
                <p:tags r:id="rId9"/>
              </p:custDataLst>
            </p:nvPr>
          </p:nvSpPr>
          <p:spPr bwMode="auto">
            <a:xfrm>
              <a:off x="4958" y="8961"/>
              <a:ext cx="3203" cy="806"/>
            </a:xfrm>
            <a:prstGeom prst="roundRect">
              <a:avLst/>
            </a:prstGeom>
            <a:solidFill>
              <a:srgbClr val="3787C3"/>
            </a:solidFill>
            <a:ln w="9525" cap="flat" cmpd="sng" algn="ctr">
              <a:solidFill>
                <a:srgbClr val="000000">
                  <a:alpha val="0"/>
                </a:srgbClr>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96131" tIns="48065" rIns="96131" bIns="48065" numCol="1" rtlCol="0" anchor="ctr" anchorCtr="0" compatLnSpc="1">
              <a:noAutofit/>
            </a:bodyPr>
            <a:lstStyle/>
            <a:p>
              <a:pPr lvl="0" algn="ctr" defTabSz="961390">
                <a:spcBef>
                  <a:spcPts val="0"/>
                </a:spcBef>
                <a:spcAft>
                  <a:spcPts val="0"/>
                </a:spcAft>
                <a:buClrTx/>
                <a:buSzTx/>
                <a:buFontTx/>
                <a:defRPr/>
              </a:pPr>
              <a:r>
                <a:rPr lang="zh-CN" altLang="en-US" sz="1300" b="1" kern="0" noProof="0" dirty="0">
                  <a:ln>
                    <a:noFill/>
                  </a:ln>
                  <a:solidFill>
                    <a:schemeClr val="bg1"/>
                  </a:solidFill>
                  <a:effectLst/>
                  <a:uLnTx/>
                  <a:uFillTx/>
                  <a:latin typeface="微软雅黑" panose="020B0503020204020204" pitchFamily="34" charset="-122"/>
                  <a:ea typeface="微软雅黑" panose="020B0503020204020204" pitchFamily="34" charset="-122"/>
                  <a:sym typeface="+mn-ea"/>
                </a:rPr>
                <a:t>下属单位</a:t>
              </a:r>
              <a:br>
                <a:rPr lang="zh-CN" altLang="en-US" sz="1300" b="1" kern="0" noProof="0" dirty="0">
                  <a:ln>
                    <a:noFill/>
                  </a:ln>
                  <a:solidFill>
                    <a:schemeClr val="bg1"/>
                  </a:solidFill>
                  <a:effectLst/>
                  <a:uLnTx/>
                  <a:uFillTx/>
                  <a:latin typeface="微软雅黑" panose="020B0503020204020204" pitchFamily="34" charset="-122"/>
                  <a:ea typeface="微软雅黑" panose="020B0503020204020204" pitchFamily="34" charset="-122"/>
                  <a:sym typeface="+mn-ea"/>
                </a:rPr>
              </a:br>
              <a:r>
                <a:rPr lang="zh-CN" altLang="en-US" sz="1300" b="1" kern="0" noProof="0" dirty="0">
                  <a:ln>
                    <a:noFill/>
                  </a:ln>
                  <a:solidFill>
                    <a:schemeClr val="bg1"/>
                  </a:solidFill>
                  <a:effectLst/>
                  <a:uLnTx/>
                  <a:uFillTx/>
                  <a:latin typeface="微软雅黑" panose="020B0503020204020204" pitchFamily="34" charset="-122"/>
                  <a:ea typeface="微软雅黑" panose="020B0503020204020204" pitchFamily="34" charset="-122"/>
                  <a:sym typeface="+mn-ea"/>
                </a:rPr>
                <a:t>数据治理团队</a:t>
              </a:r>
              <a:r>
                <a:rPr lang="zh-CN" altLang="en-US" sz="1300" b="1" kern="0" noProof="0" dirty="0">
                  <a:ln>
                    <a:noFill/>
                  </a:ln>
                  <a:solidFill>
                    <a:schemeClr val="bg1"/>
                  </a:solidFill>
                  <a:effectLst/>
                  <a:uLnTx/>
                  <a:uFillTx/>
                  <a:latin typeface="微软雅黑" panose="020B0503020204020204" pitchFamily="34" charset="-122"/>
                  <a:ea typeface="微软雅黑" panose="020B0503020204020204" pitchFamily="34" charset="-122"/>
                  <a:sym typeface="+mn-ea"/>
                </a:rPr>
                <a:t>1</a:t>
              </a:r>
              <a:endParaRPr lang="zh-CN" altLang="en-US" sz="1300" b="1" kern="0" noProof="0" dirty="0">
                <a:ln>
                  <a:noFill/>
                </a:ln>
                <a:solidFill>
                  <a:schemeClr val="bg1"/>
                </a:solidFill>
                <a:effectLst/>
                <a:uLnTx/>
                <a:uFillTx/>
                <a:latin typeface="微软雅黑" panose="020B0503020204020204" pitchFamily="34" charset="-122"/>
                <a:ea typeface="微软雅黑" panose="020B0503020204020204" pitchFamily="34" charset="-122"/>
                <a:sym typeface="+mn-ea"/>
              </a:endParaRPr>
            </a:p>
          </p:txBody>
        </p:sp>
        <p:sp>
          <p:nvSpPr>
            <p:cNvPr id="33" name="圆角矩形 32"/>
            <p:cNvSpPr/>
            <p:nvPr>
              <p:custDataLst>
                <p:tags r:id="rId10"/>
              </p:custDataLst>
            </p:nvPr>
          </p:nvSpPr>
          <p:spPr bwMode="auto">
            <a:xfrm>
              <a:off x="8383" y="8961"/>
              <a:ext cx="3203" cy="806"/>
            </a:xfrm>
            <a:prstGeom prst="roundRect">
              <a:avLst/>
            </a:prstGeom>
            <a:solidFill>
              <a:srgbClr val="3787C3"/>
            </a:solidFill>
            <a:ln w="9525" cap="flat" cmpd="sng" algn="ctr">
              <a:solidFill>
                <a:srgbClr val="000000">
                  <a:alpha val="0"/>
                </a:srgbClr>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96131" tIns="48065" rIns="96131" bIns="48065" numCol="1" rtlCol="0" anchor="ctr" anchorCtr="0" compatLnSpc="1">
              <a:noAutofit/>
            </a:bodyPr>
            <a:lstStyle/>
            <a:p>
              <a:pPr lvl="0" algn="ctr" defTabSz="961390">
                <a:spcBef>
                  <a:spcPts val="0"/>
                </a:spcBef>
                <a:spcAft>
                  <a:spcPts val="0"/>
                </a:spcAft>
                <a:buClrTx/>
                <a:buSzTx/>
                <a:buFontTx/>
                <a:defRPr/>
              </a:pPr>
              <a:r>
                <a:rPr lang="zh-CN" altLang="en-US" sz="1300" b="1" kern="0" noProof="0" dirty="0">
                  <a:ln>
                    <a:noFill/>
                  </a:ln>
                  <a:solidFill>
                    <a:schemeClr val="bg1"/>
                  </a:solidFill>
                  <a:effectLst/>
                  <a:uLnTx/>
                  <a:uFillTx/>
                  <a:latin typeface="微软雅黑" panose="020B0503020204020204" pitchFamily="34" charset="-122"/>
                  <a:ea typeface="微软雅黑" panose="020B0503020204020204" pitchFamily="34" charset="-122"/>
                  <a:sym typeface="+mn-ea"/>
                </a:rPr>
                <a:t>下属单位</a:t>
              </a:r>
              <a:br>
                <a:rPr lang="zh-CN" altLang="en-US" sz="1300" b="1" kern="0" noProof="0" dirty="0">
                  <a:ln>
                    <a:noFill/>
                  </a:ln>
                  <a:solidFill>
                    <a:schemeClr val="bg1"/>
                  </a:solidFill>
                  <a:effectLst/>
                  <a:uLnTx/>
                  <a:uFillTx/>
                  <a:latin typeface="微软雅黑" panose="020B0503020204020204" pitchFamily="34" charset="-122"/>
                  <a:ea typeface="微软雅黑" panose="020B0503020204020204" pitchFamily="34" charset="-122"/>
                  <a:sym typeface="+mn-ea"/>
                </a:rPr>
              </a:br>
              <a:r>
                <a:rPr lang="zh-CN" altLang="en-US" sz="1300" b="1" kern="0" noProof="0" dirty="0">
                  <a:ln>
                    <a:noFill/>
                  </a:ln>
                  <a:solidFill>
                    <a:schemeClr val="bg1"/>
                  </a:solidFill>
                  <a:effectLst/>
                  <a:uLnTx/>
                  <a:uFillTx/>
                  <a:latin typeface="微软雅黑" panose="020B0503020204020204" pitchFamily="34" charset="-122"/>
                  <a:ea typeface="微软雅黑" panose="020B0503020204020204" pitchFamily="34" charset="-122"/>
                  <a:sym typeface="+mn-ea"/>
                </a:rPr>
                <a:t>数据治理团队</a:t>
              </a:r>
              <a:r>
                <a:rPr lang="zh-CN" altLang="en-US" sz="1300" b="1" kern="0" noProof="0" dirty="0">
                  <a:ln>
                    <a:noFill/>
                  </a:ln>
                  <a:solidFill>
                    <a:schemeClr val="bg1"/>
                  </a:solidFill>
                  <a:effectLst/>
                  <a:uLnTx/>
                  <a:uFillTx/>
                  <a:latin typeface="微软雅黑" panose="020B0503020204020204" pitchFamily="34" charset="-122"/>
                  <a:ea typeface="微软雅黑" panose="020B0503020204020204" pitchFamily="34" charset="-122"/>
                  <a:sym typeface="+mn-ea"/>
                </a:rPr>
                <a:t>2</a:t>
              </a:r>
              <a:endParaRPr lang="zh-CN" altLang="en-US" sz="1300" b="1" kern="0" noProof="0" dirty="0">
                <a:ln>
                  <a:noFill/>
                </a:ln>
                <a:solidFill>
                  <a:schemeClr val="bg1"/>
                </a:solidFill>
                <a:effectLst/>
                <a:uLnTx/>
                <a:uFillTx/>
                <a:latin typeface="微软雅黑" panose="020B0503020204020204" pitchFamily="34" charset="-122"/>
                <a:ea typeface="微软雅黑" panose="020B0503020204020204" pitchFamily="34" charset="-122"/>
                <a:sym typeface="+mn-ea"/>
              </a:endParaRPr>
            </a:p>
          </p:txBody>
        </p:sp>
        <p:sp>
          <p:nvSpPr>
            <p:cNvPr id="34" name="圆角矩形 33"/>
            <p:cNvSpPr/>
            <p:nvPr>
              <p:custDataLst>
                <p:tags r:id="rId11"/>
              </p:custDataLst>
            </p:nvPr>
          </p:nvSpPr>
          <p:spPr bwMode="auto">
            <a:xfrm>
              <a:off x="11762" y="8932"/>
              <a:ext cx="3203" cy="806"/>
            </a:xfrm>
            <a:prstGeom prst="roundRect">
              <a:avLst/>
            </a:prstGeom>
            <a:solidFill>
              <a:srgbClr val="3787C3"/>
            </a:solidFill>
            <a:ln w="9525" cap="flat" cmpd="sng" algn="ctr">
              <a:solidFill>
                <a:srgbClr val="000000">
                  <a:alpha val="0"/>
                </a:srgbClr>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96131" tIns="48065" rIns="96131" bIns="48065" numCol="1" rtlCol="0" anchor="ctr" anchorCtr="0" compatLnSpc="1">
              <a:noAutofit/>
            </a:bodyPr>
            <a:lstStyle/>
            <a:p>
              <a:pPr lvl="0" algn="ctr" defTabSz="961390">
                <a:spcBef>
                  <a:spcPts val="0"/>
                </a:spcBef>
                <a:spcAft>
                  <a:spcPts val="0"/>
                </a:spcAft>
                <a:buClrTx/>
                <a:buSzTx/>
                <a:buFontTx/>
                <a:defRPr/>
              </a:pPr>
              <a:r>
                <a:rPr lang="zh-CN" altLang="en-US" sz="1300" b="1" kern="0" noProof="0" dirty="0">
                  <a:ln>
                    <a:noFill/>
                  </a:ln>
                  <a:solidFill>
                    <a:schemeClr val="bg1"/>
                  </a:solidFill>
                  <a:effectLst/>
                  <a:uLnTx/>
                  <a:uFillTx/>
                  <a:latin typeface="微软雅黑" panose="020B0503020204020204" pitchFamily="34" charset="-122"/>
                  <a:ea typeface="微软雅黑" panose="020B0503020204020204" pitchFamily="34" charset="-122"/>
                  <a:sym typeface="+mn-ea"/>
                </a:rPr>
                <a:t>下属单位</a:t>
              </a:r>
              <a:br>
                <a:rPr lang="zh-CN" altLang="en-US" sz="1300" b="1" kern="0" noProof="0" dirty="0">
                  <a:ln>
                    <a:noFill/>
                  </a:ln>
                  <a:solidFill>
                    <a:schemeClr val="bg1"/>
                  </a:solidFill>
                  <a:effectLst/>
                  <a:uLnTx/>
                  <a:uFillTx/>
                  <a:latin typeface="微软雅黑" panose="020B0503020204020204" pitchFamily="34" charset="-122"/>
                  <a:ea typeface="微软雅黑" panose="020B0503020204020204" pitchFamily="34" charset="-122"/>
                  <a:sym typeface="+mn-ea"/>
                </a:rPr>
              </a:br>
              <a:r>
                <a:rPr lang="zh-CN" altLang="en-US" sz="1300" b="1" kern="0" noProof="0" dirty="0">
                  <a:ln>
                    <a:noFill/>
                  </a:ln>
                  <a:solidFill>
                    <a:schemeClr val="bg1"/>
                  </a:solidFill>
                  <a:effectLst/>
                  <a:uLnTx/>
                  <a:uFillTx/>
                  <a:latin typeface="微软雅黑" panose="020B0503020204020204" pitchFamily="34" charset="-122"/>
                  <a:ea typeface="微软雅黑" panose="020B0503020204020204" pitchFamily="34" charset="-122"/>
                  <a:sym typeface="+mn-ea"/>
                </a:rPr>
                <a:t>数据治理团队</a:t>
              </a:r>
              <a:r>
                <a:rPr lang="zh-CN" altLang="en-US" sz="1300" b="1" kern="0" noProof="0" dirty="0">
                  <a:ln>
                    <a:noFill/>
                  </a:ln>
                  <a:solidFill>
                    <a:schemeClr val="bg1"/>
                  </a:solidFill>
                  <a:effectLst/>
                  <a:uLnTx/>
                  <a:uFillTx/>
                  <a:latin typeface="微软雅黑" panose="020B0503020204020204" pitchFamily="34" charset="-122"/>
                  <a:ea typeface="微软雅黑" panose="020B0503020204020204" pitchFamily="34" charset="-122"/>
                  <a:sym typeface="+mn-ea"/>
                </a:rPr>
                <a:t>3</a:t>
              </a:r>
              <a:endParaRPr lang="zh-CN" altLang="en-US" sz="1300" b="1" kern="0" noProof="0" dirty="0">
                <a:ln>
                  <a:noFill/>
                </a:ln>
                <a:solidFill>
                  <a:schemeClr val="bg1"/>
                </a:solidFill>
                <a:effectLst/>
                <a:uLnTx/>
                <a:uFillTx/>
                <a:latin typeface="微软雅黑" panose="020B0503020204020204" pitchFamily="34" charset="-122"/>
                <a:ea typeface="微软雅黑" panose="020B0503020204020204" pitchFamily="34" charset="-122"/>
                <a:sym typeface="+mn-ea"/>
              </a:endParaRPr>
            </a:p>
          </p:txBody>
        </p:sp>
        <p:cxnSp>
          <p:nvCxnSpPr>
            <p:cNvPr id="35" name="直接连接符 34"/>
            <p:cNvCxnSpPr>
              <a:stCxn id="26" idx="0"/>
              <a:endCxn id="25" idx="2"/>
            </p:cNvCxnSpPr>
            <p:nvPr>
              <p:custDataLst>
                <p:tags r:id="rId12"/>
              </p:custDataLst>
            </p:nvPr>
          </p:nvCxnSpPr>
          <p:spPr bwMode="auto">
            <a:xfrm flipH="1" flipV="1">
              <a:off x="9803" y="2840"/>
              <a:ext cx="18" cy="358"/>
            </a:xfrm>
            <a:prstGeom prst="line">
              <a:avLst/>
            </a:prstGeom>
            <a:solidFill>
              <a:schemeClr val="accent1"/>
            </a:solidFill>
            <a:ln w="9525" cap="flat" cmpd="sng" algn="ctr">
              <a:solidFill>
                <a:srgbClr val="000000"/>
              </a:solidFill>
              <a:prstDash val="solid"/>
              <a:round/>
              <a:headEnd type="none" w="med" len="med"/>
              <a:tailEnd type="none" w="med" len="med"/>
            </a:ln>
            <a:effectLst/>
          </p:spPr>
        </p:cxnSp>
        <p:cxnSp>
          <p:nvCxnSpPr>
            <p:cNvPr id="36" name="肘形连接符 35"/>
            <p:cNvCxnSpPr>
              <a:stCxn id="26" idx="2"/>
              <a:endCxn id="27" idx="0"/>
            </p:cNvCxnSpPr>
            <p:nvPr>
              <p:custDataLst>
                <p:tags r:id="rId13"/>
              </p:custDataLst>
            </p:nvPr>
          </p:nvCxnSpPr>
          <p:spPr bwMode="auto">
            <a:xfrm rot="5400000">
              <a:off x="8106" y="3118"/>
              <a:ext cx="679" cy="2750"/>
            </a:xfrm>
            <a:prstGeom prst="bentConnector3">
              <a:avLst>
                <a:gd name="adj1" fmla="val 50000"/>
              </a:avLst>
            </a:prstGeom>
            <a:solidFill>
              <a:schemeClr val="accent1"/>
            </a:solidFill>
            <a:ln w="9525" cap="flat" cmpd="sng" algn="ctr">
              <a:solidFill>
                <a:srgbClr val="000000"/>
              </a:solidFill>
              <a:prstDash val="solid"/>
              <a:round/>
              <a:headEnd type="none" w="med" len="med"/>
              <a:tailEnd type="none" w="med" len="med"/>
            </a:ln>
            <a:effectLst/>
          </p:spPr>
        </p:cxnSp>
        <p:cxnSp>
          <p:nvCxnSpPr>
            <p:cNvPr id="37" name="肘形连接符 36"/>
            <p:cNvCxnSpPr>
              <a:stCxn id="26" idx="2"/>
              <a:endCxn id="28" idx="0"/>
            </p:cNvCxnSpPr>
            <p:nvPr>
              <p:custDataLst>
                <p:tags r:id="rId14"/>
              </p:custDataLst>
            </p:nvPr>
          </p:nvCxnSpPr>
          <p:spPr bwMode="auto">
            <a:xfrm rot="5400000">
              <a:off x="8803" y="3850"/>
              <a:ext cx="713" cy="1321"/>
            </a:xfrm>
            <a:prstGeom prst="bentConnector3">
              <a:avLst/>
            </a:prstGeom>
            <a:solidFill>
              <a:schemeClr val="accent1"/>
            </a:solidFill>
            <a:ln w="9525" cap="flat" cmpd="sng" algn="ctr">
              <a:solidFill>
                <a:srgbClr val="000000"/>
              </a:solidFill>
              <a:prstDash val="solid"/>
              <a:round/>
              <a:headEnd type="none" w="med" len="med"/>
              <a:tailEnd type="none" w="med" len="med"/>
            </a:ln>
            <a:effectLst/>
          </p:spPr>
        </p:cxnSp>
        <p:cxnSp>
          <p:nvCxnSpPr>
            <p:cNvPr id="38" name="肘形连接符 37"/>
            <p:cNvCxnSpPr>
              <a:stCxn id="29" idx="0"/>
              <a:endCxn id="26" idx="2"/>
            </p:cNvCxnSpPr>
            <p:nvPr>
              <p:custDataLst>
                <p:tags r:id="rId15"/>
              </p:custDataLst>
            </p:nvPr>
          </p:nvCxnSpPr>
          <p:spPr bwMode="auto">
            <a:xfrm rot="16200000" flipV="1">
              <a:off x="9573" y="4402"/>
              <a:ext cx="694" cy="199"/>
            </a:xfrm>
            <a:prstGeom prst="bentConnector3">
              <a:avLst/>
            </a:prstGeom>
            <a:solidFill>
              <a:schemeClr val="accent1"/>
            </a:solidFill>
            <a:ln w="9525" cap="flat" cmpd="sng" algn="ctr">
              <a:solidFill>
                <a:srgbClr val="000000"/>
              </a:solidFill>
              <a:prstDash val="sysDash"/>
              <a:round/>
              <a:headEnd type="none" w="med" len="med"/>
              <a:tailEnd type="none" w="med" len="med"/>
            </a:ln>
            <a:effectLst/>
          </p:spPr>
        </p:cxnSp>
        <p:cxnSp>
          <p:nvCxnSpPr>
            <p:cNvPr id="39" name="肘形连接符 38"/>
            <p:cNvCxnSpPr>
              <a:stCxn id="30" idx="0"/>
              <a:endCxn id="26" idx="2"/>
            </p:cNvCxnSpPr>
            <p:nvPr>
              <p:custDataLst>
                <p:tags r:id="rId16"/>
              </p:custDataLst>
            </p:nvPr>
          </p:nvCxnSpPr>
          <p:spPr bwMode="auto">
            <a:xfrm rot="16200000" flipV="1">
              <a:off x="10232" y="3742"/>
              <a:ext cx="713" cy="1536"/>
            </a:xfrm>
            <a:prstGeom prst="bentConnector3">
              <a:avLst/>
            </a:prstGeom>
            <a:solidFill>
              <a:schemeClr val="accent1"/>
            </a:solidFill>
            <a:ln w="9525" cap="flat" cmpd="sng" algn="ctr">
              <a:solidFill>
                <a:srgbClr val="000000"/>
              </a:solidFill>
              <a:prstDash val="sysDash"/>
              <a:round/>
              <a:headEnd type="none" w="med" len="med"/>
              <a:tailEnd type="none" w="med" len="med"/>
            </a:ln>
            <a:effectLst/>
          </p:spPr>
        </p:cxnSp>
        <p:cxnSp>
          <p:nvCxnSpPr>
            <p:cNvPr id="40" name="肘形连接符 39"/>
            <p:cNvCxnSpPr>
              <a:stCxn id="31" idx="0"/>
              <a:endCxn id="26" idx="2"/>
            </p:cNvCxnSpPr>
            <p:nvPr>
              <p:custDataLst>
                <p:tags r:id="rId17"/>
              </p:custDataLst>
            </p:nvPr>
          </p:nvCxnSpPr>
          <p:spPr bwMode="auto">
            <a:xfrm rot="16200000" flipV="1">
              <a:off x="10897" y="3078"/>
              <a:ext cx="694" cy="2846"/>
            </a:xfrm>
            <a:prstGeom prst="bentConnector3">
              <a:avLst/>
            </a:prstGeom>
            <a:solidFill>
              <a:schemeClr val="accent1"/>
            </a:solidFill>
            <a:ln w="9525" cap="flat" cmpd="sng" algn="ctr">
              <a:solidFill>
                <a:srgbClr val="000000"/>
              </a:solidFill>
              <a:prstDash val="sysDash"/>
              <a:round/>
              <a:headEnd type="none" w="med" len="med"/>
              <a:tailEnd type="none" w="med" len="med"/>
            </a:ln>
            <a:effectLst/>
          </p:spPr>
        </p:cxnSp>
        <p:sp>
          <p:nvSpPr>
            <p:cNvPr id="41" name="圆角矩形 40"/>
            <p:cNvSpPr/>
            <p:nvPr>
              <p:custDataLst>
                <p:tags r:id="rId18"/>
              </p:custDataLst>
            </p:nvPr>
          </p:nvSpPr>
          <p:spPr bwMode="auto">
            <a:xfrm>
              <a:off x="5182" y="4878"/>
              <a:ext cx="953" cy="3225"/>
            </a:xfrm>
            <a:prstGeom prst="roundRect">
              <a:avLst/>
            </a:prstGeom>
            <a:solidFill>
              <a:schemeClr val="tx2">
                <a:lumMod val="50000"/>
                <a:lumOff val="50000"/>
              </a:schemeClr>
            </a:solidFill>
            <a:ln w="9525" cap="flat" cmpd="sng" algn="ctr">
              <a:solidFill>
                <a:srgbClr val="000000"/>
              </a:solidFill>
              <a:prstDash val="dash"/>
              <a:round/>
              <a:headEnd type="none" w="med" len="med"/>
              <a:tailEnd type="none" w="med" len="med"/>
            </a:ln>
            <a:effectLst/>
          </p:spPr>
          <p:txBody>
            <a:bodyPr vert="horz" wrap="square" lIns="96131" tIns="48065" rIns="96131" bIns="48065" numCol="1" rtlCol="0" anchor="ctr" anchorCtr="0" compatLnSpc="1">
              <a:normAutofit/>
            </a:bodyPr>
            <a:lstStyle/>
            <a:p>
              <a:pPr marL="0" marR="0" lvl="0" indent="0" algn="ctr" defTabSz="961390" eaLnBrk="1" fontAlgn="auto" latinLnBrk="0" hangingPunct="1">
                <a:lnSpc>
                  <a:spcPct val="100000"/>
                </a:lnSpc>
                <a:spcBef>
                  <a:spcPts val="0"/>
                </a:spcBef>
                <a:spcAft>
                  <a:spcPts val="0"/>
                </a:spcAft>
                <a:buClrTx/>
                <a:buSzTx/>
                <a:buFontTx/>
                <a:buNone/>
                <a:defRPr/>
              </a:pPr>
              <a:r>
                <a:rPr kumimoji="0" lang="zh-CN" altLang="en-US" sz="1700" b="0" i="0" u="none" strike="noStrike" kern="0" cap="none" spc="0" normalizeH="0" baseline="0" noProof="0" dirty="0">
                  <a:ln>
                    <a:noFill/>
                  </a:ln>
                  <a:solidFill>
                    <a:schemeClr val="bg1"/>
                  </a:solidFill>
                  <a:effectLst/>
                  <a:uLnTx/>
                  <a:uFillTx/>
                </a:rPr>
                <a:t>数据治理部</a:t>
              </a:r>
              <a:endParaRPr kumimoji="0" lang="zh-CN" altLang="en-US" sz="1700" b="0" i="0" u="none" strike="noStrike" kern="0" cap="none" spc="0" normalizeH="0" baseline="0" noProof="0" dirty="0">
                <a:ln>
                  <a:noFill/>
                </a:ln>
                <a:solidFill>
                  <a:schemeClr val="bg1"/>
                </a:solidFill>
                <a:effectLst/>
                <a:uLnTx/>
                <a:uFillTx/>
              </a:endParaRPr>
            </a:p>
          </p:txBody>
        </p:sp>
        <p:sp>
          <p:nvSpPr>
            <p:cNvPr id="42" name="矩形 41"/>
            <p:cNvSpPr/>
            <p:nvPr>
              <p:custDataLst>
                <p:tags r:id="rId19"/>
              </p:custDataLst>
            </p:nvPr>
          </p:nvSpPr>
          <p:spPr>
            <a:xfrm>
              <a:off x="3195" y="5932"/>
              <a:ext cx="2065" cy="1095"/>
            </a:xfrm>
            <a:prstGeom prst="rect">
              <a:avLst/>
            </a:prstGeom>
          </p:spPr>
          <p:txBody>
            <a:bodyPr wrap="square" lIns="96131" tIns="48065" rIns="96131" bIns="48065">
              <a:spAutoFit/>
            </a:bodyPr>
            <a:lstStyle/>
            <a:p>
              <a:r>
                <a:rPr lang="zh-CN" altLang="en-US" sz="1300" dirty="0">
                  <a:solidFill>
                    <a:schemeClr val="tx1"/>
                  </a:solidFill>
                </a:rPr>
                <a:t>可能是实体部门，或由牵头业务部门</a:t>
              </a:r>
              <a:r>
                <a:rPr lang="zh-CN" altLang="en-US" sz="1300" b="1" dirty="0">
                  <a:solidFill>
                    <a:schemeClr val="tx1"/>
                  </a:solidFill>
                </a:rPr>
                <a:t>与</a:t>
              </a:r>
              <a:r>
                <a:rPr lang="en-US" altLang="zh-CN" sz="1300" b="1" dirty="0">
                  <a:solidFill>
                    <a:schemeClr val="tx1"/>
                  </a:solidFill>
                </a:rPr>
                <a:t>IT</a:t>
              </a:r>
              <a:r>
                <a:rPr lang="zh-CN" altLang="en-US" sz="1300" dirty="0">
                  <a:solidFill>
                    <a:schemeClr val="tx1"/>
                  </a:solidFill>
                </a:rPr>
                <a:t>部门联合形成的虚拟团队</a:t>
              </a:r>
              <a:endParaRPr lang="zh-CN" altLang="en-US" sz="1300" dirty="0">
                <a:solidFill>
                  <a:schemeClr val="tx1"/>
                </a:solidFill>
              </a:endParaRPr>
            </a:p>
          </p:txBody>
        </p:sp>
        <p:sp>
          <p:nvSpPr>
            <p:cNvPr id="43" name="矩形 42"/>
            <p:cNvSpPr/>
            <p:nvPr>
              <p:custDataLst>
                <p:tags r:id="rId20"/>
              </p:custDataLst>
            </p:nvPr>
          </p:nvSpPr>
          <p:spPr>
            <a:xfrm>
              <a:off x="12531" y="3285"/>
              <a:ext cx="3049" cy="465"/>
            </a:xfrm>
            <a:prstGeom prst="rect">
              <a:avLst/>
            </a:prstGeom>
          </p:spPr>
          <p:txBody>
            <a:bodyPr wrap="square" lIns="96131" tIns="48065" rIns="96131" bIns="48065">
              <a:spAutoFit/>
            </a:bodyPr>
            <a:lstStyle/>
            <a:p>
              <a:r>
                <a:rPr lang="zh-CN" altLang="en-US" sz="1300" dirty="0">
                  <a:solidFill>
                    <a:schemeClr val="tx1"/>
                  </a:solidFill>
                </a:rPr>
                <a:t>可能是信息化领导小组的一个职责</a:t>
              </a:r>
              <a:endParaRPr lang="zh-CN" altLang="en-US" sz="1300" dirty="0">
                <a:solidFill>
                  <a:schemeClr val="tx1"/>
                </a:solidFill>
              </a:endParaRPr>
            </a:p>
          </p:txBody>
        </p:sp>
      </p:grpSp>
      <p:sp>
        <p:nvSpPr>
          <p:cNvPr id="9" name="标题 8"/>
          <p:cNvSpPr>
            <a:spLocks noGrp="1"/>
          </p:cNvSpPr>
          <p:nvPr>
            <p:ph type="title"/>
            <p:custDataLst>
              <p:tags r:id="rId21"/>
            </p:custDataLst>
          </p:nvPr>
        </p:nvSpPr>
        <p:spPr/>
        <p:txBody>
          <a:bodyPr vert="horz" lIns="91440" tIns="45720" rIns="91440" bIns="45720" rtlCol="0" anchor="ctr">
            <a:normAutofit fontScale="90000"/>
          </a:bodyPr>
          <a:p>
            <a:pPr lvl="0" algn="l">
              <a:buClrTx/>
              <a:buSzTx/>
              <a:buFontTx/>
            </a:pPr>
            <a:r>
              <a:rPr lang="zh-CN" altLang="en-US" smtClean="0">
                <a:sym typeface="+mn-ea"/>
              </a:rPr>
              <a:t>数据治理的组织架构：</a:t>
            </a:r>
            <a:r>
              <a:rPr lang="zh-CN" altLang="en-US" smtClean="0">
                <a:sym typeface="+mn-ea"/>
              </a:rPr>
              <a:t>
</a:t>
            </a:r>
            <a:r>
              <a:rPr lang="zh-CN" altLang="en-US" smtClean="0">
                <a:sym typeface="+mn-ea"/>
              </a:rPr>
              <a:t>中国式数据治理典型组织架构</a:t>
            </a:r>
            <a:endParaRPr lang="zh-CN" altLang="en-US" smtClean="0">
              <a:sym typeface="+mn-ea"/>
            </a:endParaRPr>
          </a:p>
        </p:txBody>
      </p:sp>
    </p:spTree>
    <p:custDataLst>
      <p:tags r:id="rId22"/>
    </p:custData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6"/>
          <p:cNvSpPr>
            <a:spLocks noGrp="1"/>
          </p:cNvSpPr>
          <p:nvPr>
            <p:custDataLst>
              <p:tags r:id="rId1"/>
            </p:custDataLst>
          </p:nvPr>
        </p:nvSpPr>
        <p:spPr>
          <a:xfrm>
            <a:off x="774065" y="1474470"/>
            <a:ext cx="5106035" cy="2508250"/>
          </a:xfrm>
          <a:prstGeom prst="rect">
            <a:avLst/>
          </a:prstGeom>
          <a:ln w="19050">
            <a:solidFill>
              <a:srgbClr val="2D6FA0"/>
            </a:solidFill>
            <a:prstDash val="dash"/>
          </a:ln>
        </p:spPr>
        <p:txBody>
          <a:bodyPr vert="horz" wrap="square" lIns="91440" tIns="45720" rIns="91440" bIns="45720" numCol="0" rtlCol="0" anchor="ctr" anchorCtr="0" compatLnSpc="0">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lvl="0" indent="0" algn="l" fontAlgn="auto">
              <a:lnSpc>
                <a:spcPct val="125000"/>
              </a:lnSpc>
              <a:buClrTx/>
              <a:buSzTx/>
              <a:buFontTx/>
            </a:pPr>
            <a:r>
              <a:rPr lang="en-US" altLang="zh-CN" sz="1400" dirty="0" smtClean="0">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en-US" altLang="zh-CN" sz="1400" dirty="0" smtClean="0">
              <a:latin typeface="微软雅黑" panose="020B0503020204020204" pitchFamily="34" charset="-122"/>
              <a:ea typeface="微软雅黑" panose="020B0503020204020204" pitchFamily="34" charset="-122"/>
              <a:cs typeface="微软雅黑" panose="020B0503020204020204" pitchFamily="34" charset="-122"/>
              <a:sym typeface="+mn-ea"/>
            </a:endParaRPr>
          </a:p>
          <a:p>
            <a:pPr lvl="1" indent="0" algn="l" fontAlgn="auto">
              <a:lnSpc>
                <a:spcPct val="125000"/>
              </a:lnSpc>
            </a:pPr>
            <a:r>
              <a:rPr sz="1400">
                <a:latin typeface="微软雅黑" panose="020B0503020204020204" pitchFamily="34" charset="-122"/>
                <a:ea typeface="微软雅黑" panose="020B0503020204020204" pitchFamily="34" charset="-122"/>
                <a:cs typeface="微软雅黑" panose="020B0503020204020204" pitchFamily="34" charset="-122"/>
                <a:sym typeface="+mn-ea"/>
              </a:rPr>
              <a:t>黄河经常有淤塞河床、引起堤防溃决泛滥、造成大量生命与财产损失的可能。这河流的水量在洪水期间和枯水期间幅度的变化又大，更使潜在的危机经常恶化。按理说来，有一个最好坐落于上游的中央集权，又有威望动员所有的资源，也能指挥有关的人众，才可以在黄河经常的威胁之下，给予应有的安全。</a:t>
            </a:r>
            <a:endParaRPr sz="1400">
              <a:latin typeface="微软雅黑" panose="020B0503020204020204" pitchFamily="34" charset="-122"/>
              <a:ea typeface="微软雅黑" panose="020B0503020204020204" pitchFamily="34" charset="-122"/>
              <a:cs typeface="微软雅黑" panose="020B0503020204020204" pitchFamily="34" charset="-122"/>
              <a:sym typeface="+mn-ea"/>
            </a:endParaRPr>
          </a:p>
          <a:p>
            <a:pPr lvl="1" indent="0" algn="l" fontAlgn="auto">
              <a:lnSpc>
                <a:spcPct val="125000"/>
              </a:lnSpc>
            </a:pPr>
            <a:r>
              <a:rPr sz="1400">
                <a:latin typeface="微软雅黑" panose="020B0503020204020204" pitchFamily="34" charset="-122"/>
                <a:ea typeface="微软雅黑" panose="020B0503020204020204" pitchFamily="34" charset="-122"/>
                <a:cs typeface="微软雅黑" panose="020B0503020204020204" pitchFamily="34" charset="-122"/>
                <a:sym typeface="+mn-ea"/>
              </a:rPr>
              <a:t>——</a:t>
            </a:r>
            <a:r>
              <a:rPr sz="1400">
                <a:latin typeface="微软雅黑" panose="020B0503020204020204" pitchFamily="34" charset="-122"/>
                <a:ea typeface="微软雅黑" panose="020B0503020204020204" pitchFamily="34" charset="-122"/>
                <a:cs typeface="微软雅黑" panose="020B0503020204020204" pitchFamily="34" charset="-122"/>
                <a:sym typeface="+mn-ea"/>
              </a:rPr>
              <a:t>黄仁宇：</a:t>
            </a:r>
            <a:r>
              <a:rPr sz="1400">
                <a:latin typeface="微软雅黑" panose="020B0503020204020204" pitchFamily="34" charset="-122"/>
                <a:ea typeface="微软雅黑" panose="020B0503020204020204" pitchFamily="34" charset="-122"/>
                <a:cs typeface="微软雅黑" panose="020B0503020204020204" pitchFamily="34" charset="-122"/>
                <a:sym typeface="+mn-ea"/>
              </a:rPr>
              <a:t>《</a:t>
            </a:r>
            <a:r>
              <a:rPr sz="1400">
                <a:latin typeface="微软雅黑" panose="020B0503020204020204" pitchFamily="34" charset="-122"/>
                <a:ea typeface="微软雅黑" panose="020B0503020204020204" pitchFamily="34" charset="-122"/>
                <a:cs typeface="微软雅黑" panose="020B0503020204020204" pitchFamily="34" charset="-122"/>
                <a:sym typeface="+mn-ea"/>
              </a:rPr>
              <a:t>中国大历史</a:t>
            </a:r>
            <a:r>
              <a:rPr sz="1400">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en-US" altLang="zh-CN" sz="1400" dirty="0" smtClean="0">
              <a:latin typeface="微软雅黑" panose="020B0503020204020204" pitchFamily="34" charset="-122"/>
              <a:ea typeface="微软雅黑" panose="020B0503020204020204" pitchFamily="34" charset="-122"/>
              <a:cs typeface="微软雅黑" panose="020B0503020204020204" pitchFamily="34" charset="-122"/>
              <a:sym typeface="+mn-ea"/>
            </a:endParaRPr>
          </a:p>
          <a:p>
            <a:pPr lvl="0" indent="0" algn="l" fontAlgn="auto">
              <a:lnSpc>
                <a:spcPct val="125000"/>
              </a:lnSpc>
              <a:buClrTx/>
              <a:buSzTx/>
              <a:buFontTx/>
            </a:pPr>
            <a:endParaRPr sz="140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3" name="灯片编号占位符 3"/>
          <p:cNvSpPr>
            <a:spLocks noGrp="1"/>
          </p:cNvSpPr>
          <p:nvPr>
            <p:custDataLst>
              <p:tags r:id="rId2"/>
            </p:custDataLst>
          </p:nvPr>
        </p:nvSpPr>
        <p:spPr>
          <a:xfrm>
            <a:off x="10134600" y="6607175"/>
            <a:ext cx="533400" cy="244475"/>
          </a:xfrm>
          <a:prstGeom prst="rect">
            <a:avLst/>
          </a:prstGeom>
        </p:spPr>
        <p:txBody>
          <a:bodyPr vert="horz" lIns="91440" tIns="45720" rIns="91440" bIns="45720" rtlCol="0" anchor="ctr"/>
          <a:lstStyle>
            <a:defPPr>
              <a:defRPr lang="zh-CN"/>
            </a:defPPr>
            <a:lvl1pPr marL="0" algn="l" defTabSz="914400" rtl="0" eaLnBrk="1" latinLnBrk="0" hangingPunct="1">
              <a:defRPr lang="en-US" altLang="zh-CN" sz="1000" kern="1200" baseline="0" smtClean="0">
                <a:solidFill>
                  <a:srgbClr val="666666"/>
                </a:solidFill>
                <a:latin typeface="微软雅黑" panose="020B0503020204020204" pitchFamily="34" charset="-122"/>
                <a:ea typeface="微软雅黑" panose="020B0503020204020204" pitchFamily="34" charset="-122"/>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5D86DFE6-83D9-4FE3-A95C-808B4CBE7F92}" type="slidenum">
              <a:rPr lang="en-US" altLang="zh-CN" smtClean="0">
                <a:solidFill>
                  <a:schemeClr val="tx1"/>
                </a:solidFill>
              </a:rPr>
            </a:fld>
            <a:endParaRPr lang="en-US" altLang="zh-CN" smtClean="0">
              <a:solidFill>
                <a:schemeClr val="tx1"/>
              </a:solidFill>
            </a:endParaRPr>
          </a:p>
        </p:txBody>
      </p:sp>
      <p:pic>
        <p:nvPicPr>
          <p:cNvPr id="7170" name="Picture 2" descr="http://www.junjiewang.com/UploadFiles/2015-02/2/2015022500470956963.gif"/>
          <p:cNvPicPr>
            <a:picLocks noChangeAspect="1" noChangeArrowheads="1"/>
          </p:cNvPicPr>
          <p:nvPr>
            <p:custDataLst>
              <p:tags r:id="rId3"/>
            </p:custDataLst>
          </p:nvPr>
        </p:nvPicPr>
        <p:blipFill>
          <a:blip r:embed="rId4">
            <a:extLst>
              <a:ext uri="{28A0092B-C50C-407E-A947-70E740481C1C}">
                <a14:useLocalDpi xmlns:a14="http://schemas.microsoft.com/office/drawing/2010/main" val="0"/>
              </a:ext>
            </a:extLst>
          </a:blip>
          <a:srcRect/>
          <a:stretch>
            <a:fillRect/>
          </a:stretch>
        </p:blipFill>
        <p:spPr bwMode="auto">
          <a:xfrm>
            <a:off x="6384290" y="1340485"/>
            <a:ext cx="4486275" cy="2806065"/>
          </a:xfrm>
          <a:prstGeom prst="rect">
            <a:avLst/>
          </a:prstGeom>
          <a:noFill/>
          <a:extLst>
            <a:ext uri="{909E8E84-426E-40DD-AFC4-6F175D3DCCD1}">
              <a14:hiddenFill xmlns:a14="http://schemas.microsoft.com/office/drawing/2010/main">
                <a:solidFill>
                  <a:srgbClr val="FFFFFF"/>
                </a:solidFill>
              </a14:hiddenFill>
            </a:ext>
          </a:extLst>
        </p:spPr>
      </p:pic>
      <p:pic>
        <p:nvPicPr>
          <p:cNvPr id="7174" name="Picture 6" descr="http://www.css.com.cn/swordcms/css/dmcp/914756342/privatepicture/1.jpg"/>
          <p:cNvPicPr>
            <a:picLocks noChangeAspect="1" noChangeArrowheads="1"/>
          </p:cNvPicPr>
          <p:nvPr>
            <p:custDataLst>
              <p:tags r:id="rId5"/>
            </p:custDataLst>
          </p:nvPr>
        </p:nvPicPr>
        <p:blipFill>
          <a:blip r:embed="rId6">
            <a:extLst>
              <a:ext uri="{28A0092B-C50C-407E-A947-70E740481C1C}">
                <a14:useLocalDpi xmlns:a14="http://schemas.microsoft.com/office/drawing/2010/main" val="0"/>
              </a:ext>
            </a:extLst>
          </a:blip>
          <a:srcRect/>
          <a:stretch>
            <a:fillRect/>
          </a:stretch>
        </p:blipFill>
        <p:spPr bwMode="auto">
          <a:xfrm>
            <a:off x="6355715" y="4364990"/>
            <a:ext cx="4515485" cy="1944370"/>
          </a:xfrm>
          <a:prstGeom prst="rect">
            <a:avLst/>
          </a:prstGeom>
          <a:noFill/>
          <a:extLst>
            <a:ext uri="{909E8E84-426E-40DD-AFC4-6F175D3DCCD1}">
              <a14:hiddenFill xmlns:a14="http://schemas.microsoft.com/office/drawing/2010/main">
                <a:solidFill>
                  <a:srgbClr val="FFFFFF"/>
                </a:solidFill>
              </a14:hiddenFill>
            </a:ext>
          </a:extLst>
        </p:spPr>
      </p:pic>
      <p:cxnSp>
        <p:nvCxnSpPr>
          <p:cNvPr id="9" name="曲线连接符 8"/>
          <p:cNvCxnSpPr/>
          <p:nvPr>
            <p:custDataLst>
              <p:tags r:id="rId7"/>
            </p:custDataLst>
          </p:nvPr>
        </p:nvCxnSpPr>
        <p:spPr bwMode="auto">
          <a:xfrm>
            <a:off x="6888088" y="4653136"/>
            <a:ext cx="3024336" cy="864096"/>
          </a:xfrm>
          <a:prstGeom prst="curvedConnector3">
            <a:avLst>
              <a:gd name="adj1" fmla="val 50000"/>
            </a:avLst>
          </a:prstGeom>
          <a:solidFill>
            <a:schemeClr val="accent2"/>
          </a:solidFill>
          <a:ln w="76200" cap="flat" cmpd="sng" algn="ctr">
            <a:solidFill>
              <a:schemeClr val="accent1"/>
            </a:solidFill>
            <a:prstDash val="solid"/>
            <a:round/>
            <a:headEnd type="none" w="med" len="med"/>
            <a:tailEnd type="triangle" w="med" len="med"/>
          </a:ln>
          <a:effectLst/>
        </p:spPr>
      </p:cxnSp>
      <p:sp>
        <p:nvSpPr>
          <p:cNvPr id="17" name="任意多边形 16"/>
          <p:cNvSpPr/>
          <p:nvPr>
            <p:custDataLst>
              <p:tags r:id="rId8"/>
            </p:custDataLst>
          </p:nvPr>
        </p:nvSpPr>
        <p:spPr bwMode="auto">
          <a:xfrm>
            <a:off x="6672004" y="1916198"/>
            <a:ext cx="2909455" cy="1080655"/>
          </a:xfrm>
          <a:custGeom>
            <a:avLst/>
            <a:gdLst>
              <a:gd name="connsiteX0" fmla="*/ 0 w 2909455"/>
              <a:gd name="connsiteY0" fmla="*/ 734291 h 1080655"/>
              <a:gd name="connsiteX1" fmla="*/ 124691 w 2909455"/>
              <a:gd name="connsiteY1" fmla="*/ 748146 h 1080655"/>
              <a:gd name="connsiteX2" fmla="*/ 193964 w 2909455"/>
              <a:gd name="connsiteY2" fmla="*/ 817418 h 1080655"/>
              <a:gd name="connsiteX3" fmla="*/ 235527 w 2909455"/>
              <a:gd name="connsiteY3" fmla="*/ 831273 h 1080655"/>
              <a:gd name="connsiteX4" fmla="*/ 346364 w 2909455"/>
              <a:gd name="connsiteY4" fmla="*/ 817418 h 1080655"/>
              <a:gd name="connsiteX5" fmla="*/ 415636 w 2909455"/>
              <a:gd name="connsiteY5" fmla="*/ 789709 h 1080655"/>
              <a:gd name="connsiteX6" fmla="*/ 484909 w 2909455"/>
              <a:gd name="connsiteY6" fmla="*/ 831273 h 1080655"/>
              <a:gd name="connsiteX7" fmla="*/ 512618 w 2909455"/>
              <a:gd name="connsiteY7" fmla="*/ 789709 h 1080655"/>
              <a:gd name="connsiteX8" fmla="*/ 554182 w 2909455"/>
              <a:gd name="connsiteY8" fmla="*/ 748146 h 1080655"/>
              <a:gd name="connsiteX9" fmla="*/ 609600 w 2909455"/>
              <a:gd name="connsiteY9" fmla="*/ 665018 h 1080655"/>
              <a:gd name="connsiteX10" fmla="*/ 581891 w 2909455"/>
              <a:gd name="connsiteY10" fmla="*/ 623455 h 1080655"/>
              <a:gd name="connsiteX11" fmla="*/ 540327 w 2909455"/>
              <a:gd name="connsiteY11" fmla="*/ 595746 h 1080655"/>
              <a:gd name="connsiteX12" fmla="*/ 526473 w 2909455"/>
              <a:gd name="connsiteY12" fmla="*/ 554182 h 1080655"/>
              <a:gd name="connsiteX13" fmla="*/ 609600 w 2909455"/>
              <a:gd name="connsiteY13" fmla="*/ 526473 h 1080655"/>
              <a:gd name="connsiteX14" fmla="*/ 651164 w 2909455"/>
              <a:gd name="connsiteY14" fmla="*/ 512618 h 1080655"/>
              <a:gd name="connsiteX15" fmla="*/ 762000 w 2909455"/>
              <a:gd name="connsiteY15" fmla="*/ 457200 h 1080655"/>
              <a:gd name="connsiteX16" fmla="*/ 789709 w 2909455"/>
              <a:gd name="connsiteY16" fmla="*/ 415637 h 1080655"/>
              <a:gd name="connsiteX17" fmla="*/ 817418 w 2909455"/>
              <a:gd name="connsiteY17" fmla="*/ 387927 h 1080655"/>
              <a:gd name="connsiteX18" fmla="*/ 858982 w 2909455"/>
              <a:gd name="connsiteY18" fmla="*/ 304800 h 1080655"/>
              <a:gd name="connsiteX19" fmla="*/ 886691 w 2909455"/>
              <a:gd name="connsiteY19" fmla="*/ 221673 h 1080655"/>
              <a:gd name="connsiteX20" fmla="*/ 900546 w 2909455"/>
              <a:gd name="connsiteY20" fmla="*/ 180109 h 1080655"/>
              <a:gd name="connsiteX21" fmla="*/ 914400 w 2909455"/>
              <a:gd name="connsiteY21" fmla="*/ 138546 h 1080655"/>
              <a:gd name="connsiteX22" fmla="*/ 969818 w 2909455"/>
              <a:gd name="connsiteY22" fmla="*/ 55418 h 1080655"/>
              <a:gd name="connsiteX23" fmla="*/ 1052946 w 2909455"/>
              <a:gd name="connsiteY23" fmla="*/ 0 h 1080655"/>
              <a:gd name="connsiteX24" fmla="*/ 1246909 w 2909455"/>
              <a:gd name="connsiteY24" fmla="*/ 13855 h 1080655"/>
              <a:gd name="connsiteX25" fmla="*/ 1302327 w 2909455"/>
              <a:gd name="connsiteY25" fmla="*/ 27709 h 1080655"/>
              <a:gd name="connsiteX26" fmla="*/ 1357746 w 2909455"/>
              <a:gd name="connsiteY26" fmla="*/ 69273 h 1080655"/>
              <a:gd name="connsiteX27" fmla="*/ 1482436 w 2909455"/>
              <a:gd name="connsiteY27" fmla="*/ 110837 h 1080655"/>
              <a:gd name="connsiteX28" fmla="*/ 1510146 w 2909455"/>
              <a:gd name="connsiteY28" fmla="*/ 138546 h 1080655"/>
              <a:gd name="connsiteX29" fmla="*/ 1551709 w 2909455"/>
              <a:gd name="connsiteY29" fmla="*/ 152400 h 1080655"/>
              <a:gd name="connsiteX30" fmla="*/ 1579418 w 2909455"/>
              <a:gd name="connsiteY30" fmla="*/ 193964 h 1080655"/>
              <a:gd name="connsiteX31" fmla="*/ 1620982 w 2909455"/>
              <a:gd name="connsiteY31" fmla="*/ 235527 h 1080655"/>
              <a:gd name="connsiteX32" fmla="*/ 1620982 w 2909455"/>
              <a:gd name="connsiteY32" fmla="*/ 498764 h 1080655"/>
              <a:gd name="connsiteX33" fmla="*/ 1607127 w 2909455"/>
              <a:gd name="connsiteY33" fmla="*/ 540327 h 1080655"/>
              <a:gd name="connsiteX34" fmla="*/ 1593273 w 2909455"/>
              <a:gd name="connsiteY34" fmla="*/ 609600 h 1080655"/>
              <a:gd name="connsiteX35" fmla="*/ 1579418 w 2909455"/>
              <a:gd name="connsiteY35" fmla="*/ 665018 h 1080655"/>
              <a:gd name="connsiteX36" fmla="*/ 1565564 w 2909455"/>
              <a:gd name="connsiteY36" fmla="*/ 817418 h 1080655"/>
              <a:gd name="connsiteX37" fmla="*/ 1537855 w 2909455"/>
              <a:gd name="connsiteY37" fmla="*/ 900546 h 1080655"/>
              <a:gd name="connsiteX38" fmla="*/ 1524000 w 2909455"/>
              <a:gd name="connsiteY38" fmla="*/ 942109 h 1080655"/>
              <a:gd name="connsiteX39" fmla="*/ 1551709 w 2909455"/>
              <a:gd name="connsiteY39" fmla="*/ 1066800 h 1080655"/>
              <a:gd name="connsiteX40" fmla="*/ 1593273 w 2909455"/>
              <a:gd name="connsiteY40" fmla="*/ 1080655 h 1080655"/>
              <a:gd name="connsiteX41" fmla="*/ 1717964 w 2909455"/>
              <a:gd name="connsiteY41" fmla="*/ 1066800 h 1080655"/>
              <a:gd name="connsiteX42" fmla="*/ 1842655 w 2909455"/>
              <a:gd name="connsiteY42" fmla="*/ 1025237 h 1080655"/>
              <a:gd name="connsiteX43" fmla="*/ 1925782 w 2909455"/>
              <a:gd name="connsiteY43" fmla="*/ 997527 h 1080655"/>
              <a:gd name="connsiteX44" fmla="*/ 1995055 w 2909455"/>
              <a:gd name="connsiteY44" fmla="*/ 983673 h 1080655"/>
              <a:gd name="connsiteX45" fmla="*/ 2078182 w 2909455"/>
              <a:gd name="connsiteY45" fmla="*/ 955964 h 1080655"/>
              <a:gd name="connsiteX46" fmla="*/ 2216727 w 2909455"/>
              <a:gd name="connsiteY46" fmla="*/ 928255 h 1080655"/>
              <a:gd name="connsiteX47" fmla="*/ 2299855 w 2909455"/>
              <a:gd name="connsiteY47" fmla="*/ 900546 h 1080655"/>
              <a:gd name="connsiteX48" fmla="*/ 2382982 w 2909455"/>
              <a:gd name="connsiteY48" fmla="*/ 831273 h 1080655"/>
              <a:gd name="connsiteX49" fmla="*/ 2424546 w 2909455"/>
              <a:gd name="connsiteY49" fmla="*/ 789709 h 1080655"/>
              <a:gd name="connsiteX50" fmla="*/ 2452255 w 2909455"/>
              <a:gd name="connsiteY50" fmla="*/ 748146 h 1080655"/>
              <a:gd name="connsiteX51" fmla="*/ 2576946 w 2909455"/>
              <a:gd name="connsiteY51" fmla="*/ 678873 h 1080655"/>
              <a:gd name="connsiteX52" fmla="*/ 2618509 w 2909455"/>
              <a:gd name="connsiteY52" fmla="*/ 651164 h 1080655"/>
              <a:gd name="connsiteX53" fmla="*/ 2701636 w 2909455"/>
              <a:gd name="connsiteY53" fmla="*/ 609600 h 1080655"/>
              <a:gd name="connsiteX54" fmla="*/ 2729346 w 2909455"/>
              <a:gd name="connsiteY54" fmla="*/ 581891 h 1080655"/>
              <a:gd name="connsiteX55" fmla="*/ 2757055 w 2909455"/>
              <a:gd name="connsiteY55" fmla="*/ 540327 h 1080655"/>
              <a:gd name="connsiteX56" fmla="*/ 2840182 w 2909455"/>
              <a:gd name="connsiteY56" fmla="*/ 484909 h 1080655"/>
              <a:gd name="connsiteX57" fmla="*/ 2909455 w 2909455"/>
              <a:gd name="connsiteY57" fmla="*/ 457200 h 10806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2909455" h="1080655">
                <a:moveTo>
                  <a:pt x="0" y="734291"/>
                </a:moveTo>
                <a:cubicBezTo>
                  <a:pt x="41564" y="738909"/>
                  <a:pt x="84120" y="738003"/>
                  <a:pt x="124691" y="748146"/>
                </a:cubicBezTo>
                <a:cubicBezTo>
                  <a:pt x="185147" y="763260"/>
                  <a:pt x="151981" y="783831"/>
                  <a:pt x="193964" y="817418"/>
                </a:cubicBezTo>
                <a:cubicBezTo>
                  <a:pt x="205368" y="826541"/>
                  <a:pt x="221673" y="826655"/>
                  <a:pt x="235527" y="831273"/>
                </a:cubicBezTo>
                <a:cubicBezTo>
                  <a:pt x="272473" y="826655"/>
                  <a:pt x="311794" y="831246"/>
                  <a:pt x="346364" y="817418"/>
                </a:cubicBezTo>
                <a:cubicBezTo>
                  <a:pt x="435888" y="781608"/>
                  <a:pt x="311166" y="754886"/>
                  <a:pt x="415636" y="789709"/>
                </a:cubicBezTo>
                <a:cubicBezTo>
                  <a:pt x="428392" y="802465"/>
                  <a:pt x="459218" y="841550"/>
                  <a:pt x="484909" y="831273"/>
                </a:cubicBezTo>
                <a:cubicBezTo>
                  <a:pt x="500369" y="825089"/>
                  <a:pt x="501958" y="802501"/>
                  <a:pt x="512618" y="789709"/>
                </a:cubicBezTo>
                <a:cubicBezTo>
                  <a:pt x="525161" y="774657"/>
                  <a:pt x="542153" y="763612"/>
                  <a:pt x="554182" y="748146"/>
                </a:cubicBezTo>
                <a:cubicBezTo>
                  <a:pt x="574628" y="721859"/>
                  <a:pt x="609600" y="665018"/>
                  <a:pt x="609600" y="665018"/>
                </a:cubicBezTo>
                <a:cubicBezTo>
                  <a:pt x="600364" y="651164"/>
                  <a:pt x="593665" y="635229"/>
                  <a:pt x="581891" y="623455"/>
                </a:cubicBezTo>
                <a:cubicBezTo>
                  <a:pt x="570117" y="611681"/>
                  <a:pt x="550729" y="608748"/>
                  <a:pt x="540327" y="595746"/>
                </a:cubicBezTo>
                <a:cubicBezTo>
                  <a:pt x="531204" y="584342"/>
                  <a:pt x="531091" y="568037"/>
                  <a:pt x="526473" y="554182"/>
                </a:cubicBezTo>
                <a:lnTo>
                  <a:pt x="609600" y="526473"/>
                </a:lnTo>
                <a:lnTo>
                  <a:pt x="651164" y="512618"/>
                </a:lnTo>
                <a:cubicBezTo>
                  <a:pt x="714125" y="418178"/>
                  <a:pt x="629265" y="523568"/>
                  <a:pt x="762000" y="457200"/>
                </a:cubicBezTo>
                <a:cubicBezTo>
                  <a:pt x="776893" y="449753"/>
                  <a:pt x="779307" y="428639"/>
                  <a:pt x="789709" y="415637"/>
                </a:cubicBezTo>
                <a:cubicBezTo>
                  <a:pt x="797869" y="405437"/>
                  <a:pt x="808182" y="397164"/>
                  <a:pt x="817418" y="387927"/>
                </a:cubicBezTo>
                <a:cubicBezTo>
                  <a:pt x="867952" y="236334"/>
                  <a:pt x="787356" y="465960"/>
                  <a:pt x="858982" y="304800"/>
                </a:cubicBezTo>
                <a:cubicBezTo>
                  <a:pt x="870844" y="278110"/>
                  <a:pt x="877455" y="249382"/>
                  <a:pt x="886691" y="221673"/>
                </a:cubicBezTo>
                <a:lnTo>
                  <a:pt x="900546" y="180109"/>
                </a:lnTo>
                <a:cubicBezTo>
                  <a:pt x="905164" y="166255"/>
                  <a:pt x="906299" y="150697"/>
                  <a:pt x="914400" y="138546"/>
                </a:cubicBezTo>
                <a:cubicBezTo>
                  <a:pt x="932873" y="110837"/>
                  <a:pt x="942109" y="73891"/>
                  <a:pt x="969818" y="55418"/>
                </a:cubicBezTo>
                <a:lnTo>
                  <a:pt x="1052946" y="0"/>
                </a:lnTo>
                <a:cubicBezTo>
                  <a:pt x="1117600" y="4618"/>
                  <a:pt x="1182486" y="6697"/>
                  <a:pt x="1246909" y="13855"/>
                </a:cubicBezTo>
                <a:cubicBezTo>
                  <a:pt x="1265834" y="15958"/>
                  <a:pt x="1285296" y="19194"/>
                  <a:pt x="1302327" y="27709"/>
                </a:cubicBezTo>
                <a:cubicBezTo>
                  <a:pt x="1322980" y="38036"/>
                  <a:pt x="1337561" y="58059"/>
                  <a:pt x="1357746" y="69273"/>
                </a:cubicBezTo>
                <a:cubicBezTo>
                  <a:pt x="1400430" y="92987"/>
                  <a:pt x="1436784" y="99424"/>
                  <a:pt x="1482436" y="110837"/>
                </a:cubicBezTo>
                <a:cubicBezTo>
                  <a:pt x="1491673" y="120073"/>
                  <a:pt x="1498945" y="131826"/>
                  <a:pt x="1510146" y="138546"/>
                </a:cubicBezTo>
                <a:cubicBezTo>
                  <a:pt x="1522669" y="146059"/>
                  <a:pt x="1540305" y="143277"/>
                  <a:pt x="1551709" y="152400"/>
                </a:cubicBezTo>
                <a:cubicBezTo>
                  <a:pt x="1564711" y="162802"/>
                  <a:pt x="1568758" y="181172"/>
                  <a:pt x="1579418" y="193964"/>
                </a:cubicBezTo>
                <a:cubicBezTo>
                  <a:pt x="1591961" y="209016"/>
                  <a:pt x="1607127" y="221673"/>
                  <a:pt x="1620982" y="235527"/>
                </a:cubicBezTo>
                <a:cubicBezTo>
                  <a:pt x="1656732" y="342783"/>
                  <a:pt x="1643425" y="285552"/>
                  <a:pt x="1620982" y="498764"/>
                </a:cubicBezTo>
                <a:cubicBezTo>
                  <a:pt x="1619453" y="513288"/>
                  <a:pt x="1610669" y="526159"/>
                  <a:pt x="1607127" y="540327"/>
                </a:cubicBezTo>
                <a:cubicBezTo>
                  <a:pt x="1601416" y="563172"/>
                  <a:pt x="1598381" y="586612"/>
                  <a:pt x="1593273" y="609600"/>
                </a:cubicBezTo>
                <a:cubicBezTo>
                  <a:pt x="1589142" y="628188"/>
                  <a:pt x="1584036" y="646545"/>
                  <a:pt x="1579418" y="665018"/>
                </a:cubicBezTo>
                <a:cubicBezTo>
                  <a:pt x="1574800" y="715818"/>
                  <a:pt x="1574429" y="767185"/>
                  <a:pt x="1565564" y="817418"/>
                </a:cubicBezTo>
                <a:cubicBezTo>
                  <a:pt x="1560488" y="846182"/>
                  <a:pt x="1547092" y="872837"/>
                  <a:pt x="1537855" y="900546"/>
                </a:cubicBezTo>
                <a:lnTo>
                  <a:pt x="1524000" y="942109"/>
                </a:lnTo>
                <a:cubicBezTo>
                  <a:pt x="1533236" y="983673"/>
                  <a:pt x="1532668" y="1028717"/>
                  <a:pt x="1551709" y="1066800"/>
                </a:cubicBezTo>
                <a:cubicBezTo>
                  <a:pt x="1558240" y="1079862"/>
                  <a:pt x="1578669" y="1080655"/>
                  <a:pt x="1593273" y="1080655"/>
                </a:cubicBezTo>
                <a:cubicBezTo>
                  <a:pt x="1635092" y="1080655"/>
                  <a:pt x="1676400" y="1071418"/>
                  <a:pt x="1717964" y="1066800"/>
                </a:cubicBezTo>
                <a:lnTo>
                  <a:pt x="1842655" y="1025237"/>
                </a:lnTo>
                <a:cubicBezTo>
                  <a:pt x="1842659" y="1025236"/>
                  <a:pt x="1925779" y="997528"/>
                  <a:pt x="1925782" y="997527"/>
                </a:cubicBezTo>
                <a:cubicBezTo>
                  <a:pt x="1948873" y="992909"/>
                  <a:pt x="1972336" y="989869"/>
                  <a:pt x="1995055" y="983673"/>
                </a:cubicBezTo>
                <a:cubicBezTo>
                  <a:pt x="2023234" y="975988"/>
                  <a:pt x="2049541" y="961692"/>
                  <a:pt x="2078182" y="955964"/>
                </a:cubicBezTo>
                <a:cubicBezTo>
                  <a:pt x="2124364" y="946728"/>
                  <a:pt x="2172048" y="943148"/>
                  <a:pt x="2216727" y="928255"/>
                </a:cubicBezTo>
                <a:lnTo>
                  <a:pt x="2299855" y="900546"/>
                </a:lnTo>
                <a:cubicBezTo>
                  <a:pt x="2421273" y="779125"/>
                  <a:pt x="2267257" y="927710"/>
                  <a:pt x="2382982" y="831273"/>
                </a:cubicBezTo>
                <a:cubicBezTo>
                  <a:pt x="2398034" y="818730"/>
                  <a:pt x="2412003" y="804761"/>
                  <a:pt x="2424546" y="789709"/>
                </a:cubicBezTo>
                <a:cubicBezTo>
                  <a:pt x="2435206" y="776917"/>
                  <a:pt x="2439724" y="759111"/>
                  <a:pt x="2452255" y="748146"/>
                </a:cubicBezTo>
                <a:cubicBezTo>
                  <a:pt x="2510890" y="696840"/>
                  <a:pt x="2519857" y="697902"/>
                  <a:pt x="2576946" y="678873"/>
                </a:cubicBezTo>
                <a:cubicBezTo>
                  <a:pt x="2590800" y="669637"/>
                  <a:pt x="2603616" y="658611"/>
                  <a:pt x="2618509" y="651164"/>
                </a:cubicBezTo>
                <a:cubicBezTo>
                  <a:pt x="2686800" y="617018"/>
                  <a:pt x="2635459" y="662541"/>
                  <a:pt x="2701636" y="609600"/>
                </a:cubicBezTo>
                <a:cubicBezTo>
                  <a:pt x="2711836" y="601440"/>
                  <a:pt x="2721186" y="592091"/>
                  <a:pt x="2729346" y="581891"/>
                </a:cubicBezTo>
                <a:cubicBezTo>
                  <a:pt x="2739748" y="568889"/>
                  <a:pt x="2744524" y="551292"/>
                  <a:pt x="2757055" y="540327"/>
                </a:cubicBezTo>
                <a:cubicBezTo>
                  <a:pt x="2782117" y="518397"/>
                  <a:pt x="2808589" y="495440"/>
                  <a:pt x="2840182" y="484909"/>
                </a:cubicBezTo>
                <a:cubicBezTo>
                  <a:pt x="2891543" y="467790"/>
                  <a:pt x="2868684" y="477586"/>
                  <a:pt x="2909455" y="457200"/>
                </a:cubicBezTo>
              </a:path>
            </a:pathLst>
          </a:custGeom>
          <a:noFill/>
          <a:ln w="76200" cap="flat" cmpd="sng" algn="ctr">
            <a:solidFill>
              <a:srgbClr val="C00000"/>
            </a:solidFill>
            <a:prstDash val="solid"/>
            <a:round/>
            <a:headEnd type="none" w="med" len="med"/>
            <a:tailEnd type="triangle" w="med" len="med"/>
          </a:ln>
          <a:effectLst/>
        </p:spPr>
        <p:txBody>
          <a:bodyPr vert="horz" wrap="square" lIns="91440" tIns="45720" rIns="91440" bIns="45720" numCol="1" rtlCol="0" anchor="t" anchorCtr="0" compatLnSpc="1"/>
          <a:lstStyle/>
          <a:p>
            <a:pPr marL="0" marR="0" indent="0" algn="r"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a:ln>
                <a:noFill/>
              </a:ln>
              <a:solidFill>
                <a:schemeClr val="tx1"/>
              </a:solidFill>
              <a:effectLst/>
              <a:latin typeface="Arial" panose="020B0604020202020204" pitchFamily="34" charset="0"/>
            </a:endParaRPr>
          </a:p>
        </p:txBody>
      </p:sp>
      <p:sp>
        <p:nvSpPr>
          <p:cNvPr id="16" name="标题 15"/>
          <p:cNvSpPr>
            <a:spLocks noGrp="1"/>
          </p:cNvSpPr>
          <p:nvPr>
            <p:ph type="title"/>
            <p:custDataLst>
              <p:tags r:id="rId9"/>
            </p:custDataLst>
          </p:nvPr>
        </p:nvSpPr>
        <p:spPr/>
        <p:txBody>
          <a:bodyPr vert="horz" lIns="91440" tIns="45720" rIns="91440" bIns="45720" rtlCol="0" anchor="ctr">
            <a:normAutofit fontScale="90000"/>
          </a:bodyPr>
          <a:p>
            <a:pPr lvl="0" algn="l">
              <a:buClrTx/>
              <a:buSzTx/>
              <a:buFontTx/>
            </a:pPr>
            <a:r>
              <a:rPr lang="zh-CN" altLang="en-US" smtClean="0">
                <a:sym typeface="+mn-ea"/>
              </a:rPr>
              <a:t>数据治理方法：面向数据生命周期</a:t>
            </a:r>
            <a:r>
              <a:rPr lang="zh-CN" altLang="en-US" smtClean="0">
                <a:sym typeface="+mn-ea"/>
              </a:rPr>
              <a:t>
</a:t>
            </a:r>
            <a:r>
              <a:rPr lang="zh-CN" altLang="en-US" smtClean="0">
                <a:sym typeface="+mn-ea"/>
              </a:rPr>
              <a:t>空间视角—数据在不同业务、不同系统中流动</a:t>
            </a:r>
            <a:endParaRPr lang="zh-CN" altLang="en-US" smtClean="0">
              <a:sym typeface="+mn-ea"/>
            </a:endParaRPr>
          </a:p>
        </p:txBody>
      </p:sp>
      <p:sp>
        <p:nvSpPr>
          <p:cNvPr id="21" name="圆角矩形 20"/>
          <p:cNvSpPr/>
          <p:nvPr/>
        </p:nvSpPr>
        <p:spPr>
          <a:xfrm>
            <a:off x="767080" y="1196340"/>
            <a:ext cx="2413000" cy="497205"/>
          </a:xfrm>
          <a:prstGeom prst="roundRect">
            <a:avLst/>
          </a:prstGeom>
          <a:gradFill>
            <a:gsLst>
              <a:gs pos="50000">
                <a:srgbClr val="29B6F4"/>
              </a:gs>
              <a:gs pos="0">
                <a:srgbClr val="82D1F6"/>
              </a:gs>
              <a:gs pos="99000">
                <a:srgbClr val="0089CD"/>
              </a:gs>
            </a:gsLst>
            <a:lin ang="162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1600" b="1" dirty="0" smtClean="0">
                <a:latin typeface="微软雅黑" panose="020B0503020204020204" pitchFamily="34" charset="-122"/>
                <a:ea typeface="微软雅黑" panose="020B0503020204020204" pitchFamily="34" charset="-122"/>
                <a:cs typeface="微软雅黑" panose="020B0503020204020204" pitchFamily="34" charset="-122"/>
                <a:sym typeface="+mn-ea"/>
              </a:rPr>
              <a:t>水患治理与中央集权:</a:t>
            </a:r>
            <a:endParaRPr lang="en-US" altLang="zh-CN" sz="1600" b="1" dirty="0" smtClean="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20" name="内容占位符 6"/>
          <p:cNvSpPr>
            <a:spLocks noGrp="1"/>
          </p:cNvSpPr>
          <p:nvPr>
            <p:custDataLst>
              <p:tags r:id="rId10"/>
            </p:custDataLst>
          </p:nvPr>
        </p:nvSpPr>
        <p:spPr>
          <a:xfrm>
            <a:off x="767080" y="4149090"/>
            <a:ext cx="5106035" cy="2508250"/>
          </a:xfrm>
          <a:prstGeom prst="rect">
            <a:avLst/>
          </a:prstGeom>
          <a:ln w="19050">
            <a:solidFill>
              <a:srgbClr val="2D6FA0"/>
            </a:solidFill>
            <a:prstDash val="dash"/>
          </a:ln>
        </p:spPr>
        <p:txBody>
          <a:bodyPr vert="horz" wrap="square" lIns="91440" tIns="45720" rIns="91440" bIns="45720" numCol="1" rtlCol="0" anchor="ctr" anchorCtr="0" compatLnSpc="0">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lvl="0" indent="0" algn="l" fontAlgn="auto">
              <a:lnSpc>
                <a:spcPct val="125000"/>
              </a:lnSpc>
              <a:buClrTx/>
              <a:buSzTx/>
              <a:buFontTx/>
            </a:pPr>
            <a:endParaRPr lang="en-US" altLang="zh-CN" sz="1400" dirty="0" smtClean="0">
              <a:latin typeface="微软雅黑" panose="020B0503020204020204" pitchFamily="34" charset="-122"/>
              <a:ea typeface="微软雅黑" panose="020B0503020204020204" pitchFamily="34" charset="-122"/>
              <a:cs typeface="微软雅黑" panose="020B0503020204020204" pitchFamily="34" charset="-122"/>
              <a:sym typeface="+mn-ea"/>
            </a:endParaRPr>
          </a:p>
          <a:p>
            <a:pPr lvl="1" indent="0" algn="l" fontAlgn="auto">
              <a:lnSpc>
                <a:spcPct val="125000"/>
              </a:lnSpc>
            </a:pPr>
            <a:r>
              <a:rPr sz="1400">
                <a:latin typeface="微软雅黑" panose="020B0503020204020204" pitchFamily="34" charset="-122"/>
                <a:ea typeface="微软雅黑" panose="020B0503020204020204" pitchFamily="34" charset="-122"/>
                <a:cs typeface="微软雅黑" panose="020B0503020204020204" pitchFamily="34" charset="-122"/>
                <a:sym typeface="+mn-ea"/>
              </a:rPr>
              <a:t>数据是流动的资产</a:t>
            </a:r>
            <a:endParaRPr sz="1400">
              <a:latin typeface="微软雅黑" panose="020B0503020204020204" pitchFamily="34" charset="-122"/>
              <a:ea typeface="微软雅黑" panose="020B0503020204020204" pitchFamily="34" charset="-122"/>
              <a:cs typeface="微软雅黑" panose="020B0503020204020204" pitchFamily="34" charset="-122"/>
              <a:sym typeface="+mn-ea"/>
            </a:endParaRPr>
          </a:p>
          <a:p>
            <a:pPr lvl="1" indent="0" algn="l" fontAlgn="auto">
              <a:lnSpc>
                <a:spcPct val="125000"/>
              </a:lnSpc>
            </a:pPr>
            <a:r>
              <a:rPr sz="1400">
                <a:latin typeface="微软雅黑" panose="020B0503020204020204" pitchFamily="34" charset="-122"/>
                <a:ea typeface="微软雅黑" panose="020B0503020204020204" pitchFamily="34" charset="-122"/>
                <a:cs typeface="微软雅黑" panose="020B0503020204020204" pitchFamily="34" charset="-122"/>
                <a:sym typeface="+mn-ea"/>
              </a:rPr>
              <a:t>跨系统、跨业务的端到端治理</a:t>
            </a:r>
            <a:endParaRPr sz="1400">
              <a:latin typeface="微软雅黑" panose="020B0503020204020204" pitchFamily="34" charset="-122"/>
              <a:ea typeface="微软雅黑" panose="020B0503020204020204" pitchFamily="34" charset="-122"/>
              <a:cs typeface="微软雅黑" panose="020B0503020204020204" pitchFamily="34" charset="-122"/>
              <a:sym typeface="+mn-ea"/>
            </a:endParaRPr>
          </a:p>
          <a:p>
            <a:pPr lvl="1" indent="0" algn="l" fontAlgn="auto">
              <a:lnSpc>
                <a:spcPct val="125000"/>
              </a:lnSpc>
            </a:pPr>
            <a:r>
              <a:rPr sz="1400">
                <a:latin typeface="微软雅黑" panose="020B0503020204020204" pitchFamily="34" charset="-122"/>
                <a:ea typeface="微软雅黑" panose="020B0503020204020204" pitchFamily="34" charset="-122"/>
                <a:cs typeface="微软雅黑" panose="020B0503020204020204" pitchFamily="34" charset="-122"/>
                <a:sym typeface="+mn-ea"/>
              </a:rPr>
              <a:t>需要有机构统筹规划与决策、协调与推进</a:t>
            </a:r>
            <a:r>
              <a:rPr sz="1400">
                <a:latin typeface="微软雅黑" panose="020B0503020204020204" pitchFamily="34" charset="-122"/>
                <a:ea typeface="微软雅黑" panose="020B0503020204020204" pitchFamily="34" charset="-122"/>
                <a:cs typeface="微软雅黑" panose="020B0503020204020204" pitchFamily="34" charset="-122"/>
                <a:sym typeface="+mn-ea"/>
              </a:rPr>
              <a:t>。</a:t>
            </a:r>
            <a:endParaRPr sz="140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22" name="圆角矩形 21"/>
          <p:cNvSpPr/>
          <p:nvPr/>
        </p:nvSpPr>
        <p:spPr>
          <a:xfrm>
            <a:off x="760095" y="3870960"/>
            <a:ext cx="2413000" cy="497205"/>
          </a:xfrm>
          <a:prstGeom prst="roundRect">
            <a:avLst/>
          </a:prstGeom>
          <a:gradFill>
            <a:gsLst>
              <a:gs pos="50000">
                <a:srgbClr val="29B6F4"/>
              </a:gs>
              <a:gs pos="0">
                <a:srgbClr val="82D1F6"/>
              </a:gs>
              <a:gs pos="99000">
                <a:srgbClr val="0089CD"/>
              </a:gs>
            </a:gsLst>
            <a:lin ang="162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altLang="zh-CN" sz="1600" b="1" dirty="0" smtClean="0">
                <a:latin typeface="微软雅黑" panose="020B0503020204020204" pitchFamily="34" charset="-122"/>
                <a:ea typeface="微软雅黑" panose="020B0503020204020204" pitchFamily="34" charset="-122"/>
                <a:cs typeface="微软雅黑" panose="020B0503020204020204" pitchFamily="34" charset="-122"/>
                <a:sym typeface="+mn-ea"/>
              </a:rPr>
              <a:t>数据治理：</a:t>
            </a:r>
            <a:endParaRPr lang="en-US" altLang="zh-CN" sz="1600" b="1" dirty="0" smtClean="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ustDataLst>
      <p:tags r:id="rId11"/>
    </p:custData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7"/>
          <p:cNvSpPr>
            <a:spLocks noGrp="1"/>
          </p:cNvSpPr>
          <p:nvPr>
            <p:custDataLst>
              <p:tags r:id="rId1"/>
            </p:custDataLst>
          </p:nvPr>
        </p:nvSpPr>
        <p:spPr>
          <a:xfrm>
            <a:off x="1854200" y="350838"/>
            <a:ext cx="7644247" cy="563562"/>
          </a:xfrm>
          <a:prstGeom prst="rect">
            <a:avLst/>
          </a:prstGeom>
        </p:spPr>
        <p:txBody>
          <a:bodyPr vert="horz" wrap="square" lIns="91440" tIns="45720" rIns="91440" bIns="45720" numCol="0" rtlCol="0" anchor="ctr" anchorCtr="0" compatLnSpc="0">
            <a:normAutofit fontScale="60000"/>
          </a:bodyPr>
          <a:lstStyle>
            <a:lvl1pPr algn="l" rtl="0" eaLnBrk="1" fontAlgn="base" hangingPunct="1">
              <a:spcBef>
                <a:spcPct val="0"/>
              </a:spcBef>
              <a:spcAft>
                <a:spcPct val="0"/>
              </a:spcAft>
              <a:defRPr sz="2400" b="1">
                <a:solidFill>
                  <a:srgbClr val="0070C0"/>
                </a:solidFill>
                <a:latin typeface="微软雅黑" panose="020B0503020204020204" pitchFamily="34" charset="-122"/>
                <a:ea typeface="微软雅黑" panose="020B0503020204020204" pitchFamily="34" charset="-122"/>
                <a:cs typeface="微软雅黑" panose="020B0503020204020204" pitchFamily="34" charset="-122"/>
              </a:defRPr>
            </a:lvl1pPr>
            <a:lvl2pPr algn="l" rtl="0" eaLnBrk="1" fontAlgn="base" hangingPunct="1">
              <a:spcBef>
                <a:spcPct val="0"/>
              </a:spcBef>
              <a:spcAft>
                <a:spcPct val="0"/>
              </a:spcAft>
              <a:defRPr sz="2800" b="1">
                <a:solidFill>
                  <a:srgbClr val="000000"/>
                </a:solidFill>
                <a:latin typeface="微软雅黑" panose="020B0503020204020204" pitchFamily="34" charset="-122"/>
                <a:ea typeface="微软雅黑" panose="020B0503020204020204" pitchFamily="34" charset="-122"/>
                <a:cs typeface="MS PGothic" panose="020B0600070205080204" charset="-128"/>
              </a:defRPr>
            </a:lvl2pPr>
            <a:lvl3pPr algn="l" rtl="0" eaLnBrk="1" fontAlgn="base" hangingPunct="1">
              <a:spcBef>
                <a:spcPct val="0"/>
              </a:spcBef>
              <a:spcAft>
                <a:spcPct val="0"/>
              </a:spcAft>
              <a:defRPr sz="2800" b="1">
                <a:solidFill>
                  <a:srgbClr val="000000"/>
                </a:solidFill>
                <a:latin typeface="微软雅黑" panose="020B0503020204020204" pitchFamily="34" charset="-122"/>
                <a:ea typeface="微软雅黑" panose="020B0503020204020204" pitchFamily="34" charset="-122"/>
                <a:cs typeface="MS PGothic" panose="020B0600070205080204" charset="-128"/>
              </a:defRPr>
            </a:lvl3pPr>
            <a:lvl4pPr algn="l" rtl="0" eaLnBrk="1" fontAlgn="base" hangingPunct="1">
              <a:spcBef>
                <a:spcPct val="0"/>
              </a:spcBef>
              <a:spcAft>
                <a:spcPct val="0"/>
              </a:spcAft>
              <a:defRPr sz="2800" b="1">
                <a:solidFill>
                  <a:srgbClr val="000000"/>
                </a:solidFill>
                <a:latin typeface="微软雅黑" panose="020B0503020204020204" pitchFamily="34" charset="-122"/>
                <a:ea typeface="微软雅黑" panose="020B0503020204020204" pitchFamily="34" charset="-122"/>
                <a:cs typeface="MS PGothic" panose="020B0600070205080204" charset="-128"/>
              </a:defRPr>
            </a:lvl4pPr>
            <a:lvl5pPr algn="l" rtl="0" eaLnBrk="1" fontAlgn="base" hangingPunct="1">
              <a:spcBef>
                <a:spcPct val="0"/>
              </a:spcBef>
              <a:spcAft>
                <a:spcPct val="0"/>
              </a:spcAft>
              <a:defRPr sz="2800" b="1">
                <a:solidFill>
                  <a:srgbClr val="000000"/>
                </a:solidFill>
                <a:latin typeface="微软雅黑" panose="020B0503020204020204" pitchFamily="34" charset="-122"/>
                <a:ea typeface="微软雅黑" panose="020B0503020204020204" pitchFamily="34" charset="-122"/>
                <a:cs typeface="MS PGothic" panose="020B0600070205080204" charset="-128"/>
              </a:defRPr>
            </a:lvl5pPr>
            <a:lvl6pPr marL="457200" algn="l" rtl="0" eaLnBrk="1" fontAlgn="base" hangingPunct="1">
              <a:spcBef>
                <a:spcPct val="0"/>
              </a:spcBef>
              <a:spcAft>
                <a:spcPct val="0"/>
              </a:spcAft>
              <a:defRPr sz="3200" b="1">
                <a:solidFill>
                  <a:srgbClr val="000000"/>
                </a:solidFill>
                <a:latin typeface="Verdana" panose="020B0604030504040204" pitchFamily="34" charset="0"/>
              </a:defRPr>
            </a:lvl6pPr>
            <a:lvl7pPr marL="914400" algn="l" rtl="0" eaLnBrk="1" fontAlgn="base" hangingPunct="1">
              <a:spcBef>
                <a:spcPct val="0"/>
              </a:spcBef>
              <a:spcAft>
                <a:spcPct val="0"/>
              </a:spcAft>
              <a:defRPr sz="3200" b="1">
                <a:solidFill>
                  <a:srgbClr val="000000"/>
                </a:solidFill>
                <a:latin typeface="Verdana" panose="020B0604030504040204" pitchFamily="34" charset="0"/>
              </a:defRPr>
            </a:lvl7pPr>
            <a:lvl8pPr marL="1371600" algn="l" rtl="0" eaLnBrk="1" fontAlgn="base" hangingPunct="1">
              <a:spcBef>
                <a:spcPct val="0"/>
              </a:spcBef>
              <a:spcAft>
                <a:spcPct val="0"/>
              </a:spcAft>
              <a:defRPr sz="3200" b="1">
                <a:solidFill>
                  <a:srgbClr val="000000"/>
                </a:solidFill>
                <a:latin typeface="Verdana" panose="020B0604030504040204" pitchFamily="34" charset="0"/>
              </a:defRPr>
            </a:lvl8pPr>
            <a:lvl9pPr marL="1828800" algn="l" rtl="0" eaLnBrk="1" fontAlgn="base" hangingPunct="1">
              <a:spcBef>
                <a:spcPct val="0"/>
              </a:spcBef>
              <a:spcAft>
                <a:spcPct val="0"/>
              </a:spcAft>
              <a:defRPr sz="3200" b="1">
                <a:solidFill>
                  <a:srgbClr val="000000"/>
                </a:solidFill>
                <a:latin typeface="Verdana" panose="020B0604030504040204" pitchFamily="34" charset="0"/>
              </a:defRPr>
            </a:lvl9pPr>
          </a:lstStyle>
          <a:p>
            <a:pPr lvl="0" algn="l" defTabSz="685800" fontAlgn="auto">
              <a:lnSpc>
                <a:spcPct val="90000"/>
              </a:lnSpc>
              <a:buClrTx/>
              <a:buSzTx/>
              <a:buFontTx/>
            </a:pPr>
            <a:r>
              <a:rPr lang="zh-CN" altLang="en-US" smtClean="0">
                <a:solidFill>
                  <a:schemeClr val="accent6">
                    <a:lumMod val="39309"/>
                  </a:schemeClr>
                </a:solidFill>
                <a:effectLst>
                  <a:outerShdw>
                    <a:srgbClr val="FFFFFF"/>
                  </a:outerShdw>
                </a:effectLst>
                <a:uFill>
                  <a:solidFill>
                    <a:srgbClr val="0059FA">
                      <a:lumMod val="50000"/>
                    </a:srgbClr>
                  </a:solidFill>
                </a:uFill>
                <a:latin typeface="+mj-lt"/>
                <a:ea typeface="+mj-ea"/>
                <a:cs typeface="+mj-cs"/>
                <a:sym typeface="+mn-ea"/>
              </a:rPr>
              <a:t>数据治理方法：面向数据生命周期</a:t>
            </a:r>
            <a:br>
              <a:rPr lang="zh-CN" altLang="en-US" smtClean="0">
                <a:solidFill>
                  <a:schemeClr val="accent6">
                    <a:lumMod val="39309"/>
                  </a:schemeClr>
                </a:solidFill>
                <a:effectLst>
                  <a:outerShdw>
                    <a:srgbClr val="FFFFFF"/>
                  </a:outerShdw>
                </a:effectLst>
                <a:uFill>
                  <a:solidFill>
                    <a:srgbClr val="0059FA">
                      <a:lumMod val="50000"/>
                    </a:srgbClr>
                  </a:solidFill>
                </a:uFill>
                <a:latin typeface="+mj-lt"/>
                <a:ea typeface="+mj-ea"/>
                <a:cs typeface="+mj-cs"/>
                <a:sym typeface="+mn-ea"/>
              </a:rPr>
            </a:br>
            <a:r>
              <a:rPr lang="zh-CN" altLang="en-US" smtClean="0">
                <a:solidFill>
                  <a:schemeClr val="accent6">
                    <a:lumMod val="39309"/>
                  </a:schemeClr>
                </a:solidFill>
                <a:effectLst>
                  <a:outerShdw>
                    <a:srgbClr val="FFFFFF"/>
                  </a:outerShdw>
                </a:effectLst>
                <a:uFill>
                  <a:solidFill>
                    <a:srgbClr val="0059FA">
                      <a:lumMod val="50000"/>
                    </a:srgbClr>
                  </a:solidFill>
                </a:uFill>
                <a:latin typeface="+mj-lt"/>
                <a:ea typeface="+mj-ea"/>
                <a:cs typeface="+mj-cs"/>
                <a:sym typeface="+mn-ea"/>
              </a:rPr>
              <a:t>时间视角</a:t>
            </a:r>
            <a:r>
              <a:rPr lang="zh-CN" altLang="en-US" smtClean="0">
                <a:solidFill>
                  <a:schemeClr val="accent6">
                    <a:lumMod val="39309"/>
                  </a:schemeClr>
                </a:solidFill>
                <a:effectLst>
                  <a:outerShdw>
                    <a:srgbClr val="FFFFFF"/>
                  </a:outerShdw>
                </a:effectLst>
                <a:uFill>
                  <a:solidFill>
                    <a:srgbClr val="0059FA">
                      <a:lumMod val="50000"/>
                    </a:srgbClr>
                  </a:solidFill>
                </a:uFill>
                <a:latin typeface="+mj-lt"/>
                <a:ea typeface="+mj-ea"/>
                <a:cs typeface="+mj-cs"/>
                <a:sym typeface="+mn-ea"/>
              </a:rPr>
              <a:t>—</a:t>
            </a:r>
            <a:r>
              <a:rPr lang="zh-CN" altLang="en-US" smtClean="0">
                <a:solidFill>
                  <a:schemeClr val="accent6">
                    <a:lumMod val="39309"/>
                  </a:schemeClr>
                </a:solidFill>
                <a:effectLst>
                  <a:outerShdw>
                    <a:srgbClr val="FFFFFF"/>
                  </a:outerShdw>
                </a:effectLst>
                <a:uFill>
                  <a:solidFill>
                    <a:srgbClr val="0059FA">
                      <a:lumMod val="50000"/>
                    </a:srgbClr>
                  </a:solidFill>
                </a:uFill>
                <a:latin typeface="+mj-lt"/>
                <a:ea typeface="+mj-ea"/>
                <a:cs typeface="+mj-cs"/>
                <a:sym typeface="+mn-ea"/>
              </a:rPr>
              <a:t>数据在</a:t>
            </a:r>
            <a:r>
              <a:rPr lang="zh-CN" altLang="en-US" smtClean="0">
                <a:solidFill>
                  <a:schemeClr val="accent6">
                    <a:lumMod val="39309"/>
                  </a:schemeClr>
                </a:solidFill>
                <a:effectLst>
                  <a:outerShdw>
                    <a:srgbClr val="FFFFFF"/>
                  </a:outerShdw>
                </a:effectLst>
                <a:uFill>
                  <a:solidFill>
                    <a:srgbClr val="0059FA">
                      <a:lumMod val="50000"/>
                    </a:srgbClr>
                  </a:solidFill>
                </a:uFill>
                <a:latin typeface="+mj-lt"/>
                <a:ea typeface="+mj-ea"/>
                <a:cs typeface="+mj-cs"/>
                <a:sym typeface="+mn-ea"/>
              </a:rPr>
              <a:t>IT</a:t>
            </a:r>
            <a:r>
              <a:rPr lang="zh-CN" altLang="en-US" smtClean="0">
                <a:solidFill>
                  <a:schemeClr val="accent6">
                    <a:lumMod val="39309"/>
                  </a:schemeClr>
                </a:solidFill>
                <a:effectLst>
                  <a:outerShdw>
                    <a:srgbClr val="FFFFFF"/>
                  </a:outerShdw>
                </a:effectLst>
                <a:uFill>
                  <a:solidFill>
                    <a:srgbClr val="0059FA">
                      <a:lumMod val="50000"/>
                    </a:srgbClr>
                  </a:solidFill>
                </a:uFill>
                <a:latin typeface="+mj-lt"/>
                <a:ea typeface="+mj-ea"/>
                <a:cs typeface="+mj-cs"/>
                <a:sym typeface="+mn-ea"/>
              </a:rPr>
              <a:t>系统建设和应用中被影响</a:t>
            </a:r>
            <a:endParaRPr lang="zh-CN" altLang="en-US" smtClean="0">
              <a:solidFill>
                <a:schemeClr val="accent6">
                  <a:lumMod val="39309"/>
                </a:schemeClr>
              </a:solidFill>
              <a:effectLst>
                <a:outerShdw>
                  <a:srgbClr val="FFFFFF"/>
                </a:outerShdw>
              </a:effectLst>
              <a:uFill>
                <a:solidFill>
                  <a:srgbClr val="0059FA">
                    <a:lumMod val="50000"/>
                  </a:srgbClr>
                </a:solidFill>
              </a:uFill>
              <a:latin typeface="+mj-lt"/>
              <a:ea typeface="+mj-ea"/>
              <a:cs typeface="+mj-cs"/>
              <a:sym typeface="+mn-ea"/>
            </a:endParaRPr>
          </a:p>
        </p:txBody>
      </p:sp>
      <p:sp>
        <p:nvSpPr>
          <p:cNvPr id="4" name="内容占位符 8"/>
          <p:cNvSpPr txBox="1">
            <a:spLocks noGrp="1"/>
          </p:cNvSpPr>
          <p:nvPr>
            <p:custDataLst>
              <p:tags r:id="rId2"/>
            </p:custDataLst>
          </p:nvPr>
        </p:nvSpPr>
        <p:spPr>
          <a:xfrm>
            <a:off x="744220" y="1219200"/>
            <a:ext cx="10794365" cy="1583690"/>
          </a:xfrm>
          <a:prstGeom prst="rect">
            <a:avLst/>
          </a:prstGeom>
          <a:noFill/>
          <a:ln w="6350">
            <a:solidFill>
              <a:srgbClr val="2D6FA0"/>
            </a:solidFill>
            <a:prstDash val="sysDash"/>
          </a:ln>
        </p:spPr>
        <p:txBody>
          <a:bodyPr vert="horz" wrap="square" lIns="91440" tIns="45720" rIns="91440" bIns="45720" numCol="1" rtlCol="0" anchor="ctr" anchorCtr="0" compatLnSpc="0">
            <a:noAutofit/>
          </a:bodyPr>
          <a:lstStyle>
            <a:lvl1pPr marL="342900" indent="-342900" algn="l" rtl="0" eaLnBrk="1" fontAlgn="base" hangingPunct="1">
              <a:spcBef>
                <a:spcPct val="20000"/>
              </a:spcBef>
              <a:spcAft>
                <a:spcPct val="0"/>
              </a:spcAft>
              <a:buClr>
                <a:schemeClr val="tx1"/>
              </a:buClr>
              <a:buFont typeface="Wingdings" panose="05000000000000000000" pitchFamily="2" charset="2"/>
              <a:buChar char="v"/>
              <a:defRPr sz="2000" b="1">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defRPr>
            </a:lvl1pPr>
            <a:lvl2pPr marL="742950" indent="-285750" algn="l" rtl="0" eaLnBrk="1" fontAlgn="base" hangingPunct="1">
              <a:spcBef>
                <a:spcPct val="20000"/>
              </a:spcBef>
              <a:spcAft>
                <a:spcPct val="0"/>
              </a:spcAft>
              <a:buFont typeface="Wingdings" panose="05000000000000000000" pitchFamily="2" charset="2"/>
              <a:buChar char="§"/>
              <a:defRPr sz="2000">
                <a:solidFill>
                  <a:schemeClr val="bg1">
                    <a:lumMod val="50000"/>
                  </a:schemeClr>
                </a:solidFill>
                <a:latin typeface="微软雅黑" panose="020B0503020204020204" pitchFamily="34" charset="-122"/>
                <a:ea typeface="微软雅黑" panose="020B0503020204020204" pitchFamily="34" charset="-122"/>
              </a:defRPr>
            </a:lvl2pPr>
            <a:lvl3pPr marL="1143000" indent="-228600" algn="l" rtl="0" eaLnBrk="1" fontAlgn="base" hangingPunct="1">
              <a:spcBef>
                <a:spcPct val="20000"/>
              </a:spcBef>
              <a:spcAft>
                <a:spcPct val="0"/>
              </a:spcAft>
              <a:buChar char="•"/>
              <a:defRPr sz="1800">
                <a:solidFill>
                  <a:schemeClr val="bg1">
                    <a:lumMod val="50000"/>
                  </a:schemeClr>
                </a:solidFill>
                <a:latin typeface="微软雅黑" panose="020B0503020204020204" pitchFamily="34" charset="-122"/>
                <a:ea typeface="微软雅黑" panose="020B0503020204020204" pitchFamily="34" charset="-122"/>
              </a:defRPr>
            </a:lvl3pPr>
            <a:lvl4pPr marL="1600200" indent="-228600" algn="l" rtl="0" eaLnBrk="1" fontAlgn="base" hangingPunct="1">
              <a:spcBef>
                <a:spcPct val="20000"/>
              </a:spcBef>
              <a:spcAft>
                <a:spcPct val="0"/>
              </a:spcAft>
              <a:buChar char="–"/>
              <a:defRPr sz="1600">
                <a:solidFill>
                  <a:schemeClr val="bg1">
                    <a:lumMod val="50000"/>
                  </a:schemeClr>
                </a:solidFill>
                <a:latin typeface="微软雅黑" panose="020B0503020204020204" pitchFamily="34" charset="-122"/>
                <a:ea typeface="微软雅黑" panose="020B0503020204020204" pitchFamily="34" charset="-122"/>
              </a:defRPr>
            </a:lvl4pPr>
            <a:lvl5pPr marL="2057400" indent="-228600" algn="l" rtl="0" eaLnBrk="1" fontAlgn="base" hangingPunct="1">
              <a:spcBef>
                <a:spcPct val="20000"/>
              </a:spcBef>
              <a:spcAft>
                <a:spcPct val="0"/>
              </a:spcAft>
              <a:buChar char="»"/>
              <a:defRPr sz="1600">
                <a:solidFill>
                  <a:schemeClr val="bg1">
                    <a:lumMod val="50000"/>
                  </a:schemeClr>
                </a:solidFill>
                <a:latin typeface="微软雅黑" panose="020B0503020204020204" pitchFamily="34" charset="-122"/>
                <a:ea typeface="微软雅黑" panose="020B0503020204020204" pitchFamily="34" charset="-122"/>
              </a:defRPr>
            </a:lvl5pPr>
            <a:lvl6pPr marL="2514600" indent="-228600" algn="l" rtl="0" eaLnBrk="1" fontAlgn="base" hangingPunct="1">
              <a:spcBef>
                <a:spcPct val="20000"/>
              </a:spcBef>
              <a:spcAft>
                <a:spcPct val="0"/>
              </a:spcAft>
              <a:buChar char="»"/>
              <a:defRPr sz="2000">
                <a:solidFill>
                  <a:schemeClr val="tx1"/>
                </a:solidFill>
                <a:latin typeface="Arial" panose="020B0604020202020204" pitchFamily="34" charset="0"/>
              </a:defRPr>
            </a:lvl6pPr>
            <a:lvl7pPr marL="2971800" indent="-228600" algn="l" rtl="0" eaLnBrk="1" fontAlgn="base" hangingPunct="1">
              <a:spcBef>
                <a:spcPct val="20000"/>
              </a:spcBef>
              <a:spcAft>
                <a:spcPct val="0"/>
              </a:spcAft>
              <a:buChar char="»"/>
              <a:defRPr sz="2000">
                <a:solidFill>
                  <a:schemeClr val="tx1"/>
                </a:solidFill>
                <a:latin typeface="Arial" panose="020B0604020202020204" pitchFamily="34" charset="0"/>
              </a:defRPr>
            </a:lvl7pPr>
            <a:lvl8pPr marL="3429000" indent="-228600" algn="l" rtl="0" eaLnBrk="1" fontAlgn="base" hangingPunct="1">
              <a:spcBef>
                <a:spcPct val="20000"/>
              </a:spcBef>
              <a:spcAft>
                <a:spcPct val="0"/>
              </a:spcAft>
              <a:buChar char="»"/>
              <a:defRPr sz="2000">
                <a:solidFill>
                  <a:schemeClr val="tx1"/>
                </a:solidFill>
                <a:latin typeface="Arial" panose="020B0604020202020204" pitchFamily="34" charset="0"/>
              </a:defRPr>
            </a:lvl8pPr>
            <a:lvl9pPr marL="3886200" indent="-228600" algn="l" rtl="0" eaLnBrk="1" fontAlgn="base" hangingPunct="1">
              <a:spcBef>
                <a:spcPct val="20000"/>
              </a:spcBef>
              <a:spcAft>
                <a:spcPct val="0"/>
              </a:spcAft>
              <a:buChar char="»"/>
              <a:defRPr sz="2000">
                <a:solidFill>
                  <a:schemeClr val="tx1"/>
                </a:solidFill>
                <a:latin typeface="Arial" panose="020B0604020202020204" pitchFamily="34" charset="0"/>
              </a:defRPr>
            </a:lvl9pPr>
          </a:lstStyle>
          <a:p>
            <a:pPr marL="285750" lvl="0" indent="-285750" algn="l" fontAlgn="ctr">
              <a:lnSpc>
                <a:spcPct val="150000"/>
              </a:lnSpc>
              <a:spcBef>
                <a:spcPts val="0"/>
              </a:spcBef>
              <a:spcAft>
                <a:spcPts val="0"/>
              </a:spcAft>
              <a:buClrTx/>
              <a:buSzTx/>
              <a:buFont typeface="Wingdings" panose="05000000000000000000" charset="0"/>
              <a:buChar char="Ø"/>
            </a:pPr>
            <a:r>
              <a:rPr lang="zh-CN" altLang="en-US" sz="1600" dirty="0">
                <a:solidFill>
                  <a:srgbClr val="3787C3"/>
                </a:solidFill>
                <a:cs typeface="+mn-cs"/>
                <a:sym typeface="+mn-ea"/>
              </a:rPr>
              <a:t>企业管理数据资产，就是管理数据的生命周期。</a:t>
            </a:r>
            <a:endParaRPr lang="zh-CN" altLang="en-US" sz="1600" dirty="0">
              <a:solidFill>
                <a:srgbClr val="3787C3"/>
              </a:solidFill>
              <a:cs typeface="+mn-cs"/>
              <a:sym typeface="+mn-ea"/>
            </a:endParaRPr>
          </a:p>
          <a:p>
            <a:pPr marL="285750" lvl="0" indent="-285750" algn="l" fontAlgn="ctr">
              <a:lnSpc>
                <a:spcPct val="150000"/>
              </a:lnSpc>
              <a:spcBef>
                <a:spcPts val="0"/>
              </a:spcBef>
              <a:spcAft>
                <a:spcPts val="0"/>
              </a:spcAft>
              <a:buClrTx/>
              <a:buSzTx/>
              <a:buFont typeface="Wingdings" panose="05000000000000000000" charset="0"/>
              <a:buChar char="Ø"/>
            </a:pPr>
            <a:r>
              <a:rPr lang="zh-CN" altLang="en-US" sz="1600" dirty="0">
                <a:solidFill>
                  <a:schemeClr val="tx1"/>
                </a:solidFill>
                <a:cs typeface="+mn-cs"/>
                <a:sym typeface="+mn-ea"/>
              </a:rPr>
              <a:t>数据先被创建或获得，然后存储、维护和使用，最终被销毁。</a:t>
            </a:r>
            <a:endParaRPr lang="zh-CN" altLang="en-US" sz="1600" dirty="0">
              <a:solidFill>
                <a:schemeClr val="tx1"/>
              </a:solidFill>
              <a:cs typeface="+mn-cs"/>
              <a:sym typeface="+mn-ea"/>
            </a:endParaRPr>
          </a:p>
          <a:p>
            <a:pPr marL="285750" lvl="0" indent="-285750" algn="l" fontAlgn="ctr">
              <a:lnSpc>
                <a:spcPct val="150000"/>
              </a:lnSpc>
              <a:spcBef>
                <a:spcPts val="0"/>
              </a:spcBef>
              <a:spcAft>
                <a:spcPts val="0"/>
              </a:spcAft>
              <a:buClrTx/>
              <a:buSzTx/>
              <a:buFont typeface="Wingdings" panose="05000000000000000000" charset="0"/>
              <a:buChar char="Ø"/>
            </a:pPr>
            <a:r>
              <a:rPr lang="zh-CN" altLang="en-US" sz="1600" dirty="0">
                <a:solidFill>
                  <a:schemeClr val="tx1"/>
                </a:solidFill>
                <a:cs typeface="+mn-cs"/>
                <a:sym typeface="+mn-ea"/>
              </a:rPr>
              <a:t>有效的数据管理，</a:t>
            </a:r>
            <a:r>
              <a:rPr lang="zh-CN" altLang="en-US" sz="1600" dirty="0">
                <a:solidFill>
                  <a:srgbClr val="C00000"/>
                </a:solidFill>
                <a:cs typeface="+mn-cs"/>
                <a:sym typeface="+mn-ea"/>
              </a:rPr>
              <a:t>数据的生命周期开始于数据获取之前，企业先期制定数据规划、定义数据规范</a:t>
            </a:r>
            <a:r>
              <a:rPr lang="zh-CN" altLang="en-US" sz="1600" dirty="0">
                <a:solidFill>
                  <a:srgbClr val="C00000"/>
                </a:solidFill>
                <a:cs typeface="+mn-cs"/>
                <a:sym typeface="+mn-ea"/>
              </a:rPr>
              <a:t>，</a:t>
            </a:r>
            <a:r>
              <a:rPr lang="zh-CN" altLang="en-US" sz="1600" dirty="0">
                <a:solidFill>
                  <a:srgbClr val="C00000"/>
                </a:solidFill>
                <a:cs typeface="+mn-cs"/>
                <a:sym typeface="+mn-ea"/>
              </a:rPr>
              <a:t>以期获得实现数据采集、交付、存储和控制所需的技术能力。</a:t>
            </a:r>
            <a:endParaRPr lang="zh-CN" altLang="en-US" sz="1600" dirty="0">
              <a:solidFill>
                <a:srgbClr val="C00000"/>
              </a:solidFill>
              <a:cs typeface="+mn-cs"/>
              <a:sym typeface="+mn-ea"/>
            </a:endParaRPr>
          </a:p>
        </p:txBody>
      </p:sp>
      <p:grpSp>
        <p:nvGrpSpPr>
          <p:cNvPr id="8" name="组合 7"/>
          <p:cNvGrpSpPr/>
          <p:nvPr/>
        </p:nvGrpSpPr>
        <p:grpSpPr>
          <a:xfrm>
            <a:off x="808355" y="2802890"/>
            <a:ext cx="11909425" cy="4047490"/>
            <a:chOff x="3603" y="3856"/>
            <a:chExt cx="13196" cy="6932"/>
          </a:xfrm>
        </p:grpSpPr>
        <p:pic>
          <p:nvPicPr>
            <p:cNvPr id="2050" name="Picture 2"/>
            <p:cNvPicPr>
              <a:picLocks noChangeAspect="1" noChangeArrowheads="1"/>
            </p:cNvPicPr>
            <p:nvPr>
              <p:custDataLst>
                <p:tags r:id="rId3"/>
              </p:custDataLst>
            </p:nvPr>
          </p:nvPicPr>
          <p:blipFill>
            <a:blip r:embed="rId4">
              <a:extLst>
                <a:ext uri="{28A0092B-C50C-407E-A947-70E740481C1C}">
                  <a14:useLocalDpi xmlns:a14="http://schemas.microsoft.com/office/drawing/2010/main" val="0"/>
                </a:ext>
              </a:extLst>
            </a:blip>
            <a:srcRect/>
            <a:stretch>
              <a:fillRect/>
            </a:stretch>
          </p:blipFill>
          <p:spPr bwMode="auto">
            <a:xfrm>
              <a:off x="3603" y="3856"/>
              <a:ext cx="11992" cy="64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7" name="组合 6"/>
            <p:cNvGrpSpPr/>
            <p:nvPr/>
          </p:nvGrpSpPr>
          <p:grpSpPr>
            <a:xfrm>
              <a:off x="3817" y="6010"/>
              <a:ext cx="12983" cy="4779"/>
              <a:chOff x="3817" y="6010"/>
              <a:chExt cx="12983" cy="4779"/>
            </a:xfrm>
          </p:grpSpPr>
          <p:sp>
            <p:nvSpPr>
              <p:cNvPr id="3" name="灯片编号占位符 4"/>
              <p:cNvSpPr>
                <a:spLocks noGrp="1"/>
              </p:cNvSpPr>
              <p:nvPr>
                <p:custDataLst>
                  <p:tags r:id="rId5"/>
                </p:custDataLst>
              </p:nvPr>
            </p:nvSpPr>
            <p:spPr>
              <a:xfrm>
                <a:off x="15960" y="10405"/>
                <a:ext cx="840" cy="385"/>
              </a:xfrm>
              <a:prstGeom prst="rect">
                <a:avLst/>
              </a:prstGeom>
            </p:spPr>
            <p:txBody>
              <a:bodyPr vert="horz" lIns="91440" tIns="45720" rIns="91440" bIns="45720" rtlCol="0" anchor="ctr"/>
              <a:lstStyle>
                <a:defPPr>
                  <a:defRPr lang="zh-CN"/>
                </a:defPPr>
                <a:lvl1pPr marL="0" algn="l" defTabSz="914400" rtl="0" eaLnBrk="1" latinLnBrk="0" hangingPunct="1">
                  <a:defRPr lang="en-US" altLang="zh-CN" sz="1000" kern="1200" baseline="0" smtClean="0">
                    <a:solidFill>
                      <a:srgbClr val="666666"/>
                    </a:solidFill>
                    <a:latin typeface="微软雅黑" panose="020B0503020204020204" pitchFamily="34" charset="-122"/>
                    <a:ea typeface="微软雅黑" panose="020B0503020204020204" pitchFamily="34" charset="-122"/>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874E8E66-71D6-45D4-A3A2-5B086109405E}" type="slidenum">
                  <a:rPr lang="en-US" altLang="zh-CN" smtClean="0">
                    <a:solidFill>
                      <a:schemeClr val="tx1"/>
                    </a:solidFill>
                  </a:rPr>
                </a:fld>
                <a:endParaRPr lang="en-US" altLang="zh-CN" dirty="0" smtClean="0">
                  <a:solidFill>
                    <a:schemeClr val="tx1"/>
                  </a:solidFill>
                </a:endParaRPr>
              </a:p>
            </p:txBody>
          </p:sp>
          <p:sp>
            <p:nvSpPr>
              <p:cNvPr id="2" name="圆角矩形 1"/>
              <p:cNvSpPr/>
              <p:nvPr>
                <p:custDataLst>
                  <p:tags r:id="rId6"/>
                </p:custDataLst>
              </p:nvPr>
            </p:nvSpPr>
            <p:spPr>
              <a:xfrm>
                <a:off x="3817" y="6038"/>
                <a:ext cx="1041" cy="1772"/>
              </a:xfrm>
              <a:prstGeom prst="roundRect">
                <a:avLst/>
              </a:prstGeom>
              <a:solidFill>
                <a:schemeClr val="accent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r>
                  <a:rPr lang="zh-CN" altLang="en-US" sz="1600" dirty="0">
                    <a:solidFill>
                      <a:schemeClr val="tx1"/>
                    </a:solidFill>
                  </a:rPr>
                  <a:t>数据架构</a:t>
                </a:r>
                <a:endParaRPr lang="zh-CN" altLang="en-US" sz="1600" dirty="0">
                  <a:solidFill>
                    <a:schemeClr val="tx1"/>
                  </a:solidFill>
                </a:endParaRPr>
              </a:p>
            </p:txBody>
          </p:sp>
          <p:sp>
            <p:nvSpPr>
              <p:cNvPr id="9" name="圆角矩形 8"/>
              <p:cNvSpPr/>
              <p:nvPr>
                <p:custDataLst>
                  <p:tags r:id="rId7"/>
                </p:custDataLst>
              </p:nvPr>
            </p:nvSpPr>
            <p:spPr>
              <a:xfrm>
                <a:off x="4937" y="6010"/>
                <a:ext cx="3575" cy="457"/>
              </a:xfrm>
              <a:prstGeom prst="roundRect">
                <a:avLst/>
              </a:prstGeom>
              <a:solidFill>
                <a:schemeClr val="accent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数据标准</a:t>
                </a:r>
                <a:endParaRPr lang="zh-CN" altLang="en-US" sz="1600" dirty="0">
                  <a:solidFill>
                    <a:schemeClr val="tx1"/>
                  </a:solidFill>
                </a:endParaRPr>
              </a:p>
            </p:txBody>
          </p:sp>
          <p:sp>
            <p:nvSpPr>
              <p:cNvPr id="11" name="圆角矩形 10"/>
              <p:cNvSpPr/>
              <p:nvPr>
                <p:custDataLst>
                  <p:tags r:id="rId8"/>
                </p:custDataLst>
              </p:nvPr>
            </p:nvSpPr>
            <p:spPr>
              <a:xfrm>
                <a:off x="4937" y="6467"/>
                <a:ext cx="3575" cy="457"/>
              </a:xfrm>
              <a:prstGeom prst="roundRect">
                <a:avLst/>
              </a:prstGeom>
              <a:solidFill>
                <a:schemeClr val="accent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数据质量需求</a:t>
                </a:r>
                <a:endParaRPr lang="zh-CN" altLang="en-US" sz="1600" dirty="0">
                  <a:solidFill>
                    <a:schemeClr val="tx1"/>
                  </a:solidFill>
                </a:endParaRPr>
              </a:p>
            </p:txBody>
          </p:sp>
          <p:sp>
            <p:nvSpPr>
              <p:cNvPr id="12" name="圆角矩形 11"/>
              <p:cNvSpPr/>
              <p:nvPr>
                <p:custDataLst>
                  <p:tags r:id="rId9"/>
                </p:custDataLst>
              </p:nvPr>
            </p:nvSpPr>
            <p:spPr>
              <a:xfrm>
                <a:off x="4937" y="6910"/>
                <a:ext cx="3575" cy="457"/>
              </a:xfrm>
              <a:prstGeom prst="roundRect">
                <a:avLst/>
              </a:prstGeom>
              <a:solidFill>
                <a:schemeClr val="accent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数据安全需求</a:t>
                </a:r>
                <a:endParaRPr lang="zh-CN" altLang="en-US" sz="1600" dirty="0">
                  <a:solidFill>
                    <a:schemeClr val="tx1"/>
                  </a:solidFill>
                </a:endParaRPr>
              </a:p>
            </p:txBody>
          </p:sp>
          <p:sp>
            <p:nvSpPr>
              <p:cNvPr id="17" name="圆角矩形 16"/>
              <p:cNvSpPr/>
              <p:nvPr>
                <p:custDataLst>
                  <p:tags r:id="rId10"/>
                </p:custDataLst>
              </p:nvPr>
            </p:nvSpPr>
            <p:spPr>
              <a:xfrm>
                <a:off x="4931" y="7418"/>
                <a:ext cx="3575" cy="457"/>
              </a:xfrm>
              <a:prstGeom prst="roundRect">
                <a:avLst/>
              </a:prstGeom>
              <a:solidFill>
                <a:schemeClr val="accent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数据保留需求</a:t>
                </a:r>
                <a:endParaRPr lang="zh-CN" altLang="en-US" sz="1600" dirty="0">
                  <a:solidFill>
                    <a:schemeClr val="tx1"/>
                  </a:solidFill>
                </a:endParaRPr>
              </a:p>
            </p:txBody>
          </p:sp>
          <p:sp>
            <p:nvSpPr>
              <p:cNvPr id="18" name="圆角矩形 17"/>
              <p:cNvSpPr/>
              <p:nvPr>
                <p:custDataLst>
                  <p:tags r:id="rId11"/>
                </p:custDataLst>
              </p:nvPr>
            </p:nvSpPr>
            <p:spPr>
              <a:xfrm>
                <a:off x="8513" y="6541"/>
                <a:ext cx="6804" cy="378"/>
              </a:xfrm>
              <a:prstGeom prst="roundRect">
                <a:avLst/>
              </a:prstGeom>
              <a:solidFill>
                <a:schemeClr val="accent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数据质量监控、评估、提升</a:t>
                </a:r>
                <a:endParaRPr lang="zh-CN" altLang="en-US" sz="1600" dirty="0">
                  <a:solidFill>
                    <a:schemeClr val="tx1"/>
                  </a:solidFill>
                </a:endParaRPr>
              </a:p>
            </p:txBody>
          </p:sp>
          <p:sp>
            <p:nvSpPr>
              <p:cNvPr id="19" name="圆角矩形 18"/>
              <p:cNvSpPr/>
              <p:nvPr>
                <p:custDataLst>
                  <p:tags r:id="rId12"/>
                </p:custDataLst>
              </p:nvPr>
            </p:nvSpPr>
            <p:spPr>
              <a:xfrm>
                <a:off x="8513" y="6992"/>
                <a:ext cx="6804" cy="378"/>
              </a:xfrm>
              <a:prstGeom prst="roundRect">
                <a:avLst/>
              </a:prstGeom>
              <a:solidFill>
                <a:schemeClr val="accent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数据安全审计</a:t>
                </a:r>
                <a:endParaRPr lang="zh-CN" altLang="en-US" sz="1600" dirty="0">
                  <a:solidFill>
                    <a:schemeClr val="tx1"/>
                  </a:solidFill>
                </a:endParaRPr>
              </a:p>
            </p:txBody>
          </p:sp>
          <p:sp>
            <p:nvSpPr>
              <p:cNvPr id="20" name="圆角矩形 19"/>
              <p:cNvSpPr/>
              <p:nvPr>
                <p:custDataLst>
                  <p:tags r:id="rId13"/>
                </p:custDataLst>
              </p:nvPr>
            </p:nvSpPr>
            <p:spPr>
              <a:xfrm>
                <a:off x="3839" y="7876"/>
                <a:ext cx="11478" cy="378"/>
              </a:xfrm>
              <a:prstGeom prst="roundRect">
                <a:avLst/>
              </a:prstGeom>
              <a:solidFill>
                <a:schemeClr val="accent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元数据管理</a:t>
                </a:r>
                <a:endParaRPr lang="zh-CN" altLang="en-US" sz="1600" dirty="0">
                  <a:solidFill>
                    <a:schemeClr val="tx1"/>
                  </a:solidFill>
                </a:endParaRPr>
              </a:p>
            </p:txBody>
          </p:sp>
          <p:sp>
            <p:nvSpPr>
              <p:cNvPr id="14" name="圆角矩形 13"/>
              <p:cNvSpPr/>
              <p:nvPr>
                <p:custDataLst>
                  <p:tags r:id="rId14"/>
                </p:custDataLst>
              </p:nvPr>
            </p:nvSpPr>
            <p:spPr>
              <a:xfrm>
                <a:off x="8506" y="7457"/>
                <a:ext cx="6804" cy="378"/>
              </a:xfrm>
              <a:prstGeom prst="roundRect">
                <a:avLst/>
              </a:prstGeom>
              <a:solidFill>
                <a:schemeClr val="accent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数据归档、备份与清除</a:t>
                </a:r>
                <a:endParaRPr lang="zh-CN" altLang="en-US" sz="1600" dirty="0">
                  <a:solidFill>
                    <a:schemeClr val="tx1"/>
                  </a:solidFill>
                </a:endParaRPr>
              </a:p>
            </p:txBody>
          </p:sp>
        </p:grpSp>
      </p:grpSp>
    </p:spTree>
    <p:custDataLst>
      <p:tags r:id="rId15"/>
    </p:custData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40" name="Picture 1"/>
          <p:cNvPicPr>
            <a:picLocks noChangeAspect="1" noChangeArrowheads="1"/>
          </p:cNvPicPr>
          <p:nvPr>
            <p:custDataLst>
              <p:tags r:id="rId1"/>
            </p:custDataLst>
          </p:nvPr>
        </p:nvPicPr>
        <p:blipFill>
          <a:blip r:embed="rId2" cstate="print">
            <a:extLst>
              <a:ext uri="{28A0092B-C50C-407E-A947-70E740481C1C}">
                <a14:useLocalDpi xmlns:a14="http://schemas.microsoft.com/office/drawing/2010/main" val="0"/>
              </a:ext>
            </a:extLst>
          </a:blip>
          <a:srcRect/>
          <a:stretch>
            <a:fillRect/>
          </a:stretch>
        </p:blipFill>
        <p:spPr bwMode="auto">
          <a:xfrm>
            <a:off x="7983220" y="3353435"/>
            <a:ext cx="3117215" cy="123126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4341" name="Picture 1"/>
          <p:cNvPicPr>
            <a:picLocks noChangeAspect="1" noChangeArrowheads="1"/>
          </p:cNvPicPr>
          <p:nvPr>
            <p:custDataLst>
              <p:tags r:id="rId3"/>
            </p:custDataLst>
          </p:nvPr>
        </p:nvPicPr>
        <p:blipFill>
          <a:blip r:embed="rId4" cstate="print">
            <a:extLst>
              <a:ext uri="{28A0092B-C50C-407E-A947-70E740481C1C}">
                <a14:useLocalDpi xmlns:a14="http://schemas.microsoft.com/office/drawing/2010/main" val="0"/>
              </a:ext>
            </a:extLst>
          </a:blip>
          <a:srcRect/>
          <a:stretch>
            <a:fillRect/>
          </a:stretch>
        </p:blipFill>
        <p:spPr bwMode="auto">
          <a:xfrm>
            <a:off x="7945120" y="1586865"/>
            <a:ext cx="1808480" cy="13989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42" name="Picture 1"/>
          <p:cNvPicPr>
            <a:picLocks noChangeAspect="1" noChangeArrowheads="1"/>
          </p:cNvPicPr>
          <p:nvPr>
            <p:custDataLst>
              <p:tags r:id="rId5"/>
            </p:custDataLst>
          </p:nvPr>
        </p:nvPicPr>
        <p:blipFill>
          <a:blip r:embed="rId6" cstate="print">
            <a:extLst>
              <a:ext uri="{28A0092B-C50C-407E-A947-70E740481C1C}">
                <a14:useLocalDpi xmlns:a14="http://schemas.microsoft.com/office/drawing/2010/main" val="0"/>
              </a:ext>
            </a:extLst>
          </a:blip>
          <a:srcRect/>
          <a:stretch>
            <a:fillRect/>
          </a:stretch>
        </p:blipFill>
        <p:spPr bwMode="auto">
          <a:xfrm>
            <a:off x="9753600" y="1581785"/>
            <a:ext cx="1374775" cy="1273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矩形 9"/>
          <p:cNvSpPr/>
          <p:nvPr>
            <p:custDataLst>
              <p:tags r:id="rId7"/>
            </p:custDataLst>
          </p:nvPr>
        </p:nvSpPr>
        <p:spPr>
          <a:xfrm>
            <a:off x="8786495" y="1278890"/>
            <a:ext cx="2070100" cy="332105"/>
          </a:xfrm>
          <a:prstGeom prst="rect">
            <a:avLst/>
          </a:prstGeom>
          <a:noFill/>
          <a:extLst>
            <a:ext uri="{909E8E84-426E-40DD-AFC4-6F175D3DCCD1}">
              <a14:hiddenFill xmlns:a14="http://schemas.microsoft.com/office/drawing/2010/main">
                <a:gradFill>
                  <a:gsLst>
                    <a:gs pos="0">
                      <a:schemeClr val="accent1">
                        <a:lumOff val="17500"/>
                      </a:schemeClr>
                    </a:gs>
                    <a:gs pos="100000">
                      <a:schemeClr val="accent1"/>
                    </a:gs>
                  </a:gsLst>
                  <a:lin ang="2700000" scaled="0"/>
                </a:gradFill>
              </a14:hiddenFill>
            </a:ext>
          </a:extLst>
        </p:spPr>
        <p:style>
          <a:lnRef idx="1">
            <a:schemeClr val="accent1"/>
          </a:lnRef>
          <a:fillRef idx="2">
            <a:schemeClr val="accent1"/>
          </a:fillRef>
          <a:effectRef idx="1">
            <a:schemeClr val="accent1"/>
          </a:effectRef>
          <a:fontRef idx="minor">
            <a:schemeClr val="dk1"/>
          </a:fontRef>
        </p:style>
        <p:txBody>
          <a:bodyPr wrap="square" lIns="86968" tIns="43484" rIns="86968" bIns="43484">
            <a:spAutoFit/>
          </a:bodyPr>
          <a:lstStyle/>
          <a:p>
            <a:pPr>
              <a:defRPr/>
            </a:pPr>
            <a:r>
              <a:rPr lang="zh-CN" altLang="en-US" sz="1600" b="1" dirty="0">
                <a:solidFill>
                  <a:schemeClr val="bg2">
                    <a:lumMod val="50000"/>
                  </a:schemeClr>
                </a:solidFill>
                <a:latin typeface="微软雅黑" panose="020B0503020204020204" pitchFamily="34" charset="-122"/>
                <a:ea typeface="微软雅黑" panose="020B0503020204020204" pitchFamily="34" charset="-122"/>
                <a:cs typeface="微软雅黑" panose="020B0503020204020204" pitchFamily="34" charset="-122"/>
              </a:rPr>
              <a:t>概念</a:t>
            </a:r>
            <a:r>
              <a:rPr lang="en-US" altLang="zh-CN" sz="1600" b="1" dirty="0">
                <a:solidFill>
                  <a:schemeClr val="bg2">
                    <a:lumMod val="50000"/>
                  </a:schemeClr>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600" b="1" dirty="0">
                <a:solidFill>
                  <a:schemeClr val="bg2">
                    <a:lumMod val="50000"/>
                  </a:schemeClr>
                </a:solidFill>
                <a:latin typeface="微软雅黑" panose="020B0503020204020204" pitchFamily="34" charset="-122"/>
                <a:ea typeface="微软雅黑" panose="020B0503020204020204" pitchFamily="34" charset="-122"/>
                <a:cs typeface="微软雅黑" panose="020B0503020204020204" pitchFamily="34" charset="-122"/>
              </a:rPr>
              <a:t>逻辑数据模型</a:t>
            </a:r>
            <a:endParaRPr lang="zh-CN" altLang="en-US" sz="1600" b="1" dirty="0">
              <a:solidFill>
                <a:schemeClr val="bg2">
                  <a:lumMod val="50000"/>
                </a:schemeClr>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1" name="矩形 10"/>
          <p:cNvSpPr/>
          <p:nvPr>
            <p:custDataLst>
              <p:tags r:id="rId8"/>
            </p:custDataLst>
          </p:nvPr>
        </p:nvSpPr>
        <p:spPr>
          <a:xfrm>
            <a:off x="8943975" y="3037840"/>
            <a:ext cx="1777365" cy="363220"/>
          </a:xfrm>
          <a:prstGeom prst="rect">
            <a:avLst/>
          </a:prstGeom>
          <a:noFill/>
          <a:extLst>
            <a:ext uri="{909E8E84-426E-40DD-AFC4-6F175D3DCCD1}">
              <a14:hiddenFill xmlns:a14="http://schemas.microsoft.com/office/drawing/2010/main">
                <a:gradFill>
                  <a:gsLst>
                    <a:gs pos="0">
                      <a:schemeClr val="accent1">
                        <a:lumOff val="17500"/>
                      </a:schemeClr>
                    </a:gs>
                    <a:gs pos="100000">
                      <a:schemeClr val="accent1"/>
                    </a:gs>
                  </a:gsLst>
                  <a:lin ang="2700000" scaled="0"/>
                </a:gradFill>
              </a14:hiddenFill>
            </a:ext>
          </a:extLst>
        </p:spPr>
        <p:style>
          <a:lnRef idx="1">
            <a:schemeClr val="accent1"/>
          </a:lnRef>
          <a:fillRef idx="2">
            <a:schemeClr val="accent1"/>
          </a:fillRef>
          <a:effectRef idx="1">
            <a:schemeClr val="accent1"/>
          </a:effectRef>
          <a:fontRef idx="minor">
            <a:schemeClr val="dk1"/>
          </a:fontRef>
        </p:style>
        <p:txBody>
          <a:bodyPr vertOverflow="overflow" horzOverflow="overflow" vert="horz" wrap="square" lIns="86968" tIns="43484" rIns="86968" bIns="43484" numCol="1" spcCol="0" rtlCol="0" fromWordArt="0" anchor="ctr" anchorCtr="0" forceAA="0" compatLnSpc="1">
            <a:spAutoFit/>
          </a:bodyPr>
          <a:lstStyle/>
          <a:p>
            <a:pPr lvl="0" algn="l">
              <a:buClrTx/>
              <a:buSzTx/>
              <a:buFontTx/>
              <a:defRPr/>
            </a:pPr>
            <a:r>
              <a:rPr lang="zh-CN" altLang="en-US" sz="1600" b="1" dirty="0">
                <a:solidFill>
                  <a:schemeClr val="bg2">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信息价值链分析</a:t>
            </a:r>
            <a:endParaRPr lang="zh-CN" altLang="en-US" sz="1600" b="1" dirty="0">
              <a:solidFill>
                <a:schemeClr val="bg2">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14345" name="Picture 2"/>
          <p:cNvPicPr>
            <a:picLocks noChangeAspect="1" noChangeArrowheads="1"/>
          </p:cNvPicPr>
          <p:nvPr>
            <p:custDataLst>
              <p:tags r:id="rId9"/>
            </p:custDataLst>
          </p:nvPr>
        </p:nvPicPr>
        <p:blipFill>
          <a:blip r:embed="rId10" cstate="print">
            <a:extLst>
              <a:ext uri="{28A0092B-C50C-407E-A947-70E740481C1C}">
                <a14:useLocalDpi xmlns:a14="http://schemas.microsoft.com/office/drawing/2010/main" val="0"/>
              </a:ext>
            </a:extLst>
          </a:blip>
          <a:srcRect/>
          <a:stretch>
            <a:fillRect/>
          </a:stretch>
        </p:blipFill>
        <p:spPr bwMode="auto">
          <a:xfrm>
            <a:off x="7945120" y="5038725"/>
            <a:ext cx="3155315" cy="13087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矩形 13"/>
          <p:cNvSpPr/>
          <p:nvPr>
            <p:custDataLst>
              <p:tags r:id="rId11"/>
            </p:custDataLst>
          </p:nvPr>
        </p:nvSpPr>
        <p:spPr>
          <a:xfrm>
            <a:off x="9015095" y="4684395"/>
            <a:ext cx="1548130" cy="363220"/>
          </a:xfrm>
          <a:prstGeom prst="rect">
            <a:avLst/>
          </a:prstGeom>
          <a:noFill/>
          <a:extLst>
            <a:ext uri="{909E8E84-426E-40DD-AFC4-6F175D3DCCD1}">
              <a14:hiddenFill xmlns:a14="http://schemas.microsoft.com/office/drawing/2010/main">
                <a:gradFill>
                  <a:gsLst>
                    <a:gs pos="0">
                      <a:schemeClr val="accent1">
                        <a:lumOff val="17500"/>
                      </a:schemeClr>
                    </a:gs>
                    <a:gs pos="100000">
                      <a:schemeClr val="accent1"/>
                    </a:gs>
                  </a:gsLst>
                  <a:lin ang="2700000" scaled="0"/>
                </a:gradFill>
              </a14:hiddenFill>
            </a:ext>
          </a:extLst>
        </p:spPr>
        <p:style>
          <a:lnRef idx="1">
            <a:schemeClr val="accent1"/>
          </a:lnRef>
          <a:fillRef idx="2">
            <a:schemeClr val="accent1"/>
          </a:fillRef>
          <a:effectRef idx="1">
            <a:schemeClr val="accent1"/>
          </a:effectRef>
          <a:fontRef idx="minor">
            <a:schemeClr val="dk1"/>
          </a:fontRef>
        </p:style>
        <p:txBody>
          <a:bodyPr vertOverflow="overflow" horzOverflow="overflow" vert="horz" wrap="square" lIns="86968" tIns="43484" rIns="86968" bIns="43484" numCol="1" spcCol="0" rtlCol="0" fromWordArt="0" anchor="ctr" anchorCtr="0" forceAA="0" compatLnSpc="1">
            <a:spAutoFit/>
          </a:bodyPr>
          <a:lstStyle/>
          <a:p>
            <a:pPr lvl="0" algn="l">
              <a:buClrTx/>
              <a:buSzTx/>
              <a:buFontTx/>
              <a:defRPr/>
            </a:pPr>
            <a:r>
              <a:rPr lang="zh-CN" altLang="en-US" sz="1600" b="1" dirty="0">
                <a:solidFill>
                  <a:schemeClr val="bg2">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数据平台架构</a:t>
            </a:r>
            <a:endParaRPr lang="zh-CN" altLang="en-US" sz="1600" b="1" dirty="0">
              <a:solidFill>
                <a:schemeClr val="bg2">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2" name="内容占位符 2"/>
          <p:cNvSpPr>
            <a:spLocks noGrp="1"/>
          </p:cNvSpPr>
          <p:nvPr>
            <p:custDataLst>
              <p:tags r:id="rId12"/>
            </p:custDataLst>
          </p:nvPr>
        </p:nvSpPr>
        <p:spPr>
          <a:xfrm>
            <a:off x="561975" y="3403600"/>
            <a:ext cx="6553200" cy="3054350"/>
          </a:xfrm>
          <a:prstGeom prst="rect">
            <a:avLst/>
          </a:prstGeom>
          <a:noFill/>
          <a:ln>
            <a:noFill/>
          </a:ln>
        </p:spPr>
        <p:txBody>
          <a:bodyPr vert="horz" wrap="square" lIns="91440" tIns="45720" rIns="91440" bIns="45720" numCol="1" rtlCol="0" anchor="t" anchorCtr="0" compatLnSpc="1">
            <a:normAutofit/>
          </a:bodyPr>
          <a:lstStyle>
            <a:lvl1pPr marL="342900" indent="-342900" algn="l" rtl="0" eaLnBrk="1" fontAlgn="base" hangingPunct="1">
              <a:spcBef>
                <a:spcPct val="20000"/>
              </a:spcBef>
              <a:spcAft>
                <a:spcPct val="0"/>
              </a:spcAft>
              <a:buClr>
                <a:schemeClr val="tx1"/>
              </a:buClr>
              <a:buFont typeface="Wingdings" panose="05000000000000000000" pitchFamily="2" charset="2"/>
              <a:buChar char="v"/>
              <a:defRPr sz="2000" b="1">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defRPr>
            </a:lvl1pPr>
            <a:lvl2pPr marL="742950" indent="-285750" algn="l" rtl="0" eaLnBrk="1" fontAlgn="base" hangingPunct="1">
              <a:spcBef>
                <a:spcPct val="20000"/>
              </a:spcBef>
              <a:spcAft>
                <a:spcPct val="0"/>
              </a:spcAft>
              <a:buFont typeface="Wingdings" panose="05000000000000000000" pitchFamily="2" charset="2"/>
              <a:buChar char="§"/>
              <a:defRPr sz="2000">
                <a:solidFill>
                  <a:schemeClr val="bg1">
                    <a:lumMod val="50000"/>
                  </a:schemeClr>
                </a:solidFill>
                <a:latin typeface="微软雅黑" panose="020B0503020204020204" pitchFamily="34" charset="-122"/>
                <a:ea typeface="微软雅黑" panose="020B0503020204020204" pitchFamily="34" charset="-122"/>
              </a:defRPr>
            </a:lvl2pPr>
            <a:lvl3pPr marL="1143000" indent="-228600" algn="l" rtl="0" eaLnBrk="1" fontAlgn="base" hangingPunct="1">
              <a:spcBef>
                <a:spcPct val="20000"/>
              </a:spcBef>
              <a:spcAft>
                <a:spcPct val="0"/>
              </a:spcAft>
              <a:buChar char="•"/>
              <a:defRPr sz="1800">
                <a:solidFill>
                  <a:schemeClr val="bg1">
                    <a:lumMod val="50000"/>
                  </a:schemeClr>
                </a:solidFill>
                <a:latin typeface="微软雅黑" panose="020B0503020204020204" pitchFamily="34" charset="-122"/>
                <a:ea typeface="微软雅黑" panose="020B0503020204020204" pitchFamily="34" charset="-122"/>
              </a:defRPr>
            </a:lvl3pPr>
            <a:lvl4pPr marL="1600200" indent="-228600" algn="l" rtl="0" eaLnBrk="1" fontAlgn="base" hangingPunct="1">
              <a:spcBef>
                <a:spcPct val="20000"/>
              </a:spcBef>
              <a:spcAft>
                <a:spcPct val="0"/>
              </a:spcAft>
              <a:buChar char="–"/>
              <a:defRPr sz="1600">
                <a:solidFill>
                  <a:schemeClr val="bg1">
                    <a:lumMod val="50000"/>
                  </a:schemeClr>
                </a:solidFill>
                <a:latin typeface="微软雅黑" panose="020B0503020204020204" pitchFamily="34" charset="-122"/>
                <a:ea typeface="微软雅黑" panose="020B0503020204020204" pitchFamily="34" charset="-122"/>
              </a:defRPr>
            </a:lvl4pPr>
            <a:lvl5pPr marL="2057400" indent="-228600" algn="l" rtl="0" eaLnBrk="1" fontAlgn="base" hangingPunct="1">
              <a:spcBef>
                <a:spcPct val="20000"/>
              </a:spcBef>
              <a:spcAft>
                <a:spcPct val="0"/>
              </a:spcAft>
              <a:buChar char="»"/>
              <a:defRPr sz="1600">
                <a:solidFill>
                  <a:schemeClr val="bg1">
                    <a:lumMod val="50000"/>
                  </a:schemeClr>
                </a:solidFill>
                <a:latin typeface="微软雅黑" panose="020B0503020204020204" pitchFamily="34" charset="-122"/>
                <a:ea typeface="微软雅黑" panose="020B0503020204020204" pitchFamily="34" charset="-122"/>
              </a:defRPr>
            </a:lvl5pPr>
            <a:lvl6pPr marL="2514600" indent="-228600" algn="l" rtl="0" eaLnBrk="1" fontAlgn="base" hangingPunct="1">
              <a:spcBef>
                <a:spcPct val="20000"/>
              </a:spcBef>
              <a:spcAft>
                <a:spcPct val="0"/>
              </a:spcAft>
              <a:buChar char="»"/>
              <a:defRPr sz="2000">
                <a:solidFill>
                  <a:schemeClr val="tx1"/>
                </a:solidFill>
                <a:latin typeface="Arial" panose="020B0604020202020204" pitchFamily="34" charset="0"/>
              </a:defRPr>
            </a:lvl6pPr>
            <a:lvl7pPr marL="2971800" indent="-228600" algn="l" rtl="0" eaLnBrk="1" fontAlgn="base" hangingPunct="1">
              <a:spcBef>
                <a:spcPct val="20000"/>
              </a:spcBef>
              <a:spcAft>
                <a:spcPct val="0"/>
              </a:spcAft>
              <a:buChar char="»"/>
              <a:defRPr sz="2000">
                <a:solidFill>
                  <a:schemeClr val="tx1"/>
                </a:solidFill>
                <a:latin typeface="Arial" panose="020B0604020202020204" pitchFamily="34" charset="0"/>
              </a:defRPr>
            </a:lvl7pPr>
            <a:lvl8pPr marL="3429000" indent="-228600" algn="l" rtl="0" eaLnBrk="1" fontAlgn="base" hangingPunct="1">
              <a:spcBef>
                <a:spcPct val="20000"/>
              </a:spcBef>
              <a:spcAft>
                <a:spcPct val="0"/>
              </a:spcAft>
              <a:buChar char="»"/>
              <a:defRPr sz="2000">
                <a:solidFill>
                  <a:schemeClr val="tx1"/>
                </a:solidFill>
                <a:latin typeface="Arial" panose="020B0604020202020204" pitchFamily="34" charset="0"/>
              </a:defRPr>
            </a:lvl8pPr>
            <a:lvl9pPr marL="3886200" indent="-228600" algn="l" rtl="0" eaLnBrk="1" fontAlgn="base" hangingPunct="1">
              <a:spcBef>
                <a:spcPct val="20000"/>
              </a:spcBef>
              <a:spcAft>
                <a:spcPct val="0"/>
              </a:spcAft>
              <a:buChar char="»"/>
              <a:defRPr sz="2000">
                <a:solidFill>
                  <a:schemeClr val="tx1"/>
                </a:solidFill>
                <a:latin typeface="Arial" panose="020B0604020202020204" pitchFamily="34" charset="0"/>
              </a:defRPr>
            </a:lvl9pPr>
          </a:lstStyle>
          <a:p>
            <a:pPr eaLnBrk="1" fontAlgn="auto" hangingPunct="1">
              <a:spcAft>
                <a:spcPts val="0"/>
              </a:spcAft>
              <a:buFont typeface="Wingdings" panose="05000000000000000000" pitchFamily="2" charset="2"/>
              <a:buChar char="p"/>
              <a:defRPr/>
            </a:pPr>
            <a:endParaRPr lang="en-US" altLang="zh-CN" sz="1500" dirty="0">
              <a:solidFill>
                <a:schemeClr val="tx1"/>
              </a:solidFill>
              <a:latin typeface="+mn-lt"/>
              <a:ea typeface="+mn-ea"/>
            </a:endParaRPr>
          </a:p>
          <a:p>
            <a:pPr marL="0" indent="0" eaLnBrk="1" fontAlgn="auto" hangingPunct="1">
              <a:spcAft>
                <a:spcPts val="0"/>
              </a:spcAft>
              <a:buFontTx/>
              <a:buNone/>
              <a:defRPr/>
            </a:pPr>
            <a:endParaRPr lang="en-US" altLang="zh-CN" sz="1500" dirty="0">
              <a:solidFill>
                <a:schemeClr val="tx1"/>
              </a:solidFill>
              <a:latin typeface="+mn-lt"/>
              <a:ea typeface="+mn-ea"/>
            </a:endParaRPr>
          </a:p>
          <a:p>
            <a:pPr eaLnBrk="1" fontAlgn="auto" hangingPunct="1">
              <a:spcAft>
                <a:spcPts val="0"/>
              </a:spcAft>
              <a:defRPr/>
            </a:pPr>
            <a:endParaRPr lang="en-US" altLang="zh-CN" sz="1500" dirty="0">
              <a:solidFill>
                <a:schemeClr val="tx1"/>
              </a:solidFill>
              <a:latin typeface="+mn-lt"/>
              <a:ea typeface="+mn-ea"/>
            </a:endParaRPr>
          </a:p>
        </p:txBody>
      </p:sp>
      <p:grpSp>
        <p:nvGrpSpPr>
          <p:cNvPr id="21" name="组合 20"/>
          <p:cNvGrpSpPr/>
          <p:nvPr/>
        </p:nvGrpSpPr>
        <p:grpSpPr>
          <a:xfrm>
            <a:off x="774065" y="1332230"/>
            <a:ext cx="6458585" cy="1927860"/>
            <a:chOff x="1766" y="2098"/>
            <a:chExt cx="7860" cy="3036"/>
          </a:xfrm>
        </p:grpSpPr>
        <p:pic>
          <p:nvPicPr>
            <p:cNvPr id="14347" name="Picture 8"/>
            <p:cNvPicPr>
              <a:picLocks noChangeAspect="1" noChangeArrowheads="1"/>
            </p:cNvPicPr>
            <p:nvPr>
              <p:custDataLst>
                <p:tags r:id="rId13"/>
              </p:custDataLst>
            </p:nvPr>
          </p:nvPicPr>
          <p:blipFill>
            <a:blip r:embed="rId14" cstate="print">
              <a:extLst>
                <a:ext uri="{28A0092B-C50C-407E-A947-70E740481C1C}">
                  <a14:useLocalDpi xmlns:a14="http://schemas.microsoft.com/office/drawing/2010/main" val="0"/>
                </a:ext>
              </a:extLst>
            </a:blip>
            <a:srcRect/>
            <a:stretch>
              <a:fillRect/>
            </a:stretch>
          </p:blipFill>
          <p:spPr bwMode="auto">
            <a:xfrm>
              <a:off x="2338" y="2098"/>
              <a:ext cx="6841" cy="3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4348" name="圆角矩形 15"/>
            <p:cNvSpPr>
              <a:spLocks noChangeArrowheads="1"/>
            </p:cNvSpPr>
            <p:nvPr>
              <p:custDataLst>
                <p:tags r:id="rId15"/>
              </p:custDataLst>
            </p:nvPr>
          </p:nvSpPr>
          <p:spPr bwMode="auto">
            <a:xfrm>
              <a:off x="1766" y="2763"/>
              <a:ext cx="7860" cy="852"/>
            </a:xfrm>
            <a:prstGeom prst="roundRect">
              <a:avLst>
                <a:gd name="adj" fmla="val 16667"/>
              </a:avLst>
            </a:prstGeom>
            <a:noFill/>
            <a:ln w="38100" algn="ctr">
              <a:solidFill>
                <a:schemeClr val="accent2"/>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lIns="86968" tIns="43484" rIns="86968" bIns="43484"/>
            <a:lstStyle>
              <a:lvl1pPr defTabSz="2070100" eaLnBrk="0" hangingPunct="0">
                <a:spcBef>
                  <a:spcPct val="20000"/>
                </a:spcBef>
                <a:buChar char="•"/>
                <a:defRPr sz="2800">
                  <a:solidFill>
                    <a:schemeClr val="tx1"/>
                  </a:solidFill>
                  <a:latin typeface="微软雅黑" panose="020B0503020204020204" pitchFamily="34" charset="-122"/>
                  <a:ea typeface="微软雅黑" panose="020B0503020204020204" pitchFamily="34" charset="-122"/>
                </a:defRPr>
              </a:lvl1pPr>
              <a:lvl2pPr marL="742950" indent="-285750" defTabSz="2070100" eaLnBrk="0" hangingPunct="0">
                <a:spcBef>
                  <a:spcPct val="20000"/>
                </a:spcBef>
                <a:buChar char="–"/>
                <a:defRPr sz="2400">
                  <a:solidFill>
                    <a:schemeClr val="tx1"/>
                  </a:solidFill>
                  <a:latin typeface="微软雅黑" panose="020B0503020204020204" pitchFamily="34" charset="-122"/>
                  <a:ea typeface="微软雅黑" panose="020B0503020204020204" pitchFamily="34" charset="-122"/>
                </a:defRPr>
              </a:lvl2pPr>
              <a:lvl3pPr marL="1143000" indent="-228600" defTabSz="2070100" eaLnBrk="0" hangingPunct="0">
                <a:spcBef>
                  <a:spcPct val="20000"/>
                </a:spcBef>
                <a:buChar char="•"/>
                <a:defRPr sz="2000">
                  <a:solidFill>
                    <a:schemeClr val="tx1"/>
                  </a:solidFill>
                  <a:latin typeface="微软雅黑" panose="020B0503020204020204" pitchFamily="34" charset="-122"/>
                  <a:ea typeface="微软雅黑" panose="020B0503020204020204" pitchFamily="34" charset="-122"/>
                </a:defRPr>
              </a:lvl3pPr>
              <a:lvl4pPr marL="1600200" indent="-228600" defTabSz="2070100" eaLnBrk="0" hangingPunct="0">
                <a:spcBef>
                  <a:spcPct val="20000"/>
                </a:spcBef>
                <a:buChar char="–"/>
                <a:defRPr>
                  <a:solidFill>
                    <a:schemeClr val="tx1"/>
                  </a:solidFill>
                  <a:latin typeface="微软雅黑" panose="020B0503020204020204" pitchFamily="34" charset="-122"/>
                  <a:ea typeface="微软雅黑" panose="020B0503020204020204" pitchFamily="34" charset="-122"/>
                </a:defRPr>
              </a:lvl4pPr>
              <a:lvl5pPr marL="2057400" indent="-228600" defTabSz="2070100" eaLnBrk="0" hangingPunct="0">
                <a:spcBef>
                  <a:spcPct val="20000"/>
                </a:spcBef>
                <a:buChar char="»"/>
                <a:defRPr>
                  <a:solidFill>
                    <a:schemeClr val="tx1"/>
                  </a:solidFill>
                  <a:latin typeface="微软雅黑" panose="020B0503020204020204" pitchFamily="34" charset="-122"/>
                  <a:ea typeface="微软雅黑" panose="020B0503020204020204" pitchFamily="34" charset="-122"/>
                </a:defRPr>
              </a:lvl5pPr>
              <a:lvl6pPr marL="2514600" indent="-228600" defTabSz="2070100" eaLnBrk="0" fontAlgn="base" hangingPunct="0">
                <a:spcBef>
                  <a:spcPct val="20000"/>
                </a:spcBef>
                <a:spcAft>
                  <a:spcPct val="0"/>
                </a:spcAft>
                <a:buChar char="»"/>
                <a:defRPr>
                  <a:solidFill>
                    <a:schemeClr val="tx1"/>
                  </a:solidFill>
                  <a:latin typeface="微软雅黑" panose="020B0503020204020204" pitchFamily="34" charset="-122"/>
                  <a:ea typeface="微软雅黑" panose="020B0503020204020204" pitchFamily="34" charset="-122"/>
                </a:defRPr>
              </a:lvl6pPr>
              <a:lvl7pPr marL="2971800" indent="-228600" defTabSz="2070100" eaLnBrk="0" fontAlgn="base" hangingPunct="0">
                <a:spcBef>
                  <a:spcPct val="20000"/>
                </a:spcBef>
                <a:spcAft>
                  <a:spcPct val="0"/>
                </a:spcAft>
                <a:buChar char="»"/>
                <a:defRPr>
                  <a:solidFill>
                    <a:schemeClr val="tx1"/>
                  </a:solidFill>
                  <a:latin typeface="微软雅黑" panose="020B0503020204020204" pitchFamily="34" charset="-122"/>
                  <a:ea typeface="微软雅黑" panose="020B0503020204020204" pitchFamily="34" charset="-122"/>
                </a:defRPr>
              </a:lvl7pPr>
              <a:lvl8pPr marL="3429000" indent="-228600" defTabSz="2070100" eaLnBrk="0" fontAlgn="base" hangingPunct="0">
                <a:spcBef>
                  <a:spcPct val="20000"/>
                </a:spcBef>
                <a:spcAft>
                  <a:spcPct val="0"/>
                </a:spcAft>
                <a:buChar char="»"/>
                <a:defRPr>
                  <a:solidFill>
                    <a:schemeClr val="tx1"/>
                  </a:solidFill>
                  <a:latin typeface="微软雅黑" panose="020B0503020204020204" pitchFamily="34" charset="-122"/>
                  <a:ea typeface="微软雅黑" panose="020B0503020204020204" pitchFamily="34" charset="-122"/>
                </a:defRPr>
              </a:lvl8pPr>
              <a:lvl9pPr marL="3886200" indent="-228600" defTabSz="2070100" eaLnBrk="0" fontAlgn="base" hangingPunct="0">
                <a:spcBef>
                  <a:spcPct val="20000"/>
                </a:spcBef>
                <a:spcAft>
                  <a:spcPct val="0"/>
                </a:spcAft>
                <a:buChar char="»"/>
                <a:defRPr>
                  <a:solidFill>
                    <a:schemeClr val="tx1"/>
                  </a:solidFill>
                  <a:latin typeface="微软雅黑" panose="020B0503020204020204" pitchFamily="34" charset="-122"/>
                  <a:ea typeface="微软雅黑" panose="020B0503020204020204" pitchFamily="34" charset="-122"/>
                </a:defRPr>
              </a:lvl9pPr>
            </a:lstStyle>
            <a:p>
              <a:pPr eaLnBrk="1" hangingPunct="1">
                <a:spcBef>
                  <a:spcPct val="0"/>
                </a:spcBef>
                <a:buFontTx/>
                <a:buNone/>
              </a:pPr>
              <a:endParaRPr lang="zh-CN" altLang="en-US" sz="1100" b="1">
                <a:solidFill>
                  <a:schemeClr val="tx1"/>
                </a:solidFill>
                <a:latin typeface="Times New Roman" panose="02020603050405020304" pitchFamily="18" charset="0"/>
                <a:ea typeface="宋体" panose="02010600030101010101" pitchFamily="2" charset="-122"/>
              </a:endParaRPr>
            </a:p>
          </p:txBody>
        </p:sp>
      </p:grpSp>
      <p:sp>
        <p:nvSpPr>
          <p:cNvPr id="12" name="标题 11"/>
          <p:cNvSpPr>
            <a:spLocks noGrp="1"/>
          </p:cNvSpPr>
          <p:nvPr>
            <p:ph type="title"/>
            <p:custDataLst>
              <p:tags r:id="rId16"/>
            </p:custDataLst>
          </p:nvPr>
        </p:nvSpPr>
        <p:spPr/>
        <p:txBody>
          <a:bodyPr vert="horz" lIns="91440" tIns="45720" rIns="91440" bIns="45720" rtlCol="0" anchor="ctr">
            <a:normAutofit/>
          </a:bodyPr>
          <a:p>
            <a:pPr lvl="0" algn="l">
              <a:buClrTx/>
              <a:buSzTx/>
              <a:buFontTx/>
            </a:pPr>
            <a:r>
              <a:rPr lang="zh-CN" altLang="en-US" smtClean="0">
                <a:sym typeface="+mn-ea"/>
              </a:rPr>
              <a:t>数据架构管理</a:t>
            </a:r>
            <a:endParaRPr lang="zh-CN" altLang="en-US" smtClean="0">
              <a:sym typeface="+mn-ea"/>
            </a:endParaRPr>
          </a:p>
        </p:txBody>
      </p:sp>
      <p:grpSp>
        <p:nvGrpSpPr>
          <p:cNvPr id="19" name="组合 18"/>
          <p:cNvGrpSpPr/>
          <p:nvPr/>
        </p:nvGrpSpPr>
        <p:grpSpPr>
          <a:xfrm>
            <a:off x="767080" y="3500755"/>
            <a:ext cx="6431915" cy="2786380"/>
            <a:chOff x="1084" y="9957"/>
            <a:chExt cx="10129" cy="4388"/>
          </a:xfrm>
        </p:grpSpPr>
        <p:sp>
          <p:nvSpPr>
            <p:cNvPr id="20" name="内容占位符 6"/>
            <p:cNvSpPr>
              <a:spLocks noGrp="1"/>
            </p:cNvSpPr>
            <p:nvPr>
              <p:custDataLst>
                <p:tags r:id="rId17"/>
              </p:custDataLst>
            </p:nvPr>
          </p:nvSpPr>
          <p:spPr>
            <a:xfrm>
              <a:off x="1095" y="10395"/>
              <a:ext cx="10106" cy="3950"/>
            </a:xfrm>
            <a:prstGeom prst="rect">
              <a:avLst/>
            </a:prstGeom>
            <a:ln w="19050">
              <a:solidFill>
                <a:srgbClr val="2D6FA0"/>
              </a:solidFill>
              <a:prstDash val="dash"/>
            </a:ln>
          </p:spPr>
          <p:txBody>
            <a:bodyPr vert="horz" wrap="square" lIns="91440" tIns="45720" rIns="91440" bIns="45720" numCol="1" rtlCol="0" anchor="ctr" anchorCtr="0" compatLnSpc="0">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marL="742950" lvl="1" indent="-285750" eaLnBrk="1" fontAlgn="auto" hangingPunct="1">
                <a:spcAft>
                  <a:spcPts val="0"/>
                </a:spcAft>
                <a:buFont typeface="Wingdings" panose="05000000000000000000" charset="0"/>
                <a:buChar char="Ø"/>
                <a:defRPr/>
              </a:pPr>
              <a:r>
                <a:rPr lang="zh-CN" altLang="en-US" sz="1400" dirty="0">
                  <a:latin typeface="微软雅黑" panose="020B0503020204020204" pitchFamily="34" charset="-122"/>
                  <a:ea typeface="微软雅黑" panose="020B0503020204020204" pitchFamily="34" charset="-122"/>
                  <a:cs typeface="微软雅黑" panose="020B0503020204020204" pitchFamily="34" charset="-122"/>
                  <a:sym typeface="+mn-ea"/>
                </a:rPr>
                <a:t>企业数据模型，识别主题域、业务实体、控制实体元素之间关系的业务规则，以及若干重要的业务数据属性。</a:t>
              </a:r>
              <a:endParaRPr lang="zh-CN" altLang="en-US" sz="1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marL="742950" lvl="1" indent="-285750" eaLnBrk="1" fontAlgn="auto" hangingPunct="1">
                <a:spcAft>
                  <a:spcPts val="0"/>
                </a:spcAft>
                <a:buFont typeface="Wingdings" panose="05000000000000000000" charset="0"/>
                <a:buChar char="Ø"/>
                <a:defRPr/>
              </a:pPr>
              <a:r>
                <a:rPr lang="zh-CN" altLang="en-US" sz="1400" dirty="0">
                  <a:latin typeface="微软雅黑" panose="020B0503020204020204" pitchFamily="34" charset="-122"/>
                  <a:ea typeface="微软雅黑" panose="020B0503020204020204" pitchFamily="34" charset="-122"/>
                  <a:cs typeface="微软雅黑" panose="020B0503020204020204" pitchFamily="34" charset="-122"/>
                  <a:sym typeface="+mn-ea"/>
                </a:rPr>
                <a:t>信息价值链分析，使数据模型组件（主题域和</a:t>
              </a:r>
              <a:r>
                <a:rPr lang="en-US" altLang="zh-CN" sz="14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400" dirty="0">
                  <a:latin typeface="微软雅黑" panose="020B0503020204020204" pitchFamily="34" charset="-122"/>
                  <a:ea typeface="微软雅黑" panose="020B0503020204020204" pitchFamily="34" charset="-122"/>
                  <a:cs typeface="微软雅黑" panose="020B0503020204020204" pitchFamily="34" charset="-122"/>
                  <a:sym typeface="+mn-ea"/>
                </a:rPr>
                <a:t>或业务实体）与业务流程及其它企业架构组件相一致；这些组件可能包括组织、角色、应用、目标、战略、项目和技术平台。</a:t>
              </a:r>
              <a:endParaRPr lang="zh-CN" altLang="en-US" sz="1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marL="742950" lvl="1" indent="-285750" eaLnBrk="1" fontAlgn="auto" hangingPunct="1">
                <a:spcAft>
                  <a:spcPts val="0"/>
                </a:spcAft>
                <a:buFont typeface="Wingdings" panose="05000000000000000000" charset="0"/>
                <a:buChar char="Ø"/>
                <a:defRPr/>
              </a:pPr>
              <a:r>
                <a:rPr lang="zh-CN" altLang="en-US" sz="1400" dirty="0">
                  <a:latin typeface="微软雅黑" panose="020B0503020204020204" pitchFamily="34" charset="-122"/>
                  <a:ea typeface="微软雅黑" panose="020B0503020204020204" pitchFamily="34" charset="-122"/>
                  <a:cs typeface="微软雅黑" panose="020B0503020204020204" pitchFamily="34" charset="-122"/>
                  <a:sym typeface="+mn-ea"/>
                </a:rPr>
                <a:t>相关的数据交付架构，包括数据技术架构，数据整合架构、数据仓库</a:t>
              </a:r>
              <a:r>
                <a:rPr lang="en-US" altLang="zh-CN" sz="14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400" dirty="0">
                  <a:latin typeface="微软雅黑" panose="020B0503020204020204" pitchFamily="34" charset="-122"/>
                  <a:ea typeface="微软雅黑" panose="020B0503020204020204" pitchFamily="34" charset="-122"/>
                  <a:cs typeface="微软雅黑" panose="020B0503020204020204" pitchFamily="34" charset="-122"/>
                  <a:sym typeface="+mn-ea"/>
                </a:rPr>
                <a:t>商务智能架构、企业对内容管理的分类方法，以及元数据架构。</a:t>
              </a:r>
              <a:endParaRPr lang="zh-CN" altLang="en-US" sz="14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lvl="1" indent="0" eaLnBrk="1" fontAlgn="auto" hangingPunct="1">
                <a:spcAft>
                  <a:spcPts val="0"/>
                </a:spcAft>
                <a:buFont typeface="Arial" panose="020B0604020202020204" pitchFamily="34" charset="0"/>
                <a:buNone/>
                <a:defRPr/>
              </a:pPr>
              <a:r>
                <a:rPr lang="zh-CN" altLang="en-US" sz="14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企业数据架构不仅仅涉及数据，它还采用通用的业务术语来帮助建立企业内的语义。</a:t>
              </a:r>
              <a:endParaRPr lang="zh-CN" altLang="en-US" sz="14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22" name="圆角矩形 21"/>
            <p:cNvSpPr/>
            <p:nvPr/>
          </p:nvSpPr>
          <p:spPr>
            <a:xfrm>
              <a:off x="1084" y="9957"/>
              <a:ext cx="10129" cy="783"/>
            </a:xfrm>
            <a:prstGeom prst="roundRect">
              <a:avLst/>
            </a:prstGeom>
            <a:gradFill>
              <a:gsLst>
                <a:gs pos="50000">
                  <a:srgbClr val="29B6F4"/>
                </a:gs>
                <a:gs pos="0">
                  <a:srgbClr val="82D1F6"/>
                </a:gs>
                <a:gs pos="99000">
                  <a:srgbClr val="0089CD"/>
                </a:gs>
              </a:gsLst>
              <a:lin ang="162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zh-CN" altLang="en-US" sz="1600" b="1" dirty="0">
                  <a:solidFill>
                    <a:schemeClr val="bg1"/>
                  </a:solidFill>
                  <a:latin typeface="微软雅黑" panose="020B0503020204020204" pitchFamily="34" charset="-122"/>
                  <a:ea typeface="微软雅黑" panose="020B0503020204020204" pitchFamily="34" charset="-122"/>
                  <a:sym typeface="+mn-ea"/>
                </a:rPr>
                <a:t>企业数据架构一般包括三套主要设计组件：</a:t>
              </a:r>
              <a:endParaRPr lang="zh-CN" altLang="en-US" sz="1600" b="1" dirty="0" smtClean="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spTree>
    <p:custDataLst>
      <p:tags r:id="rId18"/>
    </p:custData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3" name="Picture 33"/>
          <p:cNvPicPr>
            <a:picLocks noChangeAspect="1" noChangeArrowheads="1"/>
          </p:cNvPicPr>
          <p:nvPr>
            <p:custDataLst>
              <p:tags r:id="rId1"/>
            </p:custDataLst>
          </p:nvPr>
        </p:nvPicPr>
        <p:blipFill>
          <a:blip r:embed="rId2">
            <a:extLst>
              <a:ext uri="{28A0092B-C50C-407E-A947-70E740481C1C}">
                <a14:useLocalDpi xmlns:a14="http://schemas.microsoft.com/office/drawing/2010/main" val="0"/>
              </a:ext>
            </a:extLst>
          </a:blip>
          <a:srcRect/>
          <a:stretch>
            <a:fillRect/>
          </a:stretch>
        </p:blipFill>
        <p:spPr bwMode="auto">
          <a:xfrm>
            <a:off x="767080" y="2141855"/>
            <a:ext cx="7079615" cy="433451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sp>
        <p:nvSpPr>
          <p:cNvPr id="4" name="灯片编号占位符 4"/>
          <p:cNvSpPr>
            <a:spLocks noGrp="1"/>
          </p:cNvSpPr>
          <p:nvPr>
            <p:custDataLst>
              <p:tags r:id="rId3"/>
            </p:custDataLst>
          </p:nvPr>
        </p:nvSpPr>
        <p:spPr>
          <a:xfrm>
            <a:off x="10665460" y="6623685"/>
            <a:ext cx="686435" cy="227965"/>
          </a:xfrm>
          <a:prstGeom prst="rect">
            <a:avLst/>
          </a:prstGeom>
        </p:spPr>
        <p:txBody>
          <a:bodyPr vert="horz" lIns="91440" tIns="45720" rIns="91440" bIns="45720" rtlCol="0" anchor="ctr"/>
          <a:lstStyle>
            <a:defPPr>
              <a:defRPr lang="zh-CN"/>
            </a:defPPr>
            <a:lvl1pPr marL="0" algn="l" defTabSz="914400" rtl="0" eaLnBrk="1" latinLnBrk="0" hangingPunct="1">
              <a:defRPr lang="en-US" altLang="zh-CN" sz="1000" kern="1200" baseline="0" smtClean="0">
                <a:solidFill>
                  <a:srgbClr val="666666"/>
                </a:solidFill>
                <a:latin typeface="微软雅黑" panose="020B0503020204020204" pitchFamily="34" charset="-122"/>
                <a:ea typeface="微软雅黑" panose="020B0503020204020204" pitchFamily="34" charset="-122"/>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874E8E66-71D6-45D4-A3A2-5B086109405E}" type="slidenum">
              <a:rPr lang="en-US" altLang="zh-CN" smtClean="0">
                <a:solidFill>
                  <a:schemeClr val="tx1"/>
                </a:solidFill>
              </a:rPr>
            </a:fld>
            <a:endParaRPr lang="en-US" altLang="zh-CN" dirty="0" smtClean="0">
              <a:solidFill>
                <a:schemeClr val="tx1"/>
              </a:solidFill>
            </a:endParaRPr>
          </a:p>
        </p:txBody>
      </p:sp>
      <p:pic>
        <p:nvPicPr>
          <p:cNvPr id="6" name="Picture 1"/>
          <p:cNvPicPr>
            <a:picLocks noChangeAspect="1" noChangeArrowheads="1"/>
          </p:cNvPicPr>
          <p:nvPr>
            <p:custDataLst>
              <p:tags r:id="rId4"/>
            </p:custDataLst>
          </p:nvPr>
        </p:nvPicPr>
        <p:blipFill>
          <a:blip r:embed="rId5">
            <a:extLst>
              <a:ext uri="{28A0092B-C50C-407E-A947-70E740481C1C}">
                <a14:useLocalDpi xmlns:a14="http://schemas.microsoft.com/office/drawing/2010/main" val="0"/>
              </a:ext>
            </a:extLst>
          </a:blip>
          <a:srcRect/>
          <a:stretch>
            <a:fillRect/>
          </a:stretch>
        </p:blipFill>
        <p:spPr bwMode="auto">
          <a:xfrm>
            <a:off x="8289290" y="1708785"/>
            <a:ext cx="2823210" cy="25476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1"/>
          <p:cNvPicPr>
            <a:picLocks noChangeAspect="1" noChangeArrowheads="1"/>
          </p:cNvPicPr>
          <p:nvPr>
            <p:custDataLst>
              <p:tags r:id="rId6"/>
            </p:custDataLst>
          </p:nvPr>
        </p:nvPicPr>
        <p:blipFill>
          <a:blip r:embed="rId7">
            <a:extLst>
              <a:ext uri="{28A0092B-C50C-407E-A947-70E740481C1C}">
                <a14:useLocalDpi xmlns:a14="http://schemas.microsoft.com/office/drawing/2010/main" val="0"/>
              </a:ext>
            </a:extLst>
          </a:blip>
          <a:srcRect/>
          <a:stretch>
            <a:fillRect/>
          </a:stretch>
        </p:blipFill>
        <p:spPr bwMode="auto">
          <a:xfrm>
            <a:off x="8352155" y="4681855"/>
            <a:ext cx="2380615" cy="18199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p:cNvSpPr/>
          <p:nvPr>
            <p:custDataLst>
              <p:tags r:id="rId8"/>
            </p:custDataLst>
          </p:nvPr>
        </p:nvSpPr>
        <p:spPr>
          <a:xfrm>
            <a:off x="8712200" y="1390015"/>
            <a:ext cx="2001520" cy="337185"/>
          </a:xfrm>
          <a:prstGeom prst="rect">
            <a:avLst/>
          </a:prstGeom>
          <a:solidFill>
            <a:srgbClr val="000000">
              <a:alpha val="0"/>
            </a:srgbClr>
          </a:solidFill>
        </p:spPr>
        <p:style>
          <a:lnRef idx="1">
            <a:schemeClr val="accent1"/>
          </a:lnRef>
          <a:fillRef idx="3">
            <a:schemeClr val="accent1"/>
          </a:fillRef>
          <a:effectRef idx="2">
            <a:schemeClr val="accent1"/>
          </a:effectRef>
          <a:fontRef idx="minor">
            <a:schemeClr val="lt1"/>
          </a:fontRef>
        </p:style>
        <p:txBody>
          <a:bodyPr wrap="square">
            <a:spAutoFit/>
          </a:bodyPr>
          <a:lstStyle/>
          <a:p>
            <a:r>
              <a:rPr lang="zh-CN" altLang="en-US" sz="1600" b="1" dirty="0">
                <a:solidFill>
                  <a:schemeClr val="bg2">
                    <a:lumMod val="50000"/>
                  </a:schemeClr>
                </a:solidFill>
                <a:latin typeface="微软雅黑" panose="020B0503020204020204" pitchFamily="34" charset="-122"/>
                <a:ea typeface="微软雅黑" panose="020B0503020204020204" pitchFamily="34" charset="-122"/>
              </a:rPr>
              <a:t>概念数据模型</a:t>
            </a:r>
            <a:endParaRPr lang="zh-CN" altLang="en-US" sz="1600" b="1" dirty="0">
              <a:solidFill>
                <a:schemeClr val="bg2">
                  <a:lumMod val="50000"/>
                </a:schemeClr>
              </a:solidFill>
              <a:latin typeface="微软雅黑" panose="020B0503020204020204" pitchFamily="34" charset="-122"/>
              <a:ea typeface="微软雅黑" panose="020B0503020204020204" pitchFamily="34" charset="-122"/>
            </a:endParaRPr>
          </a:p>
        </p:txBody>
      </p:sp>
      <p:sp>
        <p:nvSpPr>
          <p:cNvPr id="9" name="矩形 8"/>
          <p:cNvSpPr/>
          <p:nvPr>
            <p:custDataLst>
              <p:tags r:id="rId9"/>
            </p:custDataLst>
          </p:nvPr>
        </p:nvSpPr>
        <p:spPr>
          <a:xfrm>
            <a:off x="8641715" y="4396105"/>
            <a:ext cx="2001520" cy="368300"/>
          </a:xfrm>
          <a:prstGeom prst="rect">
            <a:avLst/>
          </a:prstGeom>
          <a:solidFill>
            <a:srgbClr val="000000">
              <a:alpha val="0"/>
            </a:srgbClr>
          </a:solidFill>
        </p:spPr>
        <p:style>
          <a:lnRef idx="1">
            <a:schemeClr val="accent1"/>
          </a:lnRef>
          <a:fillRef idx="3">
            <a:schemeClr val="accent1"/>
          </a:fillRef>
          <a:effectRef idx="2">
            <a:schemeClr val="accent1"/>
          </a:effectRef>
          <a:fontRef idx="minor">
            <a:schemeClr val="lt1"/>
          </a:fontRef>
        </p:style>
        <p:txBody>
          <a:bodyPr vertOverflow="overflow" horzOverflow="overflow" vert="horz" wrap="square" numCol="1" spcCol="0" rtlCol="0" fromWordArt="0" anchor="ctr" anchorCtr="0" forceAA="0" compatLnSpc="1">
            <a:spAutoFit/>
          </a:bodyPr>
          <a:lstStyle/>
          <a:p>
            <a:pPr lvl="0" algn="l">
              <a:buClrTx/>
              <a:buSzTx/>
              <a:buFontTx/>
            </a:pPr>
            <a:r>
              <a:rPr lang="zh-CN" altLang="en-US" sz="1600" b="1" dirty="0">
                <a:solidFill>
                  <a:schemeClr val="bg2">
                    <a:lumMod val="50000"/>
                  </a:schemeClr>
                </a:solidFill>
                <a:latin typeface="微软雅黑" panose="020B0503020204020204" pitchFamily="34" charset="-122"/>
                <a:ea typeface="微软雅黑" panose="020B0503020204020204" pitchFamily="34" charset="-122"/>
                <a:sym typeface="+mn-ea"/>
              </a:rPr>
              <a:t>逻辑数据模型</a:t>
            </a:r>
            <a:endParaRPr lang="zh-CN" altLang="en-US" sz="1600" b="1" dirty="0">
              <a:solidFill>
                <a:schemeClr val="bg2">
                  <a:lumMod val="50000"/>
                </a:schemeClr>
              </a:solidFill>
              <a:latin typeface="微软雅黑" panose="020B0503020204020204" pitchFamily="34" charset="-122"/>
              <a:ea typeface="微软雅黑" panose="020B0503020204020204" pitchFamily="34" charset="-122"/>
              <a:sym typeface="+mn-ea"/>
            </a:endParaRPr>
          </a:p>
        </p:txBody>
      </p:sp>
      <p:sp>
        <p:nvSpPr>
          <p:cNvPr id="3" name="矩形 2"/>
          <p:cNvSpPr/>
          <p:nvPr>
            <p:custDataLst>
              <p:tags r:id="rId10"/>
            </p:custDataLst>
          </p:nvPr>
        </p:nvSpPr>
        <p:spPr>
          <a:xfrm>
            <a:off x="767080" y="1496695"/>
            <a:ext cx="7077710" cy="337185"/>
          </a:xfrm>
          <a:prstGeom prst="rect">
            <a:avLst/>
          </a:prstGeom>
        </p:spPr>
        <p:txBody>
          <a:bodyPr wrap="square">
            <a:spAutoFit/>
          </a:bodyPr>
          <a:lstStyle/>
          <a:p>
            <a:r>
              <a:rPr lang="zh-CN" altLang="en-US" sz="1600" b="1" dirty="0">
                <a:solidFill>
                  <a:schemeClr val="tx1"/>
                </a:solidFill>
                <a:latin typeface="微软雅黑" panose="020B0503020204020204" pitchFamily="34" charset="-122"/>
                <a:ea typeface="微软雅黑" panose="020B0503020204020204" pitchFamily="34" charset="-122"/>
              </a:rPr>
              <a:t>企业应维护一套企业数据模型，作为各项目建设的参考数据模型</a:t>
            </a:r>
            <a:endParaRPr lang="zh-CN" altLang="en-US" sz="1600" b="1" dirty="0">
              <a:solidFill>
                <a:schemeClr val="tx1"/>
              </a:solidFill>
              <a:latin typeface="微软雅黑" panose="020B0503020204020204" pitchFamily="34" charset="-122"/>
              <a:ea typeface="微软雅黑" panose="020B0503020204020204" pitchFamily="34" charset="-122"/>
            </a:endParaRPr>
          </a:p>
        </p:txBody>
      </p:sp>
      <p:sp>
        <p:nvSpPr>
          <p:cNvPr id="17" name="标题 16"/>
          <p:cNvSpPr>
            <a:spLocks noGrp="1"/>
          </p:cNvSpPr>
          <p:nvPr>
            <p:ph type="title"/>
            <p:custDataLst>
              <p:tags r:id="rId11"/>
            </p:custDataLst>
          </p:nvPr>
        </p:nvSpPr>
        <p:spPr/>
        <p:txBody>
          <a:bodyPr vert="horz" lIns="91440" tIns="45720" rIns="91440" bIns="45720" rtlCol="0" anchor="ctr">
            <a:normAutofit/>
          </a:bodyPr>
          <a:p>
            <a:pPr lvl="0" algn="l">
              <a:buClrTx/>
              <a:buSzTx/>
              <a:buFontTx/>
            </a:pPr>
            <a:r>
              <a:rPr lang="zh-CN" altLang="en-US" smtClean="0">
                <a:sym typeface="+mn-ea"/>
              </a:rPr>
              <a:t>示例：企业数据模型</a:t>
            </a:r>
            <a:endParaRPr lang="zh-CN" altLang="en-US" smtClean="0">
              <a:sym typeface="+mn-ea"/>
            </a:endParaRPr>
          </a:p>
        </p:txBody>
      </p:sp>
    </p:spTree>
    <p:custDataLst>
      <p:tags r:id="rId12"/>
    </p:custData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4"/>
          <p:cNvSpPr>
            <a:spLocks noGrp="1"/>
          </p:cNvSpPr>
          <p:nvPr>
            <p:custDataLst>
              <p:tags r:id="rId1"/>
            </p:custDataLst>
          </p:nvPr>
        </p:nvSpPr>
        <p:spPr>
          <a:xfrm>
            <a:off x="10134600" y="6607175"/>
            <a:ext cx="533400" cy="244475"/>
          </a:xfrm>
          <a:prstGeom prst="rect">
            <a:avLst/>
          </a:prstGeom>
        </p:spPr>
        <p:txBody>
          <a:bodyPr vert="horz" lIns="91440" tIns="45720" rIns="91440" bIns="45720" rtlCol="0" anchor="ctr"/>
          <a:lstStyle>
            <a:defPPr>
              <a:defRPr lang="zh-CN"/>
            </a:defPPr>
            <a:lvl1pPr marL="0" algn="l" defTabSz="914400" rtl="0" eaLnBrk="1" latinLnBrk="0" hangingPunct="1">
              <a:defRPr lang="en-US" altLang="zh-CN" sz="1000" kern="1200" baseline="0" smtClean="0">
                <a:solidFill>
                  <a:srgbClr val="666666"/>
                </a:solidFill>
                <a:latin typeface="微软雅黑" panose="020B0503020204020204" pitchFamily="34" charset="-122"/>
                <a:ea typeface="微软雅黑" panose="020B0503020204020204" pitchFamily="34" charset="-122"/>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874E8E66-71D6-45D4-A3A2-5B086109405E}" type="slidenum">
              <a:rPr lang="en-US" altLang="zh-CN" smtClean="0">
                <a:solidFill>
                  <a:schemeClr val="tx1"/>
                </a:solidFill>
              </a:rPr>
            </a:fld>
            <a:endParaRPr lang="en-US" altLang="zh-CN" dirty="0" smtClean="0">
              <a:solidFill>
                <a:schemeClr val="tx1"/>
              </a:solidFill>
            </a:endParaRPr>
          </a:p>
        </p:txBody>
      </p:sp>
      <p:pic>
        <p:nvPicPr>
          <p:cNvPr id="8" name="Picture 1"/>
          <p:cNvPicPr>
            <a:picLocks noChangeAspect="1" noChangeArrowheads="1"/>
          </p:cNvPicPr>
          <p:nvPr>
            <p:custDataLst>
              <p:tags r:id="rId2"/>
            </p:custDataLst>
          </p:nvPr>
        </p:nvPicPr>
        <p:blipFill>
          <a:blip r:embed="rId3">
            <a:extLst>
              <a:ext uri="{28A0092B-C50C-407E-A947-70E740481C1C}">
                <a14:useLocalDpi xmlns:a14="http://schemas.microsoft.com/office/drawing/2010/main" val="0"/>
              </a:ext>
            </a:extLst>
          </a:blip>
          <a:srcRect/>
          <a:stretch>
            <a:fillRect/>
          </a:stretch>
        </p:blipFill>
        <p:spPr bwMode="auto">
          <a:xfrm>
            <a:off x="1074420" y="2140585"/>
            <a:ext cx="10086975" cy="441515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矩形 1"/>
          <p:cNvSpPr/>
          <p:nvPr>
            <p:custDataLst>
              <p:tags r:id="rId4"/>
            </p:custDataLst>
          </p:nvPr>
        </p:nvSpPr>
        <p:spPr>
          <a:xfrm>
            <a:off x="1991544" y="1189323"/>
            <a:ext cx="7488832" cy="887730"/>
          </a:xfrm>
          <a:prstGeom prst="rect">
            <a:avLst/>
          </a:prstGeom>
        </p:spPr>
        <p:txBody>
          <a:bodyPr wrap="square">
            <a:spAutoFit/>
          </a:bodyPr>
          <a:lstStyle/>
          <a:p>
            <a:pPr marL="285750" indent="-285750">
              <a:spcBef>
                <a:spcPts val="1890"/>
              </a:spcBef>
              <a:buFont typeface="Arial" panose="020B0604020202020204" pitchFamily="34" charset="0"/>
              <a:buChar char="•"/>
            </a:pPr>
            <a:r>
              <a:rPr lang="zh-CN" altLang="en-US" dirty="0">
                <a:solidFill>
                  <a:schemeClr val="tx1"/>
                </a:solidFill>
              </a:rPr>
              <a:t>使用</a:t>
            </a:r>
            <a:r>
              <a:rPr lang="en-US" altLang="zh-CN" dirty="0">
                <a:solidFill>
                  <a:schemeClr val="tx1"/>
                </a:solidFill>
              </a:rPr>
              <a:t>CRUD</a:t>
            </a:r>
            <a:r>
              <a:rPr lang="zh-CN" altLang="en-US" dirty="0">
                <a:solidFill>
                  <a:schemeClr val="tx1"/>
                </a:solidFill>
              </a:rPr>
              <a:t>矩阵记录数据在企业不同领域的采集、流动、使用</a:t>
            </a:r>
            <a:endParaRPr lang="en-US" altLang="zh-CN" dirty="0">
              <a:solidFill>
                <a:schemeClr val="tx1"/>
              </a:solidFill>
            </a:endParaRPr>
          </a:p>
          <a:p>
            <a:pPr marL="285750" indent="-285750">
              <a:spcBef>
                <a:spcPts val="1890"/>
              </a:spcBef>
              <a:buFont typeface="Arial" panose="020B0604020202020204" pitchFamily="34" charset="0"/>
              <a:buChar char="•"/>
            </a:pPr>
            <a:r>
              <a:rPr lang="zh-CN" altLang="en-US" dirty="0">
                <a:solidFill>
                  <a:schemeClr val="tx1"/>
                </a:solidFill>
              </a:rPr>
              <a:t>企业架构的核心环节，但往往被忽视</a:t>
            </a:r>
            <a:endParaRPr lang="zh-CN" altLang="en-US" dirty="0">
              <a:solidFill>
                <a:schemeClr val="tx1"/>
              </a:solidFill>
            </a:endParaRPr>
          </a:p>
        </p:txBody>
      </p:sp>
      <p:sp>
        <p:nvSpPr>
          <p:cNvPr id="14" name="标题 13"/>
          <p:cNvSpPr>
            <a:spLocks noGrp="1"/>
          </p:cNvSpPr>
          <p:nvPr>
            <p:ph type="title"/>
            <p:custDataLst>
              <p:tags r:id="rId5"/>
            </p:custDataLst>
          </p:nvPr>
        </p:nvSpPr>
        <p:spPr/>
        <p:txBody>
          <a:bodyPr vert="horz" lIns="91440" tIns="45720" rIns="91440" bIns="45720" rtlCol="0" anchor="ctr">
            <a:normAutofit/>
          </a:bodyPr>
          <a:p>
            <a:pPr lvl="0" algn="l">
              <a:buClrTx/>
              <a:buSzTx/>
              <a:buFontTx/>
            </a:pPr>
            <a:r>
              <a:rPr lang="zh-CN" altLang="en-US" smtClean="0">
                <a:sym typeface="+mn-ea"/>
              </a:rPr>
              <a:t>示例：信息价值链分析</a:t>
            </a:r>
            <a:endParaRPr lang="zh-CN" altLang="en-US" smtClean="0">
              <a:sym typeface="+mn-ea"/>
            </a:endParaRPr>
          </a:p>
        </p:txBody>
      </p:sp>
    </p:spTree>
    <p:custDataLst>
      <p:tags r:id="rId6"/>
    </p:custData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a:spLocks noGrp="1"/>
          </p:cNvSpPr>
          <p:nvPr>
            <p:custDataLst>
              <p:tags r:id="rId1"/>
            </p:custDataLst>
          </p:nvPr>
        </p:nvSpPr>
        <p:spPr>
          <a:xfrm>
            <a:off x="782320" y="351155"/>
            <a:ext cx="8716010" cy="563245"/>
          </a:xfrm>
          <a:prstGeom prst="rect">
            <a:avLst/>
          </a:prstGeom>
        </p:spPr>
        <p:txBody>
          <a:bodyPr vert="horz" wrap="square" lIns="91440" tIns="45720" rIns="91440" bIns="45720" numCol="0" rtlCol="0" anchor="ctr" anchorCtr="0" compatLnSpc="0">
            <a:noAutofit/>
          </a:bodyPr>
          <a:lstStyle>
            <a:lvl1pPr algn="l" rtl="0" eaLnBrk="1" fontAlgn="base" hangingPunct="1">
              <a:spcBef>
                <a:spcPct val="0"/>
              </a:spcBef>
              <a:spcAft>
                <a:spcPct val="0"/>
              </a:spcAft>
              <a:defRPr sz="2400" b="1">
                <a:solidFill>
                  <a:srgbClr val="0070C0"/>
                </a:solidFill>
                <a:latin typeface="微软雅黑" panose="020B0503020204020204" pitchFamily="34" charset="-122"/>
                <a:ea typeface="微软雅黑" panose="020B0503020204020204" pitchFamily="34" charset="-122"/>
                <a:cs typeface="微软雅黑" panose="020B0503020204020204" pitchFamily="34" charset="-122"/>
              </a:defRPr>
            </a:lvl1pPr>
            <a:lvl2pPr algn="l" rtl="0" eaLnBrk="1" fontAlgn="base" hangingPunct="1">
              <a:spcBef>
                <a:spcPct val="0"/>
              </a:spcBef>
              <a:spcAft>
                <a:spcPct val="0"/>
              </a:spcAft>
              <a:defRPr sz="2800" b="1">
                <a:solidFill>
                  <a:srgbClr val="000000"/>
                </a:solidFill>
                <a:latin typeface="微软雅黑" panose="020B0503020204020204" pitchFamily="34" charset="-122"/>
                <a:ea typeface="微软雅黑" panose="020B0503020204020204" pitchFamily="34" charset="-122"/>
                <a:cs typeface="MS PGothic" panose="020B0600070205080204" charset="-128"/>
              </a:defRPr>
            </a:lvl2pPr>
            <a:lvl3pPr algn="l" rtl="0" eaLnBrk="1" fontAlgn="base" hangingPunct="1">
              <a:spcBef>
                <a:spcPct val="0"/>
              </a:spcBef>
              <a:spcAft>
                <a:spcPct val="0"/>
              </a:spcAft>
              <a:defRPr sz="2800" b="1">
                <a:solidFill>
                  <a:srgbClr val="000000"/>
                </a:solidFill>
                <a:latin typeface="微软雅黑" panose="020B0503020204020204" pitchFamily="34" charset="-122"/>
                <a:ea typeface="微软雅黑" panose="020B0503020204020204" pitchFamily="34" charset="-122"/>
                <a:cs typeface="MS PGothic" panose="020B0600070205080204" charset="-128"/>
              </a:defRPr>
            </a:lvl3pPr>
            <a:lvl4pPr algn="l" rtl="0" eaLnBrk="1" fontAlgn="base" hangingPunct="1">
              <a:spcBef>
                <a:spcPct val="0"/>
              </a:spcBef>
              <a:spcAft>
                <a:spcPct val="0"/>
              </a:spcAft>
              <a:defRPr sz="2800" b="1">
                <a:solidFill>
                  <a:srgbClr val="000000"/>
                </a:solidFill>
                <a:latin typeface="微软雅黑" panose="020B0503020204020204" pitchFamily="34" charset="-122"/>
                <a:ea typeface="微软雅黑" panose="020B0503020204020204" pitchFamily="34" charset="-122"/>
                <a:cs typeface="MS PGothic" panose="020B0600070205080204" charset="-128"/>
              </a:defRPr>
            </a:lvl4pPr>
            <a:lvl5pPr algn="l" rtl="0" eaLnBrk="1" fontAlgn="base" hangingPunct="1">
              <a:spcBef>
                <a:spcPct val="0"/>
              </a:spcBef>
              <a:spcAft>
                <a:spcPct val="0"/>
              </a:spcAft>
              <a:defRPr sz="2800" b="1">
                <a:solidFill>
                  <a:srgbClr val="000000"/>
                </a:solidFill>
                <a:latin typeface="微软雅黑" panose="020B0503020204020204" pitchFamily="34" charset="-122"/>
                <a:ea typeface="微软雅黑" panose="020B0503020204020204" pitchFamily="34" charset="-122"/>
                <a:cs typeface="MS PGothic" panose="020B0600070205080204" charset="-128"/>
              </a:defRPr>
            </a:lvl5pPr>
            <a:lvl6pPr marL="457200" algn="l" rtl="0" eaLnBrk="1" fontAlgn="base" hangingPunct="1">
              <a:spcBef>
                <a:spcPct val="0"/>
              </a:spcBef>
              <a:spcAft>
                <a:spcPct val="0"/>
              </a:spcAft>
              <a:defRPr sz="3200" b="1">
                <a:solidFill>
                  <a:srgbClr val="000000"/>
                </a:solidFill>
                <a:latin typeface="Verdana" panose="020B0604030504040204" pitchFamily="34" charset="0"/>
              </a:defRPr>
            </a:lvl6pPr>
            <a:lvl7pPr marL="914400" algn="l" rtl="0" eaLnBrk="1" fontAlgn="base" hangingPunct="1">
              <a:spcBef>
                <a:spcPct val="0"/>
              </a:spcBef>
              <a:spcAft>
                <a:spcPct val="0"/>
              </a:spcAft>
              <a:defRPr sz="3200" b="1">
                <a:solidFill>
                  <a:srgbClr val="000000"/>
                </a:solidFill>
                <a:latin typeface="Verdana" panose="020B0604030504040204" pitchFamily="34" charset="0"/>
              </a:defRPr>
            </a:lvl7pPr>
            <a:lvl8pPr marL="1371600" algn="l" rtl="0" eaLnBrk="1" fontAlgn="base" hangingPunct="1">
              <a:spcBef>
                <a:spcPct val="0"/>
              </a:spcBef>
              <a:spcAft>
                <a:spcPct val="0"/>
              </a:spcAft>
              <a:defRPr sz="3200" b="1">
                <a:solidFill>
                  <a:srgbClr val="000000"/>
                </a:solidFill>
                <a:latin typeface="Verdana" panose="020B0604030504040204" pitchFamily="34" charset="0"/>
              </a:defRPr>
            </a:lvl8pPr>
            <a:lvl9pPr marL="1828800" algn="l" rtl="0" eaLnBrk="1" fontAlgn="base" hangingPunct="1">
              <a:spcBef>
                <a:spcPct val="0"/>
              </a:spcBef>
              <a:spcAft>
                <a:spcPct val="0"/>
              </a:spcAft>
              <a:defRPr sz="3200" b="1">
                <a:solidFill>
                  <a:srgbClr val="000000"/>
                </a:solidFill>
                <a:latin typeface="Verdana" panose="020B0604030504040204" pitchFamily="34" charset="0"/>
              </a:defRPr>
            </a:lvl9pPr>
          </a:lstStyle>
          <a:p>
            <a:pPr lvl="0" algn="l" defTabSz="685800" fontAlgn="auto">
              <a:lnSpc>
                <a:spcPct val="90000"/>
              </a:lnSpc>
              <a:buClrTx/>
              <a:buSzTx/>
              <a:buFontTx/>
            </a:pPr>
            <a:r>
              <a:rPr lang="zh-CN" altLang="en-US" sz="2300" smtClean="0">
                <a:solidFill>
                  <a:schemeClr val="accent6">
                    <a:lumMod val="39309"/>
                  </a:schemeClr>
                </a:solidFill>
                <a:effectLst>
                  <a:outerShdw>
                    <a:srgbClr val="FFFFFF"/>
                  </a:outerShdw>
                </a:effectLst>
                <a:uFill>
                  <a:solidFill>
                    <a:srgbClr val="0059FA">
                      <a:lumMod val="50000"/>
                    </a:srgbClr>
                  </a:solidFill>
                </a:uFill>
                <a:latin typeface="+mj-lt"/>
                <a:ea typeface="+mj-ea"/>
                <a:cs typeface="+mj-cs"/>
                <a:sym typeface="+mn-ea"/>
              </a:rPr>
              <a:t>数据标准：</a:t>
            </a:r>
            <a:br>
              <a:rPr lang="zh-CN" altLang="en-US" sz="2300" smtClean="0">
                <a:solidFill>
                  <a:schemeClr val="accent6">
                    <a:lumMod val="39309"/>
                  </a:schemeClr>
                </a:solidFill>
                <a:effectLst>
                  <a:outerShdw>
                    <a:srgbClr val="FFFFFF"/>
                  </a:outerShdw>
                </a:effectLst>
                <a:uFill>
                  <a:solidFill>
                    <a:srgbClr val="0059FA">
                      <a:lumMod val="50000"/>
                    </a:srgbClr>
                  </a:solidFill>
                </a:uFill>
                <a:latin typeface="+mj-lt"/>
                <a:ea typeface="+mj-ea"/>
                <a:cs typeface="+mj-cs"/>
                <a:sym typeface="+mn-ea"/>
              </a:rPr>
            </a:br>
            <a:r>
              <a:rPr lang="zh-CN" altLang="en-US" sz="2300" smtClean="0">
                <a:solidFill>
                  <a:schemeClr val="accent6">
                    <a:lumMod val="39309"/>
                  </a:schemeClr>
                </a:solidFill>
                <a:effectLst>
                  <a:outerShdw>
                    <a:srgbClr val="FFFFFF"/>
                  </a:outerShdw>
                </a:effectLst>
                <a:uFill>
                  <a:solidFill>
                    <a:srgbClr val="0059FA">
                      <a:lumMod val="50000"/>
                    </a:srgbClr>
                  </a:solidFill>
                </a:uFill>
                <a:latin typeface="+mj-lt"/>
                <a:ea typeface="+mj-ea"/>
                <a:cs typeface="+mj-cs"/>
                <a:sym typeface="+mn-ea"/>
              </a:rPr>
              <a:t>从数据模型出发，延伸到不同粒度的数据标准</a:t>
            </a:r>
            <a:endParaRPr lang="zh-CN" altLang="en-US" sz="2300" smtClean="0">
              <a:solidFill>
                <a:schemeClr val="accent6">
                  <a:lumMod val="39309"/>
                </a:schemeClr>
              </a:solidFill>
              <a:effectLst>
                <a:outerShdw>
                  <a:srgbClr val="FFFFFF"/>
                </a:outerShdw>
              </a:effectLst>
              <a:uFill>
                <a:solidFill>
                  <a:srgbClr val="0059FA">
                    <a:lumMod val="50000"/>
                  </a:srgbClr>
                </a:solidFill>
              </a:uFill>
              <a:latin typeface="+mj-lt"/>
              <a:ea typeface="+mj-ea"/>
              <a:cs typeface="+mj-cs"/>
              <a:sym typeface="+mn-ea"/>
            </a:endParaRPr>
          </a:p>
        </p:txBody>
      </p:sp>
      <p:sp>
        <p:nvSpPr>
          <p:cNvPr id="3" name="内容占位符 5"/>
          <p:cNvSpPr>
            <a:spLocks noGrp="1"/>
          </p:cNvSpPr>
          <p:nvPr>
            <p:custDataLst>
              <p:tags r:id="rId2"/>
            </p:custDataLst>
          </p:nvPr>
        </p:nvSpPr>
        <p:spPr>
          <a:xfrm>
            <a:off x="782320" y="1219200"/>
            <a:ext cx="4860925" cy="5105400"/>
          </a:xfrm>
          <a:prstGeom prst="rect">
            <a:avLst/>
          </a:prstGeom>
          <a:noFill/>
          <a:ln>
            <a:noFill/>
          </a:ln>
        </p:spPr>
        <p:txBody>
          <a:bodyPr vert="horz" wrap="square" lIns="91440" tIns="45720" rIns="91440" bIns="45720" numCol="1" anchor="t" anchorCtr="0" compatLnSpc="1"/>
          <a:lstStyle>
            <a:lvl1pPr marL="342900" indent="-342900" algn="l" rtl="0" eaLnBrk="1" fontAlgn="base" hangingPunct="1">
              <a:spcBef>
                <a:spcPct val="20000"/>
              </a:spcBef>
              <a:spcAft>
                <a:spcPct val="0"/>
              </a:spcAft>
              <a:buClr>
                <a:schemeClr val="tx1"/>
              </a:buClr>
              <a:buFont typeface="Wingdings" panose="05000000000000000000" pitchFamily="2" charset="2"/>
              <a:buChar char="v"/>
              <a:defRPr sz="2000" b="1">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defRPr>
            </a:lvl1pPr>
            <a:lvl2pPr marL="742950" indent="-285750" algn="l" rtl="0" eaLnBrk="1" fontAlgn="base" hangingPunct="1">
              <a:spcBef>
                <a:spcPct val="20000"/>
              </a:spcBef>
              <a:spcAft>
                <a:spcPct val="0"/>
              </a:spcAft>
              <a:buFont typeface="Wingdings" panose="05000000000000000000" pitchFamily="2" charset="2"/>
              <a:buChar char="§"/>
              <a:defRPr sz="2000">
                <a:solidFill>
                  <a:schemeClr val="bg1">
                    <a:lumMod val="50000"/>
                  </a:schemeClr>
                </a:solidFill>
                <a:latin typeface="微软雅黑" panose="020B0503020204020204" pitchFamily="34" charset="-122"/>
                <a:ea typeface="微软雅黑" panose="020B0503020204020204" pitchFamily="34" charset="-122"/>
              </a:defRPr>
            </a:lvl2pPr>
            <a:lvl3pPr marL="1143000" indent="-228600" algn="l" rtl="0" eaLnBrk="1" fontAlgn="base" hangingPunct="1">
              <a:spcBef>
                <a:spcPct val="20000"/>
              </a:spcBef>
              <a:spcAft>
                <a:spcPct val="0"/>
              </a:spcAft>
              <a:buChar char="•"/>
              <a:defRPr sz="1800">
                <a:solidFill>
                  <a:schemeClr val="bg1">
                    <a:lumMod val="50000"/>
                  </a:schemeClr>
                </a:solidFill>
                <a:latin typeface="微软雅黑" panose="020B0503020204020204" pitchFamily="34" charset="-122"/>
                <a:ea typeface="微软雅黑" panose="020B0503020204020204" pitchFamily="34" charset="-122"/>
              </a:defRPr>
            </a:lvl3pPr>
            <a:lvl4pPr marL="1600200" indent="-228600" algn="l" rtl="0" eaLnBrk="1" fontAlgn="base" hangingPunct="1">
              <a:spcBef>
                <a:spcPct val="20000"/>
              </a:spcBef>
              <a:spcAft>
                <a:spcPct val="0"/>
              </a:spcAft>
              <a:buChar char="–"/>
              <a:defRPr sz="1600">
                <a:solidFill>
                  <a:schemeClr val="bg1">
                    <a:lumMod val="50000"/>
                  </a:schemeClr>
                </a:solidFill>
                <a:latin typeface="微软雅黑" panose="020B0503020204020204" pitchFamily="34" charset="-122"/>
                <a:ea typeface="微软雅黑" panose="020B0503020204020204" pitchFamily="34" charset="-122"/>
              </a:defRPr>
            </a:lvl4pPr>
            <a:lvl5pPr marL="2057400" indent="-228600" algn="l" rtl="0" eaLnBrk="1" fontAlgn="base" hangingPunct="1">
              <a:spcBef>
                <a:spcPct val="20000"/>
              </a:spcBef>
              <a:spcAft>
                <a:spcPct val="0"/>
              </a:spcAft>
              <a:buChar char="»"/>
              <a:defRPr sz="1600">
                <a:solidFill>
                  <a:schemeClr val="bg1">
                    <a:lumMod val="50000"/>
                  </a:schemeClr>
                </a:solidFill>
                <a:latin typeface="微软雅黑" panose="020B0503020204020204" pitchFamily="34" charset="-122"/>
                <a:ea typeface="微软雅黑" panose="020B0503020204020204" pitchFamily="34" charset="-122"/>
              </a:defRPr>
            </a:lvl5pPr>
            <a:lvl6pPr marL="2514600" indent="-228600" algn="l" rtl="0" eaLnBrk="1" fontAlgn="base" hangingPunct="1">
              <a:spcBef>
                <a:spcPct val="20000"/>
              </a:spcBef>
              <a:spcAft>
                <a:spcPct val="0"/>
              </a:spcAft>
              <a:buChar char="»"/>
              <a:defRPr sz="2000">
                <a:solidFill>
                  <a:schemeClr val="tx1"/>
                </a:solidFill>
                <a:latin typeface="Arial" panose="020B0604020202020204" pitchFamily="34" charset="0"/>
              </a:defRPr>
            </a:lvl6pPr>
            <a:lvl7pPr marL="2971800" indent="-228600" algn="l" rtl="0" eaLnBrk="1" fontAlgn="base" hangingPunct="1">
              <a:spcBef>
                <a:spcPct val="20000"/>
              </a:spcBef>
              <a:spcAft>
                <a:spcPct val="0"/>
              </a:spcAft>
              <a:buChar char="»"/>
              <a:defRPr sz="2000">
                <a:solidFill>
                  <a:schemeClr val="tx1"/>
                </a:solidFill>
                <a:latin typeface="Arial" panose="020B0604020202020204" pitchFamily="34" charset="0"/>
              </a:defRPr>
            </a:lvl7pPr>
            <a:lvl8pPr marL="3429000" indent="-228600" algn="l" rtl="0" eaLnBrk="1" fontAlgn="base" hangingPunct="1">
              <a:spcBef>
                <a:spcPct val="20000"/>
              </a:spcBef>
              <a:spcAft>
                <a:spcPct val="0"/>
              </a:spcAft>
              <a:buChar char="»"/>
              <a:defRPr sz="2000">
                <a:solidFill>
                  <a:schemeClr val="tx1"/>
                </a:solidFill>
                <a:latin typeface="Arial" panose="020B0604020202020204" pitchFamily="34" charset="0"/>
              </a:defRPr>
            </a:lvl8pPr>
            <a:lvl9pPr marL="3886200" indent="-228600" algn="l" rtl="0" eaLnBrk="1" fontAlgn="base" hangingPunct="1">
              <a:spcBef>
                <a:spcPct val="20000"/>
              </a:spcBef>
              <a:spcAft>
                <a:spcPct val="0"/>
              </a:spcAft>
              <a:buChar char="»"/>
              <a:defRPr sz="2000">
                <a:solidFill>
                  <a:schemeClr val="tx1"/>
                </a:solidFill>
                <a:latin typeface="Arial" panose="020B0604020202020204" pitchFamily="34" charset="0"/>
              </a:defRPr>
            </a:lvl9pPr>
          </a:lstStyle>
          <a:p>
            <a:endParaRPr lang="en-US" altLang="zh-CN" sz="1300" dirty="0">
              <a:solidFill>
                <a:schemeClr val="tx1">
                  <a:lumMod val="50000"/>
                  <a:lumOff val="50000"/>
                </a:schemeClr>
              </a:solidFill>
              <a:latin typeface="+mn-lt"/>
              <a:ea typeface="+mn-ea"/>
            </a:endParaRPr>
          </a:p>
          <a:p>
            <a:endParaRPr lang="en-US" altLang="zh-CN" sz="1300" dirty="0">
              <a:solidFill>
                <a:schemeClr val="tx1">
                  <a:lumMod val="50000"/>
                  <a:lumOff val="50000"/>
                </a:schemeClr>
              </a:solidFill>
              <a:latin typeface="+mn-lt"/>
              <a:ea typeface="+mn-ea"/>
            </a:endParaRPr>
          </a:p>
          <a:p>
            <a:endParaRPr lang="en-US" altLang="zh-CN" sz="1300" dirty="0">
              <a:solidFill>
                <a:schemeClr val="tx1">
                  <a:lumMod val="50000"/>
                  <a:lumOff val="50000"/>
                </a:schemeClr>
              </a:solidFill>
              <a:latin typeface="+mn-lt"/>
              <a:ea typeface="+mn-ea"/>
            </a:endParaRPr>
          </a:p>
          <a:p>
            <a:r>
              <a:rPr lang="zh-CN" altLang="en-US" sz="1400" dirty="0">
                <a:solidFill>
                  <a:schemeClr val="tx1"/>
                </a:solidFill>
                <a:cs typeface="微软雅黑" panose="020B0503020204020204" pitchFamily="34" charset="-122"/>
              </a:rPr>
              <a:t>业务术语标准化：</a:t>
            </a:r>
            <a:endParaRPr lang="en-US" altLang="zh-CN" sz="1400" dirty="0">
              <a:solidFill>
                <a:schemeClr val="tx1"/>
              </a:solidFill>
              <a:cs typeface="微软雅黑" panose="020B0503020204020204" pitchFamily="34" charset="-122"/>
            </a:endParaRPr>
          </a:p>
          <a:p>
            <a:pPr lvl="1"/>
            <a:r>
              <a:rPr lang="zh-CN" altLang="en-US" sz="1400" dirty="0">
                <a:solidFill>
                  <a:schemeClr val="tx1"/>
                </a:solidFill>
                <a:cs typeface="微软雅黑" panose="020B0503020204020204" pitchFamily="34" charset="-122"/>
              </a:rPr>
              <a:t>业务概念、业务含义</a:t>
            </a:r>
            <a:endParaRPr lang="en-US" altLang="zh-CN" sz="1400" dirty="0">
              <a:solidFill>
                <a:schemeClr val="tx1"/>
              </a:solidFill>
              <a:cs typeface="微软雅黑" panose="020B0503020204020204" pitchFamily="34" charset="-122"/>
            </a:endParaRPr>
          </a:p>
          <a:p>
            <a:pPr lvl="1"/>
            <a:r>
              <a:rPr lang="zh-CN" altLang="en-US" sz="1400" dirty="0">
                <a:solidFill>
                  <a:schemeClr val="tx1"/>
                </a:solidFill>
                <a:cs typeface="微软雅黑" panose="020B0503020204020204" pitchFamily="34" charset="-122"/>
              </a:rPr>
              <a:t>举例：客户、用户</a:t>
            </a:r>
            <a:endParaRPr lang="en-US" altLang="zh-CN" sz="1400" dirty="0">
              <a:solidFill>
                <a:schemeClr val="tx1"/>
              </a:solidFill>
              <a:cs typeface="微软雅黑" panose="020B0503020204020204" pitchFamily="34" charset="-122"/>
            </a:endParaRPr>
          </a:p>
          <a:p>
            <a:r>
              <a:rPr lang="zh-CN" altLang="en-US" sz="1400" dirty="0">
                <a:solidFill>
                  <a:schemeClr val="tx1"/>
                </a:solidFill>
                <a:cs typeface="微软雅黑" panose="020B0503020204020204" pitchFamily="34" charset="-122"/>
              </a:rPr>
              <a:t>指标标准化：</a:t>
            </a:r>
            <a:endParaRPr lang="en-US" altLang="zh-CN" sz="1400" dirty="0">
              <a:solidFill>
                <a:schemeClr val="tx1"/>
              </a:solidFill>
              <a:cs typeface="微软雅黑" panose="020B0503020204020204" pitchFamily="34" charset="-122"/>
            </a:endParaRPr>
          </a:p>
          <a:p>
            <a:pPr lvl="1"/>
            <a:r>
              <a:rPr lang="zh-CN" altLang="en-US" sz="1400" dirty="0">
                <a:solidFill>
                  <a:schemeClr val="tx1"/>
                </a:solidFill>
                <a:cs typeface="微软雅黑" panose="020B0503020204020204" pitchFamily="34" charset="-122"/>
              </a:rPr>
              <a:t>名称、含义、口径、计算逻辑、来源</a:t>
            </a:r>
            <a:r>
              <a:rPr lang="en-US" altLang="zh-CN" sz="1400" dirty="0">
                <a:solidFill>
                  <a:schemeClr val="tx1"/>
                </a:solidFill>
                <a:cs typeface="微软雅黑" panose="020B0503020204020204" pitchFamily="34" charset="-122"/>
              </a:rPr>
              <a:t>…</a:t>
            </a:r>
            <a:endParaRPr lang="en-US" altLang="zh-CN" sz="1400" dirty="0">
              <a:solidFill>
                <a:schemeClr val="tx1"/>
              </a:solidFill>
              <a:cs typeface="微软雅黑" panose="020B0503020204020204" pitchFamily="34" charset="-122"/>
            </a:endParaRPr>
          </a:p>
          <a:p>
            <a:pPr lvl="1"/>
            <a:r>
              <a:rPr lang="zh-CN" altLang="en-US" sz="1400" dirty="0">
                <a:solidFill>
                  <a:schemeClr val="tx1"/>
                </a:solidFill>
                <a:cs typeface="微软雅黑" panose="020B0503020204020204" pitchFamily="34" charset="-122"/>
              </a:rPr>
              <a:t>举例：营业收入 </a:t>
            </a:r>
            <a:r>
              <a:rPr lang="en-US" altLang="zh-CN" sz="1400" dirty="0">
                <a:solidFill>
                  <a:schemeClr val="tx1"/>
                </a:solidFill>
                <a:cs typeface="微软雅黑" panose="020B0503020204020204" pitchFamily="34" charset="-122"/>
              </a:rPr>
              <a:t>vs </a:t>
            </a:r>
            <a:r>
              <a:rPr lang="zh-CN" altLang="en-US" sz="1400" dirty="0">
                <a:solidFill>
                  <a:schemeClr val="tx1"/>
                </a:solidFill>
                <a:cs typeface="微软雅黑" panose="020B0503020204020204" pitchFamily="34" charset="-122"/>
              </a:rPr>
              <a:t>销售收入</a:t>
            </a:r>
            <a:endParaRPr lang="en-US" altLang="zh-CN" sz="1400" dirty="0">
              <a:solidFill>
                <a:schemeClr val="tx1"/>
              </a:solidFill>
              <a:cs typeface="微软雅黑" panose="020B0503020204020204" pitchFamily="34" charset="-122"/>
            </a:endParaRPr>
          </a:p>
          <a:p>
            <a:r>
              <a:rPr lang="zh-CN" altLang="en-US" sz="1400" dirty="0">
                <a:solidFill>
                  <a:schemeClr val="tx1"/>
                </a:solidFill>
                <a:cs typeface="微软雅黑" panose="020B0503020204020204" pitchFamily="34" charset="-122"/>
              </a:rPr>
              <a:t>数据模型标准化：</a:t>
            </a:r>
            <a:endParaRPr lang="en-US" altLang="zh-CN" sz="1400" dirty="0">
              <a:solidFill>
                <a:schemeClr val="tx1"/>
              </a:solidFill>
              <a:cs typeface="微软雅黑" panose="020B0503020204020204" pitchFamily="34" charset="-122"/>
            </a:endParaRPr>
          </a:p>
          <a:p>
            <a:pPr lvl="1"/>
            <a:r>
              <a:rPr lang="zh-CN" altLang="en-US" sz="1400" dirty="0">
                <a:solidFill>
                  <a:schemeClr val="tx1"/>
                </a:solidFill>
                <a:cs typeface="微软雅黑" panose="020B0503020204020204" pitchFamily="34" charset="-122"/>
              </a:rPr>
              <a:t>核心业务对象：员工，客户，产品，地址</a:t>
            </a:r>
            <a:r>
              <a:rPr lang="en-US" altLang="zh-CN" sz="1400" dirty="0">
                <a:solidFill>
                  <a:schemeClr val="tx1"/>
                </a:solidFill>
                <a:cs typeface="微软雅黑" panose="020B0503020204020204" pitchFamily="34" charset="-122"/>
              </a:rPr>
              <a:t>…</a:t>
            </a:r>
            <a:endParaRPr lang="en-US" altLang="zh-CN" sz="1400" dirty="0">
              <a:solidFill>
                <a:schemeClr val="tx1"/>
              </a:solidFill>
              <a:cs typeface="微软雅黑" panose="020B0503020204020204" pitchFamily="34" charset="-122"/>
            </a:endParaRPr>
          </a:p>
          <a:p>
            <a:pPr lvl="1"/>
            <a:r>
              <a:rPr lang="zh-CN" altLang="en-US" sz="1400" dirty="0">
                <a:solidFill>
                  <a:schemeClr val="tx1"/>
                </a:solidFill>
                <a:cs typeface="微软雅黑" panose="020B0503020204020204" pitchFamily="34" charset="-122"/>
              </a:rPr>
              <a:t>举例：员工（员工号，部门号，姓名，性别，电话</a:t>
            </a:r>
            <a:r>
              <a:rPr lang="en-US" altLang="zh-CN" sz="1400" dirty="0">
                <a:solidFill>
                  <a:schemeClr val="tx1"/>
                </a:solidFill>
                <a:cs typeface="微软雅黑" panose="020B0503020204020204" pitchFamily="34" charset="-122"/>
              </a:rPr>
              <a:t>…</a:t>
            </a:r>
            <a:r>
              <a:rPr lang="zh-CN" altLang="en-US" sz="1400" dirty="0">
                <a:solidFill>
                  <a:schemeClr val="tx1"/>
                </a:solidFill>
                <a:cs typeface="微软雅黑" panose="020B0503020204020204" pitchFamily="34" charset="-122"/>
              </a:rPr>
              <a:t>）</a:t>
            </a:r>
            <a:endParaRPr lang="en-US" altLang="zh-CN" sz="1400" dirty="0">
              <a:solidFill>
                <a:schemeClr val="tx1"/>
              </a:solidFill>
              <a:cs typeface="微软雅黑" panose="020B0503020204020204" pitchFamily="34" charset="-122"/>
            </a:endParaRPr>
          </a:p>
          <a:p>
            <a:r>
              <a:rPr lang="zh-CN" altLang="en-US" sz="1400" dirty="0">
                <a:solidFill>
                  <a:schemeClr val="tx1"/>
                </a:solidFill>
                <a:cs typeface="微软雅黑" panose="020B0503020204020204" pitchFamily="34" charset="-122"/>
              </a:rPr>
              <a:t>数据元素标准化：</a:t>
            </a:r>
            <a:endParaRPr lang="en-US" altLang="zh-CN" sz="1400" dirty="0">
              <a:solidFill>
                <a:schemeClr val="tx1"/>
              </a:solidFill>
              <a:cs typeface="微软雅黑" panose="020B0503020204020204" pitchFamily="34" charset="-122"/>
            </a:endParaRPr>
          </a:p>
          <a:p>
            <a:pPr lvl="1"/>
            <a:r>
              <a:rPr lang="zh-CN" altLang="en-US" sz="1400" dirty="0">
                <a:solidFill>
                  <a:schemeClr val="tx1"/>
                </a:solidFill>
                <a:cs typeface="微软雅黑" panose="020B0503020204020204" pitchFamily="34" charset="-122"/>
              </a:rPr>
              <a:t>数据库字段：最小的数据粒度</a:t>
            </a:r>
            <a:endParaRPr lang="en-US" altLang="zh-CN" sz="1400" dirty="0">
              <a:solidFill>
                <a:schemeClr val="tx1"/>
              </a:solidFill>
              <a:cs typeface="微软雅黑" panose="020B0503020204020204" pitchFamily="34" charset="-122"/>
            </a:endParaRPr>
          </a:p>
          <a:p>
            <a:pPr lvl="1"/>
            <a:r>
              <a:rPr lang="zh-CN" altLang="en-US" sz="1400" dirty="0">
                <a:solidFill>
                  <a:schemeClr val="tx1"/>
                </a:solidFill>
                <a:cs typeface="微软雅黑" panose="020B0503020204020204" pitchFamily="34" charset="-122"/>
              </a:rPr>
              <a:t>举例：身份证号码（中文名称，英文名称，数据类型，长度，有效取值</a:t>
            </a:r>
            <a:r>
              <a:rPr lang="en-US" altLang="zh-CN" sz="1400" dirty="0">
                <a:solidFill>
                  <a:schemeClr val="tx1"/>
                </a:solidFill>
                <a:cs typeface="微软雅黑" panose="020B0503020204020204" pitchFamily="34" charset="-122"/>
              </a:rPr>
              <a:t>…</a:t>
            </a:r>
            <a:r>
              <a:rPr lang="zh-CN" altLang="en-US" sz="1400" dirty="0">
                <a:solidFill>
                  <a:schemeClr val="tx1"/>
                </a:solidFill>
                <a:cs typeface="微软雅黑" panose="020B0503020204020204" pitchFamily="34" charset="-122"/>
              </a:rPr>
              <a:t>）</a:t>
            </a:r>
            <a:endParaRPr lang="en-US" altLang="zh-CN" sz="1400" dirty="0">
              <a:solidFill>
                <a:schemeClr val="tx1"/>
              </a:solidFill>
              <a:cs typeface="微软雅黑" panose="020B0503020204020204" pitchFamily="34" charset="-122"/>
            </a:endParaRPr>
          </a:p>
          <a:p>
            <a:r>
              <a:rPr lang="zh-CN" altLang="en-US" sz="1400" dirty="0">
                <a:solidFill>
                  <a:schemeClr val="tx1"/>
                </a:solidFill>
                <a:cs typeface="微软雅黑" panose="020B0503020204020204" pitchFamily="34" charset="-122"/>
              </a:rPr>
              <a:t>参考数据标准化：</a:t>
            </a:r>
            <a:endParaRPr lang="en-US" altLang="zh-CN" sz="1400" dirty="0">
              <a:solidFill>
                <a:schemeClr val="tx1"/>
              </a:solidFill>
              <a:cs typeface="微软雅黑" panose="020B0503020204020204" pitchFamily="34" charset="-122"/>
            </a:endParaRPr>
          </a:p>
          <a:p>
            <a:pPr lvl="1"/>
            <a:r>
              <a:rPr lang="zh-CN" altLang="en-US" sz="1400" dirty="0">
                <a:solidFill>
                  <a:schemeClr val="tx1"/>
                </a:solidFill>
                <a:cs typeface="微软雅黑" panose="020B0503020204020204" pitchFamily="34" charset="-122"/>
              </a:rPr>
              <a:t>对某个数据元素的取值定义</a:t>
            </a:r>
            <a:endParaRPr lang="en-US" altLang="zh-CN" sz="1400" dirty="0">
              <a:solidFill>
                <a:schemeClr val="tx1"/>
              </a:solidFill>
              <a:cs typeface="微软雅黑" panose="020B0503020204020204" pitchFamily="34" charset="-122"/>
            </a:endParaRPr>
          </a:p>
          <a:p>
            <a:pPr lvl="1"/>
            <a:r>
              <a:rPr lang="zh-CN" altLang="en-US" sz="1400" dirty="0">
                <a:solidFill>
                  <a:schemeClr val="tx1"/>
                </a:solidFill>
                <a:cs typeface="微软雅黑" panose="020B0503020204020204" pitchFamily="34" charset="-122"/>
              </a:rPr>
              <a:t>举例：订单状态：已提交，已处理，退回，关闭</a:t>
            </a:r>
            <a:r>
              <a:rPr lang="en-US" altLang="zh-CN" sz="1300" dirty="0">
                <a:solidFill>
                  <a:schemeClr val="tx1">
                    <a:lumMod val="50000"/>
                    <a:lumOff val="50000"/>
                  </a:schemeClr>
                </a:solidFill>
                <a:latin typeface="+mn-lt"/>
                <a:ea typeface="+mn-ea"/>
              </a:rPr>
              <a:t>…</a:t>
            </a:r>
            <a:endParaRPr lang="en-US" altLang="zh-CN" sz="1300" dirty="0">
              <a:solidFill>
                <a:schemeClr val="tx1">
                  <a:lumMod val="50000"/>
                  <a:lumOff val="50000"/>
                </a:schemeClr>
              </a:solidFill>
              <a:latin typeface="+mn-lt"/>
              <a:ea typeface="+mn-ea"/>
            </a:endParaRPr>
          </a:p>
        </p:txBody>
      </p:sp>
      <p:grpSp>
        <p:nvGrpSpPr>
          <p:cNvPr id="7" name="组合 6"/>
          <p:cNvGrpSpPr/>
          <p:nvPr/>
        </p:nvGrpSpPr>
        <p:grpSpPr>
          <a:xfrm>
            <a:off x="6778625" y="1977245"/>
            <a:ext cx="5034280" cy="4449590"/>
            <a:chOff x="10675" y="1843"/>
            <a:chExt cx="7928" cy="8279"/>
          </a:xfrm>
        </p:grpSpPr>
        <p:grpSp>
          <p:nvGrpSpPr>
            <p:cNvPr id="8" name="组合 443"/>
            <p:cNvGrpSpPr/>
            <p:nvPr/>
          </p:nvGrpSpPr>
          <p:grpSpPr bwMode="auto">
            <a:xfrm>
              <a:off x="10780" y="2678"/>
              <a:ext cx="3840" cy="3074"/>
              <a:chOff x="6661958" y="6001562"/>
              <a:chExt cx="1071570" cy="1071570"/>
            </a:xfrm>
          </p:grpSpPr>
          <p:sp>
            <p:nvSpPr>
              <p:cNvPr id="9" name="圆角矩形 442"/>
              <p:cNvSpPr>
                <a:spLocks noChangeArrowheads="1"/>
              </p:cNvSpPr>
              <p:nvPr>
                <p:custDataLst>
                  <p:tags r:id="rId3"/>
                </p:custDataLst>
              </p:nvPr>
            </p:nvSpPr>
            <p:spPr bwMode="auto">
              <a:xfrm>
                <a:off x="6661958" y="6001562"/>
                <a:ext cx="1071570" cy="1071570"/>
              </a:xfrm>
              <a:prstGeom prst="roundRect">
                <a:avLst>
                  <a:gd name="adj" fmla="val 7509"/>
                </a:avLst>
              </a:prstGeom>
              <a:solidFill>
                <a:schemeClr val="bg1"/>
              </a:solidFill>
              <a:ln w="9525" algn="ctr">
                <a:solidFill>
                  <a:schemeClr val="tx1"/>
                </a:solidFill>
                <a:round/>
              </a:ln>
            </p:spPr>
            <p:txBody>
              <a:bodyPr anchor="ctr"/>
              <a:lstStyle>
                <a:lvl1pPr defTabSz="916305" eaLnBrk="0" hangingPunct="0">
                  <a:defRPr>
                    <a:solidFill>
                      <a:schemeClr val="tx1"/>
                    </a:solidFill>
                    <a:latin typeface="Arial" panose="020B0604020202020204" pitchFamily="34" charset="0"/>
                    <a:ea typeface="宋体" panose="02010600030101010101" pitchFamily="2" charset="-122"/>
                  </a:defRPr>
                </a:lvl1pPr>
                <a:lvl2pPr marL="742950" indent="-285750" defTabSz="916305" eaLnBrk="0" hangingPunct="0">
                  <a:defRPr>
                    <a:solidFill>
                      <a:schemeClr val="tx1"/>
                    </a:solidFill>
                    <a:latin typeface="Arial" panose="020B0604020202020204" pitchFamily="34" charset="0"/>
                    <a:ea typeface="宋体" panose="02010600030101010101" pitchFamily="2" charset="-122"/>
                  </a:defRPr>
                </a:lvl2pPr>
                <a:lvl3pPr marL="1143000" indent="-228600" defTabSz="916305" eaLnBrk="0" hangingPunct="0">
                  <a:defRPr>
                    <a:solidFill>
                      <a:schemeClr val="tx1"/>
                    </a:solidFill>
                    <a:latin typeface="Arial" panose="020B0604020202020204" pitchFamily="34" charset="0"/>
                    <a:ea typeface="宋体" panose="02010600030101010101" pitchFamily="2" charset="-122"/>
                  </a:defRPr>
                </a:lvl3pPr>
                <a:lvl4pPr marL="1600200" indent="-228600" defTabSz="916305" eaLnBrk="0" hangingPunct="0">
                  <a:defRPr>
                    <a:solidFill>
                      <a:schemeClr val="tx1"/>
                    </a:solidFill>
                    <a:latin typeface="Arial" panose="020B0604020202020204" pitchFamily="34" charset="0"/>
                    <a:ea typeface="宋体" panose="02010600030101010101" pitchFamily="2" charset="-122"/>
                  </a:defRPr>
                </a:lvl4pPr>
                <a:lvl5pPr marL="2057400" indent="-228600" defTabSz="916305" eaLnBrk="0" hangingPunct="0">
                  <a:defRPr>
                    <a:solidFill>
                      <a:schemeClr val="tx1"/>
                    </a:solidFill>
                    <a:latin typeface="Arial" panose="020B0604020202020204" pitchFamily="34" charset="0"/>
                    <a:ea typeface="宋体" panose="02010600030101010101" pitchFamily="2" charset="-122"/>
                  </a:defRPr>
                </a:lvl5pPr>
                <a:lvl6pPr marL="2514600" indent="-228600" defTabSz="91630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91630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91630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916305"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solidFill>
                    <a:schemeClr val="tx1"/>
                  </a:solidFill>
                  <a:latin typeface="+mn-lt"/>
                  <a:ea typeface="+mn-ea"/>
                </a:endParaRPr>
              </a:p>
            </p:txBody>
          </p:sp>
          <p:grpSp>
            <p:nvGrpSpPr>
              <p:cNvPr id="10" name="组合 404"/>
              <p:cNvGrpSpPr/>
              <p:nvPr/>
            </p:nvGrpSpPr>
            <p:grpSpPr bwMode="auto">
              <a:xfrm>
                <a:off x="6733405" y="6144430"/>
                <a:ext cx="928695" cy="857255"/>
                <a:chOff x="7393091" y="4535327"/>
                <a:chExt cx="749820" cy="630710"/>
              </a:xfrm>
            </p:grpSpPr>
            <p:grpSp>
              <p:nvGrpSpPr>
                <p:cNvPr id="11" name="Group 276"/>
                <p:cNvGrpSpPr/>
                <p:nvPr/>
              </p:nvGrpSpPr>
              <p:grpSpPr bwMode="auto">
                <a:xfrm>
                  <a:off x="7393091" y="4535327"/>
                  <a:ext cx="552260" cy="378930"/>
                  <a:chOff x="1374" y="1943"/>
                  <a:chExt cx="394" cy="222"/>
                </a:xfrm>
              </p:grpSpPr>
              <p:sp>
                <p:nvSpPr>
                  <p:cNvPr id="29" name="Rectangle 277"/>
                  <p:cNvSpPr>
                    <a:spLocks noChangeArrowheads="1"/>
                  </p:cNvSpPr>
                  <p:nvPr>
                    <p:custDataLst>
                      <p:tags r:id="rId4"/>
                    </p:custDataLst>
                  </p:nvPr>
                </p:nvSpPr>
                <p:spPr bwMode="auto">
                  <a:xfrm>
                    <a:off x="1374" y="2034"/>
                    <a:ext cx="77" cy="46"/>
                  </a:xfrm>
                  <a:prstGeom prst="rect">
                    <a:avLst/>
                  </a:prstGeom>
                </p:spPr>
                <p:style>
                  <a:lnRef idx="1">
                    <a:schemeClr val="accent1"/>
                  </a:lnRef>
                  <a:fillRef idx="2">
                    <a:schemeClr val="accent1"/>
                  </a:fillRef>
                  <a:effectRef idx="1">
                    <a:schemeClr val="accent1"/>
                  </a:effectRef>
                  <a:fontRef idx="minor">
                    <a:schemeClr val="dk1"/>
                  </a:fontRef>
                </p:style>
                <p:txBody>
                  <a:bodyPr wrap="none" anchor="ctr"/>
                  <a:lstStyle/>
                  <a:p>
                    <a:pPr>
                      <a:defRPr/>
                    </a:pPr>
                    <a:endParaRPr kumimoji="1" lang="zh-CN" altLang="en-US" sz="900">
                      <a:solidFill>
                        <a:schemeClr val="tx1"/>
                      </a:solidFill>
                      <a:latin typeface="华文细黑" panose="02010600040101010101" pitchFamily="2" charset="-122"/>
                      <a:ea typeface="华文细黑" panose="02010600040101010101" pitchFamily="2" charset="-122"/>
                    </a:endParaRPr>
                  </a:p>
                </p:txBody>
              </p:sp>
              <p:grpSp>
                <p:nvGrpSpPr>
                  <p:cNvPr id="30" name="Group 278"/>
                  <p:cNvGrpSpPr/>
                  <p:nvPr/>
                </p:nvGrpSpPr>
                <p:grpSpPr bwMode="auto">
                  <a:xfrm>
                    <a:off x="1509" y="1970"/>
                    <a:ext cx="124" cy="195"/>
                    <a:chOff x="2755" y="2340"/>
                    <a:chExt cx="124" cy="195"/>
                  </a:xfrm>
                </p:grpSpPr>
                <p:sp>
                  <p:nvSpPr>
                    <p:cNvPr id="40" name="Rectangle 279"/>
                    <p:cNvSpPr>
                      <a:spLocks noChangeArrowheads="1"/>
                    </p:cNvSpPr>
                    <p:nvPr>
                      <p:custDataLst>
                        <p:tags r:id="rId5"/>
                      </p:custDataLst>
                    </p:nvPr>
                  </p:nvSpPr>
                  <p:spPr bwMode="auto">
                    <a:xfrm>
                      <a:off x="2755" y="2340"/>
                      <a:ext cx="124" cy="195"/>
                    </a:xfrm>
                    <a:prstGeom prst="rect">
                      <a:avLst/>
                    </a:prstGeom>
                  </p:spPr>
                  <p:style>
                    <a:lnRef idx="1">
                      <a:schemeClr val="accent1"/>
                    </a:lnRef>
                    <a:fillRef idx="2">
                      <a:schemeClr val="accent1"/>
                    </a:fillRef>
                    <a:effectRef idx="1">
                      <a:schemeClr val="accent1"/>
                    </a:effectRef>
                    <a:fontRef idx="minor">
                      <a:schemeClr val="dk1"/>
                    </a:fontRef>
                  </p:style>
                  <p:txBody>
                    <a:bodyPr wrap="none" anchor="ctr"/>
                    <a:lstStyle/>
                    <a:p>
                      <a:pPr>
                        <a:defRPr/>
                      </a:pPr>
                      <a:endParaRPr kumimoji="1" lang="zh-CN" altLang="en-US" sz="900">
                        <a:solidFill>
                          <a:schemeClr val="tx1"/>
                        </a:solidFill>
                        <a:latin typeface="华文细黑" panose="02010600040101010101" pitchFamily="2" charset="-122"/>
                        <a:ea typeface="华文细黑" panose="02010600040101010101" pitchFamily="2" charset="-122"/>
                      </a:endParaRPr>
                    </a:p>
                  </p:txBody>
                </p:sp>
                <p:sp>
                  <p:nvSpPr>
                    <p:cNvPr id="41" name="Line 280"/>
                    <p:cNvSpPr>
                      <a:spLocks noChangeShapeType="1"/>
                    </p:cNvSpPr>
                    <p:nvPr>
                      <p:custDataLst>
                        <p:tags r:id="rId6"/>
                      </p:custDataLst>
                    </p:nvPr>
                  </p:nvSpPr>
                  <p:spPr bwMode="auto">
                    <a:xfrm flipV="1">
                      <a:off x="2793" y="2394"/>
                      <a:ext cx="71" cy="2"/>
                    </a:xfrm>
                    <a:prstGeom prst="line">
                      <a:avLst/>
                    </a:prstGeom>
                  </p:spPr>
                  <p:style>
                    <a:lnRef idx="1">
                      <a:schemeClr val="accent1"/>
                    </a:lnRef>
                    <a:fillRef idx="2">
                      <a:schemeClr val="accent1"/>
                    </a:fillRef>
                    <a:effectRef idx="1">
                      <a:schemeClr val="accent1"/>
                    </a:effectRef>
                    <a:fontRef idx="minor">
                      <a:schemeClr val="dk1"/>
                    </a:fontRef>
                  </p:style>
                  <p:txBody>
                    <a:bodyPr anchor="ctr"/>
                    <a:lstStyle/>
                    <a:p>
                      <a:pPr>
                        <a:defRPr/>
                      </a:pPr>
                      <a:endParaRPr lang="zh-CN" altLang="en-US">
                        <a:solidFill>
                          <a:schemeClr val="tx1"/>
                        </a:solidFill>
                      </a:endParaRPr>
                    </a:p>
                  </p:txBody>
                </p:sp>
                <p:sp>
                  <p:nvSpPr>
                    <p:cNvPr id="42" name="Line 281"/>
                    <p:cNvSpPr>
                      <a:spLocks noChangeShapeType="1"/>
                    </p:cNvSpPr>
                    <p:nvPr>
                      <p:custDataLst>
                        <p:tags r:id="rId7"/>
                      </p:custDataLst>
                    </p:nvPr>
                  </p:nvSpPr>
                  <p:spPr bwMode="auto">
                    <a:xfrm>
                      <a:off x="2793" y="2423"/>
                      <a:ext cx="77" cy="0"/>
                    </a:xfrm>
                    <a:prstGeom prst="line">
                      <a:avLst/>
                    </a:prstGeom>
                  </p:spPr>
                  <p:style>
                    <a:lnRef idx="1">
                      <a:schemeClr val="accent1"/>
                    </a:lnRef>
                    <a:fillRef idx="2">
                      <a:schemeClr val="accent1"/>
                    </a:fillRef>
                    <a:effectRef idx="1">
                      <a:schemeClr val="accent1"/>
                    </a:effectRef>
                    <a:fontRef idx="minor">
                      <a:schemeClr val="dk1"/>
                    </a:fontRef>
                  </p:style>
                  <p:txBody>
                    <a:bodyPr anchor="ctr"/>
                    <a:lstStyle/>
                    <a:p>
                      <a:pPr>
                        <a:defRPr/>
                      </a:pPr>
                      <a:endParaRPr lang="zh-CN" altLang="en-US">
                        <a:solidFill>
                          <a:schemeClr val="tx1"/>
                        </a:solidFill>
                      </a:endParaRPr>
                    </a:p>
                  </p:txBody>
                </p:sp>
                <p:sp>
                  <p:nvSpPr>
                    <p:cNvPr id="43" name="Line 282"/>
                    <p:cNvSpPr>
                      <a:spLocks noChangeShapeType="1"/>
                    </p:cNvSpPr>
                    <p:nvPr>
                      <p:custDataLst>
                        <p:tags r:id="rId8"/>
                      </p:custDataLst>
                    </p:nvPr>
                  </p:nvSpPr>
                  <p:spPr bwMode="auto">
                    <a:xfrm>
                      <a:off x="2779" y="2453"/>
                      <a:ext cx="77" cy="0"/>
                    </a:xfrm>
                    <a:prstGeom prst="line">
                      <a:avLst/>
                    </a:prstGeom>
                  </p:spPr>
                  <p:style>
                    <a:lnRef idx="1">
                      <a:schemeClr val="accent1"/>
                    </a:lnRef>
                    <a:fillRef idx="2">
                      <a:schemeClr val="accent1"/>
                    </a:fillRef>
                    <a:effectRef idx="1">
                      <a:schemeClr val="accent1"/>
                    </a:effectRef>
                    <a:fontRef idx="minor">
                      <a:schemeClr val="dk1"/>
                    </a:fontRef>
                  </p:style>
                  <p:txBody>
                    <a:bodyPr anchor="ctr"/>
                    <a:lstStyle/>
                    <a:p>
                      <a:pPr>
                        <a:defRPr/>
                      </a:pPr>
                      <a:endParaRPr lang="zh-CN" altLang="en-US">
                        <a:solidFill>
                          <a:schemeClr val="tx1"/>
                        </a:solidFill>
                      </a:endParaRPr>
                    </a:p>
                  </p:txBody>
                </p:sp>
                <p:sp>
                  <p:nvSpPr>
                    <p:cNvPr id="44" name="Line 283"/>
                    <p:cNvSpPr>
                      <a:spLocks noChangeShapeType="1"/>
                    </p:cNvSpPr>
                    <p:nvPr>
                      <p:custDataLst>
                        <p:tags r:id="rId9"/>
                      </p:custDataLst>
                    </p:nvPr>
                  </p:nvSpPr>
                  <p:spPr bwMode="auto">
                    <a:xfrm>
                      <a:off x="2779" y="2469"/>
                      <a:ext cx="77" cy="0"/>
                    </a:xfrm>
                    <a:prstGeom prst="line">
                      <a:avLst/>
                    </a:prstGeom>
                  </p:spPr>
                  <p:style>
                    <a:lnRef idx="1">
                      <a:schemeClr val="accent1"/>
                    </a:lnRef>
                    <a:fillRef idx="2">
                      <a:schemeClr val="accent1"/>
                    </a:fillRef>
                    <a:effectRef idx="1">
                      <a:schemeClr val="accent1"/>
                    </a:effectRef>
                    <a:fontRef idx="minor">
                      <a:schemeClr val="dk1"/>
                    </a:fontRef>
                  </p:style>
                  <p:txBody>
                    <a:bodyPr anchor="ctr"/>
                    <a:lstStyle/>
                    <a:p>
                      <a:pPr>
                        <a:defRPr/>
                      </a:pPr>
                      <a:endParaRPr lang="zh-CN" altLang="en-US">
                        <a:solidFill>
                          <a:schemeClr val="tx1"/>
                        </a:solidFill>
                      </a:endParaRPr>
                    </a:p>
                  </p:txBody>
                </p:sp>
              </p:grpSp>
              <p:sp>
                <p:nvSpPr>
                  <p:cNvPr id="31" name="Rectangle 284"/>
                  <p:cNvSpPr>
                    <a:spLocks noChangeArrowheads="1"/>
                  </p:cNvSpPr>
                  <p:nvPr>
                    <p:custDataLst>
                      <p:tags r:id="rId10"/>
                    </p:custDataLst>
                  </p:nvPr>
                </p:nvSpPr>
                <p:spPr bwMode="auto">
                  <a:xfrm>
                    <a:off x="1684" y="1989"/>
                    <a:ext cx="84" cy="44"/>
                  </a:xfrm>
                  <a:prstGeom prst="rect">
                    <a:avLst/>
                  </a:prstGeom>
                </p:spPr>
                <p:style>
                  <a:lnRef idx="1">
                    <a:schemeClr val="accent1"/>
                  </a:lnRef>
                  <a:fillRef idx="2">
                    <a:schemeClr val="accent1"/>
                  </a:fillRef>
                  <a:effectRef idx="1">
                    <a:schemeClr val="accent1"/>
                  </a:effectRef>
                  <a:fontRef idx="minor">
                    <a:schemeClr val="dk1"/>
                  </a:fontRef>
                </p:style>
                <p:txBody>
                  <a:bodyPr wrap="none" anchor="ctr"/>
                  <a:lstStyle/>
                  <a:p>
                    <a:pPr>
                      <a:defRPr/>
                    </a:pPr>
                    <a:endParaRPr kumimoji="1" lang="zh-CN" altLang="en-US" sz="900">
                      <a:solidFill>
                        <a:schemeClr val="tx1"/>
                      </a:solidFill>
                      <a:latin typeface="华文细黑" panose="02010600040101010101" pitchFamily="2" charset="-122"/>
                      <a:ea typeface="华文细黑" panose="02010600040101010101" pitchFamily="2" charset="-122"/>
                    </a:endParaRPr>
                  </a:p>
                </p:txBody>
              </p:sp>
              <p:sp>
                <p:nvSpPr>
                  <p:cNvPr id="32" name="Rectangle 285"/>
                  <p:cNvSpPr>
                    <a:spLocks noChangeArrowheads="1"/>
                  </p:cNvSpPr>
                  <p:nvPr>
                    <p:custDataLst>
                      <p:tags r:id="rId11"/>
                    </p:custDataLst>
                  </p:nvPr>
                </p:nvSpPr>
                <p:spPr bwMode="auto">
                  <a:xfrm>
                    <a:off x="1684" y="2076"/>
                    <a:ext cx="77" cy="46"/>
                  </a:xfrm>
                  <a:prstGeom prst="rect">
                    <a:avLst/>
                  </a:prstGeom>
                </p:spPr>
                <p:style>
                  <a:lnRef idx="1">
                    <a:schemeClr val="accent1"/>
                  </a:lnRef>
                  <a:fillRef idx="2">
                    <a:schemeClr val="accent1"/>
                  </a:fillRef>
                  <a:effectRef idx="1">
                    <a:schemeClr val="accent1"/>
                  </a:effectRef>
                  <a:fontRef idx="minor">
                    <a:schemeClr val="dk1"/>
                  </a:fontRef>
                </p:style>
                <p:txBody>
                  <a:bodyPr wrap="none" anchor="ctr"/>
                  <a:lstStyle/>
                  <a:p>
                    <a:pPr>
                      <a:defRPr/>
                    </a:pPr>
                    <a:endParaRPr kumimoji="1" lang="zh-CN" altLang="en-US" sz="900">
                      <a:solidFill>
                        <a:schemeClr val="tx1"/>
                      </a:solidFill>
                      <a:latin typeface="华文细黑" panose="02010600040101010101" pitchFamily="2" charset="-122"/>
                      <a:ea typeface="华文细黑" panose="02010600040101010101" pitchFamily="2" charset="-122"/>
                    </a:endParaRPr>
                  </a:p>
                </p:txBody>
              </p:sp>
              <p:sp>
                <p:nvSpPr>
                  <p:cNvPr id="33" name="Rectangle 286"/>
                  <p:cNvSpPr>
                    <a:spLocks noChangeArrowheads="1"/>
                  </p:cNvSpPr>
                  <p:nvPr>
                    <p:custDataLst>
                      <p:tags r:id="rId12"/>
                    </p:custDataLst>
                  </p:nvPr>
                </p:nvSpPr>
                <p:spPr bwMode="auto">
                  <a:xfrm>
                    <a:off x="1383" y="1943"/>
                    <a:ext cx="67" cy="45"/>
                  </a:xfrm>
                  <a:prstGeom prst="rect">
                    <a:avLst/>
                  </a:prstGeom>
                </p:spPr>
                <p:style>
                  <a:lnRef idx="1">
                    <a:schemeClr val="accent1"/>
                  </a:lnRef>
                  <a:fillRef idx="2">
                    <a:schemeClr val="accent1"/>
                  </a:fillRef>
                  <a:effectRef idx="1">
                    <a:schemeClr val="accent1"/>
                  </a:effectRef>
                  <a:fontRef idx="minor">
                    <a:schemeClr val="dk1"/>
                  </a:fontRef>
                </p:style>
                <p:txBody>
                  <a:bodyPr wrap="none" anchor="ctr"/>
                  <a:lstStyle/>
                  <a:p>
                    <a:pPr>
                      <a:defRPr/>
                    </a:pPr>
                    <a:endParaRPr kumimoji="1" lang="zh-CN" altLang="en-US" sz="900">
                      <a:solidFill>
                        <a:schemeClr val="tx1"/>
                      </a:solidFill>
                      <a:latin typeface="华文细黑" panose="02010600040101010101" pitchFamily="2" charset="-122"/>
                      <a:ea typeface="华文细黑" panose="02010600040101010101" pitchFamily="2" charset="-122"/>
                    </a:endParaRPr>
                  </a:p>
                </p:txBody>
              </p:sp>
              <p:sp>
                <p:nvSpPr>
                  <p:cNvPr id="34" name="Rectangle 287"/>
                  <p:cNvSpPr>
                    <a:spLocks noChangeArrowheads="1"/>
                  </p:cNvSpPr>
                  <p:nvPr>
                    <p:custDataLst>
                      <p:tags r:id="rId13"/>
                    </p:custDataLst>
                  </p:nvPr>
                </p:nvSpPr>
                <p:spPr bwMode="auto">
                  <a:xfrm>
                    <a:off x="1375" y="2115"/>
                    <a:ext cx="77" cy="46"/>
                  </a:xfrm>
                  <a:prstGeom prst="rect">
                    <a:avLst/>
                  </a:prstGeom>
                </p:spPr>
                <p:style>
                  <a:lnRef idx="1">
                    <a:schemeClr val="accent1"/>
                  </a:lnRef>
                  <a:fillRef idx="2">
                    <a:schemeClr val="accent1"/>
                  </a:fillRef>
                  <a:effectRef idx="1">
                    <a:schemeClr val="accent1"/>
                  </a:effectRef>
                  <a:fontRef idx="minor">
                    <a:schemeClr val="dk1"/>
                  </a:fontRef>
                </p:style>
                <p:txBody>
                  <a:bodyPr wrap="none" anchor="ctr"/>
                  <a:lstStyle/>
                  <a:p>
                    <a:pPr>
                      <a:defRPr/>
                    </a:pPr>
                    <a:endParaRPr kumimoji="1" lang="zh-CN" altLang="en-US" sz="900">
                      <a:solidFill>
                        <a:schemeClr val="tx1"/>
                      </a:solidFill>
                      <a:latin typeface="华文细黑" panose="02010600040101010101" pitchFamily="2" charset="-122"/>
                      <a:ea typeface="华文细黑" panose="02010600040101010101" pitchFamily="2" charset="-122"/>
                    </a:endParaRPr>
                  </a:p>
                </p:txBody>
              </p:sp>
              <p:sp>
                <p:nvSpPr>
                  <p:cNvPr id="35" name="Line 288"/>
                  <p:cNvSpPr>
                    <a:spLocks noChangeShapeType="1"/>
                  </p:cNvSpPr>
                  <p:nvPr>
                    <p:custDataLst>
                      <p:tags r:id="rId14"/>
                    </p:custDataLst>
                  </p:nvPr>
                </p:nvSpPr>
                <p:spPr bwMode="auto">
                  <a:xfrm>
                    <a:off x="1450" y="1957"/>
                    <a:ext cx="52" cy="64"/>
                  </a:xfrm>
                  <a:prstGeom prst="line">
                    <a:avLst/>
                  </a:prstGeom>
                </p:spPr>
                <p:style>
                  <a:lnRef idx="1">
                    <a:schemeClr val="accent1"/>
                  </a:lnRef>
                  <a:fillRef idx="2">
                    <a:schemeClr val="accent1"/>
                  </a:fillRef>
                  <a:effectRef idx="1">
                    <a:schemeClr val="accent1"/>
                  </a:effectRef>
                  <a:fontRef idx="minor">
                    <a:schemeClr val="dk1"/>
                  </a:fontRef>
                </p:style>
                <p:txBody>
                  <a:bodyPr anchor="ctr"/>
                  <a:lstStyle/>
                  <a:p>
                    <a:pPr>
                      <a:defRPr/>
                    </a:pPr>
                    <a:endParaRPr lang="zh-CN" altLang="en-US">
                      <a:solidFill>
                        <a:schemeClr val="tx1"/>
                      </a:solidFill>
                    </a:endParaRPr>
                  </a:p>
                </p:txBody>
              </p:sp>
              <p:sp>
                <p:nvSpPr>
                  <p:cNvPr id="36" name="Line 289"/>
                  <p:cNvSpPr>
                    <a:spLocks noChangeShapeType="1"/>
                  </p:cNvSpPr>
                  <p:nvPr>
                    <p:custDataLst>
                      <p:tags r:id="rId15"/>
                    </p:custDataLst>
                  </p:nvPr>
                </p:nvSpPr>
                <p:spPr bwMode="auto">
                  <a:xfrm>
                    <a:off x="1450" y="2053"/>
                    <a:ext cx="65" cy="13"/>
                  </a:xfrm>
                  <a:prstGeom prst="line">
                    <a:avLst/>
                  </a:prstGeom>
                </p:spPr>
                <p:style>
                  <a:lnRef idx="1">
                    <a:schemeClr val="accent1"/>
                  </a:lnRef>
                  <a:fillRef idx="2">
                    <a:schemeClr val="accent1"/>
                  </a:fillRef>
                  <a:effectRef idx="1">
                    <a:schemeClr val="accent1"/>
                  </a:effectRef>
                  <a:fontRef idx="minor">
                    <a:schemeClr val="dk1"/>
                  </a:fontRef>
                </p:style>
                <p:txBody>
                  <a:bodyPr anchor="ctr"/>
                  <a:lstStyle/>
                  <a:p>
                    <a:pPr>
                      <a:defRPr/>
                    </a:pPr>
                    <a:endParaRPr lang="zh-CN" altLang="en-US">
                      <a:solidFill>
                        <a:schemeClr val="tx1"/>
                      </a:solidFill>
                    </a:endParaRPr>
                  </a:p>
                </p:txBody>
              </p:sp>
              <p:sp>
                <p:nvSpPr>
                  <p:cNvPr id="37" name="Line 290"/>
                  <p:cNvSpPr>
                    <a:spLocks noChangeShapeType="1"/>
                  </p:cNvSpPr>
                  <p:nvPr>
                    <p:custDataLst>
                      <p:tags r:id="rId16"/>
                    </p:custDataLst>
                  </p:nvPr>
                </p:nvSpPr>
                <p:spPr bwMode="auto">
                  <a:xfrm flipV="1">
                    <a:off x="1459" y="2115"/>
                    <a:ext cx="48" cy="42"/>
                  </a:xfrm>
                  <a:prstGeom prst="line">
                    <a:avLst/>
                  </a:prstGeom>
                </p:spPr>
                <p:style>
                  <a:lnRef idx="1">
                    <a:schemeClr val="accent1"/>
                  </a:lnRef>
                  <a:fillRef idx="2">
                    <a:schemeClr val="accent1"/>
                  </a:fillRef>
                  <a:effectRef idx="1">
                    <a:schemeClr val="accent1"/>
                  </a:effectRef>
                  <a:fontRef idx="minor">
                    <a:schemeClr val="dk1"/>
                  </a:fontRef>
                </p:style>
                <p:txBody>
                  <a:bodyPr anchor="ctr"/>
                  <a:lstStyle/>
                  <a:p>
                    <a:pPr>
                      <a:defRPr/>
                    </a:pPr>
                    <a:endParaRPr lang="zh-CN" altLang="en-US">
                      <a:solidFill>
                        <a:schemeClr val="tx1"/>
                      </a:solidFill>
                    </a:endParaRPr>
                  </a:p>
                </p:txBody>
              </p:sp>
              <p:sp>
                <p:nvSpPr>
                  <p:cNvPr id="38" name="Line 291"/>
                  <p:cNvSpPr>
                    <a:spLocks noChangeShapeType="1"/>
                  </p:cNvSpPr>
                  <p:nvPr>
                    <p:custDataLst>
                      <p:tags r:id="rId17"/>
                    </p:custDataLst>
                  </p:nvPr>
                </p:nvSpPr>
                <p:spPr bwMode="auto">
                  <a:xfrm flipV="1">
                    <a:off x="1625" y="2020"/>
                    <a:ext cx="64" cy="10"/>
                  </a:xfrm>
                  <a:prstGeom prst="line">
                    <a:avLst/>
                  </a:prstGeom>
                </p:spPr>
                <p:style>
                  <a:lnRef idx="1">
                    <a:schemeClr val="accent1"/>
                  </a:lnRef>
                  <a:fillRef idx="2">
                    <a:schemeClr val="accent1"/>
                  </a:fillRef>
                  <a:effectRef idx="1">
                    <a:schemeClr val="accent1"/>
                  </a:effectRef>
                  <a:fontRef idx="minor">
                    <a:schemeClr val="dk1"/>
                  </a:fontRef>
                </p:style>
                <p:txBody>
                  <a:bodyPr anchor="ctr"/>
                  <a:lstStyle/>
                  <a:p>
                    <a:pPr>
                      <a:defRPr/>
                    </a:pPr>
                    <a:endParaRPr lang="zh-CN" altLang="en-US">
                      <a:solidFill>
                        <a:schemeClr val="tx1"/>
                      </a:solidFill>
                    </a:endParaRPr>
                  </a:p>
                </p:txBody>
              </p:sp>
              <p:sp>
                <p:nvSpPr>
                  <p:cNvPr id="39" name="Line 292"/>
                  <p:cNvSpPr>
                    <a:spLocks noChangeShapeType="1"/>
                  </p:cNvSpPr>
                  <p:nvPr>
                    <p:custDataLst>
                      <p:tags r:id="rId18"/>
                    </p:custDataLst>
                  </p:nvPr>
                </p:nvSpPr>
                <p:spPr bwMode="auto">
                  <a:xfrm flipV="1">
                    <a:off x="1633" y="2099"/>
                    <a:ext cx="57" cy="5"/>
                  </a:xfrm>
                  <a:prstGeom prst="line">
                    <a:avLst/>
                  </a:prstGeom>
                </p:spPr>
                <p:style>
                  <a:lnRef idx="1">
                    <a:schemeClr val="accent1"/>
                  </a:lnRef>
                  <a:fillRef idx="2">
                    <a:schemeClr val="accent1"/>
                  </a:fillRef>
                  <a:effectRef idx="1">
                    <a:schemeClr val="accent1"/>
                  </a:effectRef>
                  <a:fontRef idx="minor">
                    <a:schemeClr val="dk1"/>
                  </a:fontRef>
                </p:style>
                <p:txBody>
                  <a:bodyPr anchor="ctr"/>
                  <a:lstStyle/>
                  <a:p>
                    <a:pPr>
                      <a:defRPr/>
                    </a:pPr>
                    <a:endParaRPr lang="zh-CN" altLang="en-US">
                      <a:solidFill>
                        <a:schemeClr val="tx1"/>
                      </a:solidFill>
                    </a:endParaRPr>
                  </a:p>
                </p:txBody>
              </p:sp>
            </p:grpSp>
            <p:grpSp>
              <p:nvGrpSpPr>
                <p:cNvPr id="12" name="Group 276"/>
                <p:cNvGrpSpPr/>
                <p:nvPr/>
              </p:nvGrpSpPr>
              <p:grpSpPr bwMode="auto">
                <a:xfrm>
                  <a:off x="7590651" y="4787107"/>
                  <a:ext cx="552260" cy="378930"/>
                  <a:chOff x="1374" y="1943"/>
                  <a:chExt cx="394" cy="222"/>
                </a:xfrm>
              </p:grpSpPr>
              <p:sp>
                <p:nvSpPr>
                  <p:cNvPr id="13" name="Rectangle 277"/>
                  <p:cNvSpPr>
                    <a:spLocks noChangeArrowheads="1"/>
                  </p:cNvSpPr>
                  <p:nvPr>
                    <p:custDataLst>
                      <p:tags r:id="rId19"/>
                    </p:custDataLst>
                  </p:nvPr>
                </p:nvSpPr>
                <p:spPr bwMode="auto">
                  <a:xfrm>
                    <a:off x="1374" y="2034"/>
                    <a:ext cx="77" cy="46"/>
                  </a:xfrm>
                  <a:prstGeom prst="rect">
                    <a:avLst/>
                  </a:prstGeom>
                </p:spPr>
                <p:style>
                  <a:lnRef idx="1">
                    <a:schemeClr val="accent1"/>
                  </a:lnRef>
                  <a:fillRef idx="2">
                    <a:schemeClr val="accent1"/>
                  </a:fillRef>
                  <a:effectRef idx="1">
                    <a:schemeClr val="accent1"/>
                  </a:effectRef>
                  <a:fontRef idx="minor">
                    <a:schemeClr val="dk1"/>
                  </a:fontRef>
                </p:style>
                <p:txBody>
                  <a:bodyPr wrap="none" anchor="ctr"/>
                  <a:lstStyle/>
                  <a:p>
                    <a:pPr>
                      <a:defRPr/>
                    </a:pPr>
                    <a:endParaRPr kumimoji="1" lang="zh-CN" altLang="en-US" sz="900">
                      <a:solidFill>
                        <a:schemeClr val="tx1"/>
                      </a:solidFill>
                      <a:latin typeface="华文细黑" panose="02010600040101010101" pitchFamily="2" charset="-122"/>
                      <a:ea typeface="华文细黑" panose="02010600040101010101" pitchFamily="2" charset="-122"/>
                    </a:endParaRPr>
                  </a:p>
                </p:txBody>
              </p:sp>
              <p:grpSp>
                <p:nvGrpSpPr>
                  <p:cNvPr id="14" name="Group 278"/>
                  <p:cNvGrpSpPr/>
                  <p:nvPr/>
                </p:nvGrpSpPr>
                <p:grpSpPr bwMode="auto">
                  <a:xfrm>
                    <a:off x="1509" y="1970"/>
                    <a:ext cx="124" cy="195"/>
                    <a:chOff x="2755" y="2340"/>
                    <a:chExt cx="124" cy="195"/>
                  </a:xfrm>
                </p:grpSpPr>
                <p:sp>
                  <p:nvSpPr>
                    <p:cNvPr id="24" name="Rectangle 279"/>
                    <p:cNvSpPr>
                      <a:spLocks noChangeArrowheads="1"/>
                    </p:cNvSpPr>
                    <p:nvPr>
                      <p:custDataLst>
                        <p:tags r:id="rId20"/>
                      </p:custDataLst>
                    </p:nvPr>
                  </p:nvSpPr>
                  <p:spPr bwMode="auto">
                    <a:xfrm>
                      <a:off x="2755" y="2340"/>
                      <a:ext cx="124" cy="195"/>
                    </a:xfrm>
                    <a:prstGeom prst="rect">
                      <a:avLst/>
                    </a:prstGeom>
                  </p:spPr>
                  <p:style>
                    <a:lnRef idx="1">
                      <a:schemeClr val="accent1"/>
                    </a:lnRef>
                    <a:fillRef idx="2">
                      <a:schemeClr val="accent1"/>
                    </a:fillRef>
                    <a:effectRef idx="1">
                      <a:schemeClr val="accent1"/>
                    </a:effectRef>
                    <a:fontRef idx="minor">
                      <a:schemeClr val="dk1"/>
                    </a:fontRef>
                  </p:style>
                  <p:txBody>
                    <a:bodyPr wrap="none" anchor="ctr"/>
                    <a:lstStyle/>
                    <a:p>
                      <a:pPr>
                        <a:defRPr/>
                      </a:pPr>
                      <a:endParaRPr kumimoji="1" lang="zh-CN" altLang="en-US" sz="900">
                        <a:solidFill>
                          <a:schemeClr val="tx1"/>
                        </a:solidFill>
                        <a:latin typeface="华文细黑" panose="02010600040101010101" pitchFamily="2" charset="-122"/>
                        <a:ea typeface="华文细黑" panose="02010600040101010101" pitchFamily="2" charset="-122"/>
                      </a:endParaRPr>
                    </a:p>
                  </p:txBody>
                </p:sp>
                <p:sp>
                  <p:nvSpPr>
                    <p:cNvPr id="25" name="Line 280"/>
                    <p:cNvSpPr>
                      <a:spLocks noChangeShapeType="1"/>
                    </p:cNvSpPr>
                    <p:nvPr>
                      <p:custDataLst>
                        <p:tags r:id="rId21"/>
                      </p:custDataLst>
                    </p:nvPr>
                  </p:nvSpPr>
                  <p:spPr bwMode="auto">
                    <a:xfrm flipV="1">
                      <a:off x="2793" y="2394"/>
                      <a:ext cx="71" cy="2"/>
                    </a:xfrm>
                    <a:prstGeom prst="line">
                      <a:avLst/>
                    </a:prstGeom>
                  </p:spPr>
                  <p:style>
                    <a:lnRef idx="1">
                      <a:schemeClr val="accent1"/>
                    </a:lnRef>
                    <a:fillRef idx="2">
                      <a:schemeClr val="accent1"/>
                    </a:fillRef>
                    <a:effectRef idx="1">
                      <a:schemeClr val="accent1"/>
                    </a:effectRef>
                    <a:fontRef idx="minor">
                      <a:schemeClr val="dk1"/>
                    </a:fontRef>
                  </p:style>
                  <p:txBody>
                    <a:bodyPr anchor="ctr"/>
                    <a:lstStyle/>
                    <a:p>
                      <a:pPr>
                        <a:defRPr/>
                      </a:pPr>
                      <a:endParaRPr lang="zh-CN" altLang="en-US">
                        <a:solidFill>
                          <a:schemeClr val="tx1"/>
                        </a:solidFill>
                      </a:endParaRPr>
                    </a:p>
                  </p:txBody>
                </p:sp>
                <p:sp>
                  <p:nvSpPr>
                    <p:cNvPr id="26" name="Line 281"/>
                    <p:cNvSpPr>
                      <a:spLocks noChangeShapeType="1"/>
                    </p:cNvSpPr>
                    <p:nvPr>
                      <p:custDataLst>
                        <p:tags r:id="rId22"/>
                      </p:custDataLst>
                    </p:nvPr>
                  </p:nvSpPr>
                  <p:spPr bwMode="auto">
                    <a:xfrm>
                      <a:off x="2793" y="2423"/>
                      <a:ext cx="77" cy="0"/>
                    </a:xfrm>
                    <a:prstGeom prst="line">
                      <a:avLst/>
                    </a:prstGeom>
                  </p:spPr>
                  <p:style>
                    <a:lnRef idx="1">
                      <a:schemeClr val="accent1"/>
                    </a:lnRef>
                    <a:fillRef idx="2">
                      <a:schemeClr val="accent1"/>
                    </a:fillRef>
                    <a:effectRef idx="1">
                      <a:schemeClr val="accent1"/>
                    </a:effectRef>
                    <a:fontRef idx="minor">
                      <a:schemeClr val="dk1"/>
                    </a:fontRef>
                  </p:style>
                  <p:txBody>
                    <a:bodyPr anchor="ctr"/>
                    <a:lstStyle/>
                    <a:p>
                      <a:pPr>
                        <a:defRPr/>
                      </a:pPr>
                      <a:endParaRPr lang="zh-CN" altLang="en-US">
                        <a:solidFill>
                          <a:schemeClr val="tx1"/>
                        </a:solidFill>
                      </a:endParaRPr>
                    </a:p>
                  </p:txBody>
                </p:sp>
                <p:sp>
                  <p:nvSpPr>
                    <p:cNvPr id="27" name="Line 282"/>
                    <p:cNvSpPr>
                      <a:spLocks noChangeShapeType="1"/>
                    </p:cNvSpPr>
                    <p:nvPr>
                      <p:custDataLst>
                        <p:tags r:id="rId23"/>
                      </p:custDataLst>
                    </p:nvPr>
                  </p:nvSpPr>
                  <p:spPr bwMode="auto">
                    <a:xfrm>
                      <a:off x="2779" y="2453"/>
                      <a:ext cx="77" cy="0"/>
                    </a:xfrm>
                    <a:prstGeom prst="line">
                      <a:avLst/>
                    </a:prstGeom>
                  </p:spPr>
                  <p:style>
                    <a:lnRef idx="1">
                      <a:schemeClr val="accent1"/>
                    </a:lnRef>
                    <a:fillRef idx="2">
                      <a:schemeClr val="accent1"/>
                    </a:fillRef>
                    <a:effectRef idx="1">
                      <a:schemeClr val="accent1"/>
                    </a:effectRef>
                    <a:fontRef idx="minor">
                      <a:schemeClr val="dk1"/>
                    </a:fontRef>
                  </p:style>
                  <p:txBody>
                    <a:bodyPr anchor="ctr"/>
                    <a:lstStyle/>
                    <a:p>
                      <a:pPr>
                        <a:defRPr/>
                      </a:pPr>
                      <a:endParaRPr lang="zh-CN" altLang="en-US">
                        <a:solidFill>
                          <a:schemeClr val="tx1"/>
                        </a:solidFill>
                      </a:endParaRPr>
                    </a:p>
                  </p:txBody>
                </p:sp>
                <p:sp>
                  <p:nvSpPr>
                    <p:cNvPr id="28" name="Line 283"/>
                    <p:cNvSpPr>
                      <a:spLocks noChangeShapeType="1"/>
                    </p:cNvSpPr>
                    <p:nvPr>
                      <p:custDataLst>
                        <p:tags r:id="rId24"/>
                      </p:custDataLst>
                    </p:nvPr>
                  </p:nvSpPr>
                  <p:spPr bwMode="auto">
                    <a:xfrm>
                      <a:off x="2779" y="2469"/>
                      <a:ext cx="77" cy="0"/>
                    </a:xfrm>
                    <a:prstGeom prst="line">
                      <a:avLst/>
                    </a:prstGeom>
                  </p:spPr>
                  <p:style>
                    <a:lnRef idx="1">
                      <a:schemeClr val="accent1"/>
                    </a:lnRef>
                    <a:fillRef idx="2">
                      <a:schemeClr val="accent1"/>
                    </a:fillRef>
                    <a:effectRef idx="1">
                      <a:schemeClr val="accent1"/>
                    </a:effectRef>
                    <a:fontRef idx="minor">
                      <a:schemeClr val="dk1"/>
                    </a:fontRef>
                  </p:style>
                  <p:txBody>
                    <a:bodyPr anchor="ctr"/>
                    <a:lstStyle/>
                    <a:p>
                      <a:pPr>
                        <a:defRPr/>
                      </a:pPr>
                      <a:endParaRPr lang="zh-CN" altLang="en-US">
                        <a:solidFill>
                          <a:schemeClr val="tx1"/>
                        </a:solidFill>
                      </a:endParaRPr>
                    </a:p>
                  </p:txBody>
                </p:sp>
              </p:grpSp>
              <p:sp>
                <p:nvSpPr>
                  <p:cNvPr id="15" name="Rectangle 284"/>
                  <p:cNvSpPr>
                    <a:spLocks noChangeArrowheads="1"/>
                  </p:cNvSpPr>
                  <p:nvPr>
                    <p:custDataLst>
                      <p:tags r:id="rId25"/>
                    </p:custDataLst>
                  </p:nvPr>
                </p:nvSpPr>
                <p:spPr bwMode="auto">
                  <a:xfrm>
                    <a:off x="1684" y="1989"/>
                    <a:ext cx="84" cy="44"/>
                  </a:xfrm>
                  <a:prstGeom prst="rect">
                    <a:avLst/>
                  </a:prstGeom>
                </p:spPr>
                <p:style>
                  <a:lnRef idx="1">
                    <a:schemeClr val="accent1"/>
                  </a:lnRef>
                  <a:fillRef idx="2">
                    <a:schemeClr val="accent1"/>
                  </a:fillRef>
                  <a:effectRef idx="1">
                    <a:schemeClr val="accent1"/>
                  </a:effectRef>
                  <a:fontRef idx="minor">
                    <a:schemeClr val="dk1"/>
                  </a:fontRef>
                </p:style>
                <p:txBody>
                  <a:bodyPr wrap="none" anchor="ctr"/>
                  <a:lstStyle/>
                  <a:p>
                    <a:pPr>
                      <a:defRPr/>
                    </a:pPr>
                    <a:endParaRPr kumimoji="1" lang="zh-CN" altLang="en-US" sz="900">
                      <a:solidFill>
                        <a:schemeClr val="tx1"/>
                      </a:solidFill>
                      <a:latin typeface="华文细黑" panose="02010600040101010101" pitchFamily="2" charset="-122"/>
                      <a:ea typeface="华文细黑" panose="02010600040101010101" pitchFamily="2" charset="-122"/>
                    </a:endParaRPr>
                  </a:p>
                </p:txBody>
              </p:sp>
              <p:sp>
                <p:nvSpPr>
                  <p:cNvPr id="16" name="Rectangle 285"/>
                  <p:cNvSpPr>
                    <a:spLocks noChangeArrowheads="1"/>
                  </p:cNvSpPr>
                  <p:nvPr>
                    <p:custDataLst>
                      <p:tags r:id="rId26"/>
                    </p:custDataLst>
                  </p:nvPr>
                </p:nvSpPr>
                <p:spPr bwMode="auto">
                  <a:xfrm>
                    <a:off x="1684" y="2076"/>
                    <a:ext cx="77" cy="46"/>
                  </a:xfrm>
                  <a:prstGeom prst="rect">
                    <a:avLst/>
                  </a:prstGeom>
                </p:spPr>
                <p:style>
                  <a:lnRef idx="1">
                    <a:schemeClr val="accent1"/>
                  </a:lnRef>
                  <a:fillRef idx="2">
                    <a:schemeClr val="accent1"/>
                  </a:fillRef>
                  <a:effectRef idx="1">
                    <a:schemeClr val="accent1"/>
                  </a:effectRef>
                  <a:fontRef idx="minor">
                    <a:schemeClr val="dk1"/>
                  </a:fontRef>
                </p:style>
                <p:txBody>
                  <a:bodyPr wrap="none" anchor="ctr"/>
                  <a:lstStyle/>
                  <a:p>
                    <a:pPr>
                      <a:defRPr/>
                    </a:pPr>
                    <a:endParaRPr kumimoji="1" lang="zh-CN" altLang="en-US" sz="900">
                      <a:solidFill>
                        <a:schemeClr val="tx1"/>
                      </a:solidFill>
                      <a:latin typeface="华文细黑" panose="02010600040101010101" pitchFamily="2" charset="-122"/>
                      <a:ea typeface="华文细黑" panose="02010600040101010101" pitchFamily="2" charset="-122"/>
                    </a:endParaRPr>
                  </a:p>
                </p:txBody>
              </p:sp>
              <p:sp>
                <p:nvSpPr>
                  <p:cNvPr id="17" name="Rectangle 286"/>
                  <p:cNvSpPr>
                    <a:spLocks noChangeArrowheads="1"/>
                  </p:cNvSpPr>
                  <p:nvPr>
                    <p:custDataLst>
                      <p:tags r:id="rId27"/>
                    </p:custDataLst>
                  </p:nvPr>
                </p:nvSpPr>
                <p:spPr bwMode="auto">
                  <a:xfrm>
                    <a:off x="1383" y="1943"/>
                    <a:ext cx="67" cy="45"/>
                  </a:xfrm>
                  <a:prstGeom prst="rect">
                    <a:avLst/>
                  </a:prstGeom>
                </p:spPr>
                <p:style>
                  <a:lnRef idx="1">
                    <a:schemeClr val="accent1"/>
                  </a:lnRef>
                  <a:fillRef idx="2">
                    <a:schemeClr val="accent1"/>
                  </a:fillRef>
                  <a:effectRef idx="1">
                    <a:schemeClr val="accent1"/>
                  </a:effectRef>
                  <a:fontRef idx="minor">
                    <a:schemeClr val="dk1"/>
                  </a:fontRef>
                </p:style>
                <p:txBody>
                  <a:bodyPr wrap="none" anchor="ctr"/>
                  <a:lstStyle/>
                  <a:p>
                    <a:pPr>
                      <a:defRPr/>
                    </a:pPr>
                    <a:endParaRPr kumimoji="1" lang="zh-CN" altLang="en-US" sz="900">
                      <a:solidFill>
                        <a:schemeClr val="tx1"/>
                      </a:solidFill>
                      <a:latin typeface="华文细黑" panose="02010600040101010101" pitchFamily="2" charset="-122"/>
                      <a:ea typeface="华文细黑" panose="02010600040101010101" pitchFamily="2" charset="-122"/>
                    </a:endParaRPr>
                  </a:p>
                </p:txBody>
              </p:sp>
              <p:sp>
                <p:nvSpPr>
                  <p:cNvPr id="18" name="Rectangle 287"/>
                  <p:cNvSpPr>
                    <a:spLocks noChangeArrowheads="1"/>
                  </p:cNvSpPr>
                  <p:nvPr>
                    <p:custDataLst>
                      <p:tags r:id="rId28"/>
                    </p:custDataLst>
                  </p:nvPr>
                </p:nvSpPr>
                <p:spPr bwMode="auto">
                  <a:xfrm>
                    <a:off x="1375" y="2115"/>
                    <a:ext cx="77" cy="46"/>
                  </a:xfrm>
                  <a:prstGeom prst="rect">
                    <a:avLst/>
                  </a:prstGeom>
                </p:spPr>
                <p:style>
                  <a:lnRef idx="1">
                    <a:schemeClr val="accent1"/>
                  </a:lnRef>
                  <a:fillRef idx="2">
                    <a:schemeClr val="accent1"/>
                  </a:fillRef>
                  <a:effectRef idx="1">
                    <a:schemeClr val="accent1"/>
                  </a:effectRef>
                  <a:fontRef idx="minor">
                    <a:schemeClr val="dk1"/>
                  </a:fontRef>
                </p:style>
                <p:txBody>
                  <a:bodyPr wrap="none" anchor="ctr"/>
                  <a:lstStyle/>
                  <a:p>
                    <a:pPr>
                      <a:defRPr/>
                    </a:pPr>
                    <a:endParaRPr kumimoji="1" lang="zh-CN" altLang="en-US" sz="900">
                      <a:solidFill>
                        <a:schemeClr val="tx1"/>
                      </a:solidFill>
                      <a:latin typeface="华文细黑" panose="02010600040101010101" pitchFamily="2" charset="-122"/>
                      <a:ea typeface="华文细黑" panose="02010600040101010101" pitchFamily="2" charset="-122"/>
                    </a:endParaRPr>
                  </a:p>
                </p:txBody>
              </p:sp>
              <p:sp>
                <p:nvSpPr>
                  <p:cNvPr id="19" name="Line 288"/>
                  <p:cNvSpPr>
                    <a:spLocks noChangeShapeType="1"/>
                  </p:cNvSpPr>
                  <p:nvPr>
                    <p:custDataLst>
                      <p:tags r:id="rId29"/>
                    </p:custDataLst>
                  </p:nvPr>
                </p:nvSpPr>
                <p:spPr bwMode="auto">
                  <a:xfrm>
                    <a:off x="1450" y="1957"/>
                    <a:ext cx="52" cy="64"/>
                  </a:xfrm>
                  <a:prstGeom prst="line">
                    <a:avLst/>
                  </a:prstGeom>
                </p:spPr>
                <p:style>
                  <a:lnRef idx="1">
                    <a:schemeClr val="accent1"/>
                  </a:lnRef>
                  <a:fillRef idx="2">
                    <a:schemeClr val="accent1"/>
                  </a:fillRef>
                  <a:effectRef idx="1">
                    <a:schemeClr val="accent1"/>
                  </a:effectRef>
                  <a:fontRef idx="minor">
                    <a:schemeClr val="dk1"/>
                  </a:fontRef>
                </p:style>
                <p:txBody>
                  <a:bodyPr anchor="ctr"/>
                  <a:lstStyle/>
                  <a:p>
                    <a:pPr>
                      <a:defRPr/>
                    </a:pPr>
                    <a:endParaRPr lang="zh-CN" altLang="en-US">
                      <a:solidFill>
                        <a:schemeClr val="tx1"/>
                      </a:solidFill>
                    </a:endParaRPr>
                  </a:p>
                </p:txBody>
              </p:sp>
              <p:sp>
                <p:nvSpPr>
                  <p:cNvPr id="20" name="Line 289"/>
                  <p:cNvSpPr>
                    <a:spLocks noChangeShapeType="1"/>
                  </p:cNvSpPr>
                  <p:nvPr>
                    <p:custDataLst>
                      <p:tags r:id="rId30"/>
                    </p:custDataLst>
                  </p:nvPr>
                </p:nvSpPr>
                <p:spPr bwMode="auto">
                  <a:xfrm>
                    <a:off x="1450" y="2053"/>
                    <a:ext cx="65" cy="13"/>
                  </a:xfrm>
                  <a:prstGeom prst="line">
                    <a:avLst/>
                  </a:prstGeom>
                </p:spPr>
                <p:style>
                  <a:lnRef idx="1">
                    <a:schemeClr val="accent1"/>
                  </a:lnRef>
                  <a:fillRef idx="2">
                    <a:schemeClr val="accent1"/>
                  </a:fillRef>
                  <a:effectRef idx="1">
                    <a:schemeClr val="accent1"/>
                  </a:effectRef>
                  <a:fontRef idx="minor">
                    <a:schemeClr val="dk1"/>
                  </a:fontRef>
                </p:style>
                <p:txBody>
                  <a:bodyPr anchor="ctr"/>
                  <a:lstStyle/>
                  <a:p>
                    <a:pPr>
                      <a:defRPr/>
                    </a:pPr>
                    <a:endParaRPr lang="zh-CN" altLang="en-US">
                      <a:solidFill>
                        <a:schemeClr val="tx1"/>
                      </a:solidFill>
                    </a:endParaRPr>
                  </a:p>
                </p:txBody>
              </p:sp>
              <p:sp>
                <p:nvSpPr>
                  <p:cNvPr id="21" name="Line 290"/>
                  <p:cNvSpPr>
                    <a:spLocks noChangeShapeType="1"/>
                  </p:cNvSpPr>
                  <p:nvPr>
                    <p:custDataLst>
                      <p:tags r:id="rId31"/>
                    </p:custDataLst>
                  </p:nvPr>
                </p:nvSpPr>
                <p:spPr bwMode="auto">
                  <a:xfrm flipV="1">
                    <a:off x="1459" y="2115"/>
                    <a:ext cx="48" cy="42"/>
                  </a:xfrm>
                  <a:prstGeom prst="line">
                    <a:avLst/>
                  </a:prstGeom>
                </p:spPr>
                <p:style>
                  <a:lnRef idx="1">
                    <a:schemeClr val="accent1"/>
                  </a:lnRef>
                  <a:fillRef idx="2">
                    <a:schemeClr val="accent1"/>
                  </a:fillRef>
                  <a:effectRef idx="1">
                    <a:schemeClr val="accent1"/>
                  </a:effectRef>
                  <a:fontRef idx="minor">
                    <a:schemeClr val="dk1"/>
                  </a:fontRef>
                </p:style>
                <p:txBody>
                  <a:bodyPr anchor="ctr"/>
                  <a:lstStyle/>
                  <a:p>
                    <a:pPr>
                      <a:defRPr/>
                    </a:pPr>
                    <a:endParaRPr lang="zh-CN" altLang="en-US">
                      <a:solidFill>
                        <a:schemeClr val="tx1"/>
                      </a:solidFill>
                    </a:endParaRPr>
                  </a:p>
                </p:txBody>
              </p:sp>
              <p:sp>
                <p:nvSpPr>
                  <p:cNvPr id="22" name="Line 291"/>
                  <p:cNvSpPr>
                    <a:spLocks noChangeShapeType="1"/>
                  </p:cNvSpPr>
                  <p:nvPr>
                    <p:custDataLst>
                      <p:tags r:id="rId32"/>
                    </p:custDataLst>
                  </p:nvPr>
                </p:nvSpPr>
                <p:spPr bwMode="auto">
                  <a:xfrm flipV="1">
                    <a:off x="1625" y="2020"/>
                    <a:ext cx="64" cy="10"/>
                  </a:xfrm>
                  <a:prstGeom prst="line">
                    <a:avLst/>
                  </a:prstGeom>
                </p:spPr>
                <p:style>
                  <a:lnRef idx="1">
                    <a:schemeClr val="accent1"/>
                  </a:lnRef>
                  <a:fillRef idx="2">
                    <a:schemeClr val="accent1"/>
                  </a:fillRef>
                  <a:effectRef idx="1">
                    <a:schemeClr val="accent1"/>
                  </a:effectRef>
                  <a:fontRef idx="minor">
                    <a:schemeClr val="dk1"/>
                  </a:fontRef>
                </p:style>
                <p:txBody>
                  <a:bodyPr anchor="ctr"/>
                  <a:lstStyle/>
                  <a:p>
                    <a:pPr>
                      <a:defRPr/>
                    </a:pPr>
                    <a:endParaRPr lang="zh-CN" altLang="en-US">
                      <a:solidFill>
                        <a:schemeClr val="tx1"/>
                      </a:solidFill>
                    </a:endParaRPr>
                  </a:p>
                </p:txBody>
              </p:sp>
              <p:sp>
                <p:nvSpPr>
                  <p:cNvPr id="23" name="Line 292"/>
                  <p:cNvSpPr>
                    <a:spLocks noChangeShapeType="1"/>
                  </p:cNvSpPr>
                  <p:nvPr>
                    <p:custDataLst>
                      <p:tags r:id="rId33"/>
                    </p:custDataLst>
                  </p:nvPr>
                </p:nvSpPr>
                <p:spPr bwMode="auto">
                  <a:xfrm flipV="1">
                    <a:off x="1633" y="2099"/>
                    <a:ext cx="57" cy="5"/>
                  </a:xfrm>
                  <a:prstGeom prst="line">
                    <a:avLst/>
                  </a:prstGeom>
                </p:spPr>
                <p:style>
                  <a:lnRef idx="1">
                    <a:schemeClr val="accent1"/>
                  </a:lnRef>
                  <a:fillRef idx="2">
                    <a:schemeClr val="accent1"/>
                  </a:fillRef>
                  <a:effectRef idx="1">
                    <a:schemeClr val="accent1"/>
                  </a:effectRef>
                  <a:fontRef idx="minor">
                    <a:schemeClr val="dk1"/>
                  </a:fontRef>
                </p:style>
                <p:txBody>
                  <a:bodyPr anchor="ctr"/>
                  <a:lstStyle/>
                  <a:p>
                    <a:pPr>
                      <a:defRPr/>
                    </a:pPr>
                    <a:endParaRPr lang="zh-CN" altLang="en-US">
                      <a:solidFill>
                        <a:schemeClr val="tx1"/>
                      </a:solidFill>
                    </a:endParaRPr>
                  </a:p>
                </p:txBody>
              </p:sp>
            </p:grpSp>
          </p:grpSp>
        </p:grpSp>
        <p:sp>
          <p:nvSpPr>
            <p:cNvPr id="45" name="矩形 44"/>
            <p:cNvSpPr/>
            <p:nvPr>
              <p:custDataLst>
                <p:tags r:id="rId34"/>
              </p:custDataLst>
            </p:nvPr>
          </p:nvSpPr>
          <p:spPr bwMode="auto">
            <a:xfrm>
              <a:off x="10997" y="1895"/>
              <a:ext cx="1712" cy="676"/>
            </a:xfrm>
            <a:prstGeom prst="rect">
              <a:avLst/>
            </a:prstGeom>
            <a:solidFill>
              <a:srgbClr val="187BFF"/>
            </a:solidFill>
          </p:spPr>
          <p:style>
            <a:lnRef idx="1">
              <a:schemeClr val="accent2"/>
            </a:lnRef>
            <a:fillRef idx="3">
              <a:schemeClr val="accent2"/>
            </a:fillRef>
            <a:effectRef idx="2">
              <a:schemeClr val="accent2"/>
            </a:effectRef>
            <a:fontRef idx="minor">
              <a:schemeClr val="lt1"/>
            </a:fontRef>
          </p:style>
          <p:txBody>
            <a:bodyPr wrap="square" lIns="86969" tIns="43484" rIns="86969" bIns="43484">
              <a:spAutoFit/>
            </a:bodyPr>
            <a:lstStyle/>
            <a:p>
              <a:pPr algn="ctr"/>
              <a:r>
                <a:rPr lang="zh-CN" altLang="en-US" dirty="0">
                  <a:solidFill>
                    <a:schemeClr val="bg1"/>
                  </a:solidFill>
                </a:rPr>
                <a:t>业务术语</a:t>
              </a:r>
              <a:endParaRPr lang="zh-CN" altLang="en-US" dirty="0">
                <a:solidFill>
                  <a:schemeClr val="bg1"/>
                </a:solidFill>
              </a:endParaRPr>
            </a:p>
          </p:txBody>
        </p:sp>
        <p:sp>
          <p:nvSpPr>
            <p:cNvPr id="46" name="矩形 45"/>
            <p:cNvSpPr/>
            <p:nvPr>
              <p:custDataLst>
                <p:tags r:id="rId35"/>
              </p:custDataLst>
            </p:nvPr>
          </p:nvSpPr>
          <p:spPr bwMode="auto">
            <a:xfrm>
              <a:off x="14679" y="1843"/>
              <a:ext cx="992" cy="676"/>
            </a:xfrm>
            <a:prstGeom prst="rect">
              <a:avLst/>
            </a:prstGeom>
            <a:solidFill>
              <a:srgbClr val="187BFF"/>
            </a:solidFill>
          </p:spPr>
          <p:style>
            <a:lnRef idx="1">
              <a:schemeClr val="accent2"/>
            </a:lnRef>
            <a:fillRef idx="3">
              <a:schemeClr val="accent2"/>
            </a:fillRef>
            <a:effectRef idx="2">
              <a:schemeClr val="accent2"/>
            </a:effectRef>
            <a:fontRef idx="minor">
              <a:schemeClr val="lt1"/>
            </a:fontRef>
          </p:style>
          <p:txBody>
            <a:bodyPr vertOverflow="overflow" horzOverflow="overflow" vert="horz" wrap="square" lIns="86969" tIns="43484" rIns="86969" bIns="43484" numCol="1" spcCol="0" rtlCol="0" fromWordArt="0" anchor="ctr" anchorCtr="0" forceAA="0" compatLnSpc="1">
              <a:spAutoFit/>
            </a:bodyPr>
            <a:lstStyle/>
            <a:p>
              <a:pPr lvl="0" algn="ctr">
                <a:buClrTx/>
                <a:buSzTx/>
                <a:buFontTx/>
              </a:pPr>
              <a:r>
                <a:rPr lang="zh-CN" altLang="en-US" dirty="0">
                  <a:solidFill>
                    <a:schemeClr val="bg1"/>
                  </a:solidFill>
                  <a:sym typeface="+mn-ea"/>
                </a:rPr>
                <a:t>指标</a:t>
              </a:r>
              <a:endParaRPr lang="zh-CN" altLang="en-US" dirty="0">
                <a:solidFill>
                  <a:schemeClr val="bg1"/>
                </a:solidFill>
                <a:sym typeface="+mn-ea"/>
              </a:endParaRPr>
            </a:p>
          </p:txBody>
        </p:sp>
        <p:pic>
          <p:nvPicPr>
            <p:cNvPr id="47" name="Picture 2"/>
            <p:cNvPicPr>
              <a:picLocks noChangeAspect="1" noChangeArrowheads="1"/>
            </p:cNvPicPr>
            <p:nvPr>
              <p:custDataLst>
                <p:tags r:id="rId36"/>
              </p:custDataLst>
            </p:nvPr>
          </p:nvPicPr>
          <p:blipFill>
            <a:blip r:embed="rId37">
              <a:extLst>
                <a:ext uri="{28A0092B-C50C-407E-A947-70E740481C1C}">
                  <a14:useLocalDpi xmlns:a14="http://schemas.microsoft.com/office/drawing/2010/main" val="0"/>
                </a:ext>
              </a:extLst>
            </a:blip>
            <a:srcRect/>
            <a:stretch>
              <a:fillRect/>
            </a:stretch>
          </p:blipFill>
          <p:spPr bwMode="auto">
            <a:xfrm>
              <a:off x="11102" y="6523"/>
              <a:ext cx="4383" cy="26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48" name="形状 45"/>
            <p:cNvCxnSpPr>
              <a:cxnSpLocks noChangeShapeType="1"/>
              <a:stCxn id="45" idx="2"/>
            </p:cNvCxnSpPr>
            <p:nvPr>
              <p:custDataLst>
                <p:tags r:id="rId38"/>
              </p:custDataLst>
            </p:nvPr>
          </p:nvCxnSpPr>
          <p:spPr bwMode="auto">
            <a:xfrm rot="16200000" flipH="1">
              <a:off x="11661" y="2763"/>
              <a:ext cx="797" cy="413"/>
            </a:xfrm>
            <a:prstGeom prst="bentConnector3">
              <a:avLst>
                <a:gd name="adj1" fmla="val 50000"/>
              </a:avLst>
            </a:prstGeom>
            <a:noFill/>
            <a:ln w="28575" algn="ctr">
              <a:solidFill>
                <a:schemeClr val="accent3"/>
              </a:solidFill>
              <a:prstDash val="dash"/>
              <a:round/>
              <a:tailEnd type="triangle" w="med" len="med"/>
            </a:ln>
            <a:extLst>
              <a:ext uri="{909E8E84-426E-40DD-AFC4-6F175D3DCCD1}">
                <a14:hiddenFill xmlns:a14="http://schemas.microsoft.com/office/drawing/2010/main">
                  <a:noFill/>
                </a14:hiddenFill>
              </a:ext>
            </a:extLst>
          </p:spPr>
        </p:cxnSp>
        <p:cxnSp>
          <p:nvCxnSpPr>
            <p:cNvPr id="49" name="直接箭头连接符 47"/>
            <p:cNvCxnSpPr>
              <a:cxnSpLocks noChangeShapeType="1"/>
              <a:stCxn id="45" idx="3"/>
              <a:endCxn id="46" idx="1"/>
            </p:cNvCxnSpPr>
            <p:nvPr>
              <p:custDataLst>
                <p:tags r:id="rId39"/>
              </p:custDataLst>
            </p:nvPr>
          </p:nvCxnSpPr>
          <p:spPr bwMode="auto">
            <a:xfrm flipV="1">
              <a:off x="12709" y="2181"/>
              <a:ext cx="1970" cy="52"/>
            </a:xfrm>
            <a:prstGeom prst="straightConnector1">
              <a:avLst/>
            </a:prstGeom>
            <a:noFill/>
            <a:ln w="28575" algn="ctr">
              <a:solidFill>
                <a:schemeClr val="accent3"/>
              </a:solidFill>
              <a:prstDash val="dash"/>
              <a:round/>
              <a:tailEnd type="triangle" w="med" len="med"/>
            </a:ln>
            <a:extLst>
              <a:ext uri="{909E8E84-426E-40DD-AFC4-6F175D3DCCD1}">
                <a14:hiddenFill xmlns:a14="http://schemas.microsoft.com/office/drawing/2010/main">
                  <a:noFill/>
                </a14:hiddenFill>
              </a:ext>
            </a:extLst>
          </p:spPr>
        </p:cxnSp>
        <p:cxnSp>
          <p:nvCxnSpPr>
            <p:cNvPr id="50" name="肘形连接符 49"/>
            <p:cNvCxnSpPr>
              <a:cxnSpLocks noChangeShapeType="1"/>
              <a:stCxn id="46" idx="2"/>
            </p:cNvCxnSpPr>
            <p:nvPr>
              <p:custDataLst>
                <p:tags r:id="rId40"/>
              </p:custDataLst>
            </p:nvPr>
          </p:nvCxnSpPr>
          <p:spPr bwMode="auto">
            <a:xfrm rot="5400000">
              <a:off x="13429" y="1694"/>
              <a:ext cx="921" cy="2571"/>
            </a:xfrm>
            <a:prstGeom prst="bentConnector2">
              <a:avLst/>
            </a:prstGeom>
            <a:noFill/>
            <a:ln w="28575" algn="ctr">
              <a:solidFill>
                <a:schemeClr val="accent3"/>
              </a:solidFill>
              <a:prstDash val="dash"/>
              <a:round/>
              <a:tailEnd type="triangle" w="med" len="med"/>
            </a:ln>
            <a:extLst>
              <a:ext uri="{909E8E84-426E-40DD-AFC4-6F175D3DCCD1}">
                <a14:hiddenFill xmlns:a14="http://schemas.microsoft.com/office/drawing/2010/main">
                  <a:noFill/>
                </a14:hiddenFill>
              </a:ext>
            </a:extLst>
          </p:spPr>
        </p:cxnSp>
        <p:cxnSp>
          <p:nvCxnSpPr>
            <p:cNvPr id="51" name="形状 52"/>
            <p:cNvCxnSpPr>
              <a:cxnSpLocks noChangeShapeType="1"/>
            </p:cNvCxnSpPr>
            <p:nvPr>
              <p:custDataLst>
                <p:tags r:id="rId41"/>
              </p:custDataLst>
            </p:nvPr>
          </p:nvCxnSpPr>
          <p:spPr bwMode="auto">
            <a:xfrm rot="5400000">
              <a:off x="10965" y="5682"/>
              <a:ext cx="2312" cy="2038"/>
            </a:xfrm>
            <a:prstGeom prst="bentConnector4">
              <a:avLst>
                <a:gd name="adj1" fmla="val 21120"/>
                <a:gd name="adj2" fmla="val 116843"/>
              </a:avLst>
            </a:prstGeom>
            <a:noFill/>
            <a:ln w="28575" algn="ctr">
              <a:solidFill>
                <a:schemeClr val="accent3"/>
              </a:solidFill>
              <a:prstDash val="dash"/>
              <a:round/>
              <a:tailEnd type="triangle" w="med" len="med"/>
            </a:ln>
            <a:extLst>
              <a:ext uri="{909E8E84-426E-40DD-AFC4-6F175D3DCCD1}">
                <a14:hiddenFill xmlns:a14="http://schemas.microsoft.com/office/drawing/2010/main">
                  <a:noFill/>
                </a14:hiddenFill>
              </a:ext>
            </a:extLst>
          </p:spPr>
        </p:cxnSp>
        <p:pic>
          <p:nvPicPr>
            <p:cNvPr id="52" name="Picture 4"/>
            <p:cNvPicPr>
              <a:picLocks noChangeAspect="1" noChangeArrowheads="1"/>
            </p:cNvPicPr>
            <p:nvPr>
              <p:custDataLst>
                <p:tags r:id="rId42"/>
              </p:custDataLst>
            </p:nvPr>
          </p:nvPicPr>
          <p:blipFill>
            <a:blip r:embed="rId43">
              <a:extLst>
                <a:ext uri="{28A0092B-C50C-407E-A947-70E740481C1C}">
                  <a14:useLocalDpi xmlns:a14="http://schemas.microsoft.com/office/drawing/2010/main" val="0"/>
                </a:ext>
              </a:extLst>
            </a:blip>
            <a:srcRect/>
            <a:stretch>
              <a:fillRect/>
            </a:stretch>
          </p:blipFill>
          <p:spPr bwMode="auto">
            <a:xfrm>
              <a:off x="14854" y="8339"/>
              <a:ext cx="3564" cy="17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3" name="形状 60"/>
            <p:cNvCxnSpPr>
              <a:cxnSpLocks noChangeShapeType="1"/>
            </p:cNvCxnSpPr>
            <p:nvPr>
              <p:custDataLst>
                <p:tags r:id="rId44"/>
              </p:custDataLst>
            </p:nvPr>
          </p:nvCxnSpPr>
          <p:spPr bwMode="auto">
            <a:xfrm>
              <a:off x="15485" y="7857"/>
              <a:ext cx="1150" cy="482"/>
            </a:xfrm>
            <a:prstGeom prst="bentConnector2">
              <a:avLst/>
            </a:prstGeom>
            <a:noFill/>
            <a:ln w="28575" algn="ctr">
              <a:solidFill>
                <a:schemeClr val="accent3"/>
              </a:solidFill>
              <a:prstDash val="dash"/>
              <a:round/>
              <a:tailEnd type="triangle" w="med" len="med"/>
            </a:ln>
            <a:extLst>
              <a:ext uri="{909E8E84-426E-40DD-AFC4-6F175D3DCCD1}">
                <a14:hiddenFill xmlns:a14="http://schemas.microsoft.com/office/drawing/2010/main">
                  <a:noFill/>
                </a14:hiddenFill>
              </a:ext>
            </a:extLst>
          </p:spPr>
        </p:cxnSp>
        <p:sp>
          <p:nvSpPr>
            <p:cNvPr id="54" name="矩形 53"/>
            <p:cNvSpPr/>
            <p:nvPr>
              <p:custDataLst>
                <p:tags r:id="rId45"/>
              </p:custDataLst>
            </p:nvPr>
          </p:nvSpPr>
          <p:spPr bwMode="auto">
            <a:xfrm>
              <a:off x="14120" y="5297"/>
              <a:ext cx="2432" cy="676"/>
            </a:xfrm>
            <a:prstGeom prst="rect">
              <a:avLst/>
            </a:prstGeom>
            <a:solidFill>
              <a:srgbClr val="187BFF"/>
            </a:solidFill>
          </p:spPr>
          <p:style>
            <a:lnRef idx="1">
              <a:schemeClr val="accent2"/>
            </a:lnRef>
            <a:fillRef idx="3">
              <a:schemeClr val="accent2"/>
            </a:fillRef>
            <a:effectRef idx="2">
              <a:schemeClr val="accent2"/>
            </a:effectRef>
            <a:fontRef idx="minor">
              <a:schemeClr val="lt1"/>
            </a:fontRef>
          </p:style>
          <p:txBody>
            <a:bodyPr vertOverflow="overflow" horzOverflow="overflow" vert="horz" wrap="square" lIns="86969" tIns="43484" rIns="86969" bIns="43484" numCol="1" spcCol="0" rtlCol="0" fromWordArt="0" anchor="ctr" anchorCtr="0" forceAA="0" compatLnSpc="1">
              <a:spAutoFit/>
            </a:bodyPr>
            <a:lstStyle/>
            <a:p>
              <a:pPr lvl="0" algn="ctr">
                <a:buClrTx/>
                <a:buSzTx/>
                <a:buFontTx/>
              </a:pPr>
              <a:r>
                <a:rPr lang="zh-CN" altLang="en-US" dirty="0">
                  <a:solidFill>
                    <a:schemeClr val="bg1"/>
                  </a:solidFill>
                  <a:sym typeface="+mn-ea"/>
                </a:rPr>
                <a:t>逻辑数据模型</a:t>
              </a:r>
              <a:endParaRPr lang="zh-CN" altLang="en-US" dirty="0">
                <a:solidFill>
                  <a:schemeClr val="bg1"/>
                </a:solidFill>
                <a:sym typeface="+mn-ea"/>
              </a:endParaRPr>
            </a:p>
          </p:txBody>
        </p:sp>
        <p:sp>
          <p:nvSpPr>
            <p:cNvPr id="55" name="矩形 54"/>
            <p:cNvSpPr/>
            <p:nvPr>
              <p:custDataLst>
                <p:tags r:id="rId46"/>
              </p:custDataLst>
            </p:nvPr>
          </p:nvSpPr>
          <p:spPr bwMode="auto">
            <a:xfrm>
              <a:off x="10675" y="8715"/>
              <a:ext cx="1712" cy="676"/>
            </a:xfrm>
            <a:prstGeom prst="rect">
              <a:avLst/>
            </a:prstGeom>
            <a:solidFill>
              <a:srgbClr val="187BFF"/>
            </a:solidFill>
          </p:spPr>
          <p:style>
            <a:lnRef idx="1">
              <a:schemeClr val="accent2"/>
            </a:lnRef>
            <a:fillRef idx="3">
              <a:schemeClr val="accent2"/>
            </a:fillRef>
            <a:effectRef idx="2">
              <a:schemeClr val="accent2"/>
            </a:effectRef>
            <a:fontRef idx="minor">
              <a:schemeClr val="lt1"/>
            </a:fontRef>
          </p:style>
          <p:txBody>
            <a:bodyPr vertOverflow="overflow" horzOverflow="overflow" vert="horz" wrap="square" lIns="86969" tIns="43484" rIns="86969" bIns="43484" numCol="1" spcCol="0" rtlCol="0" fromWordArt="0" anchor="ctr" anchorCtr="0" forceAA="0" compatLnSpc="1">
              <a:spAutoFit/>
            </a:bodyPr>
            <a:lstStyle/>
            <a:p>
              <a:pPr lvl="0" algn="ctr">
                <a:buClrTx/>
                <a:buSzTx/>
                <a:buFontTx/>
              </a:pPr>
              <a:r>
                <a:rPr lang="zh-CN" altLang="en-US" dirty="0">
                  <a:solidFill>
                    <a:schemeClr val="bg1"/>
                  </a:solidFill>
                  <a:sym typeface="+mn-ea"/>
                </a:rPr>
                <a:t>数据元素</a:t>
              </a:r>
              <a:endParaRPr lang="zh-CN" altLang="en-US" dirty="0">
                <a:solidFill>
                  <a:schemeClr val="bg1"/>
                </a:solidFill>
                <a:sym typeface="+mn-ea"/>
              </a:endParaRPr>
            </a:p>
          </p:txBody>
        </p:sp>
        <p:sp>
          <p:nvSpPr>
            <p:cNvPr id="56" name="矩形 55"/>
            <p:cNvSpPr/>
            <p:nvPr>
              <p:custDataLst>
                <p:tags r:id="rId47"/>
              </p:custDataLst>
            </p:nvPr>
          </p:nvSpPr>
          <p:spPr bwMode="auto">
            <a:xfrm>
              <a:off x="16891" y="8682"/>
              <a:ext cx="1712" cy="676"/>
            </a:xfrm>
            <a:prstGeom prst="rect">
              <a:avLst/>
            </a:prstGeom>
            <a:solidFill>
              <a:srgbClr val="187BFF"/>
            </a:solidFill>
          </p:spPr>
          <p:style>
            <a:lnRef idx="1">
              <a:schemeClr val="accent2"/>
            </a:lnRef>
            <a:fillRef idx="3">
              <a:schemeClr val="accent2"/>
            </a:fillRef>
            <a:effectRef idx="2">
              <a:schemeClr val="accent2"/>
            </a:effectRef>
            <a:fontRef idx="minor">
              <a:schemeClr val="lt1"/>
            </a:fontRef>
          </p:style>
          <p:txBody>
            <a:bodyPr vertOverflow="overflow" horzOverflow="overflow" vert="horz" wrap="square" lIns="86969" tIns="43484" rIns="86969" bIns="43484" numCol="1" spcCol="0" rtlCol="0" fromWordArt="0" anchor="ctr" anchorCtr="0" forceAA="0" compatLnSpc="1">
              <a:spAutoFit/>
            </a:bodyPr>
            <a:lstStyle/>
            <a:p>
              <a:pPr lvl="0" algn="ctr">
                <a:buClrTx/>
                <a:buSzTx/>
                <a:buFontTx/>
              </a:pPr>
              <a:r>
                <a:rPr lang="zh-CN" altLang="en-US" dirty="0">
                  <a:solidFill>
                    <a:schemeClr val="bg1"/>
                  </a:solidFill>
                  <a:sym typeface="+mn-ea"/>
                </a:rPr>
                <a:t>参考数据</a:t>
              </a:r>
              <a:endParaRPr lang="zh-CN" altLang="en-US" dirty="0">
                <a:solidFill>
                  <a:schemeClr val="bg1"/>
                </a:solidFill>
                <a:sym typeface="+mn-ea"/>
              </a:endParaRPr>
            </a:p>
          </p:txBody>
        </p:sp>
      </p:grpSp>
      <p:sp>
        <p:nvSpPr>
          <p:cNvPr id="4" name="矩形 3"/>
          <p:cNvSpPr/>
          <p:nvPr>
            <p:custDataLst>
              <p:tags r:id="rId48"/>
            </p:custDataLst>
          </p:nvPr>
        </p:nvSpPr>
        <p:spPr>
          <a:xfrm>
            <a:off x="716280" y="1187450"/>
            <a:ext cx="10219055" cy="368300"/>
          </a:xfrm>
          <a:prstGeom prst="rect">
            <a:avLst/>
          </a:prstGeom>
        </p:spPr>
        <p:txBody>
          <a:bodyPr wrap="square">
            <a:spAutoFit/>
          </a:bodyPr>
          <a:lstStyle/>
          <a:p>
            <a:r>
              <a:rPr lang="zh-CN" altLang="en-US" b="1" dirty="0">
                <a:solidFill>
                  <a:schemeClr val="accent1">
                    <a:lumMod val="50000"/>
                  </a:schemeClr>
                </a:solidFill>
              </a:rPr>
              <a:t>数据标准：对数据的“</a:t>
            </a:r>
            <a:r>
              <a:rPr lang="zh-CN" altLang="en-US" b="1" dirty="0">
                <a:solidFill>
                  <a:srgbClr val="C00000"/>
                </a:solidFill>
              </a:rPr>
              <a:t>名称、含义、结构、取值</a:t>
            </a:r>
            <a:r>
              <a:rPr lang="zh-CN" altLang="en-US" b="1" dirty="0">
                <a:solidFill>
                  <a:schemeClr val="accent1">
                    <a:lumMod val="50000"/>
                  </a:schemeClr>
                </a:solidFill>
              </a:rPr>
              <a:t>”的统一定义。</a:t>
            </a:r>
            <a:endParaRPr lang="zh-CN" altLang="en-US" sz="1200" b="1" dirty="0">
              <a:solidFill>
                <a:schemeClr val="accent1">
                  <a:lumMod val="50000"/>
                </a:schemeClr>
              </a:solidFill>
            </a:endParaRPr>
          </a:p>
        </p:txBody>
      </p:sp>
    </p:spTree>
    <p:custDataLst>
      <p:tags r:id="rId49"/>
    </p:custData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梯形 37"/>
          <p:cNvSpPr/>
          <p:nvPr>
            <p:custDataLst>
              <p:tags r:id="rId1"/>
            </p:custDataLst>
          </p:nvPr>
        </p:nvSpPr>
        <p:spPr>
          <a:xfrm rot="6483137">
            <a:off x="9539569" y="286527"/>
            <a:ext cx="387816" cy="356632"/>
          </a:xfrm>
          <a:prstGeom prst="trapezoid">
            <a:avLst/>
          </a:prstGeom>
          <a:solidFill>
            <a:schemeClr val="accent1">
              <a:alpha val="5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9" name="标题 28"/>
          <p:cNvSpPr>
            <a:spLocks noGrp="1"/>
          </p:cNvSpPr>
          <p:nvPr>
            <p:ph type="title"/>
            <p:custDataLst>
              <p:tags r:id="rId2"/>
            </p:custDataLst>
          </p:nvPr>
        </p:nvSpPr>
        <p:spPr/>
        <p:txBody>
          <a:bodyPr vert="horz" lIns="91440" tIns="45720" rIns="91440" bIns="45720" rtlCol="0" anchor="ctr">
            <a:normAutofit/>
          </a:bodyPr>
          <a:p>
            <a:pPr lvl="0" algn="l">
              <a:buClrTx/>
              <a:buSzTx/>
              <a:buFontTx/>
            </a:pPr>
            <a:r>
              <a:rPr lang="zh-CN" altLang="en-US" smtClean="0">
                <a:sym typeface="+mn-ea"/>
              </a:rPr>
              <a:t>元数据管理</a:t>
            </a:r>
            <a:endParaRPr lang="zh-CN" altLang="en-US" smtClean="0">
              <a:sym typeface="+mn-ea"/>
            </a:endParaRPr>
          </a:p>
        </p:txBody>
      </p:sp>
      <p:sp>
        <p:nvSpPr>
          <p:cNvPr id="33" name="Rectangle 88"/>
          <p:cNvSpPr>
            <a:spLocks noChangeArrowheads="1"/>
          </p:cNvSpPr>
          <p:nvPr/>
        </p:nvSpPr>
        <p:spPr bwMode="auto">
          <a:xfrm>
            <a:off x="1336675" y="1247140"/>
            <a:ext cx="3602990"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600" b="1">
                <a:solidFill>
                  <a:schemeClr val="bg1"/>
                </a:solidFill>
                <a:latin typeface="华文细黑" panose="02010600040101010101" pitchFamily="2" charset="-122"/>
                <a:ea typeface="华文细黑" panose="02010600040101010101" pitchFamily="2" charset="-122"/>
              </a:defRPr>
            </a:lvl1pPr>
            <a:lvl2pPr marL="742950" indent="-285750" eaLnBrk="0" hangingPunct="0">
              <a:defRPr sz="1600" b="1">
                <a:solidFill>
                  <a:schemeClr val="bg1"/>
                </a:solidFill>
                <a:latin typeface="华文细黑" panose="02010600040101010101" pitchFamily="2" charset="-122"/>
                <a:ea typeface="华文细黑" panose="02010600040101010101" pitchFamily="2" charset="-122"/>
              </a:defRPr>
            </a:lvl2pPr>
            <a:lvl3pPr marL="1143000" indent="-228600" eaLnBrk="0" hangingPunct="0">
              <a:defRPr sz="1600" b="1">
                <a:solidFill>
                  <a:schemeClr val="bg1"/>
                </a:solidFill>
                <a:latin typeface="华文细黑" panose="02010600040101010101" pitchFamily="2" charset="-122"/>
                <a:ea typeface="华文细黑" panose="02010600040101010101" pitchFamily="2" charset="-122"/>
              </a:defRPr>
            </a:lvl3pPr>
            <a:lvl4pPr marL="1600200" indent="-228600" eaLnBrk="0" hangingPunct="0">
              <a:defRPr sz="1600" b="1">
                <a:solidFill>
                  <a:schemeClr val="bg1"/>
                </a:solidFill>
                <a:latin typeface="华文细黑" panose="02010600040101010101" pitchFamily="2" charset="-122"/>
                <a:ea typeface="华文细黑" panose="02010600040101010101" pitchFamily="2" charset="-122"/>
              </a:defRPr>
            </a:lvl4pPr>
            <a:lvl5pPr marL="2057400" indent="-228600" eaLnBrk="0" hangingPunct="0">
              <a:defRPr sz="1600" b="1">
                <a:solidFill>
                  <a:schemeClr val="bg1"/>
                </a:solidFill>
                <a:latin typeface="华文细黑" panose="02010600040101010101" pitchFamily="2" charset="-122"/>
                <a:ea typeface="华文细黑" panose="02010600040101010101" pitchFamily="2" charset="-122"/>
              </a:defRPr>
            </a:lvl5pPr>
            <a:lvl6pPr marL="2514600" indent="-228600" eaLnBrk="0" fontAlgn="base" hangingPunct="0">
              <a:spcBef>
                <a:spcPct val="0"/>
              </a:spcBef>
              <a:spcAft>
                <a:spcPct val="0"/>
              </a:spcAft>
              <a:defRPr sz="1600" b="1">
                <a:solidFill>
                  <a:schemeClr val="bg1"/>
                </a:solidFill>
                <a:latin typeface="华文细黑" panose="02010600040101010101" pitchFamily="2" charset="-122"/>
                <a:ea typeface="华文细黑" panose="02010600040101010101" pitchFamily="2" charset="-122"/>
              </a:defRPr>
            </a:lvl6pPr>
            <a:lvl7pPr marL="2971800" indent="-228600" eaLnBrk="0" fontAlgn="base" hangingPunct="0">
              <a:spcBef>
                <a:spcPct val="0"/>
              </a:spcBef>
              <a:spcAft>
                <a:spcPct val="0"/>
              </a:spcAft>
              <a:defRPr sz="1600" b="1">
                <a:solidFill>
                  <a:schemeClr val="bg1"/>
                </a:solidFill>
                <a:latin typeface="华文细黑" panose="02010600040101010101" pitchFamily="2" charset="-122"/>
                <a:ea typeface="华文细黑" panose="02010600040101010101" pitchFamily="2" charset="-122"/>
              </a:defRPr>
            </a:lvl7pPr>
            <a:lvl8pPr marL="3429000" indent="-228600" eaLnBrk="0" fontAlgn="base" hangingPunct="0">
              <a:spcBef>
                <a:spcPct val="0"/>
              </a:spcBef>
              <a:spcAft>
                <a:spcPct val="0"/>
              </a:spcAft>
              <a:defRPr sz="1600" b="1">
                <a:solidFill>
                  <a:schemeClr val="bg1"/>
                </a:solidFill>
                <a:latin typeface="华文细黑" panose="02010600040101010101" pitchFamily="2" charset="-122"/>
                <a:ea typeface="华文细黑" panose="02010600040101010101" pitchFamily="2" charset="-122"/>
              </a:defRPr>
            </a:lvl8pPr>
            <a:lvl9pPr marL="3886200" indent="-228600" eaLnBrk="0" fontAlgn="base" hangingPunct="0">
              <a:spcBef>
                <a:spcPct val="0"/>
              </a:spcBef>
              <a:spcAft>
                <a:spcPct val="0"/>
              </a:spcAft>
              <a:defRPr sz="1600" b="1">
                <a:solidFill>
                  <a:schemeClr val="bg1"/>
                </a:solidFill>
                <a:latin typeface="华文细黑" panose="02010600040101010101" pitchFamily="2" charset="-122"/>
                <a:ea typeface="华文细黑" panose="02010600040101010101" pitchFamily="2" charset="-122"/>
              </a:defRPr>
            </a:lvl9pPr>
          </a:lstStyle>
          <a:p>
            <a:pPr eaLnBrk="1" latinLnBrk="1" hangingPunct="1"/>
            <a:r>
              <a:rPr kumimoji="1" lang="zh-CN" altLang="en-US" sz="1400">
                <a:solidFill>
                  <a:srgbClr val="005AB4"/>
                </a:solidFill>
                <a:latin typeface="微软雅黑" panose="020B0503020204020204" pitchFamily="34" charset="-122"/>
                <a:ea typeface="微软雅黑" panose="020B0503020204020204" pitchFamily="34" charset="-122"/>
              </a:rPr>
              <a:t>面向业务人员，用业务语言从业务术语、指标、规则等几个方面描述数据</a:t>
            </a:r>
            <a:endParaRPr kumimoji="1" lang="en-US" altLang="ko-KR" sz="1400">
              <a:solidFill>
                <a:srgbClr val="005AB4"/>
              </a:solidFill>
              <a:latin typeface="微软雅黑" panose="020B0503020204020204" pitchFamily="34" charset="-122"/>
              <a:ea typeface="微软雅黑" panose="020B0503020204020204" pitchFamily="34" charset="-122"/>
            </a:endParaRPr>
          </a:p>
        </p:txBody>
      </p:sp>
      <p:sp>
        <p:nvSpPr>
          <p:cNvPr id="40" name="Rectangle 90"/>
          <p:cNvSpPr>
            <a:spLocks noChangeArrowheads="1"/>
          </p:cNvSpPr>
          <p:nvPr/>
        </p:nvSpPr>
        <p:spPr bwMode="auto">
          <a:xfrm>
            <a:off x="6932295" y="1823720"/>
            <a:ext cx="3912870"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600" b="1">
                <a:solidFill>
                  <a:schemeClr val="bg1"/>
                </a:solidFill>
                <a:latin typeface="华文细黑" panose="02010600040101010101" pitchFamily="2" charset="-122"/>
                <a:ea typeface="华文细黑" panose="02010600040101010101" pitchFamily="2" charset="-122"/>
              </a:defRPr>
            </a:lvl1pPr>
            <a:lvl2pPr marL="742950" indent="-285750" eaLnBrk="0" hangingPunct="0">
              <a:defRPr sz="1600" b="1">
                <a:solidFill>
                  <a:schemeClr val="bg1"/>
                </a:solidFill>
                <a:latin typeface="华文细黑" panose="02010600040101010101" pitchFamily="2" charset="-122"/>
                <a:ea typeface="华文细黑" panose="02010600040101010101" pitchFamily="2" charset="-122"/>
              </a:defRPr>
            </a:lvl2pPr>
            <a:lvl3pPr marL="1143000" indent="-228600" eaLnBrk="0" hangingPunct="0">
              <a:defRPr sz="1600" b="1">
                <a:solidFill>
                  <a:schemeClr val="bg1"/>
                </a:solidFill>
                <a:latin typeface="华文细黑" panose="02010600040101010101" pitchFamily="2" charset="-122"/>
                <a:ea typeface="华文细黑" panose="02010600040101010101" pitchFamily="2" charset="-122"/>
              </a:defRPr>
            </a:lvl3pPr>
            <a:lvl4pPr marL="1600200" indent="-228600" eaLnBrk="0" hangingPunct="0">
              <a:defRPr sz="1600" b="1">
                <a:solidFill>
                  <a:schemeClr val="bg1"/>
                </a:solidFill>
                <a:latin typeface="华文细黑" panose="02010600040101010101" pitchFamily="2" charset="-122"/>
                <a:ea typeface="华文细黑" panose="02010600040101010101" pitchFamily="2" charset="-122"/>
              </a:defRPr>
            </a:lvl4pPr>
            <a:lvl5pPr marL="2057400" indent="-228600" eaLnBrk="0" hangingPunct="0">
              <a:defRPr sz="1600" b="1">
                <a:solidFill>
                  <a:schemeClr val="bg1"/>
                </a:solidFill>
                <a:latin typeface="华文细黑" panose="02010600040101010101" pitchFamily="2" charset="-122"/>
                <a:ea typeface="华文细黑" panose="02010600040101010101" pitchFamily="2" charset="-122"/>
              </a:defRPr>
            </a:lvl5pPr>
            <a:lvl6pPr marL="2514600" indent="-228600" eaLnBrk="0" fontAlgn="base" hangingPunct="0">
              <a:spcBef>
                <a:spcPct val="0"/>
              </a:spcBef>
              <a:spcAft>
                <a:spcPct val="0"/>
              </a:spcAft>
              <a:defRPr sz="1600" b="1">
                <a:solidFill>
                  <a:schemeClr val="bg1"/>
                </a:solidFill>
                <a:latin typeface="华文细黑" panose="02010600040101010101" pitchFamily="2" charset="-122"/>
                <a:ea typeface="华文细黑" panose="02010600040101010101" pitchFamily="2" charset="-122"/>
              </a:defRPr>
            </a:lvl6pPr>
            <a:lvl7pPr marL="2971800" indent="-228600" eaLnBrk="0" fontAlgn="base" hangingPunct="0">
              <a:spcBef>
                <a:spcPct val="0"/>
              </a:spcBef>
              <a:spcAft>
                <a:spcPct val="0"/>
              </a:spcAft>
              <a:defRPr sz="1600" b="1">
                <a:solidFill>
                  <a:schemeClr val="bg1"/>
                </a:solidFill>
                <a:latin typeface="华文细黑" panose="02010600040101010101" pitchFamily="2" charset="-122"/>
                <a:ea typeface="华文细黑" panose="02010600040101010101" pitchFamily="2" charset="-122"/>
              </a:defRPr>
            </a:lvl7pPr>
            <a:lvl8pPr marL="3429000" indent="-228600" eaLnBrk="0" fontAlgn="base" hangingPunct="0">
              <a:spcBef>
                <a:spcPct val="0"/>
              </a:spcBef>
              <a:spcAft>
                <a:spcPct val="0"/>
              </a:spcAft>
              <a:defRPr sz="1600" b="1">
                <a:solidFill>
                  <a:schemeClr val="bg1"/>
                </a:solidFill>
                <a:latin typeface="华文细黑" panose="02010600040101010101" pitchFamily="2" charset="-122"/>
                <a:ea typeface="华文细黑" panose="02010600040101010101" pitchFamily="2" charset="-122"/>
              </a:defRPr>
            </a:lvl8pPr>
            <a:lvl9pPr marL="3886200" indent="-228600" eaLnBrk="0" fontAlgn="base" hangingPunct="0">
              <a:spcBef>
                <a:spcPct val="0"/>
              </a:spcBef>
              <a:spcAft>
                <a:spcPct val="0"/>
              </a:spcAft>
              <a:defRPr sz="1600" b="1">
                <a:solidFill>
                  <a:schemeClr val="bg1"/>
                </a:solidFill>
                <a:latin typeface="华文细黑" panose="02010600040101010101" pitchFamily="2" charset="-122"/>
                <a:ea typeface="华文细黑" panose="02010600040101010101" pitchFamily="2" charset="-122"/>
              </a:defRPr>
            </a:lvl9pPr>
          </a:lstStyle>
          <a:p>
            <a:pPr eaLnBrk="1" latinLnBrk="1" hangingPunct="1"/>
            <a:r>
              <a:rPr kumimoji="1" lang="zh-CN" altLang="en-US" sz="1400">
                <a:solidFill>
                  <a:srgbClr val="A88800"/>
                </a:solidFill>
                <a:latin typeface="微软雅黑" panose="020B0503020204020204" pitchFamily="34" charset="-122"/>
                <a:ea typeface="微软雅黑" panose="020B0503020204020204" pitchFamily="34" charset="-122"/>
              </a:rPr>
              <a:t>面向技术人员，用技术语言从数据库、数据表、字段等几个方面描述数据</a:t>
            </a:r>
            <a:endParaRPr kumimoji="1" lang="en-US" altLang="ko-KR" sz="1400">
              <a:solidFill>
                <a:srgbClr val="A88800"/>
              </a:solidFill>
              <a:latin typeface="微软雅黑" panose="020B0503020204020204" pitchFamily="34" charset="-122"/>
              <a:ea typeface="微软雅黑" panose="020B0503020204020204" pitchFamily="34" charset="-122"/>
            </a:endParaRPr>
          </a:p>
        </p:txBody>
      </p:sp>
      <p:grpSp>
        <p:nvGrpSpPr>
          <p:cNvPr id="41" name="Group 100"/>
          <p:cNvGrpSpPr/>
          <p:nvPr/>
        </p:nvGrpSpPr>
        <p:grpSpPr>
          <a:xfrm>
            <a:off x="1918970" y="3249930"/>
            <a:ext cx="6583680" cy="2046605"/>
            <a:chOff x="29028" y="1117596"/>
            <a:chExt cx="4551712" cy="2046510"/>
          </a:xfrm>
          <a:effectLst>
            <a:reflection blurRad="6350" stA="50000" endA="300" endPos="55500" dist="50800" dir="5400000" sy="-100000" algn="bl" rotWithShape="0"/>
          </a:effectLst>
        </p:grpSpPr>
        <p:sp>
          <p:nvSpPr>
            <p:cNvPr id="42" name="Oval 65"/>
            <p:cNvSpPr>
              <a:spLocks noChangeArrowheads="1"/>
            </p:cNvSpPr>
            <p:nvPr/>
          </p:nvSpPr>
          <p:spPr bwMode="auto">
            <a:xfrm>
              <a:off x="29028" y="1209665"/>
              <a:ext cx="4368801" cy="1954441"/>
            </a:xfrm>
            <a:prstGeom prst="ellipse">
              <a:avLst/>
            </a:prstGeom>
            <a:gradFill rotWithShape="1">
              <a:gsLst>
                <a:gs pos="0">
                  <a:srgbClr val="777195">
                    <a:alpha val="75000"/>
                  </a:srgbClr>
                </a:gs>
                <a:gs pos="50000">
                  <a:srgbClr val="FFFFFF">
                    <a:alpha val="75999"/>
                  </a:srgbClr>
                </a:gs>
                <a:gs pos="100000">
                  <a:srgbClr val="777195">
                    <a:alpha val="75000"/>
                  </a:srgbClr>
                </a:gs>
              </a:gsLst>
              <a:lin ang="0" scaled="1"/>
            </a:gradFill>
            <a:ln w="9525" algn="ctr">
              <a:noFill/>
              <a:round/>
            </a:ln>
            <a:effectLst/>
          </p:spPr>
          <p:txBody>
            <a:bodyPr wrap="none" anchor="ctr"/>
            <a:lstStyle/>
            <a:p>
              <a:pPr fontAlgn="auto">
                <a:spcBef>
                  <a:spcPts val="0"/>
                </a:spcBef>
                <a:spcAft>
                  <a:spcPts val="0"/>
                </a:spcAft>
                <a:defRPr/>
              </a:pPr>
              <a:endParaRPr lang="zh-CN" altLang="en-US" kern="0">
                <a:solidFill>
                  <a:sysClr val="windowText" lastClr="000000"/>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43" name="Line 82"/>
            <p:cNvSpPr>
              <a:spLocks noChangeShapeType="1"/>
            </p:cNvSpPr>
            <p:nvPr/>
          </p:nvSpPr>
          <p:spPr bwMode="auto">
            <a:xfrm>
              <a:off x="1017588" y="2319338"/>
              <a:ext cx="2506662" cy="0"/>
            </a:xfrm>
            <a:prstGeom prst="line">
              <a:avLst/>
            </a:prstGeom>
            <a:noFill/>
            <a:ln w="12700">
              <a:solidFill>
                <a:srgbClr val="000000"/>
              </a:solidFill>
              <a:round/>
            </a:ln>
            <a:effectLst/>
          </p:spPr>
          <p:txBody>
            <a:bodyPr wrap="none" anchor="ctr"/>
            <a:lstStyle/>
            <a:p>
              <a:pPr fontAlgn="auto">
                <a:spcBef>
                  <a:spcPts val="0"/>
                </a:spcBef>
                <a:spcAft>
                  <a:spcPts val="0"/>
                </a:spcAft>
                <a:defRPr/>
              </a:pPr>
              <a:endParaRPr lang="zh-CN" altLang="en-US" kern="0">
                <a:solidFill>
                  <a:sysClr val="windowText" lastClr="000000"/>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44" name="Line 86"/>
            <p:cNvSpPr>
              <a:spLocks noChangeShapeType="1"/>
            </p:cNvSpPr>
            <p:nvPr/>
          </p:nvSpPr>
          <p:spPr bwMode="auto">
            <a:xfrm>
              <a:off x="3524250" y="2319338"/>
              <a:ext cx="0" cy="406400"/>
            </a:xfrm>
            <a:prstGeom prst="line">
              <a:avLst/>
            </a:prstGeom>
            <a:noFill/>
            <a:ln w="12700">
              <a:solidFill>
                <a:srgbClr val="000000"/>
              </a:solidFill>
              <a:round/>
            </a:ln>
            <a:effectLst/>
          </p:spPr>
          <p:txBody>
            <a:bodyPr wrap="none" anchor="ctr"/>
            <a:lstStyle/>
            <a:p>
              <a:pPr fontAlgn="auto">
                <a:spcBef>
                  <a:spcPts val="0"/>
                </a:spcBef>
                <a:spcAft>
                  <a:spcPts val="0"/>
                </a:spcAft>
                <a:defRPr/>
              </a:pPr>
              <a:endParaRPr lang="zh-CN" altLang="en-US" kern="0">
                <a:solidFill>
                  <a:sysClr val="windowText" lastClr="000000"/>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45" name="Rectangle 100"/>
            <p:cNvSpPr>
              <a:spLocks noChangeArrowheads="1"/>
            </p:cNvSpPr>
            <p:nvPr/>
          </p:nvSpPr>
          <p:spPr bwMode="auto">
            <a:xfrm>
              <a:off x="1052513" y="2098675"/>
              <a:ext cx="1973617" cy="275577"/>
            </a:xfrm>
            <a:prstGeom prst="rect">
              <a:avLst/>
            </a:prstGeom>
            <a:noFill/>
            <a:ln w="9525" algn="ctr">
              <a:noFill/>
              <a:miter lim="800000"/>
            </a:ln>
            <a:effectLst/>
          </p:spPr>
          <p:txBody>
            <a:bodyPr wrap="square">
              <a:spAutoFit/>
            </a:bodyPr>
            <a:lstStyle/>
            <a:p>
              <a:pPr fontAlgn="auto" latinLnBrk="1">
                <a:spcBef>
                  <a:spcPts val="0"/>
                </a:spcBef>
                <a:spcAft>
                  <a:spcPts val="0"/>
                </a:spcAft>
                <a:defRPr/>
              </a:pPr>
              <a:r>
                <a:rPr kumimoji="1" lang="en-US" altLang="ko-KR" sz="1200" kern="0">
                  <a:solidFill>
                    <a:srgbClr val="885282"/>
                  </a:solidFill>
                  <a:latin typeface="微软雅黑" panose="020B0503020204020204" pitchFamily="34" charset="-122"/>
                  <a:ea typeface="微软雅黑" panose="020B0503020204020204" pitchFamily="34" charset="-122"/>
                  <a:cs typeface="Arial" panose="020B0604020202020204" pitchFamily="34" charset="0"/>
                </a:rPr>
                <a:t>Web Service &amp; Solution </a:t>
              </a:r>
              <a:endParaRPr kumimoji="1" lang="en-US" altLang="ko-KR" sz="1200" kern="0">
                <a:solidFill>
                  <a:srgbClr val="885282"/>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46" name="Pie 101"/>
            <p:cNvSpPr/>
            <p:nvPr/>
          </p:nvSpPr>
          <p:spPr>
            <a:xfrm>
              <a:off x="29034" y="1117599"/>
              <a:ext cx="4320000" cy="1800000"/>
            </a:xfrm>
            <a:prstGeom prst="pie">
              <a:avLst>
                <a:gd name="adj1" fmla="val 9039641"/>
                <a:gd name="adj2" fmla="val 16200038"/>
              </a:avLst>
            </a:prstGeom>
            <a:gradFill flip="none" rotWithShape="1">
              <a:gsLst>
                <a:gs pos="0">
                  <a:srgbClr val="0000FF">
                    <a:shade val="30000"/>
                    <a:satMod val="115000"/>
                  </a:srgbClr>
                </a:gs>
                <a:gs pos="50000">
                  <a:srgbClr val="0000FF">
                    <a:shade val="67500"/>
                    <a:satMod val="115000"/>
                  </a:srgbClr>
                </a:gs>
                <a:gs pos="100000">
                  <a:srgbClr val="0000FF">
                    <a:shade val="100000"/>
                    <a:satMod val="115000"/>
                  </a:srgbClr>
                </a:gs>
              </a:gsLst>
              <a:lin ang="0" scaled="1"/>
              <a:tileRect/>
            </a:gradFill>
            <a:ln w="25400" cap="flat" cmpd="sng" algn="ctr">
              <a:noFill/>
              <a:prstDash val="solid"/>
            </a:ln>
            <a:effectLst/>
          </p:spPr>
          <p:txBody>
            <a:bodyPr anchor="ctr"/>
            <a:lstStyle/>
            <a:p>
              <a:pPr fontAlgn="auto">
                <a:spcBef>
                  <a:spcPts val="0"/>
                </a:spcBef>
                <a:spcAft>
                  <a:spcPts val="0"/>
                </a:spcAft>
                <a:defRPr/>
              </a:pPr>
              <a:endParaRPr lang="zh-CN" altLang="en-US" kern="0">
                <a:solidFill>
                  <a:srgbClr val="000000"/>
                </a:solidFill>
                <a:latin typeface="微软雅黑" panose="020B0503020204020204" pitchFamily="34" charset="-122"/>
                <a:ea typeface="微软雅黑" panose="020B0503020204020204" pitchFamily="34" charset="-122"/>
              </a:endParaRPr>
            </a:p>
          </p:txBody>
        </p:sp>
        <p:sp>
          <p:nvSpPr>
            <p:cNvPr id="47" name="Pie 102"/>
            <p:cNvSpPr/>
            <p:nvPr/>
          </p:nvSpPr>
          <p:spPr>
            <a:xfrm>
              <a:off x="43545" y="1132115"/>
              <a:ext cx="4320000" cy="1800000"/>
            </a:xfrm>
            <a:prstGeom prst="pie">
              <a:avLst>
                <a:gd name="adj1" fmla="val 268207"/>
                <a:gd name="adj2" fmla="val 9183555"/>
              </a:avLst>
            </a:prstGeom>
            <a:gradFill flip="none" rotWithShape="1">
              <a:gsLst>
                <a:gs pos="0">
                  <a:srgbClr val="A757A3">
                    <a:shade val="30000"/>
                    <a:satMod val="115000"/>
                  </a:srgbClr>
                </a:gs>
                <a:gs pos="50000">
                  <a:srgbClr val="A757A3">
                    <a:shade val="67500"/>
                    <a:satMod val="115000"/>
                  </a:srgbClr>
                </a:gs>
                <a:gs pos="100000">
                  <a:srgbClr val="A757A3">
                    <a:shade val="100000"/>
                    <a:satMod val="115000"/>
                  </a:srgbClr>
                </a:gs>
              </a:gsLst>
              <a:path path="circle">
                <a:fillToRect l="100000" t="100000"/>
              </a:path>
              <a:tileRect r="-100000" b="-100000"/>
            </a:gradFill>
            <a:ln w="25400" cap="flat" cmpd="sng" algn="ctr">
              <a:noFill/>
              <a:prstDash val="solid"/>
            </a:ln>
            <a:effectLst/>
            <a:scene3d>
              <a:camera prst="orthographicFront"/>
              <a:lightRig rig="threePt" dir="t"/>
            </a:scene3d>
            <a:sp3d>
              <a:bevelT/>
            </a:sp3d>
          </p:spPr>
          <p:txBody>
            <a:bodyPr anchor="ctr"/>
            <a:lstStyle/>
            <a:p>
              <a:pPr fontAlgn="auto">
                <a:spcBef>
                  <a:spcPts val="0"/>
                </a:spcBef>
                <a:spcAft>
                  <a:spcPts val="0"/>
                </a:spcAft>
                <a:defRPr/>
              </a:pPr>
              <a:endParaRPr lang="zh-CN" altLang="en-US" kern="0">
                <a:solidFill>
                  <a:srgbClr val="000000"/>
                </a:solidFill>
                <a:latin typeface="微软雅黑" panose="020B0503020204020204" pitchFamily="34" charset="-122"/>
                <a:ea typeface="微软雅黑" panose="020B0503020204020204" pitchFamily="34" charset="-122"/>
              </a:endParaRPr>
            </a:p>
          </p:txBody>
        </p:sp>
        <p:sp>
          <p:nvSpPr>
            <p:cNvPr id="48" name="Pie 103"/>
            <p:cNvSpPr/>
            <p:nvPr/>
          </p:nvSpPr>
          <p:spPr>
            <a:xfrm>
              <a:off x="43542" y="1117596"/>
              <a:ext cx="4320000" cy="1800000"/>
            </a:xfrm>
            <a:prstGeom prst="pie">
              <a:avLst>
                <a:gd name="adj1" fmla="val 16180997"/>
                <a:gd name="adj2" fmla="val 282201"/>
              </a:avLst>
            </a:prstGeom>
            <a:gradFill flip="none" rotWithShape="1">
              <a:gsLst>
                <a:gs pos="0">
                  <a:srgbClr val="FFC000">
                    <a:shade val="30000"/>
                    <a:satMod val="115000"/>
                  </a:srgbClr>
                </a:gs>
                <a:gs pos="50000">
                  <a:srgbClr val="FFC000">
                    <a:shade val="67500"/>
                    <a:satMod val="115000"/>
                  </a:srgbClr>
                </a:gs>
                <a:gs pos="100000">
                  <a:srgbClr val="FFC000">
                    <a:shade val="100000"/>
                    <a:satMod val="115000"/>
                  </a:srgbClr>
                </a:gs>
              </a:gsLst>
              <a:lin ang="5400000" scaled="1"/>
              <a:tileRect/>
            </a:gradFill>
            <a:ln w="25400" cap="flat" cmpd="sng" algn="ctr">
              <a:noFill/>
              <a:prstDash val="solid"/>
            </a:ln>
            <a:effectLst/>
          </p:spPr>
          <p:txBody>
            <a:bodyPr anchor="ctr"/>
            <a:lstStyle/>
            <a:p>
              <a:pPr fontAlgn="auto">
                <a:spcBef>
                  <a:spcPts val="0"/>
                </a:spcBef>
                <a:spcAft>
                  <a:spcPts val="0"/>
                </a:spcAft>
                <a:defRPr/>
              </a:pPr>
              <a:endParaRPr lang="zh-CN" altLang="en-US" kern="0">
                <a:solidFill>
                  <a:srgbClr val="000000"/>
                </a:solidFill>
                <a:latin typeface="微软雅黑" panose="020B0503020204020204" pitchFamily="34" charset="-122"/>
                <a:ea typeface="微软雅黑" panose="020B0503020204020204" pitchFamily="34" charset="-122"/>
              </a:endParaRPr>
            </a:p>
          </p:txBody>
        </p:sp>
        <p:sp>
          <p:nvSpPr>
            <p:cNvPr id="49" name="Oval 104"/>
            <p:cNvSpPr>
              <a:spLocks noChangeArrowheads="1"/>
            </p:cNvSpPr>
            <p:nvPr/>
          </p:nvSpPr>
          <p:spPr bwMode="auto">
            <a:xfrm>
              <a:off x="1289047" y="1599745"/>
              <a:ext cx="1875065" cy="838655"/>
            </a:xfrm>
            <a:prstGeom prst="ellipse">
              <a:avLst/>
            </a:prstGeom>
            <a:gradFill rotWithShape="1">
              <a:gsLst>
                <a:gs pos="0">
                  <a:srgbClr val="7067AF"/>
                </a:gs>
                <a:gs pos="50000">
                  <a:srgbClr val="FFFFFF"/>
                </a:gs>
                <a:gs pos="100000">
                  <a:srgbClr val="7067AF"/>
                </a:gs>
              </a:gsLst>
              <a:lin ang="0" scaled="1"/>
            </a:gradFill>
            <a:ln w="9525" algn="ctr">
              <a:noFill/>
              <a:round/>
            </a:ln>
            <a:effectLst/>
          </p:spPr>
          <p:txBody>
            <a:bodyPr wrap="none" anchor="ctr"/>
            <a:lstStyle/>
            <a:p>
              <a:pPr fontAlgn="auto">
                <a:spcBef>
                  <a:spcPts val="0"/>
                </a:spcBef>
                <a:spcAft>
                  <a:spcPts val="0"/>
                </a:spcAft>
                <a:defRPr/>
              </a:pPr>
              <a:endParaRPr lang="zh-CN" altLang="en-US" kern="0">
                <a:solidFill>
                  <a:sysClr val="windowText" lastClr="000000"/>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50" name="Oval 105"/>
            <p:cNvSpPr>
              <a:spLocks noChangeArrowheads="1"/>
            </p:cNvSpPr>
            <p:nvPr/>
          </p:nvSpPr>
          <p:spPr bwMode="auto">
            <a:xfrm>
              <a:off x="1427272" y="1812588"/>
              <a:ext cx="1604962" cy="641578"/>
            </a:xfrm>
            <a:prstGeom prst="ellipse">
              <a:avLst/>
            </a:prstGeom>
            <a:gradFill rotWithShape="1">
              <a:gsLst>
                <a:gs pos="0">
                  <a:srgbClr val="7067AF">
                    <a:gamma/>
                    <a:shade val="46275"/>
                    <a:invGamma/>
                  </a:srgbClr>
                </a:gs>
                <a:gs pos="50000">
                  <a:srgbClr val="7067AF"/>
                </a:gs>
                <a:gs pos="100000">
                  <a:srgbClr val="7067AF">
                    <a:gamma/>
                    <a:shade val="46275"/>
                    <a:invGamma/>
                  </a:srgbClr>
                </a:gs>
              </a:gsLst>
              <a:lin ang="0" scaled="1"/>
            </a:gradFill>
            <a:ln w="9525" algn="ctr">
              <a:noFill/>
              <a:round/>
            </a:ln>
            <a:effectLst/>
          </p:spPr>
          <p:txBody>
            <a:bodyPr wrap="none" anchor="ctr"/>
            <a:lstStyle/>
            <a:p>
              <a:pPr fontAlgn="auto">
                <a:spcBef>
                  <a:spcPts val="0"/>
                </a:spcBef>
                <a:spcAft>
                  <a:spcPts val="0"/>
                </a:spcAft>
                <a:defRPr/>
              </a:pPr>
              <a:r>
                <a:rPr lang="zh-CN" altLang="en-US" kern="0" dirty="0">
                  <a:solidFill>
                    <a:sysClr val="windowText" lastClr="000000"/>
                  </a:solidFill>
                  <a:latin typeface="微软雅黑" panose="020B0503020204020204" pitchFamily="34" charset="-122"/>
                  <a:ea typeface="微软雅黑" panose="020B0503020204020204" pitchFamily="34" charset="-122"/>
                  <a:cs typeface="Arial" panose="020B0604020202020204" pitchFamily="34" charset="0"/>
                </a:rPr>
                <a:t>元数据</a:t>
              </a:r>
              <a:endParaRPr lang="zh-CN" altLang="en-US" kern="0" dirty="0">
                <a:solidFill>
                  <a:sysClr val="windowText" lastClr="000000"/>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51" name="Text Box 80"/>
            <p:cNvSpPr txBox="1">
              <a:spLocks noChangeArrowheads="1"/>
            </p:cNvSpPr>
            <p:nvPr/>
          </p:nvSpPr>
          <p:spPr bwMode="auto">
            <a:xfrm>
              <a:off x="2590601" y="1339850"/>
              <a:ext cx="1338828" cy="368283"/>
            </a:xfrm>
            <a:prstGeom prst="rect">
              <a:avLst/>
            </a:prstGeom>
            <a:noFill/>
            <a:ln w="9525" algn="ctr">
              <a:noFill/>
              <a:miter lim="800000"/>
            </a:ln>
            <a:effectLst>
              <a:outerShdw dist="28398" dir="3806097" algn="ctr" rotWithShape="0">
                <a:srgbClr val="000000">
                  <a:alpha val="75999"/>
                </a:srgbClr>
              </a:outerShdw>
            </a:effectLst>
          </p:spPr>
          <p:txBody>
            <a:bodyPr wrap="square">
              <a:spAutoFit/>
            </a:bodyPr>
            <a:lstStyle/>
            <a:p>
              <a:pPr fontAlgn="auto" latinLnBrk="1">
                <a:spcBef>
                  <a:spcPts val="0"/>
                </a:spcBef>
                <a:spcAft>
                  <a:spcPts val="0"/>
                </a:spcAft>
                <a:defRPr/>
              </a:pPr>
              <a:r>
                <a:rPr kumimoji="1" lang="zh-CN" altLang="en-US" kern="0" dirty="0">
                  <a:solidFill>
                    <a:srgbClr val="FFFFFF"/>
                  </a:solidFill>
                  <a:latin typeface="微软雅黑" panose="020B0503020204020204" pitchFamily="34" charset="-122"/>
                  <a:ea typeface="微软雅黑" panose="020B0503020204020204" pitchFamily="34" charset="-122"/>
                  <a:cs typeface="Arial" panose="020B0604020202020204" pitchFamily="34" charset="0"/>
                </a:rPr>
                <a:t>技术元数据</a:t>
              </a:r>
              <a:endParaRPr kumimoji="1" lang="en-US" altLang="ko-KR" kern="0" dirty="0">
                <a:solidFill>
                  <a:srgbClr val="FFFFFF"/>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52" name="Text Box 80"/>
            <p:cNvSpPr txBox="1">
              <a:spLocks noChangeArrowheads="1"/>
            </p:cNvSpPr>
            <p:nvPr/>
          </p:nvSpPr>
          <p:spPr bwMode="auto">
            <a:xfrm>
              <a:off x="215111" y="1593850"/>
              <a:ext cx="1338828" cy="368283"/>
            </a:xfrm>
            <a:prstGeom prst="rect">
              <a:avLst/>
            </a:prstGeom>
            <a:noFill/>
            <a:ln w="9525" algn="ctr">
              <a:noFill/>
              <a:miter lim="800000"/>
            </a:ln>
            <a:effectLst>
              <a:outerShdw dist="28398" dir="3806097" algn="ctr" rotWithShape="0">
                <a:srgbClr val="000000">
                  <a:alpha val="75999"/>
                </a:srgbClr>
              </a:outerShdw>
            </a:effectLst>
          </p:spPr>
          <p:txBody>
            <a:bodyPr wrap="square">
              <a:spAutoFit/>
            </a:bodyPr>
            <a:lstStyle/>
            <a:p>
              <a:pPr fontAlgn="auto" latinLnBrk="1">
                <a:spcBef>
                  <a:spcPts val="0"/>
                </a:spcBef>
                <a:spcAft>
                  <a:spcPts val="0"/>
                </a:spcAft>
                <a:defRPr/>
              </a:pPr>
              <a:r>
                <a:rPr kumimoji="1" lang="zh-CN" altLang="en-US" kern="0" dirty="0">
                  <a:solidFill>
                    <a:srgbClr val="FFFFFF"/>
                  </a:solidFill>
                  <a:latin typeface="微软雅黑" panose="020B0503020204020204" pitchFamily="34" charset="-122"/>
                  <a:ea typeface="微软雅黑" panose="020B0503020204020204" pitchFamily="34" charset="-122"/>
                  <a:cs typeface="Arial" panose="020B0604020202020204" pitchFamily="34" charset="0"/>
                </a:rPr>
                <a:t>业务元数据</a:t>
              </a:r>
              <a:endParaRPr kumimoji="1" lang="en-US" altLang="ko-KR" kern="0" dirty="0">
                <a:solidFill>
                  <a:srgbClr val="FFFFFF"/>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53" name="Text Box 80"/>
            <p:cNvSpPr txBox="1">
              <a:spLocks noChangeArrowheads="1"/>
            </p:cNvSpPr>
            <p:nvPr/>
          </p:nvSpPr>
          <p:spPr bwMode="auto">
            <a:xfrm>
              <a:off x="1990664" y="2450193"/>
              <a:ext cx="1338828" cy="368283"/>
            </a:xfrm>
            <a:prstGeom prst="rect">
              <a:avLst/>
            </a:prstGeom>
            <a:noFill/>
            <a:ln w="9525" algn="ctr">
              <a:noFill/>
              <a:miter lim="800000"/>
            </a:ln>
            <a:effectLst>
              <a:outerShdw dist="28398" dir="3806097" algn="ctr" rotWithShape="0">
                <a:srgbClr val="000000">
                  <a:alpha val="75999"/>
                </a:srgbClr>
              </a:outerShdw>
            </a:effectLst>
          </p:spPr>
          <p:txBody>
            <a:bodyPr wrap="square">
              <a:spAutoFit/>
            </a:bodyPr>
            <a:lstStyle/>
            <a:p>
              <a:pPr fontAlgn="auto" latinLnBrk="1">
                <a:spcBef>
                  <a:spcPts val="0"/>
                </a:spcBef>
                <a:spcAft>
                  <a:spcPts val="0"/>
                </a:spcAft>
                <a:defRPr/>
              </a:pPr>
              <a:r>
                <a:rPr kumimoji="1" lang="zh-CN" altLang="en-US" kern="0" dirty="0">
                  <a:solidFill>
                    <a:srgbClr val="FFFFFF"/>
                  </a:solidFill>
                  <a:latin typeface="微软雅黑" panose="020B0503020204020204" pitchFamily="34" charset="-122"/>
                  <a:ea typeface="微软雅黑" panose="020B0503020204020204" pitchFamily="34" charset="-122"/>
                  <a:cs typeface="Arial" panose="020B0604020202020204" pitchFamily="34" charset="0"/>
                </a:rPr>
                <a:t>管理元数据</a:t>
              </a:r>
              <a:endParaRPr kumimoji="1" lang="en-US" altLang="ko-KR" kern="0" dirty="0">
                <a:solidFill>
                  <a:srgbClr val="FFFFFF"/>
                </a:solidFill>
                <a:latin typeface="微软雅黑" panose="020B0503020204020204" pitchFamily="34" charset="-122"/>
                <a:ea typeface="微软雅黑" panose="020B0503020204020204" pitchFamily="34" charset="-122"/>
                <a:cs typeface="Arial" panose="020B0604020202020204" pitchFamily="34" charset="0"/>
              </a:endParaRPr>
            </a:p>
          </p:txBody>
        </p:sp>
        <p:pic>
          <p:nvPicPr>
            <p:cNvPr id="54" name="Picture 109" descr="빛"/>
            <p:cNvPicPr>
              <a:picLocks noChangeAspect="1" noChangeArrowheads="1"/>
            </p:cNvPicPr>
            <p:nvPr/>
          </p:nvPicPr>
          <p:blipFill>
            <a:blip r:embed="rId3" cstate="print"/>
            <a:srcRect/>
            <a:stretch>
              <a:fillRect/>
            </a:stretch>
          </p:blipFill>
          <p:spPr bwMode="auto">
            <a:xfrm>
              <a:off x="1750454" y="1410143"/>
              <a:ext cx="2830286" cy="1596570"/>
            </a:xfrm>
            <a:prstGeom prst="rect">
              <a:avLst/>
            </a:prstGeom>
            <a:noFill/>
            <a:ln w="9525">
              <a:noFill/>
              <a:miter lim="800000"/>
              <a:headEnd/>
              <a:tailEnd/>
            </a:ln>
            <a:effectLst/>
          </p:spPr>
        </p:pic>
      </p:grpSp>
      <p:graphicFrame>
        <p:nvGraphicFramePr>
          <p:cNvPr id="55" name="Table 110"/>
          <p:cNvGraphicFramePr>
            <a:graphicFrameLocks noGrp="1"/>
          </p:cNvGraphicFramePr>
          <p:nvPr/>
        </p:nvGraphicFramePr>
        <p:xfrm>
          <a:off x="2452619" y="2083961"/>
          <a:ext cx="1052512" cy="1133568"/>
        </p:xfrm>
        <a:graphic>
          <a:graphicData uri="http://schemas.openxmlformats.org/drawingml/2006/table">
            <a:tbl>
              <a:tblPr firstRow="1" bandRow="1"/>
              <a:tblGrid>
                <a:gridCol w="1052512"/>
              </a:tblGrid>
              <a:tr h="274179">
                <a:tc>
                  <a:txBody>
                    <a:bodyPr/>
                    <a:lstStyle>
                      <a:defPPr>
                        <a:defRPr lang="en-US"/>
                      </a:defPPr>
                      <a:lvl1pPr marL="0" algn="l" defTabSz="914400" rtl="0" eaLnBrk="1" latinLnBrk="0" hangingPunct="1">
                        <a:defRPr sz="1800" b="1" kern="1200">
                          <a:solidFill>
                            <a:schemeClr val="bg1"/>
                          </a:solidFill>
                          <a:latin typeface="华文细黑" panose="02010600040101010101" pitchFamily="2" charset="-122"/>
                          <a:ea typeface="宋体" panose="02010600030101010101" pitchFamily="2" charset="-122"/>
                        </a:defRPr>
                      </a:lvl1pPr>
                      <a:lvl2pPr marL="457200" algn="l" defTabSz="914400" rtl="0" eaLnBrk="1" latinLnBrk="0" hangingPunct="1">
                        <a:defRPr sz="1800" b="1" kern="1200">
                          <a:solidFill>
                            <a:schemeClr val="bg1"/>
                          </a:solidFill>
                          <a:latin typeface="华文细黑" panose="02010600040101010101" pitchFamily="2" charset="-122"/>
                          <a:ea typeface="宋体" panose="02010600030101010101" pitchFamily="2" charset="-122"/>
                        </a:defRPr>
                      </a:lvl2pPr>
                      <a:lvl3pPr marL="914400" algn="l" defTabSz="914400" rtl="0" eaLnBrk="1" latinLnBrk="0" hangingPunct="1">
                        <a:defRPr sz="1800" b="1" kern="1200">
                          <a:solidFill>
                            <a:schemeClr val="bg1"/>
                          </a:solidFill>
                          <a:latin typeface="华文细黑" panose="02010600040101010101" pitchFamily="2" charset="-122"/>
                          <a:ea typeface="宋体" panose="02010600030101010101" pitchFamily="2" charset="-122"/>
                        </a:defRPr>
                      </a:lvl3pPr>
                      <a:lvl4pPr marL="1371600" algn="l" defTabSz="914400" rtl="0" eaLnBrk="1" latinLnBrk="0" hangingPunct="1">
                        <a:defRPr sz="1800" b="1" kern="1200">
                          <a:solidFill>
                            <a:schemeClr val="bg1"/>
                          </a:solidFill>
                          <a:latin typeface="华文细黑" panose="02010600040101010101" pitchFamily="2" charset="-122"/>
                          <a:ea typeface="宋体" panose="02010600030101010101" pitchFamily="2" charset="-122"/>
                        </a:defRPr>
                      </a:lvl4pPr>
                      <a:lvl5pPr marL="1828800" algn="l" defTabSz="914400" rtl="0" eaLnBrk="1" latinLnBrk="0" hangingPunct="1">
                        <a:defRPr sz="1800" b="1" kern="1200">
                          <a:solidFill>
                            <a:schemeClr val="bg1"/>
                          </a:solidFill>
                          <a:latin typeface="华文细黑" panose="02010600040101010101" pitchFamily="2" charset="-122"/>
                          <a:ea typeface="宋体" panose="02010600030101010101" pitchFamily="2" charset="-122"/>
                        </a:defRPr>
                      </a:lvl5pPr>
                      <a:lvl6pPr marL="2286000" algn="l" defTabSz="914400" rtl="0" eaLnBrk="1" latinLnBrk="0" hangingPunct="1">
                        <a:defRPr sz="1800" b="1" kern="1200">
                          <a:solidFill>
                            <a:schemeClr val="bg1"/>
                          </a:solidFill>
                          <a:latin typeface="华文细黑" panose="02010600040101010101" pitchFamily="2" charset="-122"/>
                          <a:ea typeface="宋体" panose="02010600030101010101" pitchFamily="2" charset="-122"/>
                        </a:defRPr>
                      </a:lvl6pPr>
                      <a:lvl7pPr marL="2743200" algn="l" defTabSz="914400" rtl="0" eaLnBrk="1" latinLnBrk="0" hangingPunct="1">
                        <a:defRPr sz="1800" b="1" kern="1200">
                          <a:solidFill>
                            <a:schemeClr val="bg1"/>
                          </a:solidFill>
                          <a:latin typeface="华文细黑" panose="02010600040101010101" pitchFamily="2" charset="-122"/>
                          <a:ea typeface="宋体" panose="02010600030101010101" pitchFamily="2" charset="-122"/>
                        </a:defRPr>
                      </a:lvl7pPr>
                      <a:lvl8pPr marL="3200400" algn="l" defTabSz="914400" rtl="0" eaLnBrk="1" latinLnBrk="0" hangingPunct="1">
                        <a:defRPr sz="1800" b="1" kern="1200">
                          <a:solidFill>
                            <a:schemeClr val="bg1"/>
                          </a:solidFill>
                          <a:latin typeface="华文细黑" panose="02010600040101010101" pitchFamily="2" charset="-122"/>
                          <a:ea typeface="宋体" panose="02010600030101010101" pitchFamily="2" charset="-122"/>
                        </a:defRPr>
                      </a:lvl8pPr>
                      <a:lvl9pPr marL="3657600" algn="l" defTabSz="914400" rtl="0" eaLnBrk="1" latinLnBrk="0" hangingPunct="1">
                        <a:defRPr sz="1800" b="1" kern="1200">
                          <a:solidFill>
                            <a:schemeClr val="bg1"/>
                          </a:solidFill>
                          <a:latin typeface="华文细黑" panose="02010600040101010101" pitchFamily="2" charset="-122"/>
                          <a:ea typeface="宋体" panose="02010600030101010101" pitchFamily="2" charset="-122"/>
                        </a:defRPr>
                      </a:lvl9pPr>
                    </a:lstStyle>
                    <a:p>
                      <a:pPr algn="ctr"/>
                      <a:r>
                        <a:rPr lang="zh-CN" altLang="en-US" sz="1200" dirty="0">
                          <a:solidFill>
                            <a:schemeClr val="bg1"/>
                          </a:solidFill>
                          <a:latin typeface="微软雅黑" panose="020B0503020204020204" pitchFamily="34" charset="-122"/>
                          <a:ea typeface="微软雅黑" panose="020B0503020204020204" pitchFamily="34" charset="-122"/>
                        </a:rPr>
                        <a:t>业务元数据</a:t>
                      </a:r>
                      <a:endParaRPr lang="zh-CN" altLang="en-US" sz="1200" dirty="0">
                        <a:solidFill>
                          <a:schemeClr val="bg1"/>
                        </a:solidFill>
                        <a:latin typeface="微软雅黑" panose="020B0503020204020204" pitchFamily="34" charset="-122"/>
                        <a:ea typeface="微软雅黑" panose="020B0503020204020204" pitchFamily="34" charset="-122"/>
                      </a:endParaRPr>
                    </a:p>
                  </a:txBody>
                  <a:tcPr marL="91501" marR="91501" marT="45696" marB="45696">
                    <a:lnL w="9525" cap="flat" cmpd="sng" algn="ctr">
                      <a:solidFill>
                        <a:srgbClr val="D6EBF6">
                          <a:shade val="95000"/>
                          <a:satMod val="105000"/>
                        </a:srgbClr>
                      </a:solidFill>
                      <a:prstDash val="solid"/>
                    </a:lnL>
                    <a:lnR w="9525" cap="flat" cmpd="sng" algn="ctr">
                      <a:solidFill>
                        <a:srgbClr val="D6EBF6">
                          <a:shade val="95000"/>
                          <a:satMod val="105000"/>
                        </a:srgbClr>
                      </a:solidFill>
                      <a:prstDash val="solid"/>
                    </a:lnR>
                    <a:lnT w="9525" cap="flat" cmpd="sng" algn="ctr">
                      <a:solidFill>
                        <a:srgbClr val="D6EBF6">
                          <a:shade val="95000"/>
                          <a:satMod val="105000"/>
                        </a:srgbClr>
                      </a:solidFill>
                      <a:prstDash val="solid"/>
                    </a:lnT>
                    <a:lnB w="9525" cap="flat" cmpd="sng" algn="ctr">
                      <a:solidFill>
                        <a:srgbClr val="D6EBF6">
                          <a:shade val="95000"/>
                          <a:satMod val="105000"/>
                        </a:srgbClr>
                      </a:solidFill>
                      <a:prstDash val="solid"/>
                    </a:lnB>
                    <a:lnTlToBr w="12700" cmpd="sng">
                      <a:noFill/>
                      <a:prstDash val="solid"/>
                    </a:lnTlToBr>
                    <a:lnBlToTr w="12700" cmpd="sng">
                      <a:noFill/>
                      <a:prstDash val="solid"/>
                    </a:lnBlToTr>
                    <a:solidFill>
                      <a:srgbClr val="002060"/>
                    </a:solidFill>
                  </a:tcPr>
                </a:tc>
              </a:tr>
              <a:tr h="859296">
                <a:tc>
                  <a:txBody>
                    <a:bodyPr/>
                    <a:lstStyle>
                      <a:defPPr>
                        <a:defRPr lang="en-US"/>
                      </a:defPPr>
                      <a:lvl1pPr marL="0" algn="l" defTabSz="914400" rtl="0" eaLnBrk="1" latinLnBrk="0" hangingPunct="1">
                        <a:defRPr sz="1800" kern="1200">
                          <a:solidFill>
                            <a:schemeClr val="tx1"/>
                          </a:solidFill>
                          <a:latin typeface="华文细黑" panose="02010600040101010101" pitchFamily="2" charset="-122"/>
                          <a:ea typeface="宋体" panose="02010600030101010101" pitchFamily="2" charset="-122"/>
                        </a:defRPr>
                      </a:lvl1pPr>
                      <a:lvl2pPr marL="457200" algn="l" defTabSz="914400" rtl="0" eaLnBrk="1" latinLnBrk="0" hangingPunct="1">
                        <a:defRPr sz="1800" kern="1200">
                          <a:solidFill>
                            <a:schemeClr val="tx1"/>
                          </a:solidFill>
                          <a:latin typeface="华文细黑" panose="02010600040101010101" pitchFamily="2" charset="-122"/>
                          <a:ea typeface="宋体" panose="02010600030101010101" pitchFamily="2" charset="-122"/>
                        </a:defRPr>
                      </a:lvl2pPr>
                      <a:lvl3pPr marL="914400" algn="l" defTabSz="914400" rtl="0" eaLnBrk="1" latinLnBrk="0" hangingPunct="1">
                        <a:defRPr sz="1800" kern="1200">
                          <a:solidFill>
                            <a:schemeClr val="tx1"/>
                          </a:solidFill>
                          <a:latin typeface="华文细黑" panose="02010600040101010101" pitchFamily="2" charset="-122"/>
                          <a:ea typeface="宋体" panose="02010600030101010101" pitchFamily="2" charset="-122"/>
                        </a:defRPr>
                      </a:lvl3pPr>
                      <a:lvl4pPr marL="1371600" algn="l" defTabSz="914400" rtl="0" eaLnBrk="1" latinLnBrk="0" hangingPunct="1">
                        <a:defRPr sz="1800" kern="1200">
                          <a:solidFill>
                            <a:schemeClr val="tx1"/>
                          </a:solidFill>
                          <a:latin typeface="华文细黑" panose="02010600040101010101" pitchFamily="2" charset="-122"/>
                          <a:ea typeface="宋体" panose="02010600030101010101" pitchFamily="2" charset="-122"/>
                        </a:defRPr>
                      </a:lvl4pPr>
                      <a:lvl5pPr marL="1828800" algn="l" defTabSz="914400" rtl="0" eaLnBrk="1" latinLnBrk="0" hangingPunct="1">
                        <a:defRPr sz="1800" kern="1200">
                          <a:solidFill>
                            <a:schemeClr val="tx1"/>
                          </a:solidFill>
                          <a:latin typeface="华文细黑" panose="02010600040101010101" pitchFamily="2" charset="-122"/>
                          <a:ea typeface="宋体" panose="02010600030101010101" pitchFamily="2" charset="-122"/>
                        </a:defRPr>
                      </a:lvl5pPr>
                      <a:lvl6pPr marL="2286000" algn="l" defTabSz="914400" rtl="0" eaLnBrk="1" latinLnBrk="0" hangingPunct="1">
                        <a:defRPr sz="1800" kern="1200">
                          <a:solidFill>
                            <a:schemeClr val="tx1"/>
                          </a:solidFill>
                          <a:latin typeface="华文细黑" panose="02010600040101010101" pitchFamily="2" charset="-122"/>
                          <a:ea typeface="宋体" panose="02010600030101010101" pitchFamily="2" charset="-122"/>
                        </a:defRPr>
                      </a:lvl6pPr>
                      <a:lvl7pPr marL="2743200" algn="l" defTabSz="914400" rtl="0" eaLnBrk="1" latinLnBrk="0" hangingPunct="1">
                        <a:defRPr sz="1800" kern="1200">
                          <a:solidFill>
                            <a:schemeClr val="tx1"/>
                          </a:solidFill>
                          <a:latin typeface="华文细黑" panose="02010600040101010101" pitchFamily="2" charset="-122"/>
                          <a:ea typeface="宋体" panose="02010600030101010101" pitchFamily="2" charset="-122"/>
                        </a:defRPr>
                      </a:lvl7pPr>
                      <a:lvl8pPr marL="3200400" algn="l" defTabSz="914400" rtl="0" eaLnBrk="1" latinLnBrk="0" hangingPunct="1">
                        <a:defRPr sz="1800" kern="1200">
                          <a:solidFill>
                            <a:schemeClr val="tx1"/>
                          </a:solidFill>
                          <a:latin typeface="华文细黑" panose="02010600040101010101" pitchFamily="2" charset="-122"/>
                          <a:ea typeface="宋体" panose="02010600030101010101" pitchFamily="2" charset="-122"/>
                        </a:defRPr>
                      </a:lvl8pPr>
                      <a:lvl9pPr marL="3657600" algn="l" defTabSz="914400" rtl="0" eaLnBrk="1" latinLnBrk="0" hangingPunct="1">
                        <a:defRPr sz="1800" kern="1200">
                          <a:solidFill>
                            <a:schemeClr val="tx1"/>
                          </a:solidFill>
                          <a:latin typeface="华文细黑" panose="02010600040101010101" pitchFamily="2" charset="-122"/>
                          <a:ea typeface="宋体" panose="02010600030101010101" pitchFamily="2" charset="-122"/>
                        </a:defRPr>
                      </a:lvl9pPr>
                    </a:lstStyle>
                    <a:p>
                      <a:r>
                        <a:rPr lang="zh-CN" altLang="en-US" sz="1200" dirty="0">
                          <a:latin typeface="微软雅黑" panose="020B0503020204020204" pitchFamily="34" charset="-122"/>
                          <a:ea typeface="微软雅黑" panose="020B0503020204020204" pitchFamily="34" charset="-122"/>
                        </a:rPr>
                        <a:t>业务指标</a:t>
                      </a:r>
                      <a:endParaRPr lang="en-US" altLang="zh-CN" sz="1200" dirty="0">
                        <a:latin typeface="微软雅黑" panose="020B0503020204020204" pitchFamily="34" charset="-122"/>
                        <a:ea typeface="微软雅黑" panose="020B0503020204020204" pitchFamily="34" charset="-122"/>
                      </a:endParaRPr>
                    </a:p>
                    <a:p>
                      <a:r>
                        <a:rPr lang="zh-CN" altLang="en-US" sz="1200" dirty="0">
                          <a:latin typeface="微软雅黑" panose="020B0503020204020204" pitchFamily="34" charset="-122"/>
                          <a:ea typeface="微软雅黑" panose="020B0503020204020204" pitchFamily="34" charset="-122"/>
                        </a:rPr>
                        <a:t>业务术语</a:t>
                      </a:r>
                      <a:endParaRPr lang="en-US" altLang="zh-CN" sz="1200" dirty="0">
                        <a:latin typeface="微软雅黑" panose="020B0503020204020204" pitchFamily="34" charset="-122"/>
                        <a:ea typeface="微软雅黑" panose="020B0503020204020204" pitchFamily="34" charset="-122"/>
                      </a:endParaRPr>
                    </a:p>
                    <a:p>
                      <a:r>
                        <a:rPr lang="zh-CN" altLang="en-US" sz="1200" dirty="0">
                          <a:latin typeface="微软雅黑" panose="020B0503020204020204" pitchFamily="34" charset="-122"/>
                          <a:ea typeface="微软雅黑" panose="020B0503020204020204" pitchFamily="34" charset="-122"/>
                        </a:rPr>
                        <a:t>分析应用</a:t>
                      </a:r>
                      <a:endParaRPr lang="en-US" altLang="zh-CN" sz="1200" dirty="0">
                        <a:latin typeface="微软雅黑" panose="020B0503020204020204" pitchFamily="34" charset="-122"/>
                        <a:ea typeface="微软雅黑" panose="020B0503020204020204" pitchFamily="34" charset="-122"/>
                      </a:endParaRPr>
                    </a:p>
                  </a:txBody>
                  <a:tcPr marL="91501" marR="91501" marT="45696" marB="45696">
                    <a:lnL w="9525" cap="flat" cmpd="sng" algn="ctr">
                      <a:solidFill>
                        <a:srgbClr val="D6EBF6">
                          <a:shade val="95000"/>
                          <a:satMod val="105000"/>
                        </a:srgbClr>
                      </a:solidFill>
                      <a:prstDash val="solid"/>
                    </a:lnL>
                    <a:lnR w="9525" cap="flat" cmpd="sng" algn="ctr">
                      <a:solidFill>
                        <a:srgbClr val="D6EBF6">
                          <a:shade val="95000"/>
                          <a:satMod val="105000"/>
                        </a:srgbClr>
                      </a:solidFill>
                      <a:prstDash val="solid"/>
                    </a:lnR>
                    <a:lnT w="9525" cap="flat" cmpd="sng" algn="ctr">
                      <a:solidFill>
                        <a:srgbClr val="D6EBF6">
                          <a:shade val="95000"/>
                          <a:satMod val="105000"/>
                        </a:srgbClr>
                      </a:solidFill>
                      <a:prstDash val="solid"/>
                    </a:lnT>
                    <a:lnB w="9525" cap="flat" cmpd="sng" algn="ctr">
                      <a:solidFill>
                        <a:srgbClr val="D6EBF6">
                          <a:shade val="95000"/>
                          <a:satMod val="105000"/>
                        </a:srgbClr>
                      </a:solidFill>
                      <a:prstDash val="solid"/>
                    </a:lnB>
                    <a:lnTlToBr w="12700" cmpd="sng">
                      <a:noFill/>
                      <a:prstDash val="solid"/>
                    </a:lnTlToBr>
                    <a:lnBlToTr w="12700" cmpd="sng">
                      <a:noFill/>
                      <a:prstDash val="solid"/>
                    </a:lnBlToTr>
                    <a:noFill/>
                  </a:tcPr>
                </a:tc>
              </a:tr>
            </a:tbl>
          </a:graphicData>
        </a:graphic>
      </p:graphicFrame>
      <p:cxnSp>
        <p:nvCxnSpPr>
          <p:cNvPr id="56" name="Elbow Connector 111"/>
          <p:cNvCxnSpPr>
            <a:cxnSpLocks noChangeShapeType="1"/>
          </p:cNvCxnSpPr>
          <p:nvPr/>
        </p:nvCxnSpPr>
        <p:spPr bwMode="auto">
          <a:xfrm rot="10800000" flipV="1">
            <a:off x="2260531" y="1988711"/>
            <a:ext cx="1917700" cy="1835150"/>
          </a:xfrm>
          <a:prstGeom prst="bentConnector3">
            <a:avLst>
              <a:gd name="adj1" fmla="val 145204"/>
            </a:avLst>
          </a:prstGeom>
          <a:noFill/>
          <a:ln w="9525" algn="ctr">
            <a:solidFill>
              <a:srgbClr val="7F7F7F"/>
            </a:solidFill>
            <a:miter lim="800000"/>
          </a:ln>
          <a:extLst>
            <a:ext uri="{909E8E84-426E-40DD-AFC4-6F175D3DCCD1}">
              <a14:hiddenFill xmlns:a14="http://schemas.microsoft.com/office/drawing/2010/main">
                <a:noFill/>
              </a14:hiddenFill>
            </a:ext>
          </a:extLst>
        </p:spPr>
      </p:cxnSp>
      <p:cxnSp>
        <p:nvCxnSpPr>
          <p:cNvPr id="57" name="Elbow Connector 112"/>
          <p:cNvCxnSpPr>
            <a:cxnSpLocks noChangeShapeType="1"/>
          </p:cNvCxnSpPr>
          <p:nvPr/>
        </p:nvCxnSpPr>
        <p:spPr bwMode="auto">
          <a:xfrm rot="10800000" flipV="1">
            <a:off x="6998901" y="2403049"/>
            <a:ext cx="3835400" cy="1112837"/>
          </a:xfrm>
          <a:prstGeom prst="bentConnector3">
            <a:avLst>
              <a:gd name="adj1" fmla="val 100662"/>
            </a:avLst>
          </a:prstGeom>
          <a:noFill/>
          <a:ln w="9525" algn="ctr">
            <a:solidFill>
              <a:srgbClr val="7F7F7F"/>
            </a:solidFill>
            <a:miter lim="800000"/>
          </a:ln>
          <a:extLst>
            <a:ext uri="{909E8E84-426E-40DD-AFC4-6F175D3DCCD1}">
              <a14:hiddenFill xmlns:a14="http://schemas.microsoft.com/office/drawing/2010/main">
                <a:noFill/>
              </a14:hiddenFill>
            </a:ext>
          </a:extLst>
        </p:spPr>
      </p:cxnSp>
      <p:graphicFrame>
        <p:nvGraphicFramePr>
          <p:cNvPr id="58" name="Table 113"/>
          <p:cNvGraphicFramePr>
            <a:graphicFrameLocks noGrp="1"/>
          </p:cNvGraphicFramePr>
          <p:nvPr/>
        </p:nvGraphicFramePr>
        <p:xfrm>
          <a:off x="7251314" y="2661811"/>
          <a:ext cx="1284287" cy="1133568"/>
        </p:xfrm>
        <a:graphic>
          <a:graphicData uri="http://schemas.openxmlformats.org/drawingml/2006/table">
            <a:tbl>
              <a:tblPr firstRow="1" bandRow="1"/>
              <a:tblGrid>
                <a:gridCol w="1284287"/>
              </a:tblGrid>
              <a:tr h="274179">
                <a:tc>
                  <a:txBody>
                    <a:bodyPr/>
                    <a:lstStyle>
                      <a:defPPr>
                        <a:defRPr lang="en-US"/>
                      </a:defPPr>
                      <a:lvl1pPr marL="0" algn="l" defTabSz="914400" rtl="0" eaLnBrk="1" latinLnBrk="0" hangingPunct="1">
                        <a:defRPr sz="1800" b="1" kern="1200">
                          <a:solidFill>
                            <a:schemeClr val="bg1"/>
                          </a:solidFill>
                          <a:latin typeface="华文细黑" panose="02010600040101010101" pitchFamily="2" charset="-122"/>
                          <a:ea typeface="宋体" panose="02010600030101010101" pitchFamily="2" charset="-122"/>
                        </a:defRPr>
                      </a:lvl1pPr>
                      <a:lvl2pPr marL="457200" algn="l" defTabSz="914400" rtl="0" eaLnBrk="1" latinLnBrk="0" hangingPunct="1">
                        <a:defRPr sz="1800" b="1" kern="1200">
                          <a:solidFill>
                            <a:schemeClr val="bg1"/>
                          </a:solidFill>
                          <a:latin typeface="华文细黑" panose="02010600040101010101" pitchFamily="2" charset="-122"/>
                          <a:ea typeface="宋体" panose="02010600030101010101" pitchFamily="2" charset="-122"/>
                        </a:defRPr>
                      </a:lvl2pPr>
                      <a:lvl3pPr marL="914400" algn="l" defTabSz="914400" rtl="0" eaLnBrk="1" latinLnBrk="0" hangingPunct="1">
                        <a:defRPr sz="1800" b="1" kern="1200">
                          <a:solidFill>
                            <a:schemeClr val="bg1"/>
                          </a:solidFill>
                          <a:latin typeface="华文细黑" panose="02010600040101010101" pitchFamily="2" charset="-122"/>
                          <a:ea typeface="宋体" panose="02010600030101010101" pitchFamily="2" charset="-122"/>
                        </a:defRPr>
                      </a:lvl3pPr>
                      <a:lvl4pPr marL="1371600" algn="l" defTabSz="914400" rtl="0" eaLnBrk="1" latinLnBrk="0" hangingPunct="1">
                        <a:defRPr sz="1800" b="1" kern="1200">
                          <a:solidFill>
                            <a:schemeClr val="bg1"/>
                          </a:solidFill>
                          <a:latin typeface="华文细黑" panose="02010600040101010101" pitchFamily="2" charset="-122"/>
                          <a:ea typeface="宋体" panose="02010600030101010101" pitchFamily="2" charset="-122"/>
                        </a:defRPr>
                      </a:lvl4pPr>
                      <a:lvl5pPr marL="1828800" algn="l" defTabSz="914400" rtl="0" eaLnBrk="1" latinLnBrk="0" hangingPunct="1">
                        <a:defRPr sz="1800" b="1" kern="1200">
                          <a:solidFill>
                            <a:schemeClr val="bg1"/>
                          </a:solidFill>
                          <a:latin typeface="华文细黑" panose="02010600040101010101" pitchFamily="2" charset="-122"/>
                          <a:ea typeface="宋体" panose="02010600030101010101" pitchFamily="2" charset="-122"/>
                        </a:defRPr>
                      </a:lvl5pPr>
                      <a:lvl6pPr marL="2286000" algn="l" defTabSz="914400" rtl="0" eaLnBrk="1" latinLnBrk="0" hangingPunct="1">
                        <a:defRPr sz="1800" b="1" kern="1200">
                          <a:solidFill>
                            <a:schemeClr val="bg1"/>
                          </a:solidFill>
                          <a:latin typeface="华文细黑" panose="02010600040101010101" pitchFamily="2" charset="-122"/>
                          <a:ea typeface="宋体" panose="02010600030101010101" pitchFamily="2" charset="-122"/>
                        </a:defRPr>
                      </a:lvl6pPr>
                      <a:lvl7pPr marL="2743200" algn="l" defTabSz="914400" rtl="0" eaLnBrk="1" latinLnBrk="0" hangingPunct="1">
                        <a:defRPr sz="1800" b="1" kern="1200">
                          <a:solidFill>
                            <a:schemeClr val="bg1"/>
                          </a:solidFill>
                          <a:latin typeface="华文细黑" panose="02010600040101010101" pitchFamily="2" charset="-122"/>
                          <a:ea typeface="宋体" panose="02010600030101010101" pitchFamily="2" charset="-122"/>
                        </a:defRPr>
                      </a:lvl7pPr>
                      <a:lvl8pPr marL="3200400" algn="l" defTabSz="914400" rtl="0" eaLnBrk="1" latinLnBrk="0" hangingPunct="1">
                        <a:defRPr sz="1800" b="1" kern="1200">
                          <a:solidFill>
                            <a:schemeClr val="bg1"/>
                          </a:solidFill>
                          <a:latin typeface="华文细黑" panose="02010600040101010101" pitchFamily="2" charset="-122"/>
                          <a:ea typeface="宋体" panose="02010600030101010101" pitchFamily="2" charset="-122"/>
                        </a:defRPr>
                      </a:lvl8pPr>
                      <a:lvl9pPr marL="3657600" algn="l" defTabSz="914400" rtl="0" eaLnBrk="1" latinLnBrk="0" hangingPunct="1">
                        <a:defRPr sz="1800" b="1" kern="1200">
                          <a:solidFill>
                            <a:schemeClr val="bg1"/>
                          </a:solidFill>
                          <a:latin typeface="华文细黑" panose="02010600040101010101" pitchFamily="2" charset="-122"/>
                          <a:ea typeface="宋体" panose="02010600030101010101" pitchFamily="2" charset="-122"/>
                        </a:defRPr>
                      </a:lvl9pPr>
                    </a:lstStyle>
                    <a:p>
                      <a:pPr algn="ctr"/>
                      <a:r>
                        <a:rPr lang="zh-CN" altLang="en-US" sz="1200" dirty="0">
                          <a:solidFill>
                            <a:schemeClr val="bg1"/>
                          </a:solidFill>
                          <a:latin typeface="微软雅黑" panose="020B0503020204020204" pitchFamily="34" charset="-122"/>
                          <a:ea typeface="微软雅黑" panose="020B0503020204020204" pitchFamily="34" charset="-122"/>
                        </a:rPr>
                        <a:t>技术元数据</a:t>
                      </a:r>
                      <a:endParaRPr lang="zh-CN" altLang="en-US" sz="1200" dirty="0">
                        <a:solidFill>
                          <a:schemeClr val="bg1"/>
                        </a:solidFill>
                        <a:latin typeface="微软雅黑" panose="020B0503020204020204" pitchFamily="34" charset="-122"/>
                        <a:ea typeface="微软雅黑" panose="020B0503020204020204" pitchFamily="34" charset="-122"/>
                      </a:endParaRPr>
                    </a:p>
                  </a:txBody>
                  <a:tcPr marL="91424" marR="91424" marT="45696" marB="45696">
                    <a:lnL w="9525" cap="flat" cmpd="sng" algn="ctr">
                      <a:solidFill>
                        <a:srgbClr val="D6EBF6">
                          <a:shade val="95000"/>
                          <a:satMod val="105000"/>
                        </a:srgbClr>
                      </a:solidFill>
                      <a:prstDash val="solid"/>
                    </a:lnL>
                    <a:lnR w="9525" cap="flat" cmpd="sng" algn="ctr">
                      <a:solidFill>
                        <a:srgbClr val="D6EBF6">
                          <a:shade val="95000"/>
                          <a:satMod val="105000"/>
                        </a:srgbClr>
                      </a:solidFill>
                      <a:prstDash val="solid"/>
                    </a:lnR>
                    <a:lnT w="9525" cap="flat" cmpd="sng" algn="ctr">
                      <a:solidFill>
                        <a:srgbClr val="D6EBF6">
                          <a:shade val="95000"/>
                          <a:satMod val="105000"/>
                        </a:srgbClr>
                      </a:solidFill>
                      <a:prstDash val="solid"/>
                    </a:lnT>
                    <a:lnB w="9525" cap="flat" cmpd="sng" algn="ctr">
                      <a:solidFill>
                        <a:srgbClr val="D6EBF6">
                          <a:shade val="95000"/>
                          <a:satMod val="105000"/>
                        </a:srgbClr>
                      </a:solidFill>
                      <a:prstDash val="solid"/>
                    </a:lnB>
                    <a:lnTlToBr w="12700" cmpd="sng">
                      <a:noFill/>
                      <a:prstDash val="solid"/>
                    </a:lnTlToBr>
                    <a:lnBlToTr w="12700" cmpd="sng">
                      <a:noFill/>
                      <a:prstDash val="solid"/>
                    </a:lnBlToTr>
                    <a:solidFill>
                      <a:srgbClr val="FFC000"/>
                    </a:solidFill>
                  </a:tcPr>
                </a:tc>
              </a:tr>
              <a:tr h="859296">
                <a:tc>
                  <a:txBody>
                    <a:bodyPr/>
                    <a:lstStyle>
                      <a:defPPr>
                        <a:defRPr lang="en-US"/>
                      </a:defPPr>
                      <a:lvl1pPr marL="0" algn="l" defTabSz="914400" rtl="0" eaLnBrk="1" latinLnBrk="0" hangingPunct="1">
                        <a:defRPr sz="1800" kern="1200">
                          <a:solidFill>
                            <a:schemeClr val="tx1"/>
                          </a:solidFill>
                          <a:latin typeface="华文细黑" panose="02010600040101010101" pitchFamily="2" charset="-122"/>
                          <a:ea typeface="宋体" panose="02010600030101010101" pitchFamily="2" charset="-122"/>
                        </a:defRPr>
                      </a:lvl1pPr>
                      <a:lvl2pPr marL="457200" algn="l" defTabSz="914400" rtl="0" eaLnBrk="1" latinLnBrk="0" hangingPunct="1">
                        <a:defRPr sz="1800" kern="1200">
                          <a:solidFill>
                            <a:schemeClr val="tx1"/>
                          </a:solidFill>
                          <a:latin typeface="华文细黑" panose="02010600040101010101" pitchFamily="2" charset="-122"/>
                          <a:ea typeface="宋体" panose="02010600030101010101" pitchFamily="2" charset="-122"/>
                        </a:defRPr>
                      </a:lvl2pPr>
                      <a:lvl3pPr marL="914400" algn="l" defTabSz="914400" rtl="0" eaLnBrk="1" latinLnBrk="0" hangingPunct="1">
                        <a:defRPr sz="1800" kern="1200">
                          <a:solidFill>
                            <a:schemeClr val="tx1"/>
                          </a:solidFill>
                          <a:latin typeface="华文细黑" panose="02010600040101010101" pitchFamily="2" charset="-122"/>
                          <a:ea typeface="宋体" panose="02010600030101010101" pitchFamily="2" charset="-122"/>
                        </a:defRPr>
                      </a:lvl3pPr>
                      <a:lvl4pPr marL="1371600" algn="l" defTabSz="914400" rtl="0" eaLnBrk="1" latinLnBrk="0" hangingPunct="1">
                        <a:defRPr sz="1800" kern="1200">
                          <a:solidFill>
                            <a:schemeClr val="tx1"/>
                          </a:solidFill>
                          <a:latin typeface="华文细黑" panose="02010600040101010101" pitchFamily="2" charset="-122"/>
                          <a:ea typeface="宋体" panose="02010600030101010101" pitchFamily="2" charset="-122"/>
                        </a:defRPr>
                      </a:lvl4pPr>
                      <a:lvl5pPr marL="1828800" algn="l" defTabSz="914400" rtl="0" eaLnBrk="1" latinLnBrk="0" hangingPunct="1">
                        <a:defRPr sz="1800" kern="1200">
                          <a:solidFill>
                            <a:schemeClr val="tx1"/>
                          </a:solidFill>
                          <a:latin typeface="华文细黑" panose="02010600040101010101" pitchFamily="2" charset="-122"/>
                          <a:ea typeface="宋体" panose="02010600030101010101" pitchFamily="2" charset="-122"/>
                        </a:defRPr>
                      </a:lvl5pPr>
                      <a:lvl6pPr marL="2286000" algn="l" defTabSz="914400" rtl="0" eaLnBrk="1" latinLnBrk="0" hangingPunct="1">
                        <a:defRPr sz="1800" kern="1200">
                          <a:solidFill>
                            <a:schemeClr val="tx1"/>
                          </a:solidFill>
                          <a:latin typeface="华文细黑" panose="02010600040101010101" pitchFamily="2" charset="-122"/>
                          <a:ea typeface="宋体" panose="02010600030101010101" pitchFamily="2" charset="-122"/>
                        </a:defRPr>
                      </a:lvl6pPr>
                      <a:lvl7pPr marL="2743200" algn="l" defTabSz="914400" rtl="0" eaLnBrk="1" latinLnBrk="0" hangingPunct="1">
                        <a:defRPr sz="1800" kern="1200">
                          <a:solidFill>
                            <a:schemeClr val="tx1"/>
                          </a:solidFill>
                          <a:latin typeface="华文细黑" panose="02010600040101010101" pitchFamily="2" charset="-122"/>
                          <a:ea typeface="宋体" panose="02010600030101010101" pitchFamily="2" charset="-122"/>
                        </a:defRPr>
                      </a:lvl7pPr>
                      <a:lvl8pPr marL="3200400" algn="l" defTabSz="914400" rtl="0" eaLnBrk="1" latinLnBrk="0" hangingPunct="1">
                        <a:defRPr sz="1800" kern="1200">
                          <a:solidFill>
                            <a:schemeClr val="tx1"/>
                          </a:solidFill>
                          <a:latin typeface="华文细黑" panose="02010600040101010101" pitchFamily="2" charset="-122"/>
                          <a:ea typeface="宋体" panose="02010600030101010101" pitchFamily="2" charset="-122"/>
                        </a:defRPr>
                      </a:lvl8pPr>
                      <a:lvl9pPr marL="3657600" algn="l" defTabSz="914400" rtl="0" eaLnBrk="1" latinLnBrk="0" hangingPunct="1">
                        <a:defRPr sz="1800" kern="1200">
                          <a:solidFill>
                            <a:schemeClr val="tx1"/>
                          </a:solidFill>
                          <a:latin typeface="华文细黑" panose="02010600040101010101" pitchFamily="2" charset="-122"/>
                          <a:ea typeface="宋体" panose="02010600030101010101" pitchFamily="2" charset="-122"/>
                        </a:defRPr>
                      </a:lvl9pPr>
                    </a:lstStyle>
                    <a:p>
                      <a:r>
                        <a:rPr lang="zh-CN" altLang="en-US" sz="1200" dirty="0">
                          <a:latin typeface="微软雅黑" panose="020B0503020204020204" pitchFamily="34" charset="-122"/>
                          <a:ea typeface="微软雅黑" panose="020B0503020204020204" pitchFamily="34" charset="-122"/>
                        </a:rPr>
                        <a:t>数据库属性</a:t>
                      </a:r>
                      <a:endParaRPr lang="en-US" altLang="zh-CN" sz="1200" dirty="0">
                        <a:latin typeface="微软雅黑" panose="020B0503020204020204" pitchFamily="34" charset="-122"/>
                        <a:ea typeface="微软雅黑" panose="020B0503020204020204" pitchFamily="34" charset="-122"/>
                      </a:endParaRPr>
                    </a:p>
                    <a:p>
                      <a:r>
                        <a:rPr lang="zh-CN" altLang="en-US" sz="1200" dirty="0">
                          <a:latin typeface="微软雅黑" panose="020B0503020204020204" pitchFamily="34" charset="-122"/>
                          <a:ea typeface="微软雅黑" panose="020B0503020204020204" pitchFamily="34" charset="-122"/>
                        </a:rPr>
                        <a:t>数据表属性</a:t>
                      </a:r>
                      <a:endParaRPr lang="en-US" altLang="zh-CN" sz="1200" dirty="0">
                        <a:latin typeface="微软雅黑" panose="020B0503020204020204" pitchFamily="34" charset="-122"/>
                        <a:ea typeface="微软雅黑" panose="020B0503020204020204" pitchFamily="34" charset="-122"/>
                      </a:endParaRPr>
                    </a:p>
                    <a:p>
                      <a:r>
                        <a:rPr lang="zh-CN" altLang="en-US" sz="1200" dirty="0">
                          <a:latin typeface="微软雅黑" panose="020B0503020204020204" pitchFamily="34" charset="-122"/>
                          <a:ea typeface="微软雅黑" panose="020B0503020204020204" pitchFamily="34" charset="-122"/>
                        </a:rPr>
                        <a:t>字段属性</a:t>
                      </a:r>
                      <a:endParaRPr lang="en-US" altLang="zh-CN" sz="1200" dirty="0">
                        <a:latin typeface="微软雅黑" panose="020B0503020204020204" pitchFamily="34" charset="-122"/>
                        <a:ea typeface="微软雅黑" panose="020B0503020204020204" pitchFamily="34" charset="-122"/>
                      </a:endParaRPr>
                    </a:p>
                    <a:p>
                      <a:r>
                        <a:rPr lang="en-US" altLang="zh-CN" sz="1200" dirty="0">
                          <a:latin typeface="微软雅黑" panose="020B0503020204020204" pitchFamily="34" charset="-122"/>
                          <a:ea typeface="微软雅黑" panose="020B0503020204020204" pitchFamily="34" charset="-122"/>
                        </a:rPr>
                        <a:t>……</a:t>
                      </a:r>
                      <a:endParaRPr lang="en-US" altLang="zh-CN" sz="1200" dirty="0">
                        <a:latin typeface="微软雅黑" panose="020B0503020204020204" pitchFamily="34" charset="-122"/>
                        <a:ea typeface="微软雅黑" panose="020B0503020204020204" pitchFamily="34" charset="-122"/>
                      </a:endParaRPr>
                    </a:p>
                  </a:txBody>
                  <a:tcPr marL="91424" marR="91424" marT="45696" marB="45696">
                    <a:lnL w="9525" cap="flat" cmpd="sng" algn="ctr">
                      <a:solidFill>
                        <a:srgbClr val="D6EBF6">
                          <a:shade val="95000"/>
                          <a:satMod val="105000"/>
                        </a:srgbClr>
                      </a:solidFill>
                      <a:prstDash val="solid"/>
                    </a:lnL>
                    <a:lnR w="9525" cap="flat" cmpd="sng" algn="ctr">
                      <a:solidFill>
                        <a:srgbClr val="D6EBF6">
                          <a:shade val="95000"/>
                          <a:satMod val="105000"/>
                        </a:srgbClr>
                      </a:solidFill>
                      <a:prstDash val="solid"/>
                    </a:lnR>
                    <a:lnT w="9525" cap="flat" cmpd="sng" algn="ctr">
                      <a:solidFill>
                        <a:srgbClr val="D6EBF6">
                          <a:shade val="95000"/>
                          <a:satMod val="105000"/>
                        </a:srgbClr>
                      </a:solidFill>
                      <a:prstDash val="solid"/>
                    </a:lnT>
                    <a:lnB w="9525" cap="flat" cmpd="sng" algn="ctr">
                      <a:solidFill>
                        <a:srgbClr val="D6EBF6">
                          <a:shade val="95000"/>
                          <a:satMod val="105000"/>
                        </a:srgbClr>
                      </a:solidFill>
                      <a:prstDash val="solid"/>
                    </a:lnB>
                    <a:lnTlToBr w="12700" cmpd="sng">
                      <a:noFill/>
                      <a:prstDash val="solid"/>
                    </a:lnTlToBr>
                    <a:lnBlToTr w="12700" cmpd="sng">
                      <a:noFill/>
                      <a:prstDash val="solid"/>
                    </a:lnBlToTr>
                    <a:noFill/>
                  </a:tcPr>
                </a:tc>
              </a:tr>
            </a:tbl>
          </a:graphicData>
        </a:graphic>
      </p:graphicFrame>
      <p:cxnSp>
        <p:nvCxnSpPr>
          <p:cNvPr id="59" name="Elbow Connector 114"/>
          <p:cNvCxnSpPr>
            <a:cxnSpLocks noChangeShapeType="1"/>
          </p:cNvCxnSpPr>
          <p:nvPr/>
        </p:nvCxnSpPr>
        <p:spPr bwMode="auto">
          <a:xfrm rot="10800000">
            <a:off x="6359139" y="5029091"/>
            <a:ext cx="4760912" cy="261938"/>
          </a:xfrm>
          <a:prstGeom prst="bentConnector3">
            <a:avLst>
              <a:gd name="adj1" fmla="val 100306"/>
            </a:avLst>
          </a:prstGeom>
          <a:noFill/>
          <a:ln w="9525" algn="ctr">
            <a:solidFill>
              <a:srgbClr val="7F7F7F"/>
            </a:solidFill>
            <a:miter lim="800000"/>
          </a:ln>
          <a:extLst>
            <a:ext uri="{909E8E84-426E-40DD-AFC4-6F175D3DCCD1}">
              <a14:hiddenFill xmlns:a14="http://schemas.microsoft.com/office/drawing/2010/main">
                <a:noFill/>
              </a14:hiddenFill>
            </a:ext>
          </a:extLst>
        </p:spPr>
      </p:cxnSp>
      <p:sp>
        <p:nvSpPr>
          <p:cNvPr id="60" name="Rectangle 92"/>
          <p:cNvSpPr>
            <a:spLocks noChangeArrowheads="1"/>
          </p:cNvSpPr>
          <p:nvPr/>
        </p:nvSpPr>
        <p:spPr bwMode="auto">
          <a:xfrm>
            <a:off x="8105775" y="4559300"/>
            <a:ext cx="3152775"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600" b="1">
                <a:solidFill>
                  <a:schemeClr val="bg1"/>
                </a:solidFill>
                <a:latin typeface="华文细黑" panose="02010600040101010101" pitchFamily="2" charset="-122"/>
                <a:ea typeface="华文细黑" panose="02010600040101010101" pitchFamily="2" charset="-122"/>
              </a:defRPr>
            </a:lvl1pPr>
            <a:lvl2pPr marL="742950" indent="-285750" eaLnBrk="0" hangingPunct="0">
              <a:defRPr sz="1600" b="1">
                <a:solidFill>
                  <a:schemeClr val="bg1"/>
                </a:solidFill>
                <a:latin typeface="华文细黑" panose="02010600040101010101" pitchFamily="2" charset="-122"/>
                <a:ea typeface="华文细黑" panose="02010600040101010101" pitchFamily="2" charset="-122"/>
              </a:defRPr>
            </a:lvl2pPr>
            <a:lvl3pPr marL="1143000" indent="-228600" eaLnBrk="0" hangingPunct="0">
              <a:defRPr sz="1600" b="1">
                <a:solidFill>
                  <a:schemeClr val="bg1"/>
                </a:solidFill>
                <a:latin typeface="华文细黑" panose="02010600040101010101" pitchFamily="2" charset="-122"/>
                <a:ea typeface="华文细黑" panose="02010600040101010101" pitchFamily="2" charset="-122"/>
              </a:defRPr>
            </a:lvl3pPr>
            <a:lvl4pPr marL="1600200" indent="-228600" eaLnBrk="0" hangingPunct="0">
              <a:defRPr sz="1600" b="1">
                <a:solidFill>
                  <a:schemeClr val="bg1"/>
                </a:solidFill>
                <a:latin typeface="华文细黑" panose="02010600040101010101" pitchFamily="2" charset="-122"/>
                <a:ea typeface="华文细黑" panose="02010600040101010101" pitchFamily="2" charset="-122"/>
              </a:defRPr>
            </a:lvl4pPr>
            <a:lvl5pPr marL="2057400" indent="-228600" eaLnBrk="0" hangingPunct="0">
              <a:defRPr sz="1600" b="1">
                <a:solidFill>
                  <a:schemeClr val="bg1"/>
                </a:solidFill>
                <a:latin typeface="华文细黑" panose="02010600040101010101" pitchFamily="2" charset="-122"/>
                <a:ea typeface="华文细黑" panose="02010600040101010101" pitchFamily="2" charset="-122"/>
              </a:defRPr>
            </a:lvl5pPr>
            <a:lvl6pPr marL="2514600" indent="-228600" eaLnBrk="0" fontAlgn="base" hangingPunct="0">
              <a:spcBef>
                <a:spcPct val="0"/>
              </a:spcBef>
              <a:spcAft>
                <a:spcPct val="0"/>
              </a:spcAft>
              <a:defRPr sz="1600" b="1">
                <a:solidFill>
                  <a:schemeClr val="bg1"/>
                </a:solidFill>
                <a:latin typeface="华文细黑" panose="02010600040101010101" pitchFamily="2" charset="-122"/>
                <a:ea typeface="华文细黑" panose="02010600040101010101" pitchFamily="2" charset="-122"/>
              </a:defRPr>
            </a:lvl6pPr>
            <a:lvl7pPr marL="2971800" indent="-228600" eaLnBrk="0" fontAlgn="base" hangingPunct="0">
              <a:spcBef>
                <a:spcPct val="0"/>
              </a:spcBef>
              <a:spcAft>
                <a:spcPct val="0"/>
              </a:spcAft>
              <a:defRPr sz="1600" b="1">
                <a:solidFill>
                  <a:schemeClr val="bg1"/>
                </a:solidFill>
                <a:latin typeface="华文细黑" panose="02010600040101010101" pitchFamily="2" charset="-122"/>
                <a:ea typeface="华文细黑" panose="02010600040101010101" pitchFamily="2" charset="-122"/>
              </a:defRPr>
            </a:lvl7pPr>
            <a:lvl8pPr marL="3429000" indent="-228600" eaLnBrk="0" fontAlgn="base" hangingPunct="0">
              <a:spcBef>
                <a:spcPct val="0"/>
              </a:spcBef>
              <a:spcAft>
                <a:spcPct val="0"/>
              </a:spcAft>
              <a:defRPr sz="1600" b="1">
                <a:solidFill>
                  <a:schemeClr val="bg1"/>
                </a:solidFill>
                <a:latin typeface="华文细黑" panose="02010600040101010101" pitchFamily="2" charset="-122"/>
                <a:ea typeface="华文细黑" panose="02010600040101010101" pitchFamily="2" charset="-122"/>
              </a:defRPr>
            </a:lvl8pPr>
            <a:lvl9pPr marL="3886200" indent="-228600" eaLnBrk="0" fontAlgn="base" hangingPunct="0">
              <a:spcBef>
                <a:spcPct val="0"/>
              </a:spcBef>
              <a:spcAft>
                <a:spcPct val="0"/>
              </a:spcAft>
              <a:defRPr sz="1600" b="1">
                <a:solidFill>
                  <a:schemeClr val="bg1"/>
                </a:solidFill>
                <a:latin typeface="华文细黑" panose="02010600040101010101" pitchFamily="2" charset="-122"/>
                <a:ea typeface="华文细黑" panose="02010600040101010101" pitchFamily="2" charset="-122"/>
              </a:defRPr>
            </a:lvl9pPr>
          </a:lstStyle>
          <a:p>
            <a:pPr eaLnBrk="1" latinLnBrk="1" hangingPunct="1"/>
            <a:r>
              <a:rPr kumimoji="1" lang="zh-CN" altLang="en-US" sz="1400" dirty="0">
                <a:solidFill>
                  <a:srgbClr val="7030A0"/>
                </a:solidFill>
                <a:latin typeface="微软雅黑" panose="020B0503020204020204" pitchFamily="34" charset="-122"/>
                <a:ea typeface="微软雅黑" panose="020B0503020204020204" pitchFamily="34" charset="-122"/>
              </a:rPr>
              <a:t>面向数据管理人员，从数据管理的视角进行描述</a:t>
            </a:r>
            <a:endParaRPr kumimoji="1" lang="en-US" altLang="ko-KR" sz="1400" dirty="0">
              <a:solidFill>
                <a:srgbClr val="7030A0"/>
              </a:solidFill>
              <a:latin typeface="微软雅黑" panose="020B0503020204020204" pitchFamily="34" charset="-122"/>
              <a:ea typeface="微软雅黑" panose="020B0503020204020204" pitchFamily="34" charset="-122"/>
            </a:endParaRPr>
          </a:p>
        </p:txBody>
      </p:sp>
      <p:graphicFrame>
        <p:nvGraphicFramePr>
          <p:cNvPr id="61" name="Table 116"/>
          <p:cNvGraphicFramePr>
            <a:graphicFrameLocks noGrp="1"/>
          </p:cNvGraphicFramePr>
          <p:nvPr/>
        </p:nvGraphicFramePr>
        <p:xfrm>
          <a:off x="8854689" y="2509411"/>
          <a:ext cx="827087" cy="822750"/>
        </p:xfrm>
        <a:graphic>
          <a:graphicData uri="http://schemas.openxmlformats.org/drawingml/2006/table">
            <a:tbl>
              <a:tblPr firstRow="1" bandRow="1"/>
              <a:tblGrid>
                <a:gridCol w="827087"/>
              </a:tblGrid>
              <a:tr h="274108">
                <a:tc>
                  <a:txBody>
                    <a:bodyPr/>
                    <a:lstStyle>
                      <a:defPPr>
                        <a:defRPr lang="en-US"/>
                      </a:defPPr>
                      <a:lvl1pPr marL="0" algn="l" defTabSz="914400" rtl="0" eaLnBrk="1" latinLnBrk="0" hangingPunct="1">
                        <a:defRPr sz="1800" b="1" kern="1200">
                          <a:solidFill>
                            <a:schemeClr val="tx1"/>
                          </a:solidFill>
                          <a:latin typeface="华文细黑" panose="02010600040101010101" pitchFamily="2" charset="-122"/>
                          <a:ea typeface="宋体" panose="02010600030101010101" pitchFamily="2" charset="-122"/>
                        </a:defRPr>
                      </a:lvl1pPr>
                      <a:lvl2pPr marL="457200" algn="l" defTabSz="914400" rtl="0" eaLnBrk="1" latinLnBrk="0" hangingPunct="1">
                        <a:defRPr sz="1800" b="1" kern="1200">
                          <a:solidFill>
                            <a:schemeClr val="tx1"/>
                          </a:solidFill>
                          <a:latin typeface="华文细黑" panose="02010600040101010101" pitchFamily="2" charset="-122"/>
                          <a:ea typeface="宋体" panose="02010600030101010101" pitchFamily="2" charset="-122"/>
                        </a:defRPr>
                      </a:lvl2pPr>
                      <a:lvl3pPr marL="914400" algn="l" defTabSz="914400" rtl="0" eaLnBrk="1" latinLnBrk="0" hangingPunct="1">
                        <a:defRPr sz="1800" b="1" kern="1200">
                          <a:solidFill>
                            <a:schemeClr val="tx1"/>
                          </a:solidFill>
                          <a:latin typeface="华文细黑" panose="02010600040101010101" pitchFamily="2" charset="-122"/>
                          <a:ea typeface="宋体" panose="02010600030101010101" pitchFamily="2" charset="-122"/>
                        </a:defRPr>
                      </a:lvl3pPr>
                      <a:lvl4pPr marL="1371600" algn="l" defTabSz="914400" rtl="0" eaLnBrk="1" latinLnBrk="0" hangingPunct="1">
                        <a:defRPr sz="1800" b="1" kern="1200">
                          <a:solidFill>
                            <a:schemeClr val="tx1"/>
                          </a:solidFill>
                          <a:latin typeface="华文细黑" panose="02010600040101010101" pitchFamily="2" charset="-122"/>
                          <a:ea typeface="宋体" panose="02010600030101010101" pitchFamily="2" charset="-122"/>
                        </a:defRPr>
                      </a:lvl4pPr>
                      <a:lvl5pPr marL="1828800" algn="l" defTabSz="914400" rtl="0" eaLnBrk="1" latinLnBrk="0" hangingPunct="1">
                        <a:defRPr sz="1800" b="1" kern="1200">
                          <a:solidFill>
                            <a:schemeClr val="tx1"/>
                          </a:solidFill>
                          <a:latin typeface="华文细黑" panose="02010600040101010101" pitchFamily="2" charset="-122"/>
                          <a:ea typeface="宋体" panose="02010600030101010101" pitchFamily="2" charset="-122"/>
                        </a:defRPr>
                      </a:lvl5pPr>
                      <a:lvl6pPr marL="2286000" algn="l" defTabSz="914400" rtl="0" eaLnBrk="1" latinLnBrk="0" hangingPunct="1">
                        <a:defRPr sz="1800" b="1" kern="1200">
                          <a:solidFill>
                            <a:schemeClr val="tx1"/>
                          </a:solidFill>
                          <a:latin typeface="华文细黑" panose="02010600040101010101" pitchFamily="2" charset="-122"/>
                          <a:ea typeface="宋体" panose="02010600030101010101" pitchFamily="2" charset="-122"/>
                        </a:defRPr>
                      </a:lvl6pPr>
                      <a:lvl7pPr marL="2743200" algn="l" defTabSz="914400" rtl="0" eaLnBrk="1" latinLnBrk="0" hangingPunct="1">
                        <a:defRPr sz="1800" b="1" kern="1200">
                          <a:solidFill>
                            <a:schemeClr val="tx1"/>
                          </a:solidFill>
                          <a:latin typeface="华文细黑" panose="02010600040101010101" pitchFamily="2" charset="-122"/>
                          <a:ea typeface="宋体" panose="02010600030101010101" pitchFamily="2" charset="-122"/>
                        </a:defRPr>
                      </a:lvl7pPr>
                      <a:lvl8pPr marL="3200400" algn="l" defTabSz="914400" rtl="0" eaLnBrk="1" latinLnBrk="0" hangingPunct="1">
                        <a:defRPr sz="1800" b="1" kern="1200">
                          <a:solidFill>
                            <a:schemeClr val="tx1"/>
                          </a:solidFill>
                          <a:latin typeface="华文细黑" panose="02010600040101010101" pitchFamily="2" charset="-122"/>
                          <a:ea typeface="宋体" panose="02010600030101010101" pitchFamily="2" charset="-122"/>
                        </a:defRPr>
                      </a:lvl8pPr>
                      <a:lvl9pPr marL="3657600" algn="l" defTabSz="914400" rtl="0" eaLnBrk="1" latinLnBrk="0" hangingPunct="1">
                        <a:defRPr sz="1800" b="1" kern="1200">
                          <a:solidFill>
                            <a:schemeClr val="tx1"/>
                          </a:solidFill>
                          <a:latin typeface="华文细黑" panose="02010600040101010101" pitchFamily="2" charset="-122"/>
                          <a:ea typeface="宋体" panose="02010600030101010101" pitchFamily="2" charset="-122"/>
                        </a:defRPr>
                      </a:lvl9pPr>
                    </a:lstStyle>
                    <a:p>
                      <a:r>
                        <a:rPr lang="zh-CN" altLang="en-US" sz="1200" b="0" dirty="0">
                          <a:latin typeface="微软雅黑" panose="020B0503020204020204" pitchFamily="34" charset="-122"/>
                          <a:ea typeface="微软雅黑" panose="020B0503020204020204" pitchFamily="34" charset="-122"/>
                        </a:rPr>
                        <a:t>库名称</a:t>
                      </a:r>
                      <a:endParaRPr lang="zh-CN" altLang="en-US" sz="1200" b="0" dirty="0">
                        <a:latin typeface="微软雅黑" panose="020B0503020204020204" pitchFamily="34" charset="-122"/>
                        <a:ea typeface="微软雅黑" panose="020B0503020204020204" pitchFamily="34" charset="-122"/>
                      </a:endParaRPr>
                    </a:p>
                  </a:txBody>
                  <a:tcPr marL="91415" marR="91415" marT="45685" marB="45685">
                    <a:lnL w="12700" cmpd="sng">
                      <a:solidFill>
                        <a:srgbClr val="D6EBF6"/>
                      </a:solidFill>
                    </a:lnL>
                    <a:lnR w="12700" cmpd="sng">
                      <a:solidFill>
                        <a:srgbClr val="D6EBF6"/>
                      </a:solidFill>
                    </a:lnR>
                    <a:lnT w="12700" cmpd="sng">
                      <a:solidFill>
                        <a:srgbClr val="D6EBF6"/>
                      </a:solidFill>
                    </a:lnT>
                    <a:lnB w="25400" cmpd="sng">
                      <a:solidFill>
                        <a:srgbClr val="D6EBF6"/>
                      </a:solidFill>
                    </a:lnB>
                    <a:lnTlToBr w="12700" cmpd="sng">
                      <a:noFill/>
                      <a:prstDash val="solid"/>
                    </a:lnTlToBr>
                    <a:lnBlToTr w="12700" cmpd="sng">
                      <a:noFill/>
                      <a:prstDash val="solid"/>
                    </a:lnBlToTr>
                    <a:noFill/>
                  </a:tcPr>
                </a:tc>
              </a:tr>
              <a:tr h="274108">
                <a:tc>
                  <a:txBody>
                    <a:bodyPr/>
                    <a:lstStyle>
                      <a:defPPr>
                        <a:defRPr lang="en-US"/>
                      </a:defPPr>
                      <a:lvl1pPr marL="0" algn="l" defTabSz="914400" rtl="0" eaLnBrk="1" latinLnBrk="0" hangingPunct="1">
                        <a:defRPr sz="1800" kern="1200">
                          <a:solidFill>
                            <a:schemeClr val="tx1"/>
                          </a:solidFill>
                          <a:latin typeface="华文细黑" panose="02010600040101010101" pitchFamily="2" charset="-122"/>
                          <a:ea typeface="宋体" panose="02010600030101010101" pitchFamily="2" charset="-122"/>
                        </a:defRPr>
                      </a:lvl1pPr>
                      <a:lvl2pPr marL="457200" algn="l" defTabSz="914400" rtl="0" eaLnBrk="1" latinLnBrk="0" hangingPunct="1">
                        <a:defRPr sz="1800" kern="1200">
                          <a:solidFill>
                            <a:schemeClr val="tx1"/>
                          </a:solidFill>
                          <a:latin typeface="华文细黑" panose="02010600040101010101" pitchFamily="2" charset="-122"/>
                          <a:ea typeface="宋体" panose="02010600030101010101" pitchFamily="2" charset="-122"/>
                        </a:defRPr>
                      </a:lvl2pPr>
                      <a:lvl3pPr marL="914400" algn="l" defTabSz="914400" rtl="0" eaLnBrk="1" latinLnBrk="0" hangingPunct="1">
                        <a:defRPr sz="1800" kern="1200">
                          <a:solidFill>
                            <a:schemeClr val="tx1"/>
                          </a:solidFill>
                          <a:latin typeface="华文细黑" panose="02010600040101010101" pitchFamily="2" charset="-122"/>
                          <a:ea typeface="宋体" panose="02010600030101010101" pitchFamily="2" charset="-122"/>
                        </a:defRPr>
                      </a:lvl3pPr>
                      <a:lvl4pPr marL="1371600" algn="l" defTabSz="914400" rtl="0" eaLnBrk="1" latinLnBrk="0" hangingPunct="1">
                        <a:defRPr sz="1800" kern="1200">
                          <a:solidFill>
                            <a:schemeClr val="tx1"/>
                          </a:solidFill>
                          <a:latin typeface="华文细黑" panose="02010600040101010101" pitchFamily="2" charset="-122"/>
                          <a:ea typeface="宋体" panose="02010600030101010101" pitchFamily="2" charset="-122"/>
                        </a:defRPr>
                      </a:lvl4pPr>
                      <a:lvl5pPr marL="1828800" algn="l" defTabSz="914400" rtl="0" eaLnBrk="1" latinLnBrk="0" hangingPunct="1">
                        <a:defRPr sz="1800" kern="1200">
                          <a:solidFill>
                            <a:schemeClr val="tx1"/>
                          </a:solidFill>
                          <a:latin typeface="华文细黑" panose="02010600040101010101" pitchFamily="2" charset="-122"/>
                          <a:ea typeface="宋体" panose="02010600030101010101" pitchFamily="2" charset="-122"/>
                        </a:defRPr>
                      </a:lvl5pPr>
                      <a:lvl6pPr marL="2286000" algn="l" defTabSz="914400" rtl="0" eaLnBrk="1" latinLnBrk="0" hangingPunct="1">
                        <a:defRPr sz="1800" kern="1200">
                          <a:solidFill>
                            <a:schemeClr val="tx1"/>
                          </a:solidFill>
                          <a:latin typeface="华文细黑" panose="02010600040101010101" pitchFamily="2" charset="-122"/>
                          <a:ea typeface="宋体" panose="02010600030101010101" pitchFamily="2" charset="-122"/>
                        </a:defRPr>
                      </a:lvl6pPr>
                      <a:lvl7pPr marL="2743200" algn="l" defTabSz="914400" rtl="0" eaLnBrk="1" latinLnBrk="0" hangingPunct="1">
                        <a:defRPr sz="1800" kern="1200">
                          <a:solidFill>
                            <a:schemeClr val="tx1"/>
                          </a:solidFill>
                          <a:latin typeface="华文细黑" panose="02010600040101010101" pitchFamily="2" charset="-122"/>
                          <a:ea typeface="宋体" panose="02010600030101010101" pitchFamily="2" charset="-122"/>
                        </a:defRPr>
                      </a:lvl7pPr>
                      <a:lvl8pPr marL="3200400" algn="l" defTabSz="914400" rtl="0" eaLnBrk="1" latinLnBrk="0" hangingPunct="1">
                        <a:defRPr sz="1800" kern="1200">
                          <a:solidFill>
                            <a:schemeClr val="tx1"/>
                          </a:solidFill>
                          <a:latin typeface="华文细黑" panose="02010600040101010101" pitchFamily="2" charset="-122"/>
                          <a:ea typeface="宋体" panose="02010600030101010101" pitchFamily="2" charset="-122"/>
                        </a:defRPr>
                      </a:lvl8pPr>
                      <a:lvl9pPr marL="3657600" algn="l" defTabSz="914400" rtl="0" eaLnBrk="1" latinLnBrk="0" hangingPunct="1">
                        <a:defRPr sz="1800" kern="1200">
                          <a:solidFill>
                            <a:schemeClr val="tx1"/>
                          </a:solidFill>
                          <a:latin typeface="华文细黑" panose="02010600040101010101" pitchFamily="2" charset="-122"/>
                          <a:ea typeface="宋体" panose="02010600030101010101" pitchFamily="2" charset="-122"/>
                        </a:defRPr>
                      </a:lvl9pPr>
                    </a:lstStyle>
                    <a:p>
                      <a:r>
                        <a:rPr lang="zh-CN" altLang="en-US" sz="1200" b="0" dirty="0">
                          <a:latin typeface="微软雅黑" panose="020B0503020204020204" pitchFamily="34" charset="-122"/>
                          <a:ea typeface="微软雅黑" panose="020B0503020204020204" pitchFamily="34" charset="-122"/>
                        </a:rPr>
                        <a:t>库类型</a:t>
                      </a:r>
                      <a:endParaRPr lang="en-US" altLang="zh-CN" sz="1200" b="0" dirty="0">
                        <a:latin typeface="微软雅黑" panose="020B0503020204020204" pitchFamily="34" charset="-122"/>
                        <a:ea typeface="微软雅黑" panose="020B0503020204020204" pitchFamily="34" charset="-122"/>
                      </a:endParaRPr>
                    </a:p>
                  </a:txBody>
                  <a:tcPr marL="91415" marR="91415" marT="45685" marB="45685">
                    <a:lnL w="12700" cmpd="sng">
                      <a:solidFill>
                        <a:srgbClr val="D6EBF6"/>
                      </a:solidFill>
                    </a:lnL>
                    <a:lnR w="12700" cmpd="sng">
                      <a:solidFill>
                        <a:srgbClr val="D6EBF6"/>
                      </a:solidFill>
                    </a:lnR>
                    <a:lnT w="25400" cmpd="sng">
                      <a:solidFill>
                        <a:srgbClr val="D6EBF6"/>
                      </a:solidFill>
                    </a:lnT>
                    <a:lnB w="12700" cmpd="sng">
                      <a:solidFill>
                        <a:srgbClr val="D6EBF6"/>
                      </a:solidFill>
                    </a:lnB>
                    <a:lnTlToBr w="12700" cmpd="sng">
                      <a:noFill/>
                      <a:prstDash val="solid"/>
                    </a:lnTlToBr>
                    <a:lnBlToTr w="12700" cmpd="sng">
                      <a:noFill/>
                      <a:prstDash val="solid"/>
                    </a:lnBlToTr>
                    <a:solidFill>
                      <a:srgbClr val="D6EBF6">
                        <a:alpha val="20000"/>
                      </a:srgbClr>
                    </a:solidFill>
                  </a:tcPr>
                </a:tc>
              </a:tr>
              <a:tr h="274108">
                <a:tc>
                  <a:txBody>
                    <a:bodyPr/>
                    <a:lstStyle>
                      <a:defPPr>
                        <a:defRPr lang="en-US"/>
                      </a:defPPr>
                      <a:lvl1pPr marL="0" algn="l" defTabSz="914400" rtl="0" eaLnBrk="1" latinLnBrk="0" hangingPunct="1">
                        <a:defRPr sz="1800" kern="1200">
                          <a:solidFill>
                            <a:schemeClr val="tx1"/>
                          </a:solidFill>
                          <a:latin typeface="华文细黑" panose="02010600040101010101" pitchFamily="2" charset="-122"/>
                          <a:ea typeface="宋体" panose="02010600030101010101" pitchFamily="2" charset="-122"/>
                        </a:defRPr>
                      </a:lvl1pPr>
                      <a:lvl2pPr marL="457200" algn="l" defTabSz="914400" rtl="0" eaLnBrk="1" latinLnBrk="0" hangingPunct="1">
                        <a:defRPr sz="1800" kern="1200">
                          <a:solidFill>
                            <a:schemeClr val="tx1"/>
                          </a:solidFill>
                          <a:latin typeface="华文细黑" panose="02010600040101010101" pitchFamily="2" charset="-122"/>
                          <a:ea typeface="宋体" panose="02010600030101010101" pitchFamily="2" charset="-122"/>
                        </a:defRPr>
                      </a:lvl2pPr>
                      <a:lvl3pPr marL="914400" algn="l" defTabSz="914400" rtl="0" eaLnBrk="1" latinLnBrk="0" hangingPunct="1">
                        <a:defRPr sz="1800" kern="1200">
                          <a:solidFill>
                            <a:schemeClr val="tx1"/>
                          </a:solidFill>
                          <a:latin typeface="华文细黑" panose="02010600040101010101" pitchFamily="2" charset="-122"/>
                          <a:ea typeface="宋体" panose="02010600030101010101" pitchFamily="2" charset="-122"/>
                        </a:defRPr>
                      </a:lvl3pPr>
                      <a:lvl4pPr marL="1371600" algn="l" defTabSz="914400" rtl="0" eaLnBrk="1" latinLnBrk="0" hangingPunct="1">
                        <a:defRPr sz="1800" kern="1200">
                          <a:solidFill>
                            <a:schemeClr val="tx1"/>
                          </a:solidFill>
                          <a:latin typeface="华文细黑" panose="02010600040101010101" pitchFamily="2" charset="-122"/>
                          <a:ea typeface="宋体" panose="02010600030101010101" pitchFamily="2" charset="-122"/>
                        </a:defRPr>
                      </a:lvl4pPr>
                      <a:lvl5pPr marL="1828800" algn="l" defTabSz="914400" rtl="0" eaLnBrk="1" latinLnBrk="0" hangingPunct="1">
                        <a:defRPr sz="1800" kern="1200">
                          <a:solidFill>
                            <a:schemeClr val="tx1"/>
                          </a:solidFill>
                          <a:latin typeface="华文细黑" panose="02010600040101010101" pitchFamily="2" charset="-122"/>
                          <a:ea typeface="宋体" panose="02010600030101010101" pitchFamily="2" charset="-122"/>
                        </a:defRPr>
                      </a:lvl5pPr>
                      <a:lvl6pPr marL="2286000" algn="l" defTabSz="914400" rtl="0" eaLnBrk="1" latinLnBrk="0" hangingPunct="1">
                        <a:defRPr sz="1800" kern="1200">
                          <a:solidFill>
                            <a:schemeClr val="tx1"/>
                          </a:solidFill>
                          <a:latin typeface="华文细黑" panose="02010600040101010101" pitchFamily="2" charset="-122"/>
                          <a:ea typeface="宋体" panose="02010600030101010101" pitchFamily="2" charset="-122"/>
                        </a:defRPr>
                      </a:lvl6pPr>
                      <a:lvl7pPr marL="2743200" algn="l" defTabSz="914400" rtl="0" eaLnBrk="1" latinLnBrk="0" hangingPunct="1">
                        <a:defRPr sz="1800" kern="1200">
                          <a:solidFill>
                            <a:schemeClr val="tx1"/>
                          </a:solidFill>
                          <a:latin typeface="华文细黑" panose="02010600040101010101" pitchFamily="2" charset="-122"/>
                          <a:ea typeface="宋体" panose="02010600030101010101" pitchFamily="2" charset="-122"/>
                        </a:defRPr>
                      </a:lvl7pPr>
                      <a:lvl8pPr marL="3200400" algn="l" defTabSz="914400" rtl="0" eaLnBrk="1" latinLnBrk="0" hangingPunct="1">
                        <a:defRPr sz="1800" kern="1200">
                          <a:solidFill>
                            <a:schemeClr val="tx1"/>
                          </a:solidFill>
                          <a:latin typeface="华文细黑" panose="02010600040101010101" pitchFamily="2" charset="-122"/>
                          <a:ea typeface="宋体" panose="02010600030101010101" pitchFamily="2" charset="-122"/>
                        </a:defRPr>
                      </a:lvl8pPr>
                      <a:lvl9pPr marL="3657600" algn="l" defTabSz="914400" rtl="0" eaLnBrk="1" latinLnBrk="0" hangingPunct="1">
                        <a:defRPr sz="1800" kern="1200">
                          <a:solidFill>
                            <a:schemeClr val="tx1"/>
                          </a:solidFill>
                          <a:latin typeface="华文细黑" panose="02010600040101010101" pitchFamily="2" charset="-122"/>
                          <a:ea typeface="宋体" panose="02010600030101010101" pitchFamily="2" charset="-122"/>
                        </a:defRPr>
                      </a:lvl9pPr>
                    </a:lstStyle>
                    <a:p>
                      <a:r>
                        <a:rPr lang="en-US" altLang="zh-CN" sz="1200" b="0" dirty="0">
                          <a:latin typeface="微软雅黑" panose="020B0503020204020204" pitchFamily="34" charset="-122"/>
                          <a:ea typeface="微软雅黑" panose="020B0503020204020204" pitchFamily="34" charset="-122"/>
                        </a:rPr>
                        <a:t>……</a:t>
                      </a:r>
                      <a:endParaRPr lang="en-US" altLang="zh-CN" sz="1200" b="0" dirty="0">
                        <a:latin typeface="微软雅黑" panose="020B0503020204020204" pitchFamily="34" charset="-122"/>
                        <a:ea typeface="微软雅黑" panose="020B0503020204020204" pitchFamily="34" charset="-122"/>
                      </a:endParaRPr>
                    </a:p>
                  </a:txBody>
                  <a:tcPr marL="91415" marR="91415" marT="45685" marB="45685">
                    <a:lnL w="12700" cmpd="sng">
                      <a:solidFill>
                        <a:srgbClr val="D6EBF6"/>
                      </a:solidFill>
                    </a:lnL>
                    <a:lnR w="12700" cmpd="sng">
                      <a:solidFill>
                        <a:srgbClr val="D6EBF6"/>
                      </a:solidFill>
                    </a:lnR>
                    <a:lnT w="12700" cmpd="sng">
                      <a:solidFill>
                        <a:srgbClr val="D6EBF6"/>
                      </a:solidFill>
                    </a:lnT>
                    <a:lnB w="12700" cmpd="sng">
                      <a:solidFill>
                        <a:srgbClr val="D6EBF6"/>
                      </a:solidFill>
                    </a:lnB>
                    <a:lnTlToBr w="12700" cmpd="sng">
                      <a:noFill/>
                      <a:prstDash val="solid"/>
                    </a:lnTlToBr>
                    <a:lnBlToTr w="12700" cmpd="sng">
                      <a:noFill/>
                      <a:prstDash val="solid"/>
                    </a:lnBlToTr>
                    <a:noFill/>
                  </a:tcPr>
                </a:tc>
              </a:tr>
            </a:tbl>
          </a:graphicData>
        </a:graphic>
      </p:graphicFrame>
      <p:graphicFrame>
        <p:nvGraphicFramePr>
          <p:cNvPr id="62" name="Table 117"/>
          <p:cNvGraphicFramePr>
            <a:graphicFrameLocks noGrp="1"/>
          </p:cNvGraphicFramePr>
          <p:nvPr/>
        </p:nvGraphicFramePr>
        <p:xfrm>
          <a:off x="9774257" y="2663940"/>
          <a:ext cx="993775" cy="1097176"/>
        </p:xfrm>
        <a:graphic>
          <a:graphicData uri="http://schemas.openxmlformats.org/drawingml/2006/table">
            <a:tbl>
              <a:tblPr firstRow="1" bandRow="1"/>
              <a:tblGrid>
                <a:gridCol w="993775"/>
              </a:tblGrid>
              <a:tr h="185196">
                <a:tc>
                  <a:txBody>
                    <a:bodyPr/>
                    <a:lstStyle>
                      <a:defPPr>
                        <a:defRPr lang="en-US"/>
                      </a:defPPr>
                      <a:lvl1pPr marL="0" algn="l" defTabSz="914400" rtl="0" eaLnBrk="1" latinLnBrk="0" hangingPunct="1">
                        <a:defRPr sz="1800" b="1" kern="1200">
                          <a:solidFill>
                            <a:schemeClr val="tx1"/>
                          </a:solidFill>
                          <a:latin typeface="华文细黑" panose="02010600040101010101" pitchFamily="2" charset="-122"/>
                          <a:ea typeface="宋体" panose="02010600030101010101" pitchFamily="2" charset="-122"/>
                        </a:defRPr>
                      </a:lvl1pPr>
                      <a:lvl2pPr marL="457200" algn="l" defTabSz="914400" rtl="0" eaLnBrk="1" latinLnBrk="0" hangingPunct="1">
                        <a:defRPr sz="1800" b="1" kern="1200">
                          <a:solidFill>
                            <a:schemeClr val="tx1"/>
                          </a:solidFill>
                          <a:latin typeface="华文细黑" panose="02010600040101010101" pitchFamily="2" charset="-122"/>
                          <a:ea typeface="宋体" panose="02010600030101010101" pitchFamily="2" charset="-122"/>
                        </a:defRPr>
                      </a:lvl2pPr>
                      <a:lvl3pPr marL="914400" algn="l" defTabSz="914400" rtl="0" eaLnBrk="1" latinLnBrk="0" hangingPunct="1">
                        <a:defRPr sz="1800" b="1" kern="1200">
                          <a:solidFill>
                            <a:schemeClr val="tx1"/>
                          </a:solidFill>
                          <a:latin typeface="华文细黑" panose="02010600040101010101" pitchFamily="2" charset="-122"/>
                          <a:ea typeface="宋体" panose="02010600030101010101" pitchFamily="2" charset="-122"/>
                        </a:defRPr>
                      </a:lvl3pPr>
                      <a:lvl4pPr marL="1371600" algn="l" defTabSz="914400" rtl="0" eaLnBrk="1" latinLnBrk="0" hangingPunct="1">
                        <a:defRPr sz="1800" b="1" kern="1200">
                          <a:solidFill>
                            <a:schemeClr val="tx1"/>
                          </a:solidFill>
                          <a:latin typeface="华文细黑" panose="02010600040101010101" pitchFamily="2" charset="-122"/>
                          <a:ea typeface="宋体" panose="02010600030101010101" pitchFamily="2" charset="-122"/>
                        </a:defRPr>
                      </a:lvl4pPr>
                      <a:lvl5pPr marL="1828800" algn="l" defTabSz="914400" rtl="0" eaLnBrk="1" latinLnBrk="0" hangingPunct="1">
                        <a:defRPr sz="1800" b="1" kern="1200">
                          <a:solidFill>
                            <a:schemeClr val="tx1"/>
                          </a:solidFill>
                          <a:latin typeface="华文细黑" panose="02010600040101010101" pitchFamily="2" charset="-122"/>
                          <a:ea typeface="宋体" panose="02010600030101010101" pitchFamily="2" charset="-122"/>
                        </a:defRPr>
                      </a:lvl5pPr>
                      <a:lvl6pPr marL="2286000" algn="l" defTabSz="914400" rtl="0" eaLnBrk="1" latinLnBrk="0" hangingPunct="1">
                        <a:defRPr sz="1800" b="1" kern="1200">
                          <a:solidFill>
                            <a:schemeClr val="tx1"/>
                          </a:solidFill>
                          <a:latin typeface="华文细黑" panose="02010600040101010101" pitchFamily="2" charset="-122"/>
                          <a:ea typeface="宋体" panose="02010600030101010101" pitchFamily="2" charset="-122"/>
                        </a:defRPr>
                      </a:lvl6pPr>
                      <a:lvl7pPr marL="2743200" algn="l" defTabSz="914400" rtl="0" eaLnBrk="1" latinLnBrk="0" hangingPunct="1">
                        <a:defRPr sz="1800" b="1" kern="1200">
                          <a:solidFill>
                            <a:schemeClr val="tx1"/>
                          </a:solidFill>
                          <a:latin typeface="华文细黑" panose="02010600040101010101" pitchFamily="2" charset="-122"/>
                          <a:ea typeface="宋体" panose="02010600030101010101" pitchFamily="2" charset="-122"/>
                        </a:defRPr>
                      </a:lvl7pPr>
                      <a:lvl8pPr marL="3200400" algn="l" defTabSz="914400" rtl="0" eaLnBrk="1" latinLnBrk="0" hangingPunct="1">
                        <a:defRPr sz="1800" b="1" kern="1200">
                          <a:solidFill>
                            <a:schemeClr val="tx1"/>
                          </a:solidFill>
                          <a:latin typeface="华文细黑" panose="02010600040101010101" pitchFamily="2" charset="-122"/>
                          <a:ea typeface="宋体" panose="02010600030101010101" pitchFamily="2" charset="-122"/>
                        </a:defRPr>
                      </a:lvl8pPr>
                      <a:lvl9pPr marL="3657600" algn="l" defTabSz="914400" rtl="0" eaLnBrk="1" latinLnBrk="0" hangingPunct="1">
                        <a:defRPr sz="1800" b="1" kern="1200">
                          <a:solidFill>
                            <a:schemeClr val="tx1"/>
                          </a:solidFill>
                          <a:latin typeface="华文细黑" panose="02010600040101010101" pitchFamily="2" charset="-122"/>
                          <a:ea typeface="宋体" panose="02010600030101010101" pitchFamily="2" charset="-122"/>
                        </a:defRPr>
                      </a:lvl9pPr>
                    </a:lstStyle>
                    <a:p>
                      <a:pPr marL="0" algn="l" defTabSz="914400" rtl="0" eaLnBrk="1" latinLnBrk="0" hangingPunct="1"/>
                      <a:r>
                        <a:rPr lang="zh-CN" altLang="en-US" sz="1200" b="0" kern="1200" dirty="0">
                          <a:solidFill>
                            <a:schemeClr val="tx1"/>
                          </a:solidFill>
                          <a:latin typeface="微软雅黑" panose="020B0503020204020204" pitchFamily="34" charset="-122"/>
                          <a:ea typeface="微软雅黑" panose="020B0503020204020204" pitchFamily="34" charset="-122"/>
                          <a:cs typeface="+mn-cs"/>
                        </a:rPr>
                        <a:t>表名称</a:t>
                      </a:r>
                      <a:endParaRPr lang="zh-CN" altLang="en-US" sz="1200" b="0" kern="1200" dirty="0">
                        <a:solidFill>
                          <a:schemeClr val="tx1"/>
                        </a:solidFill>
                        <a:latin typeface="微软雅黑" panose="020B0503020204020204" pitchFamily="34" charset="-122"/>
                        <a:ea typeface="微软雅黑" panose="020B0503020204020204" pitchFamily="34" charset="-122"/>
                        <a:cs typeface="+mn-cs"/>
                      </a:endParaRPr>
                    </a:p>
                  </a:txBody>
                  <a:tcPr marL="91398" marR="91398" marT="45707" marB="45707">
                    <a:lnL w="12700" cmpd="sng">
                      <a:solidFill>
                        <a:srgbClr val="D6EBF6"/>
                      </a:solidFill>
                    </a:lnL>
                    <a:lnR w="12700" cmpd="sng">
                      <a:solidFill>
                        <a:srgbClr val="D6EBF6"/>
                      </a:solidFill>
                    </a:lnR>
                    <a:lnT w="12700" cmpd="sng">
                      <a:solidFill>
                        <a:srgbClr val="D6EBF6"/>
                      </a:solidFill>
                    </a:lnT>
                    <a:lnB w="25400" cmpd="sng">
                      <a:solidFill>
                        <a:srgbClr val="D6EBF6"/>
                      </a:solidFill>
                    </a:lnB>
                    <a:lnTlToBr w="12700" cmpd="sng">
                      <a:noFill/>
                      <a:prstDash val="solid"/>
                    </a:lnTlToBr>
                    <a:lnBlToTr w="12700" cmpd="sng">
                      <a:noFill/>
                      <a:prstDash val="solid"/>
                    </a:lnBlToTr>
                    <a:noFill/>
                  </a:tcPr>
                </a:tc>
              </a:tr>
              <a:tr h="274241">
                <a:tc>
                  <a:txBody>
                    <a:bodyPr/>
                    <a:lstStyle>
                      <a:defPPr>
                        <a:defRPr lang="en-US"/>
                      </a:defPPr>
                      <a:lvl1pPr marL="0" algn="l" defTabSz="914400" rtl="0" eaLnBrk="1" latinLnBrk="0" hangingPunct="1">
                        <a:defRPr sz="1800" kern="1200">
                          <a:solidFill>
                            <a:schemeClr val="tx1"/>
                          </a:solidFill>
                          <a:latin typeface="华文细黑" panose="02010600040101010101" pitchFamily="2" charset="-122"/>
                          <a:ea typeface="宋体" panose="02010600030101010101" pitchFamily="2" charset="-122"/>
                        </a:defRPr>
                      </a:lvl1pPr>
                      <a:lvl2pPr marL="457200" algn="l" defTabSz="914400" rtl="0" eaLnBrk="1" latinLnBrk="0" hangingPunct="1">
                        <a:defRPr sz="1800" kern="1200">
                          <a:solidFill>
                            <a:schemeClr val="tx1"/>
                          </a:solidFill>
                          <a:latin typeface="华文细黑" panose="02010600040101010101" pitchFamily="2" charset="-122"/>
                          <a:ea typeface="宋体" panose="02010600030101010101" pitchFamily="2" charset="-122"/>
                        </a:defRPr>
                      </a:lvl2pPr>
                      <a:lvl3pPr marL="914400" algn="l" defTabSz="914400" rtl="0" eaLnBrk="1" latinLnBrk="0" hangingPunct="1">
                        <a:defRPr sz="1800" kern="1200">
                          <a:solidFill>
                            <a:schemeClr val="tx1"/>
                          </a:solidFill>
                          <a:latin typeface="华文细黑" panose="02010600040101010101" pitchFamily="2" charset="-122"/>
                          <a:ea typeface="宋体" panose="02010600030101010101" pitchFamily="2" charset="-122"/>
                        </a:defRPr>
                      </a:lvl3pPr>
                      <a:lvl4pPr marL="1371600" algn="l" defTabSz="914400" rtl="0" eaLnBrk="1" latinLnBrk="0" hangingPunct="1">
                        <a:defRPr sz="1800" kern="1200">
                          <a:solidFill>
                            <a:schemeClr val="tx1"/>
                          </a:solidFill>
                          <a:latin typeface="华文细黑" panose="02010600040101010101" pitchFamily="2" charset="-122"/>
                          <a:ea typeface="宋体" panose="02010600030101010101" pitchFamily="2" charset="-122"/>
                        </a:defRPr>
                      </a:lvl4pPr>
                      <a:lvl5pPr marL="1828800" algn="l" defTabSz="914400" rtl="0" eaLnBrk="1" latinLnBrk="0" hangingPunct="1">
                        <a:defRPr sz="1800" kern="1200">
                          <a:solidFill>
                            <a:schemeClr val="tx1"/>
                          </a:solidFill>
                          <a:latin typeface="华文细黑" panose="02010600040101010101" pitchFamily="2" charset="-122"/>
                          <a:ea typeface="宋体" panose="02010600030101010101" pitchFamily="2" charset="-122"/>
                        </a:defRPr>
                      </a:lvl5pPr>
                      <a:lvl6pPr marL="2286000" algn="l" defTabSz="914400" rtl="0" eaLnBrk="1" latinLnBrk="0" hangingPunct="1">
                        <a:defRPr sz="1800" kern="1200">
                          <a:solidFill>
                            <a:schemeClr val="tx1"/>
                          </a:solidFill>
                          <a:latin typeface="华文细黑" panose="02010600040101010101" pitchFamily="2" charset="-122"/>
                          <a:ea typeface="宋体" panose="02010600030101010101" pitchFamily="2" charset="-122"/>
                        </a:defRPr>
                      </a:lvl6pPr>
                      <a:lvl7pPr marL="2743200" algn="l" defTabSz="914400" rtl="0" eaLnBrk="1" latinLnBrk="0" hangingPunct="1">
                        <a:defRPr sz="1800" kern="1200">
                          <a:solidFill>
                            <a:schemeClr val="tx1"/>
                          </a:solidFill>
                          <a:latin typeface="华文细黑" panose="02010600040101010101" pitchFamily="2" charset="-122"/>
                          <a:ea typeface="宋体" panose="02010600030101010101" pitchFamily="2" charset="-122"/>
                        </a:defRPr>
                      </a:lvl7pPr>
                      <a:lvl8pPr marL="3200400" algn="l" defTabSz="914400" rtl="0" eaLnBrk="1" latinLnBrk="0" hangingPunct="1">
                        <a:defRPr sz="1800" kern="1200">
                          <a:solidFill>
                            <a:schemeClr val="tx1"/>
                          </a:solidFill>
                          <a:latin typeface="华文细黑" panose="02010600040101010101" pitchFamily="2" charset="-122"/>
                          <a:ea typeface="宋体" panose="02010600030101010101" pitchFamily="2" charset="-122"/>
                        </a:defRPr>
                      </a:lvl8pPr>
                      <a:lvl9pPr marL="3657600" algn="l" defTabSz="914400" rtl="0" eaLnBrk="1" latinLnBrk="0" hangingPunct="1">
                        <a:defRPr sz="1800" kern="1200">
                          <a:solidFill>
                            <a:schemeClr val="tx1"/>
                          </a:solidFill>
                          <a:latin typeface="华文细黑" panose="02010600040101010101" pitchFamily="2" charset="-122"/>
                          <a:ea typeface="宋体" panose="02010600030101010101" pitchFamily="2" charset="-122"/>
                        </a:defRPr>
                      </a:lvl9pPr>
                    </a:lstStyle>
                    <a:p>
                      <a:pPr marL="0" algn="l" defTabSz="914400" rtl="0" eaLnBrk="1" latinLnBrk="0" hangingPunct="1"/>
                      <a:r>
                        <a:rPr lang="zh-CN" altLang="en-US" sz="1200" b="0" kern="1200" dirty="0">
                          <a:solidFill>
                            <a:schemeClr val="tx1"/>
                          </a:solidFill>
                          <a:latin typeface="微软雅黑" panose="020B0503020204020204" pitchFamily="34" charset="-122"/>
                          <a:ea typeface="微软雅黑" panose="020B0503020204020204" pitchFamily="34" charset="-122"/>
                          <a:cs typeface="+mn-cs"/>
                        </a:rPr>
                        <a:t>表创建时间</a:t>
                      </a:r>
                      <a:endParaRPr lang="en-US" altLang="zh-CN" sz="1200" b="0" kern="1200" dirty="0">
                        <a:solidFill>
                          <a:schemeClr val="tx1"/>
                        </a:solidFill>
                        <a:latin typeface="微软雅黑" panose="020B0503020204020204" pitchFamily="34" charset="-122"/>
                        <a:ea typeface="微软雅黑" panose="020B0503020204020204" pitchFamily="34" charset="-122"/>
                        <a:cs typeface="+mn-cs"/>
                      </a:endParaRPr>
                    </a:p>
                  </a:txBody>
                  <a:tcPr marL="91398" marR="91398" marT="45707" marB="45707">
                    <a:lnL w="12700" cmpd="sng">
                      <a:solidFill>
                        <a:srgbClr val="D6EBF6"/>
                      </a:solidFill>
                    </a:lnL>
                    <a:lnR w="12700" cmpd="sng">
                      <a:solidFill>
                        <a:srgbClr val="D6EBF6"/>
                      </a:solidFill>
                    </a:lnR>
                    <a:lnT w="25400" cmpd="sng">
                      <a:solidFill>
                        <a:srgbClr val="D6EBF6"/>
                      </a:solidFill>
                    </a:lnT>
                    <a:lnB w="12700" cmpd="sng">
                      <a:solidFill>
                        <a:srgbClr val="D6EBF6"/>
                      </a:solidFill>
                    </a:lnB>
                    <a:lnTlToBr w="12700" cmpd="sng">
                      <a:noFill/>
                      <a:prstDash val="solid"/>
                    </a:lnTlToBr>
                    <a:lnBlToTr w="12700" cmpd="sng">
                      <a:noFill/>
                      <a:prstDash val="solid"/>
                    </a:lnBlToTr>
                    <a:solidFill>
                      <a:srgbClr val="D6EBF6">
                        <a:alpha val="20000"/>
                      </a:srgbClr>
                    </a:solidFill>
                  </a:tcPr>
                </a:tc>
              </a:tr>
              <a:tr h="274241">
                <a:tc>
                  <a:txBody>
                    <a:bodyPr/>
                    <a:lstStyle>
                      <a:defPPr>
                        <a:defRPr lang="en-US"/>
                      </a:defPPr>
                      <a:lvl1pPr marL="0" algn="l" defTabSz="914400" rtl="0" eaLnBrk="1" latinLnBrk="0" hangingPunct="1">
                        <a:defRPr sz="1800" kern="1200">
                          <a:solidFill>
                            <a:schemeClr val="tx1"/>
                          </a:solidFill>
                          <a:latin typeface="华文细黑" panose="02010600040101010101" pitchFamily="2" charset="-122"/>
                          <a:ea typeface="宋体" panose="02010600030101010101" pitchFamily="2" charset="-122"/>
                        </a:defRPr>
                      </a:lvl1pPr>
                      <a:lvl2pPr marL="457200" algn="l" defTabSz="914400" rtl="0" eaLnBrk="1" latinLnBrk="0" hangingPunct="1">
                        <a:defRPr sz="1800" kern="1200">
                          <a:solidFill>
                            <a:schemeClr val="tx1"/>
                          </a:solidFill>
                          <a:latin typeface="华文细黑" panose="02010600040101010101" pitchFamily="2" charset="-122"/>
                          <a:ea typeface="宋体" panose="02010600030101010101" pitchFamily="2" charset="-122"/>
                        </a:defRPr>
                      </a:lvl2pPr>
                      <a:lvl3pPr marL="914400" algn="l" defTabSz="914400" rtl="0" eaLnBrk="1" latinLnBrk="0" hangingPunct="1">
                        <a:defRPr sz="1800" kern="1200">
                          <a:solidFill>
                            <a:schemeClr val="tx1"/>
                          </a:solidFill>
                          <a:latin typeface="华文细黑" panose="02010600040101010101" pitchFamily="2" charset="-122"/>
                          <a:ea typeface="宋体" panose="02010600030101010101" pitchFamily="2" charset="-122"/>
                        </a:defRPr>
                      </a:lvl3pPr>
                      <a:lvl4pPr marL="1371600" algn="l" defTabSz="914400" rtl="0" eaLnBrk="1" latinLnBrk="0" hangingPunct="1">
                        <a:defRPr sz="1800" kern="1200">
                          <a:solidFill>
                            <a:schemeClr val="tx1"/>
                          </a:solidFill>
                          <a:latin typeface="华文细黑" panose="02010600040101010101" pitchFamily="2" charset="-122"/>
                          <a:ea typeface="宋体" panose="02010600030101010101" pitchFamily="2" charset="-122"/>
                        </a:defRPr>
                      </a:lvl4pPr>
                      <a:lvl5pPr marL="1828800" algn="l" defTabSz="914400" rtl="0" eaLnBrk="1" latinLnBrk="0" hangingPunct="1">
                        <a:defRPr sz="1800" kern="1200">
                          <a:solidFill>
                            <a:schemeClr val="tx1"/>
                          </a:solidFill>
                          <a:latin typeface="华文细黑" panose="02010600040101010101" pitchFamily="2" charset="-122"/>
                          <a:ea typeface="宋体" panose="02010600030101010101" pitchFamily="2" charset="-122"/>
                        </a:defRPr>
                      </a:lvl5pPr>
                      <a:lvl6pPr marL="2286000" algn="l" defTabSz="914400" rtl="0" eaLnBrk="1" latinLnBrk="0" hangingPunct="1">
                        <a:defRPr sz="1800" kern="1200">
                          <a:solidFill>
                            <a:schemeClr val="tx1"/>
                          </a:solidFill>
                          <a:latin typeface="华文细黑" panose="02010600040101010101" pitchFamily="2" charset="-122"/>
                          <a:ea typeface="宋体" panose="02010600030101010101" pitchFamily="2" charset="-122"/>
                        </a:defRPr>
                      </a:lvl6pPr>
                      <a:lvl7pPr marL="2743200" algn="l" defTabSz="914400" rtl="0" eaLnBrk="1" latinLnBrk="0" hangingPunct="1">
                        <a:defRPr sz="1800" kern="1200">
                          <a:solidFill>
                            <a:schemeClr val="tx1"/>
                          </a:solidFill>
                          <a:latin typeface="华文细黑" panose="02010600040101010101" pitchFamily="2" charset="-122"/>
                          <a:ea typeface="宋体" panose="02010600030101010101" pitchFamily="2" charset="-122"/>
                        </a:defRPr>
                      </a:lvl7pPr>
                      <a:lvl8pPr marL="3200400" algn="l" defTabSz="914400" rtl="0" eaLnBrk="1" latinLnBrk="0" hangingPunct="1">
                        <a:defRPr sz="1800" kern="1200">
                          <a:solidFill>
                            <a:schemeClr val="tx1"/>
                          </a:solidFill>
                          <a:latin typeface="华文细黑" panose="02010600040101010101" pitchFamily="2" charset="-122"/>
                          <a:ea typeface="宋体" panose="02010600030101010101" pitchFamily="2" charset="-122"/>
                        </a:defRPr>
                      </a:lvl8pPr>
                      <a:lvl9pPr marL="3657600" algn="l" defTabSz="914400" rtl="0" eaLnBrk="1" latinLnBrk="0" hangingPunct="1">
                        <a:defRPr sz="1800" kern="1200">
                          <a:solidFill>
                            <a:schemeClr val="tx1"/>
                          </a:solidFill>
                          <a:latin typeface="华文细黑" panose="02010600040101010101" pitchFamily="2" charset="-122"/>
                          <a:ea typeface="宋体" panose="02010600030101010101" pitchFamily="2" charset="-122"/>
                        </a:defRPr>
                      </a:lvl9pPr>
                    </a:lstStyle>
                    <a:p>
                      <a:pPr marL="0" algn="l" defTabSz="914400" rtl="0" eaLnBrk="1" latinLnBrk="0" hangingPunct="1"/>
                      <a:r>
                        <a:rPr lang="zh-CN" altLang="en-US" sz="1200" b="0" kern="1200" dirty="0">
                          <a:solidFill>
                            <a:schemeClr val="tx1"/>
                          </a:solidFill>
                          <a:latin typeface="微软雅黑" panose="020B0503020204020204" pitchFamily="34" charset="-122"/>
                          <a:ea typeface="微软雅黑" panose="020B0503020204020204" pitchFamily="34" charset="-122"/>
                          <a:cs typeface="+mn-cs"/>
                        </a:rPr>
                        <a:t>主键信息</a:t>
                      </a:r>
                      <a:endParaRPr lang="en-US" altLang="zh-CN" sz="1200" b="0" kern="1200" dirty="0">
                        <a:solidFill>
                          <a:schemeClr val="tx1"/>
                        </a:solidFill>
                        <a:latin typeface="微软雅黑" panose="020B0503020204020204" pitchFamily="34" charset="-122"/>
                        <a:ea typeface="微软雅黑" panose="020B0503020204020204" pitchFamily="34" charset="-122"/>
                        <a:cs typeface="+mn-cs"/>
                      </a:endParaRPr>
                    </a:p>
                  </a:txBody>
                  <a:tcPr marL="91398" marR="91398" marT="45707" marB="45707">
                    <a:lnL w="12700" cmpd="sng">
                      <a:solidFill>
                        <a:srgbClr val="D6EBF6"/>
                      </a:solidFill>
                    </a:lnL>
                    <a:lnR w="12700" cmpd="sng">
                      <a:solidFill>
                        <a:srgbClr val="D6EBF6"/>
                      </a:solidFill>
                    </a:lnR>
                    <a:lnT w="12700" cmpd="sng">
                      <a:solidFill>
                        <a:srgbClr val="D6EBF6"/>
                      </a:solidFill>
                    </a:lnT>
                    <a:lnB w="12700" cmpd="sng">
                      <a:solidFill>
                        <a:srgbClr val="D6EBF6"/>
                      </a:solidFill>
                    </a:lnB>
                    <a:lnTlToBr w="12700" cmpd="sng">
                      <a:noFill/>
                      <a:prstDash val="solid"/>
                    </a:lnTlToBr>
                    <a:lnBlToTr w="12700" cmpd="sng">
                      <a:noFill/>
                      <a:prstDash val="solid"/>
                    </a:lnBlToTr>
                    <a:noFill/>
                  </a:tcPr>
                </a:tc>
              </a:tr>
              <a:tr h="274241">
                <a:tc>
                  <a:txBody>
                    <a:bodyPr/>
                    <a:lstStyle>
                      <a:defPPr>
                        <a:defRPr lang="en-US"/>
                      </a:defPPr>
                      <a:lvl1pPr marL="0" algn="l" defTabSz="914400" rtl="0" eaLnBrk="1" latinLnBrk="0" hangingPunct="1">
                        <a:defRPr sz="1800" kern="1200">
                          <a:solidFill>
                            <a:schemeClr val="tx1"/>
                          </a:solidFill>
                          <a:latin typeface="华文细黑" panose="02010600040101010101" pitchFamily="2" charset="-122"/>
                          <a:ea typeface="宋体" panose="02010600030101010101" pitchFamily="2" charset="-122"/>
                        </a:defRPr>
                      </a:lvl1pPr>
                      <a:lvl2pPr marL="457200" algn="l" defTabSz="914400" rtl="0" eaLnBrk="1" latinLnBrk="0" hangingPunct="1">
                        <a:defRPr sz="1800" kern="1200">
                          <a:solidFill>
                            <a:schemeClr val="tx1"/>
                          </a:solidFill>
                          <a:latin typeface="华文细黑" panose="02010600040101010101" pitchFamily="2" charset="-122"/>
                          <a:ea typeface="宋体" panose="02010600030101010101" pitchFamily="2" charset="-122"/>
                        </a:defRPr>
                      </a:lvl2pPr>
                      <a:lvl3pPr marL="914400" algn="l" defTabSz="914400" rtl="0" eaLnBrk="1" latinLnBrk="0" hangingPunct="1">
                        <a:defRPr sz="1800" kern="1200">
                          <a:solidFill>
                            <a:schemeClr val="tx1"/>
                          </a:solidFill>
                          <a:latin typeface="华文细黑" panose="02010600040101010101" pitchFamily="2" charset="-122"/>
                          <a:ea typeface="宋体" panose="02010600030101010101" pitchFamily="2" charset="-122"/>
                        </a:defRPr>
                      </a:lvl3pPr>
                      <a:lvl4pPr marL="1371600" algn="l" defTabSz="914400" rtl="0" eaLnBrk="1" latinLnBrk="0" hangingPunct="1">
                        <a:defRPr sz="1800" kern="1200">
                          <a:solidFill>
                            <a:schemeClr val="tx1"/>
                          </a:solidFill>
                          <a:latin typeface="华文细黑" panose="02010600040101010101" pitchFamily="2" charset="-122"/>
                          <a:ea typeface="宋体" panose="02010600030101010101" pitchFamily="2" charset="-122"/>
                        </a:defRPr>
                      </a:lvl4pPr>
                      <a:lvl5pPr marL="1828800" algn="l" defTabSz="914400" rtl="0" eaLnBrk="1" latinLnBrk="0" hangingPunct="1">
                        <a:defRPr sz="1800" kern="1200">
                          <a:solidFill>
                            <a:schemeClr val="tx1"/>
                          </a:solidFill>
                          <a:latin typeface="华文细黑" panose="02010600040101010101" pitchFamily="2" charset="-122"/>
                          <a:ea typeface="宋体" panose="02010600030101010101" pitchFamily="2" charset="-122"/>
                        </a:defRPr>
                      </a:lvl5pPr>
                      <a:lvl6pPr marL="2286000" algn="l" defTabSz="914400" rtl="0" eaLnBrk="1" latinLnBrk="0" hangingPunct="1">
                        <a:defRPr sz="1800" kern="1200">
                          <a:solidFill>
                            <a:schemeClr val="tx1"/>
                          </a:solidFill>
                          <a:latin typeface="华文细黑" panose="02010600040101010101" pitchFamily="2" charset="-122"/>
                          <a:ea typeface="宋体" panose="02010600030101010101" pitchFamily="2" charset="-122"/>
                        </a:defRPr>
                      </a:lvl6pPr>
                      <a:lvl7pPr marL="2743200" algn="l" defTabSz="914400" rtl="0" eaLnBrk="1" latinLnBrk="0" hangingPunct="1">
                        <a:defRPr sz="1800" kern="1200">
                          <a:solidFill>
                            <a:schemeClr val="tx1"/>
                          </a:solidFill>
                          <a:latin typeface="华文细黑" panose="02010600040101010101" pitchFamily="2" charset="-122"/>
                          <a:ea typeface="宋体" panose="02010600030101010101" pitchFamily="2" charset="-122"/>
                        </a:defRPr>
                      </a:lvl7pPr>
                      <a:lvl8pPr marL="3200400" algn="l" defTabSz="914400" rtl="0" eaLnBrk="1" latinLnBrk="0" hangingPunct="1">
                        <a:defRPr sz="1800" kern="1200">
                          <a:solidFill>
                            <a:schemeClr val="tx1"/>
                          </a:solidFill>
                          <a:latin typeface="华文细黑" panose="02010600040101010101" pitchFamily="2" charset="-122"/>
                          <a:ea typeface="宋体" panose="02010600030101010101" pitchFamily="2" charset="-122"/>
                        </a:defRPr>
                      </a:lvl8pPr>
                      <a:lvl9pPr marL="3657600" algn="l" defTabSz="914400" rtl="0" eaLnBrk="1" latinLnBrk="0" hangingPunct="1">
                        <a:defRPr sz="1800" kern="1200">
                          <a:solidFill>
                            <a:schemeClr val="tx1"/>
                          </a:solidFill>
                          <a:latin typeface="华文细黑" panose="02010600040101010101" pitchFamily="2" charset="-122"/>
                          <a:ea typeface="宋体" panose="02010600030101010101" pitchFamily="2" charset="-122"/>
                        </a:defRPr>
                      </a:lvl9pPr>
                    </a:lstStyle>
                    <a:p>
                      <a:pPr marL="0" algn="l" defTabSz="914400" rtl="0" eaLnBrk="1" latinLnBrk="0" hangingPunct="1"/>
                      <a:r>
                        <a:rPr lang="en-US" altLang="zh-CN" sz="1200" b="0" kern="1200" dirty="0">
                          <a:solidFill>
                            <a:schemeClr val="tx1"/>
                          </a:solidFill>
                          <a:latin typeface="微软雅黑" panose="020B0503020204020204" pitchFamily="34" charset="-122"/>
                          <a:ea typeface="微软雅黑" panose="020B0503020204020204" pitchFamily="34" charset="-122"/>
                          <a:cs typeface="+mn-cs"/>
                        </a:rPr>
                        <a:t>……</a:t>
                      </a:r>
                      <a:endParaRPr lang="en-US" altLang="zh-CN" sz="1200" b="0" kern="1200" dirty="0">
                        <a:solidFill>
                          <a:schemeClr val="tx1"/>
                        </a:solidFill>
                        <a:latin typeface="微软雅黑" panose="020B0503020204020204" pitchFamily="34" charset="-122"/>
                        <a:ea typeface="微软雅黑" panose="020B0503020204020204" pitchFamily="34" charset="-122"/>
                        <a:cs typeface="+mn-cs"/>
                      </a:endParaRPr>
                    </a:p>
                  </a:txBody>
                  <a:tcPr marL="91398" marR="91398" marT="45707" marB="45707">
                    <a:lnL w="12700" cmpd="sng">
                      <a:solidFill>
                        <a:srgbClr val="D6EBF6"/>
                      </a:solidFill>
                    </a:lnL>
                    <a:lnR w="12700" cmpd="sng">
                      <a:solidFill>
                        <a:srgbClr val="D6EBF6"/>
                      </a:solidFill>
                    </a:lnR>
                    <a:lnT w="12700" cmpd="sng">
                      <a:solidFill>
                        <a:srgbClr val="D6EBF6"/>
                      </a:solidFill>
                    </a:lnT>
                    <a:lnB w="12700" cmpd="sng">
                      <a:solidFill>
                        <a:srgbClr val="D6EBF6"/>
                      </a:solidFill>
                    </a:lnB>
                    <a:lnTlToBr w="12700" cmpd="sng">
                      <a:noFill/>
                      <a:prstDash val="solid"/>
                    </a:lnTlToBr>
                    <a:lnBlToTr w="12700" cmpd="sng">
                      <a:noFill/>
                      <a:prstDash val="solid"/>
                    </a:lnBlToTr>
                    <a:solidFill>
                      <a:srgbClr val="D6EBF6">
                        <a:alpha val="20000"/>
                      </a:srgbClr>
                    </a:solidFill>
                  </a:tcPr>
                </a:tc>
              </a:tr>
            </a:tbl>
          </a:graphicData>
        </a:graphic>
      </p:graphicFrame>
      <p:graphicFrame>
        <p:nvGraphicFramePr>
          <p:cNvPr id="63" name="Table 118"/>
          <p:cNvGraphicFramePr>
            <a:graphicFrameLocks noGrp="1"/>
          </p:cNvGraphicFramePr>
          <p:nvPr/>
        </p:nvGraphicFramePr>
        <p:xfrm>
          <a:off x="8645139" y="3533349"/>
          <a:ext cx="827087" cy="822750"/>
        </p:xfrm>
        <a:graphic>
          <a:graphicData uri="http://schemas.openxmlformats.org/drawingml/2006/table">
            <a:tbl>
              <a:tblPr firstRow="1" bandRow="1"/>
              <a:tblGrid>
                <a:gridCol w="827087"/>
              </a:tblGrid>
              <a:tr h="274108">
                <a:tc>
                  <a:txBody>
                    <a:bodyPr/>
                    <a:lstStyle>
                      <a:defPPr>
                        <a:defRPr lang="en-US"/>
                      </a:defPPr>
                      <a:lvl1pPr marL="0" algn="l" defTabSz="914400" rtl="0" eaLnBrk="1" latinLnBrk="0" hangingPunct="1">
                        <a:defRPr sz="1800" b="1" kern="1200">
                          <a:solidFill>
                            <a:schemeClr val="tx1"/>
                          </a:solidFill>
                          <a:latin typeface="华文细黑" panose="02010600040101010101" pitchFamily="2" charset="-122"/>
                          <a:ea typeface="宋体" panose="02010600030101010101" pitchFamily="2" charset="-122"/>
                        </a:defRPr>
                      </a:lvl1pPr>
                      <a:lvl2pPr marL="457200" algn="l" defTabSz="914400" rtl="0" eaLnBrk="1" latinLnBrk="0" hangingPunct="1">
                        <a:defRPr sz="1800" b="1" kern="1200">
                          <a:solidFill>
                            <a:schemeClr val="tx1"/>
                          </a:solidFill>
                          <a:latin typeface="华文细黑" panose="02010600040101010101" pitchFamily="2" charset="-122"/>
                          <a:ea typeface="宋体" panose="02010600030101010101" pitchFamily="2" charset="-122"/>
                        </a:defRPr>
                      </a:lvl2pPr>
                      <a:lvl3pPr marL="914400" algn="l" defTabSz="914400" rtl="0" eaLnBrk="1" latinLnBrk="0" hangingPunct="1">
                        <a:defRPr sz="1800" b="1" kern="1200">
                          <a:solidFill>
                            <a:schemeClr val="tx1"/>
                          </a:solidFill>
                          <a:latin typeface="华文细黑" panose="02010600040101010101" pitchFamily="2" charset="-122"/>
                          <a:ea typeface="宋体" panose="02010600030101010101" pitchFamily="2" charset="-122"/>
                        </a:defRPr>
                      </a:lvl3pPr>
                      <a:lvl4pPr marL="1371600" algn="l" defTabSz="914400" rtl="0" eaLnBrk="1" latinLnBrk="0" hangingPunct="1">
                        <a:defRPr sz="1800" b="1" kern="1200">
                          <a:solidFill>
                            <a:schemeClr val="tx1"/>
                          </a:solidFill>
                          <a:latin typeface="华文细黑" panose="02010600040101010101" pitchFamily="2" charset="-122"/>
                          <a:ea typeface="宋体" panose="02010600030101010101" pitchFamily="2" charset="-122"/>
                        </a:defRPr>
                      </a:lvl4pPr>
                      <a:lvl5pPr marL="1828800" algn="l" defTabSz="914400" rtl="0" eaLnBrk="1" latinLnBrk="0" hangingPunct="1">
                        <a:defRPr sz="1800" b="1" kern="1200">
                          <a:solidFill>
                            <a:schemeClr val="tx1"/>
                          </a:solidFill>
                          <a:latin typeface="华文细黑" panose="02010600040101010101" pitchFamily="2" charset="-122"/>
                          <a:ea typeface="宋体" panose="02010600030101010101" pitchFamily="2" charset="-122"/>
                        </a:defRPr>
                      </a:lvl5pPr>
                      <a:lvl6pPr marL="2286000" algn="l" defTabSz="914400" rtl="0" eaLnBrk="1" latinLnBrk="0" hangingPunct="1">
                        <a:defRPr sz="1800" b="1" kern="1200">
                          <a:solidFill>
                            <a:schemeClr val="tx1"/>
                          </a:solidFill>
                          <a:latin typeface="华文细黑" panose="02010600040101010101" pitchFamily="2" charset="-122"/>
                          <a:ea typeface="宋体" panose="02010600030101010101" pitchFamily="2" charset="-122"/>
                        </a:defRPr>
                      </a:lvl6pPr>
                      <a:lvl7pPr marL="2743200" algn="l" defTabSz="914400" rtl="0" eaLnBrk="1" latinLnBrk="0" hangingPunct="1">
                        <a:defRPr sz="1800" b="1" kern="1200">
                          <a:solidFill>
                            <a:schemeClr val="tx1"/>
                          </a:solidFill>
                          <a:latin typeface="华文细黑" panose="02010600040101010101" pitchFamily="2" charset="-122"/>
                          <a:ea typeface="宋体" panose="02010600030101010101" pitchFamily="2" charset="-122"/>
                        </a:defRPr>
                      </a:lvl7pPr>
                      <a:lvl8pPr marL="3200400" algn="l" defTabSz="914400" rtl="0" eaLnBrk="1" latinLnBrk="0" hangingPunct="1">
                        <a:defRPr sz="1800" b="1" kern="1200">
                          <a:solidFill>
                            <a:schemeClr val="tx1"/>
                          </a:solidFill>
                          <a:latin typeface="华文细黑" panose="02010600040101010101" pitchFamily="2" charset="-122"/>
                          <a:ea typeface="宋体" panose="02010600030101010101" pitchFamily="2" charset="-122"/>
                        </a:defRPr>
                      </a:lvl8pPr>
                      <a:lvl9pPr marL="3657600" algn="l" defTabSz="914400" rtl="0" eaLnBrk="1" latinLnBrk="0" hangingPunct="1">
                        <a:defRPr sz="1800" b="1" kern="1200">
                          <a:solidFill>
                            <a:schemeClr val="tx1"/>
                          </a:solidFill>
                          <a:latin typeface="华文细黑" panose="02010600040101010101" pitchFamily="2" charset="-122"/>
                          <a:ea typeface="宋体" panose="02010600030101010101" pitchFamily="2" charset="-122"/>
                        </a:defRPr>
                      </a:lvl9pPr>
                    </a:lstStyle>
                    <a:p>
                      <a:pPr marL="0" algn="l" defTabSz="914400" rtl="0" eaLnBrk="1" latinLnBrk="0" hangingPunct="1"/>
                      <a:r>
                        <a:rPr lang="zh-CN" altLang="en-US" sz="1200" b="0" kern="1200" dirty="0">
                          <a:solidFill>
                            <a:schemeClr val="tx1"/>
                          </a:solidFill>
                          <a:latin typeface="微软雅黑" panose="020B0503020204020204" pitchFamily="34" charset="-122"/>
                          <a:ea typeface="微软雅黑" panose="020B0503020204020204" pitchFamily="34" charset="-122"/>
                          <a:cs typeface="+mn-cs"/>
                        </a:rPr>
                        <a:t>字段名称</a:t>
                      </a:r>
                      <a:endParaRPr lang="zh-CN" altLang="en-US" sz="1200" b="0" kern="1200" dirty="0">
                        <a:solidFill>
                          <a:schemeClr val="tx1"/>
                        </a:solidFill>
                        <a:latin typeface="微软雅黑" panose="020B0503020204020204" pitchFamily="34" charset="-122"/>
                        <a:ea typeface="微软雅黑" panose="020B0503020204020204" pitchFamily="34" charset="-122"/>
                        <a:cs typeface="+mn-cs"/>
                      </a:endParaRPr>
                    </a:p>
                  </a:txBody>
                  <a:tcPr marL="91415" marR="91415" marT="45685" marB="45685">
                    <a:lnL w="12700" cmpd="sng">
                      <a:solidFill>
                        <a:srgbClr val="D6EBF6"/>
                      </a:solidFill>
                    </a:lnL>
                    <a:lnR w="12700" cmpd="sng">
                      <a:solidFill>
                        <a:srgbClr val="D6EBF6"/>
                      </a:solidFill>
                    </a:lnR>
                    <a:lnT w="12700" cmpd="sng">
                      <a:solidFill>
                        <a:srgbClr val="D6EBF6"/>
                      </a:solidFill>
                    </a:lnT>
                    <a:lnB w="25400" cmpd="sng">
                      <a:solidFill>
                        <a:srgbClr val="D6EBF6"/>
                      </a:solidFill>
                    </a:lnB>
                    <a:lnTlToBr w="12700" cmpd="sng">
                      <a:noFill/>
                      <a:prstDash val="solid"/>
                    </a:lnTlToBr>
                    <a:lnBlToTr w="12700" cmpd="sng">
                      <a:noFill/>
                      <a:prstDash val="solid"/>
                    </a:lnBlToTr>
                    <a:noFill/>
                  </a:tcPr>
                </a:tc>
              </a:tr>
              <a:tr h="274108">
                <a:tc>
                  <a:txBody>
                    <a:bodyPr/>
                    <a:lstStyle>
                      <a:defPPr>
                        <a:defRPr lang="en-US"/>
                      </a:defPPr>
                      <a:lvl1pPr marL="0" algn="l" defTabSz="914400" rtl="0" eaLnBrk="1" latinLnBrk="0" hangingPunct="1">
                        <a:defRPr sz="1800" kern="1200">
                          <a:solidFill>
                            <a:schemeClr val="tx1"/>
                          </a:solidFill>
                          <a:latin typeface="华文细黑" panose="02010600040101010101" pitchFamily="2" charset="-122"/>
                          <a:ea typeface="宋体" panose="02010600030101010101" pitchFamily="2" charset="-122"/>
                        </a:defRPr>
                      </a:lvl1pPr>
                      <a:lvl2pPr marL="457200" algn="l" defTabSz="914400" rtl="0" eaLnBrk="1" latinLnBrk="0" hangingPunct="1">
                        <a:defRPr sz="1800" kern="1200">
                          <a:solidFill>
                            <a:schemeClr val="tx1"/>
                          </a:solidFill>
                          <a:latin typeface="华文细黑" panose="02010600040101010101" pitchFamily="2" charset="-122"/>
                          <a:ea typeface="宋体" panose="02010600030101010101" pitchFamily="2" charset="-122"/>
                        </a:defRPr>
                      </a:lvl2pPr>
                      <a:lvl3pPr marL="914400" algn="l" defTabSz="914400" rtl="0" eaLnBrk="1" latinLnBrk="0" hangingPunct="1">
                        <a:defRPr sz="1800" kern="1200">
                          <a:solidFill>
                            <a:schemeClr val="tx1"/>
                          </a:solidFill>
                          <a:latin typeface="华文细黑" panose="02010600040101010101" pitchFamily="2" charset="-122"/>
                          <a:ea typeface="宋体" panose="02010600030101010101" pitchFamily="2" charset="-122"/>
                        </a:defRPr>
                      </a:lvl3pPr>
                      <a:lvl4pPr marL="1371600" algn="l" defTabSz="914400" rtl="0" eaLnBrk="1" latinLnBrk="0" hangingPunct="1">
                        <a:defRPr sz="1800" kern="1200">
                          <a:solidFill>
                            <a:schemeClr val="tx1"/>
                          </a:solidFill>
                          <a:latin typeface="华文细黑" panose="02010600040101010101" pitchFamily="2" charset="-122"/>
                          <a:ea typeface="宋体" panose="02010600030101010101" pitchFamily="2" charset="-122"/>
                        </a:defRPr>
                      </a:lvl4pPr>
                      <a:lvl5pPr marL="1828800" algn="l" defTabSz="914400" rtl="0" eaLnBrk="1" latinLnBrk="0" hangingPunct="1">
                        <a:defRPr sz="1800" kern="1200">
                          <a:solidFill>
                            <a:schemeClr val="tx1"/>
                          </a:solidFill>
                          <a:latin typeface="华文细黑" panose="02010600040101010101" pitchFamily="2" charset="-122"/>
                          <a:ea typeface="宋体" panose="02010600030101010101" pitchFamily="2" charset="-122"/>
                        </a:defRPr>
                      </a:lvl5pPr>
                      <a:lvl6pPr marL="2286000" algn="l" defTabSz="914400" rtl="0" eaLnBrk="1" latinLnBrk="0" hangingPunct="1">
                        <a:defRPr sz="1800" kern="1200">
                          <a:solidFill>
                            <a:schemeClr val="tx1"/>
                          </a:solidFill>
                          <a:latin typeface="华文细黑" panose="02010600040101010101" pitchFamily="2" charset="-122"/>
                          <a:ea typeface="宋体" panose="02010600030101010101" pitchFamily="2" charset="-122"/>
                        </a:defRPr>
                      </a:lvl6pPr>
                      <a:lvl7pPr marL="2743200" algn="l" defTabSz="914400" rtl="0" eaLnBrk="1" latinLnBrk="0" hangingPunct="1">
                        <a:defRPr sz="1800" kern="1200">
                          <a:solidFill>
                            <a:schemeClr val="tx1"/>
                          </a:solidFill>
                          <a:latin typeface="华文细黑" panose="02010600040101010101" pitchFamily="2" charset="-122"/>
                          <a:ea typeface="宋体" panose="02010600030101010101" pitchFamily="2" charset="-122"/>
                        </a:defRPr>
                      </a:lvl7pPr>
                      <a:lvl8pPr marL="3200400" algn="l" defTabSz="914400" rtl="0" eaLnBrk="1" latinLnBrk="0" hangingPunct="1">
                        <a:defRPr sz="1800" kern="1200">
                          <a:solidFill>
                            <a:schemeClr val="tx1"/>
                          </a:solidFill>
                          <a:latin typeface="华文细黑" panose="02010600040101010101" pitchFamily="2" charset="-122"/>
                          <a:ea typeface="宋体" panose="02010600030101010101" pitchFamily="2" charset="-122"/>
                        </a:defRPr>
                      </a:lvl8pPr>
                      <a:lvl9pPr marL="3657600" algn="l" defTabSz="914400" rtl="0" eaLnBrk="1" latinLnBrk="0" hangingPunct="1">
                        <a:defRPr sz="1800" kern="1200">
                          <a:solidFill>
                            <a:schemeClr val="tx1"/>
                          </a:solidFill>
                          <a:latin typeface="华文细黑" panose="02010600040101010101" pitchFamily="2" charset="-122"/>
                          <a:ea typeface="宋体" panose="02010600030101010101" pitchFamily="2" charset="-122"/>
                        </a:defRPr>
                      </a:lvl9pPr>
                    </a:lstStyle>
                    <a:p>
                      <a:pPr marL="0" algn="l" defTabSz="914400" rtl="0" eaLnBrk="1" latinLnBrk="0" hangingPunct="1"/>
                      <a:r>
                        <a:rPr lang="zh-CN" altLang="en-US" sz="1200" b="0" kern="1200" dirty="0">
                          <a:solidFill>
                            <a:schemeClr val="tx1"/>
                          </a:solidFill>
                          <a:latin typeface="微软雅黑" panose="020B0503020204020204" pitchFamily="34" charset="-122"/>
                          <a:ea typeface="微软雅黑" panose="020B0503020204020204" pitchFamily="34" charset="-122"/>
                          <a:cs typeface="+mn-cs"/>
                        </a:rPr>
                        <a:t>数据类型</a:t>
                      </a:r>
                      <a:endParaRPr lang="en-US" altLang="zh-CN" sz="1200" b="0" kern="1200" dirty="0">
                        <a:solidFill>
                          <a:schemeClr val="tx1"/>
                        </a:solidFill>
                        <a:latin typeface="微软雅黑" panose="020B0503020204020204" pitchFamily="34" charset="-122"/>
                        <a:ea typeface="微软雅黑" panose="020B0503020204020204" pitchFamily="34" charset="-122"/>
                        <a:cs typeface="+mn-cs"/>
                      </a:endParaRPr>
                    </a:p>
                  </a:txBody>
                  <a:tcPr marL="91415" marR="91415" marT="45685" marB="45685">
                    <a:lnL w="12700" cmpd="sng">
                      <a:solidFill>
                        <a:srgbClr val="D6EBF6"/>
                      </a:solidFill>
                    </a:lnL>
                    <a:lnR w="12700" cmpd="sng">
                      <a:solidFill>
                        <a:srgbClr val="D6EBF6"/>
                      </a:solidFill>
                    </a:lnR>
                    <a:lnT w="25400" cmpd="sng">
                      <a:solidFill>
                        <a:srgbClr val="D6EBF6"/>
                      </a:solidFill>
                    </a:lnT>
                    <a:lnB w="12700" cmpd="sng">
                      <a:solidFill>
                        <a:srgbClr val="D6EBF6"/>
                      </a:solidFill>
                    </a:lnB>
                    <a:lnTlToBr w="12700" cmpd="sng">
                      <a:noFill/>
                      <a:prstDash val="solid"/>
                    </a:lnTlToBr>
                    <a:lnBlToTr w="12700" cmpd="sng">
                      <a:noFill/>
                      <a:prstDash val="solid"/>
                    </a:lnBlToTr>
                    <a:solidFill>
                      <a:srgbClr val="D6EBF6">
                        <a:alpha val="20000"/>
                      </a:srgbClr>
                    </a:solidFill>
                  </a:tcPr>
                </a:tc>
              </a:tr>
              <a:tr h="274108">
                <a:tc>
                  <a:txBody>
                    <a:bodyPr/>
                    <a:lstStyle>
                      <a:defPPr>
                        <a:defRPr lang="en-US"/>
                      </a:defPPr>
                      <a:lvl1pPr marL="0" algn="l" defTabSz="914400" rtl="0" eaLnBrk="1" latinLnBrk="0" hangingPunct="1">
                        <a:defRPr sz="1800" kern="1200">
                          <a:solidFill>
                            <a:schemeClr val="tx1"/>
                          </a:solidFill>
                          <a:latin typeface="华文细黑" panose="02010600040101010101" pitchFamily="2" charset="-122"/>
                          <a:ea typeface="宋体" panose="02010600030101010101" pitchFamily="2" charset="-122"/>
                        </a:defRPr>
                      </a:lvl1pPr>
                      <a:lvl2pPr marL="457200" algn="l" defTabSz="914400" rtl="0" eaLnBrk="1" latinLnBrk="0" hangingPunct="1">
                        <a:defRPr sz="1800" kern="1200">
                          <a:solidFill>
                            <a:schemeClr val="tx1"/>
                          </a:solidFill>
                          <a:latin typeface="华文细黑" panose="02010600040101010101" pitchFamily="2" charset="-122"/>
                          <a:ea typeface="宋体" panose="02010600030101010101" pitchFamily="2" charset="-122"/>
                        </a:defRPr>
                      </a:lvl2pPr>
                      <a:lvl3pPr marL="914400" algn="l" defTabSz="914400" rtl="0" eaLnBrk="1" latinLnBrk="0" hangingPunct="1">
                        <a:defRPr sz="1800" kern="1200">
                          <a:solidFill>
                            <a:schemeClr val="tx1"/>
                          </a:solidFill>
                          <a:latin typeface="华文细黑" panose="02010600040101010101" pitchFamily="2" charset="-122"/>
                          <a:ea typeface="宋体" panose="02010600030101010101" pitchFamily="2" charset="-122"/>
                        </a:defRPr>
                      </a:lvl3pPr>
                      <a:lvl4pPr marL="1371600" algn="l" defTabSz="914400" rtl="0" eaLnBrk="1" latinLnBrk="0" hangingPunct="1">
                        <a:defRPr sz="1800" kern="1200">
                          <a:solidFill>
                            <a:schemeClr val="tx1"/>
                          </a:solidFill>
                          <a:latin typeface="华文细黑" panose="02010600040101010101" pitchFamily="2" charset="-122"/>
                          <a:ea typeface="宋体" panose="02010600030101010101" pitchFamily="2" charset="-122"/>
                        </a:defRPr>
                      </a:lvl4pPr>
                      <a:lvl5pPr marL="1828800" algn="l" defTabSz="914400" rtl="0" eaLnBrk="1" latinLnBrk="0" hangingPunct="1">
                        <a:defRPr sz="1800" kern="1200">
                          <a:solidFill>
                            <a:schemeClr val="tx1"/>
                          </a:solidFill>
                          <a:latin typeface="华文细黑" panose="02010600040101010101" pitchFamily="2" charset="-122"/>
                          <a:ea typeface="宋体" panose="02010600030101010101" pitchFamily="2" charset="-122"/>
                        </a:defRPr>
                      </a:lvl5pPr>
                      <a:lvl6pPr marL="2286000" algn="l" defTabSz="914400" rtl="0" eaLnBrk="1" latinLnBrk="0" hangingPunct="1">
                        <a:defRPr sz="1800" kern="1200">
                          <a:solidFill>
                            <a:schemeClr val="tx1"/>
                          </a:solidFill>
                          <a:latin typeface="华文细黑" panose="02010600040101010101" pitchFamily="2" charset="-122"/>
                          <a:ea typeface="宋体" panose="02010600030101010101" pitchFamily="2" charset="-122"/>
                        </a:defRPr>
                      </a:lvl6pPr>
                      <a:lvl7pPr marL="2743200" algn="l" defTabSz="914400" rtl="0" eaLnBrk="1" latinLnBrk="0" hangingPunct="1">
                        <a:defRPr sz="1800" kern="1200">
                          <a:solidFill>
                            <a:schemeClr val="tx1"/>
                          </a:solidFill>
                          <a:latin typeface="华文细黑" panose="02010600040101010101" pitchFamily="2" charset="-122"/>
                          <a:ea typeface="宋体" panose="02010600030101010101" pitchFamily="2" charset="-122"/>
                        </a:defRPr>
                      </a:lvl7pPr>
                      <a:lvl8pPr marL="3200400" algn="l" defTabSz="914400" rtl="0" eaLnBrk="1" latinLnBrk="0" hangingPunct="1">
                        <a:defRPr sz="1800" kern="1200">
                          <a:solidFill>
                            <a:schemeClr val="tx1"/>
                          </a:solidFill>
                          <a:latin typeface="华文细黑" panose="02010600040101010101" pitchFamily="2" charset="-122"/>
                          <a:ea typeface="宋体" panose="02010600030101010101" pitchFamily="2" charset="-122"/>
                        </a:defRPr>
                      </a:lvl8pPr>
                      <a:lvl9pPr marL="3657600" algn="l" defTabSz="914400" rtl="0" eaLnBrk="1" latinLnBrk="0" hangingPunct="1">
                        <a:defRPr sz="1800" kern="1200">
                          <a:solidFill>
                            <a:schemeClr val="tx1"/>
                          </a:solidFill>
                          <a:latin typeface="华文细黑" panose="02010600040101010101" pitchFamily="2" charset="-122"/>
                          <a:ea typeface="宋体" panose="02010600030101010101" pitchFamily="2" charset="-122"/>
                        </a:defRPr>
                      </a:lvl9pPr>
                    </a:lstStyle>
                    <a:p>
                      <a:pPr marL="0" algn="l" defTabSz="914400" rtl="0" eaLnBrk="1" latinLnBrk="0" hangingPunct="1"/>
                      <a:r>
                        <a:rPr lang="en-US" altLang="zh-CN" sz="1200" b="0" kern="1200" dirty="0">
                          <a:solidFill>
                            <a:schemeClr val="tx1"/>
                          </a:solidFill>
                          <a:latin typeface="微软雅黑" panose="020B0503020204020204" pitchFamily="34" charset="-122"/>
                          <a:ea typeface="微软雅黑" panose="020B0503020204020204" pitchFamily="34" charset="-122"/>
                          <a:cs typeface="+mn-cs"/>
                        </a:rPr>
                        <a:t>……</a:t>
                      </a:r>
                      <a:endParaRPr lang="en-US" altLang="zh-CN" sz="1200" b="0" kern="1200" dirty="0">
                        <a:solidFill>
                          <a:schemeClr val="tx1"/>
                        </a:solidFill>
                        <a:latin typeface="微软雅黑" panose="020B0503020204020204" pitchFamily="34" charset="-122"/>
                        <a:ea typeface="微软雅黑" panose="020B0503020204020204" pitchFamily="34" charset="-122"/>
                        <a:cs typeface="+mn-cs"/>
                      </a:endParaRPr>
                    </a:p>
                  </a:txBody>
                  <a:tcPr marL="91415" marR="91415" marT="45685" marB="45685">
                    <a:lnL w="12700" cmpd="sng">
                      <a:solidFill>
                        <a:srgbClr val="D6EBF6"/>
                      </a:solidFill>
                    </a:lnL>
                    <a:lnR w="12700" cmpd="sng">
                      <a:solidFill>
                        <a:srgbClr val="D6EBF6"/>
                      </a:solidFill>
                    </a:lnR>
                    <a:lnT w="12700" cmpd="sng">
                      <a:solidFill>
                        <a:srgbClr val="D6EBF6"/>
                      </a:solidFill>
                    </a:lnT>
                    <a:lnB w="12700" cmpd="sng">
                      <a:solidFill>
                        <a:srgbClr val="D6EBF6"/>
                      </a:solidFill>
                    </a:lnB>
                    <a:lnTlToBr w="12700" cmpd="sng">
                      <a:noFill/>
                      <a:prstDash val="solid"/>
                    </a:lnTlToBr>
                    <a:lnBlToTr w="12700" cmpd="sng">
                      <a:noFill/>
                      <a:prstDash val="solid"/>
                    </a:lnBlToTr>
                    <a:noFill/>
                  </a:tcPr>
                </a:tc>
              </a:tr>
            </a:tbl>
          </a:graphicData>
        </a:graphic>
      </p:graphicFrame>
      <p:cxnSp>
        <p:nvCxnSpPr>
          <p:cNvPr id="64" name="Straight Arrow Connector 119"/>
          <p:cNvCxnSpPr>
            <a:cxnSpLocks noChangeShapeType="1"/>
          </p:cNvCxnSpPr>
          <p:nvPr/>
        </p:nvCxnSpPr>
        <p:spPr bwMode="auto">
          <a:xfrm rot="10800000" flipV="1">
            <a:off x="8230801" y="2922161"/>
            <a:ext cx="581025" cy="174625"/>
          </a:xfrm>
          <a:prstGeom prst="straightConnector1">
            <a:avLst/>
          </a:prstGeom>
          <a:noFill/>
          <a:ln w="9525" algn="ctr">
            <a:solidFill>
              <a:srgbClr val="7EBEE2"/>
            </a:solidFill>
            <a:round/>
            <a:tailEnd type="arrow" w="med" len="med"/>
          </a:ln>
          <a:extLst>
            <a:ext uri="{909E8E84-426E-40DD-AFC4-6F175D3DCCD1}">
              <a14:hiddenFill xmlns:a14="http://schemas.microsoft.com/office/drawing/2010/main">
                <a:noFill/>
              </a14:hiddenFill>
            </a:ext>
          </a:extLst>
        </p:spPr>
      </p:cxnSp>
      <p:cxnSp>
        <p:nvCxnSpPr>
          <p:cNvPr id="65" name="Straight Arrow Connector 120"/>
          <p:cNvCxnSpPr>
            <a:cxnSpLocks noChangeShapeType="1"/>
          </p:cNvCxnSpPr>
          <p:nvPr/>
        </p:nvCxnSpPr>
        <p:spPr bwMode="auto">
          <a:xfrm rot="10800000">
            <a:off x="8289539" y="3299986"/>
            <a:ext cx="1436687" cy="130175"/>
          </a:xfrm>
          <a:prstGeom prst="straightConnector1">
            <a:avLst/>
          </a:prstGeom>
          <a:noFill/>
          <a:ln w="9525" algn="ctr">
            <a:solidFill>
              <a:srgbClr val="7EBEE2"/>
            </a:solidFill>
            <a:round/>
            <a:tailEnd type="arrow" w="med" len="med"/>
          </a:ln>
          <a:extLst>
            <a:ext uri="{909E8E84-426E-40DD-AFC4-6F175D3DCCD1}">
              <a14:hiddenFill xmlns:a14="http://schemas.microsoft.com/office/drawing/2010/main">
                <a:noFill/>
              </a14:hiddenFill>
            </a:ext>
          </a:extLst>
        </p:spPr>
      </p:cxnSp>
      <p:cxnSp>
        <p:nvCxnSpPr>
          <p:cNvPr id="66" name="Straight Arrow Connector 121"/>
          <p:cNvCxnSpPr>
            <a:cxnSpLocks noChangeShapeType="1"/>
          </p:cNvCxnSpPr>
          <p:nvPr/>
        </p:nvCxnSpPr>
        <p:spPr bwMode="auto">
          <a:xfrm rot="10800000">
            <a:off x="8027601" y="3458736"/>
            <a:ext cx="566738" cy="450850"/>
          </a:xfrm>
          <a:prstGeom prst="straightConnector1">
            <a:avLst/>
          </a:prstGeom>
          <a:noFill/>
          <a:ln w="9525" algn="ctr">
            <a:solidFill>
              <a:srgbClr val="7EBEE2"/>
            </a:solidFill>
            <a:round/>
            <a:tailEnd type="arrow" w="med" len="med"/>
          </a:ln>
          <a:extLst>
            <a:ext uri="{909E8E84-426E-40DD-AFC4-6F175D3DCCD1}">
              <a14:hiddenFill xmlns:a14="http://schemas.microsoft.com/office/drawing/2010/main">
                <a:noFill/>
              </a14:hiddenFill>
            </a:ext>
          </a:extLst>
        </p:spPr>
      </p:cxnSp>
      <p:graphicFrame>
        <p:nvGraphicFramePr>
          <p:cNvPr id="67" name="Table 122"/>
          <p:cNvGraphicFramePr>
            <a:graphicFrameLocks noGrp="1"/>
          </p:cNvGraphicFramePr>
          <p:nvPr/>
        </p:nvGraphicFramePr>
        <p:xfrm>
          <a:off x="3932169" y="1612474"/>
          <a:ext cx="1008062" cy="1371600"/>
        </p:xfrm>
        <a:graphic>
          <a:graphicData uri="http://schemas.openxmlformats.org/drawingml/2006/table">
            <a:tbl>
              <a:tblPr firstRow="1" bandRow="1"/>
              <a:tblGrid>
                <a:gridCol w="1008062"/>
              </a:tblGrid>
              <a:tr h="199707">
                <a:tc>
                  <a:txBody>
                    <a:bodyPr/>
                    <a:lstStyle>
                      <a:defPPr>
                        <a:defRPr lang="en-US"/>
                      </a:defPPr>
                      <a:lvl1pPr marL="0" algn="l" defTabSz="914400" rtl="0" eaLnBrk="1" latinLnBrk="0" hangingPunct="1">
                        <a:defRPr sz="1800" b="1" kern="1200">
                          <a:solidFill>
                            <a:schemeClr val="tx1"/>
                          </a:solidFill>
                          <a:latin typeface="华文细黑" panose="02010600040101010101" pitchFamily="2" charset="-122"/>
                          <a:ea typeface="宋体" panose="02010600030101010101" pitchFamily="2" charset="-122"/>
                        </a:defRPr>
                      </a:lvl1pPr>
                      <a:lvl2pPr marL="457200" algn="l" defTabSz="914400" rtl="0" eaLnBrk="1" latinLnBrk="0" hangingPunct="1">
                        <a:defRPr sz="1800" b="1" kern="1200">
                          <a:solidFill>
                            <a:schemeClr val="tx1"/>
                          </a:solidFill>
                          <a:latin typeface="华文细黑" panose="02010600040101010101" pitchFamily="2" charset="-122"/>
                          <a:ea typeface="宋体" panose="02010600030101010101" pitchFamily="2" charset="-122"/>
                        </a:defRPr>
                      </a:lvl2pPr>
                      <a:lvl3pPr marL="914400" algn="l" defTabSz="914400" rtl="0" eaLnBrk="1" latinLnBrk="0" hangingPunct="1">
                        <a:defRPr sz="1800" b="1" kern="1200">
                          <a:solidFill>
                            <a:schemeClr val="tx1"/>
                          </a:solidFill>
                          <a:latin typeface="华文细黑" panose="02010600040101010101" pitchFamily="2" charset="-122"/>
                          <a:ea typeface="宋体" panose="02010600030101010101" pitchFamily="2" charset="-122"/>
                        </a:defRPr>
                      </a:lvl3pPr>
                      <a:lvl4pPr marL="1371600" algn="l" defTabSz="914400" rtl="0" eaLnBrk="1" latinLnBrk="0" hangingPunct="1">
                        <a:defRPr sz="1800" b="1" kern="1200">
                          <a:solidFill>
                            <a:schemeClr val="tx1"/>
                          </a:solidFill>
                          <a:latin typeface="华文细黑" panose="02010600040101010101" pitchFamily="2" charset="-122"/>
                          <a:ea typeface="宋体" panose="02010600030101010101" pitchFamily="2" charset="-122"/>
                        </a:defRPr>
                      </a:lvl4pPr>
                      <a:lvl5pPr marL="1828800" algn="l" defTabSz="914400" rtl="0" eaLnBrk="1" latinLnBrk="0" hangingPunct="1">
                        <a:defRPr sz="1800" b="1" kern="1200">
                          <a:solidFill>
                            <a:schemeClr val="tx1"/>
                          </a:solidFill>
                          <a:latin typeface="华文细黑" panose="02010600040101010101" pitchFamily="2" charset="-122"/>
                          <a:ea typeface="宋体" panose="02010600030101010101" pitchFamily="2" charset="-122"/>
                        </a:defRPr>
                      </a:lvl5pPr>
                      <a:lvl6pPr marL="2286000" algn="l" defTabSz="914400" rtl="0" eaLnBrk="1" latinLnBrk="0" hangingPunct="1">
                        <a:defRPr sz="1800" b="1" kern="1200">
                          <a:solidFill>
                            <a:schemeClr val="tx1"/>
                          </a:solidFill>
                          <a:latin typeface="华文细黑" panose="02010600040101010101" pitchFamily="2" charset="-122"/>
                          <a:ea typeface="宋体" panose="02010600030101010101" pitchFamily="2" charset="-122"/>
                        </a:defRPr>
                      </a:lvl6pPr>
                      <a:lvl7pPr marL="2743200" algn="l" defTabSz="914400" rtl="0" eaLnBrk="1" latinLnBrk="0" hangingPunct="1">
                        <a:defRPr sz="1800" b="1" kern="1200">
                          <a:solidFill>
                            <a:schemeClr val="tx1"/>
                          </a:solidFill>
                          <a:latin typeface="华文细黑" panose="02010600040101010101" pitchFamily="2" charset="-122"/>
                          <a:ea typeface="宋体" panose="02010600030101010101" pitchFamily="2" charset="-122"/>
                        </a:defRPr>
                      </a:lvl7pPr>
                      <a:lvl8pPr marL="3200400" algn="l" defTabSz="914400" rtl="0" eaLnBrk="1" latinLnBrk="0" hangingPunct="1">
                        <a:defRPr sz="1800" b="1" kern="1200">
                          <a:solidFill>
                            <a:schemeClr val="tx1"/>
                          </a:solidFill>
                          <a:latin typeface="华文细黑" panose="02010600040101010101" pitchFamily="2" charset="-122"/>
                          <a:ea typeface="宋体" panose="02010600030101010101" pitchFamily="2" charset="-122"/>
                        </a:defRPr>
                      </a:lvl8pPr>
                      <a:lvl9pPr marL="3657600" algn="l" defTabSz="914400" rtl="0" eaLnBrk="1" latinLnBrk="0" hangingPunct="1">
                        <a:defRPr sz="1800" b="1" kern="1200">
                          <a:solidFill>
                            <a:schemeClr val="tx1"/>
                          </a:solidFill>
                          <a:latin typeface="华文细黑" panose="02010600040101010101" pitchFamily="2" charset="-122"/>
                          <a:ea typeface="宋体" panose="02010600030101010101" pitchFamily="2" charset="-122"/>
                        </a:defRPr>
                      </a:lvl9pPr>
                    </a:lstStyle>
                    <a:p>
                      <a:r>
                        <a:rPr lang="zh-CN" altLang="en-US" sz="1200" b="0" dirty="0">
                          <a:latin typeface="微软雅黑" panose="020B0503020204020204" pitchFamily="34" charset="-122"/>
                          <a:ea typeface="微软雅黑" panose="020B0503020204020204" pitchFamily="34" charset="-122"/>
                        </a:rPr>
                        <a:t>应用系统</a:t>
                      </a:r>
                      <a:endParaRPr lang="zh-CN" altLang="en-US" sz="1200" b="0" dirty="0">
                        <a:latin typeface="微软雅黑" panose="020B0503020204020204" pitchFamily="34" charset="-122"/>
                        <a:ea typeface="微软雅黑" panose="020B0503020204020204" pitchFamily="34" charset="-122"/>
                      </a:endParaRPr>
                    </a:p>
                  </a:txBody>
                  <a:tcPr marL="91378" marR="91378">
                    <a:lnL w="12700" cmpd="sng">
                      <a:solidFill>
                        <a:srgbClr val="D6EBF6"/>
                      </a:solidFill>
                    </a:lnL>
                    <a:lnR w="12700" cmpd="sng">
                      <a:solidFill>
                        <a:srgbClr val="D6EBF6"/>
                      </a:solidFill>
                    </a:lnR>
                    <a:lnT w="12700" cmpd="sng">
                      <a:solidFill>
                        <a:srgbClr val="D6EBF6"/>
                      </a:solidFill>
                    </a:lnT>
                    <a:lnB w="25400" cmpd="sng">
                      <a:solidFill>
                        <a:srgbClr val="D6EBF6"/>
                      </a:solidFill>
                    </a:lnB>
                    <a:lnTlToBr w="12700" cmpd="sng">
                      <a:noFill/>
                      <a:prstDash val="solid"/>
                    </a:lnTlToBr>
                    <a:lnBlToTr w="12700" cmpd="sng">
                      <a:noFill/>
                      <a:prstDash val="solid"/>
                    </a:lnBlToTr>
                    <a:solidFill>
                      <a:srgbClr val="FFFFFF"/>
                    </a:solidFill>
                  </a:tcPr>
                </a:tc>
              </a:tr>
              <a:tr h="199707">
                <a:tc>
                  <a:txBody>
                    <a:bodyPr/>
                    <a:lstStyle>
                      <a:defPPr>
                        <a:defRPr lang="en-US"/>
                      </a:defPPr>
                      <a:lvl1pPr marL="0" algn="l" defTabSz="914400" rtl="0" eaLnBrk="1" latinLnBrk="0" hangingPunct="1">
                        <a:defRPr sz="1800" kern="1200">
                          <a:solidFill>
                            <a:schemeClr val="tx1"/>
                          </a:solidFill>
                          <a:latin typeface="华文细黑" panose="02010600040101010101" pitchFamily="2" charset="-122"/>
                          <a:ea typeface="宋体" panose="02010600030101010101" pitchFamily="2" charset="-122"/>
                        </a:defRPr>
                      </a:lvl1pPr>
                      <a:lvl2pPr marL="457200" algn="l" defTabSz="914400" rtl="0" eaLnBrk="1" latinLnBrk="0" hangingPunct="1">
                        <a:defRPr sz="1800" kern="1200">
                          <a:solidFill>
                            <a:schemeClr val="tx1"/>
                          </a:solidFill>
                          <a:latin typeface="华文细黑" panose="02010600040101010101" pitchFamily="2" charset="-122"/>
                          <a:ea typeface="宋体" panose="02010600030101010101" pitchFamily="2" charset="-122"/>
                        </a:defRPr>
                      </a:lvl2pPr>
                      <a:lvl3pPr marL="914400" algn="l" defTabSz="914400" rtl="0" eaLnBrk="1" latinLnBrk="0" hangingPunct="1">
                        <a:defRPr sz="1800" kern="1200">
                          <a:solidFill>
                            <a:schemeClr val="tx1"/>
                          </a:solidFill>
                          <a:latin typeface="华文细黑" panose="02010600040101010101" pitchFamily="2" charset="-122"/>
                          <a:ea typeface="宋体" panose="02010600030101010101" pitchFamily="2" charset="-122"/>
                        </a:defRPr>
                      </a:lvl3pPr>
                      <a:lvl4pPr marL="1371600" algn="l" defTabSz="914400" rtl="0" eaLnBrk="1" latinLnBrk="0" hangingPunct="1">
                        <a:defRPr sz="1800" kern="1200">
                          <a:solidFill>
                            <a:schemeClr val="tx1"/>
                          </a:solidFill>
                          <a:latin typeface="华文细黑" panose="02010600040101010101" pitchFamily="2" charset="-122"/>
                          <a:ea typeface="宋体" panose="02010600030101010101" pitchFamily="2" charset="-122"/>
                        </a:defRPr>
                      </a:lvl4pPr>
                      <a:lvl5pPr marL="1828800" algn="l" defTabSz="914400" rtl="0" eaLnBrk="1" latinLnBrk="0" hangingPunct="1">
                        <a:defRPr sz="1800" kern="1200">
                          <a:solidFill>
                            <a:schemeClr val="tx1"/>
                          </a:solidFill>
                          <a:latin typeface="华文细黑" panose="02010600040101010101" pitchFamily="2" charset="-122"/>
                          <a:ea typeface="宋体" panose="02010600030101010101" pitchFamily="2" charset="-122"/>
                        </a:defRPr>
                      </a:lvl5pPr>
                      <a:lvl6pPr marL="2286000" algn="l" defTabSz="914400" rtl="0" eaLnBrk="1" latinLnBrk="0" hangingPunct="1">
                        <a:defRPr sz="1800" kern="1200">
                          <a:solidFill>
                            <a:schemeClr val="tx1"/>
                          </a:solidFill>
                          <a:latin typeface="华文细黑" panose="02010600040101010101" pitchFamily="2" charset="-122"/>
                          <a:ea typeface="宋体" panose="02010600030101010101" pitchFamily="2" charset="-122"/>
                        </a:defRPr>
                      </a:lvl6pPr>
                      <a:lvl7pPr marL="2743200" algn="l" defTabSz="914400" rtl="0" eaLnBrk="1" latinLnBrk="0" hangingPunct="1">
                        <a:defRPr sz="1800" kern="1200">
                          <a:solidFill>
                            <a:schemeClr val="tx1"/>
                          </a:solidFill>
                          <a:latin typeface="华文细黑" panose="02010600040101010101" pitchFamily="2" charset="-122"/>
                          <a:ea typeface="宋体" panose="02010600030101010101" pitchFamily="2" charset="-122"/>
                        </a:defRPr>
                      </a:lvl7pPr>
                      <a:lvl8pPr marL="3200400" algn="l" defTabSz="914400" rtl="0" eaLnBrk="1" latinLnBrk="0" hangingPunct="1">
                        <a:defRPr sz="1800" kern="1200">
                          <a:solidFill>
                            <a:schemeClr val="tx1"/>
                          </a:solidFill>
                          <a:latin typeface="华文细黑" panose="02010600040101010101" pitchFamily="2" charset="-122"/>
                          <a:ea typeface="宋体" panose="02010600030101010101" pitchFamily="2" charset="-122"/>
                        </a:defRPr>
                      </a:lvl8pPr>
                      <a:lvl9pPr marL="3657600" algn="l" defTabSz="914400" rtl="0" eaLnBrk="1" latinLnBrk="0" hangingPunct="1">
                        <a:defRPr sz="1800" kern="1200">
                          <a:solidFill>
                            <a:schemeClr val="tx1"/>
                          </a:solidFill>
                          <a:latin typeface="华文细黑" panose="02010600040101010101" pitchFamily="2" charset="-122"/>
                          <a:ea typeface="宋体" panose="02010600030101010101" pitchFamily="2" charset="-122"/>
                        </a:defRPr>
                      </a:lvl9pPr>
                    </a:lstStyle>
                    <a:p>
                      <a:r>
                        <a:rPr lang="zh-CN" altLang="en-US" sz="1200" b="0" dirty="0">
                          <a:latin typeface="微软雅黑" panose="020B0503020204020204" pitchFamily="34" charset="-122"/>
                          <a:ea typeface="微软雅黑" panose="020B0503020204020204" pitchFamily="34" charset="-122"/>
                        </a:rPr>
                        <a:t>应用编号</a:t>
                      </a:r>
                      <a:endParaRPr lang="en-US" altLang="zh-CN" sz="1200" b="0" dirty="0">
                        <a:latin typeface="微软雅黑" panose="020B0503020204020204" pitchFamily="34" charset="-122"/>
                        <a:ea typeface="微软雅黑" panose="020B0503020204020204" pitchFamily="34" charset="-122"/>
                      </a:endParaRPr>
                    </a:p>
                  </a:txBody>
                  <a:tcPr marL="91378" marR="91378">
                    <a:lnL w="12700" cmpd="sng">
                      <a:solidFill>
                        <a:srgbClr val="D6EBF6"/>
                      </a:solidFill>
                    </a:lnL>
                    <a:lnR w="12700" cmpd="sng">
                      <a:solidFill>
                        <a:srgbClr val="D6EBF6"/>
                      </a:solidFill>
                    </a:lnR>
                    <a:lnT w="25400" cmpd="sng">
                      <a:solidFill>
                        <a:srgbClr val="D6EBF6"/>
                      </a:solidFill>
                    </a:lnT>
                    <a:lnB w="12700" cmpd="sng">
                      <a:solidFill>
                        <a:srgbClr val="D6EBF6"/>
                      </a:solidFill>
                    </a:lnB>
                    <a:lnTlToBr w="12700" cmpd="sng">
                      <a:noFill/>
                      <a:prstDash val="solid"/>
                    </a:lnTlToBr>
                    <a:lnBlToTr w="12700" cmpd="sng">
                      <a:noFill/>
                      <a:prstDash val="solid"/>
                    </a:lnBlToTr>
                    <a:solidFill>
                      <a:srgbClr val="FFFFFF"/>
                    </a:solidFill>
                  </a:tcPr>
                </a:tc>
              </a:tr>
              <a:tr h="199707">
                <a:tc>
                  <a:txBody>
                    <a:bodyPr/>
                    <a:lstStyle>
                      <a:defPPr>
                        <a:defRPr lang="en-US"/>
                      </a:defPPr>
                      <a:lvl1pPr marL="0" algn="l" defTabSz="914400" rtl="0" eaLnBrk="1" latinLnBrk="0" hangingPunct="1">
                        <a:defRPr sz="1800" kern="1200">
                          <a:solidFill>
                            <a:schemeClr val="tx1"/>
                          </a:solidFill>
                          <a:latin typeface="华文细黑" panose="02010600040101010101" pitchFamily="2" charset="-122"/>
                          <a:ea typeface="宋体" panose="02010600030101010101" pitchFamily="2" charset="-122"/>
                        </a:defRPr>
                      </a:lvl1pPr>
                      <a:lvl2pPr marL="457200" algn="l" defTabSz="914400" rtl="0" eaLnBrk="1" latinLnBrk="0" hangingPunct="1">
                        <a:defRPr sz="1800" kern="1200">
                          <a:solidFill>
                            <a:schemeClr val="tx1"/>
                          </a:solidFill>
                          <a:latin typeface="华文细黑" panose="02010600040101010101" pitchFamily="2" charset="-122"/>
                          <a:ea typeface="宋体" panose="02010600030101010101" pitchFamily="2" charset="-122"/>
                        </a:defRPr>
                      </a:lvl2pPr>
                      <a:lvl3pPr marL="914400" algn="l" defTabSz="914400" rtl="0" eaLnBrk="1" latinLnBrk="0" hangingPunct="1">
                        <a:defRPr sz="1800" kern="1200">
                          <a:solidFill>
                            <a:schemeClr val="tx1"/>
                          </a:solidFill>
                          <a:latin typeface="华文细黑" panose="02010600040101010101" pitchFamily="2" charset="-122"/>
                          <a:ea typeface="宋体" panose="02010600030101010101" pitchFamily="2" charset="-122"/>
                        </a:defRPr>
                      </a:lvl3pPr>
                      <a:lvl4pPr marL="1371600" algn="l" defTabSz="914400" rtl="0" eaLnBrk="1" latinLnBrk="0" hangingPunct="1">
                        <a:defRPr sz="1800" kern="1200">
                          <a:solidFill>
                            <a:schemeClr val="tx1"/>
                          </a:solidFill>
                          <a:latin typeface="华文细黑" panose="02010600040101010101" pitchFamily="2" charset="-122"/>
                          <a:ea typeface="宋体" panose="02010600030101010101" pitchFamily="2" charset="-122"/>
                        </a:defRPr>
                      </a:lvl4pPr>
                      <a:lvl5pPr marL="1828800" algn="l" defTabSz="914400" rtl="0" eaLnBrk="1" latinLnBrk="0" hangingPunct="1">
                        <a:defRPr sz="1800" kern="1200">
                          <a:solidFill>
                            <a:schemeClr val="tx1"/>
                          </a:solidFill>
                          <a:latin typeface="华文细黑" panose="02010600040101010101" pitchFamily="2" charset="-122"/>
                          <a:ea typeface="宋体" panose="02010600030101010101" pitchFamily="2" charset="-122"/>
                        </a:defRPr>
                      </a:lvl5pPr>
                      <a:lvl6pPr marL="2286000" algn="l" defTabSz="914400" rtl="0" eaLnBrk="1" latinLnBrk="0" hangingPunct="1">
                        <a:defRPr sz="1800" kern="1200">
                          <a:solidFill>
                            <a:schemeClr val="tx1"/>
                          </a:solidFill>
                          <a:latin typeface="华文细黑" panose="02010600040101010101" pitchFamily="2" charset="-122"/>
                          <a:ea typeface="宋体" panose="02010600030101010101" pitchFamily="2" charset="-122"/>
                        </a:defRPr>
                      </a:lvl6pPr>
                      <a:lvl7pPr marL="2743200" algn="l" defTabSz="914400" rtl="0" eaLnBrk="1" latinLnBrk="0" hangingPunct="1">
                        <a:defRPr sz="1800" kern="1200">
                          <a:solidFill>
                            <a:schemeClr val="tx1"/>
                          </a:solidFill>
                          <a:latin typeface="华文细黑" panose="02010600040101010101" pitchFamily="2" charset="-122"/>
                          <a:ea typeface="宋体" panose="02010600030101010101" pitchFamily="2" charset="-122"/>
                        </a:defRPr>
                      </a:lvl7pPr>
                      <a:lvl8pPr marL="3200400" algn="l" defTabSz="914400" rtl="0" eaLnBrk="1" latinLnBrk="0" hangingPunct="1">
                        <a:defRPr sz="1800" kern="1200">
                          <a:solidFill>
                            <a:schemeClr val="tx1"/>
                          </a:solidFill>
                          <a:latin typeface="华文细黑" panose="02010600040101010101" pitchFamily="2" charset="-122"/>
                          <a:ea typeface="宋体" panose="02010600030101010101" pitchFamily="2" charset="-122"/>
                        </a:defRPr>
                      </a:lvl8pPr>
                      <a:lvl9pPr marL="3657600" algn="l" defTabSz="914400" rtl="0" eaLnBrk="1" latinLnBrk="0" hangingPunct="1">
                        <a:defRPr sz="1800" kern="1200">
                          <a:solidFill>
                            <a:schemeClr val="tx1"/>
                          </a:solidFill>
                          <a:latin typeface="华文细黑" panose="02010600040101010101" pitchFamily="2" charset="-122"/>
                          <a:ea typeface="宋体" panose="02010600030101010101" pitchFamily="2" charset="-122"/>
                        </a:defRPr>
                      </a:lvl9pPr>
                    </a:lstStyle>
                    <a:p>
                      <a:r>
                        <a:rPr lang="zh-CN" altLang="en-US" sz="1200" b="0" dirty="0">
                          <a:latin typeface="微软雅黑" panose="020B0503020204020204" pitchFamily="34" charset="-122"/>
                          <a:ea typeface="微软雅黑" panose="020B0503020204020204" pitchFamily="34" charset="-122"/>
                        </a:rPr>
                        <a:t>归口部门</a:t>
                      </a:r>
                      <a:endParaRPr lang="en-US" altLang="zh-CN" sz="1200" b="0" dirty="0">
                        <a:latin typeface="微软雅黑" panose="020B0503020204020204" pitchFamily="34" charset="-122"/>
                        <a:ea typeface="微软雅黑" panose="020B0503020204020204" pitchFamily="34" charset="-122"/>
                      </a:endParaRPr>
                    </a:p>
                  </a:txBody>
                  <a:tcPr marL="91378" marR="91378">
                    <a:lnL w="12700" cmpd="sng">
                      <a:solidFill>
                        <a:srgbClr val="D6EBF6"/>
                      </a:solidFill>
                    </a:lnL>
                    <a:lnR w="12700" cmpd="sng">
                      <a:solidFill>
                        <a:srgbClr val="D6EBF6"/>
                      </a:solidFill>
                    </a:lnR>
                    <a:lnT w="12700" cmpd="sng">
                      <a:solidFill>
                        <a:srgbClr val="D6EBF6"/>
                      </a:solidFill>
                    </a:lnT>
                    <a:lnB w="12700" cmpd="sng">
                      <a:solidFill>
                        <a:srgbClr val="D6EBF6"/>
                      </a:solidFill>
                    </a:lnB>
                    <a:lnTlToBr w="12700" cmpd="sng">
                      <a:noFill/>
                      <a:prstDash val="solid"/>
                    </a:lnTlToBr>
                    <a:lnBlToTr w="12700" cmpd="sng">
                      <a:noFill/>
                      <a:prstDash val="solid"/>
                    </a:lnBlToTr>
                    <a:solidFill>
                      <a:srgbClr val="FFFFFF"/>
                    </a:solidFill>
                  </a:tcPr>
                </a:tc>
              </a:tr>
              <a:tr h="199707">
                <a:tc>
                  <a:txBody>
                    <a:bodyPr/>
                    <a:lstStyle>
                      <a:defPPr>
                        <a:defRPr lang="en-US"/>
                      </a:defPPr>
                      <a:lvl1pPr marL="0" algn="l" defTabSz="914400" rtl="0" eaLnBrk="1" latinLnBrk="0" hangingPunct="1">
                        <a:defRPr sz="1800" kern="1200">
                          <a:solidFill>
                            <a:schemeClr val="tx1"/>
                          </a:solidFill>
                          <a:latin typeface="华文细黑" panose="02010600040101010101" pitchFamily="2" charset="-122"/>
                          <a:ea typeface="宋体" panose="02010600030101010101" pitchFamily="2" charset="-122"/>
                        </a:defRPr>
                      </a:lvl1pPr>
                      <a:lvl2pPr marL="457200" algn="l" defTabSz="914400" rtl="0" eaLnBrk="1" latinLnBrk="0" hangingPunct="1">
                        <a:defRPr sz="1800" kern="1200">
                          <a:solidFill>
                            <a:schemeClr val="tx1"/>
                          </a:solidFill>
                          <a:latin typeface="华文细黑" panose="02010600040101010101" pitchFamily="2" charset="-122"/>
                          <a:ea typeface="宋体" panose="02010600030101010101" pitchFamily="2" charset="-122"/>
                        </a:defRPr>
                      </a:lvl2pPr>
                      <a:lvl3pPr marL="914400" algn="l" defTabSz="914400" rtl="0" eaLnBrk="1" latinLnBrk="0" hangingPunct="1">
                        <a:defRPr sz="1800" kern="1200">
                          <a:solidFill>
                            <a:schemeClr val="tx1"/>
                          </a:solidFill>
                          <a:latin typeface="华文细黑" panose="02010600040101010101" pitchFamily="2" charset="-122"/>
                          <a:ea typeface="宋体" panose="02010600030101010101" pitchFamily="2" charset="-122"/>
                        </a:defRPr>
                      </a:lvl3pPr>
                      <a:lvl4pPr marL="1371600" algn="l" defTabSz="914400" rtl="0" eaLnBrk="1" latinLnBrk="0" hangingPunct="1">
                        <a:defRPr sz="1800" kern="1200">
                          <a:solidFill>
                            <a:schemeClr val="tx1"/>
                          </a:solidFill>
                          <a:latin typeface="华文细黑" panose="02010600040101010101" pitchFamily="2" charset="-122"/>
                          <a:ea typeface="宋体" panose="02010600030101010101" pitchFamily="2" charset="-122"/>
                        </a:defRPr>
                      </a:lvl4pPr>
                      <a:lvl5pPr marL="1828800" algn="l" defTabSz="914400" rtl="0" eaLnBrk="1" latinLnBrk="0" hangingPunct="1">
                        <a:defRPr sz="1800" kern="1200">
                          <a:solidFill>
                            <a:schemeClr val="tx1"/>
                          </a:solidFill>
                          <a:latin typeface="华文细黑" panose="02010600040101010101" pitchFamily="2" charset="-122"/>
                          <a:ea typeface="宋体" panose="02010600030101010101" pitchFamily="2" charset="-122"/>
                        </a:defRPr>
                      </a:lvl5pPr>
                      <a:lvl6pPr marL="2286000" algn="l" defTabSz="914400" rtl="0" eaLnBrk="1" latinLnBrk="0" hangingPunct="1">
                        <a:defRPr sz="1800" kern="1200">
                          <a:solidFill>
                            <a:schemeClr val="tx1"/>
                          </a:solidFill>
                          <a:latin typeface="华文细黑" panose="02010600040101010101" pitchFamily="2" charset="-122"/>
                          <a:ea typeface="宋体" panose="02010600030101010101" pitchFamily="2" charset="-122"/>
                        </a:defRPr>
                      </a:lvl6pPr>
                      <a:lvl7pPr marL="2743200" algn="l" defTabSz="914400" rtl="0" eaLnBrk="1" latinLnBrk="0" hangingPunct="1">
                        <a:defRPr sz="1800" kern="1200">
                          <a:solidFill>
                            <a:schemeClr val="tx1"/>
                          </a:solidFill>
                          <a:latin typeface="华文细黑" panose="02010600040101010101" pitchFamily="2" charset="-122"/>
                          <a:ea typeface="宋体" panose="02010600030101010101" pitchFamily="2" charset="-122"/>
                        </a:defRPr>
                      </a:lvl7pPr>
                      <a:lvl8pPr marL="3200400" algn="l" defTabSz="914400" rtl="0" eaLnBrk="1" latinLnBrk="0" hangingPunct="1">
                        <a:defRPr sz="1800" kern="1200">
                          <a:solidFill>
                            <a:schemeClr val="tx1"/>
                          </a:solidFill>
                          <a:latin typeface="华文细黑" panose="02010600040101010101" pitchFamily="2" charset="-122"/>
                          <a:ea typeface="宋体" panose="02010600030101010101" pitchFamily="2" charset="-122"/>
                        </a:defRPr>
                      </a:lvl8pPr>
                      <a:lvl9pPr marL="3657600" algn="l" defTabSz="914400" rtl="0" eaLnBrk="1" latinLnBrk="0" hangingPunct="1">
                        <a:defRPr sz="1800" kern="1200">
                          <a:solidFill>
                            <a:schemeClr val="tx1"/>
                          </a:solidFill>
                          <a:latin typeface="华文细黑" panose="02010600040101010101" pitchFamily="2" charset="-122"/>
                          <a:ea typeface="宋体" panose="02010600030101010101" pitchFamily="2" charset="-122"/>
                        </a:defRPr>
                      </a:lvl9pPr>
                    </a:lstStyle>
                    <a:p>
                      <a:r>
                        <a:rPr lang="zh-CN" altLang="en-US" sz="1200" b="0" dirty="0">
                          <a:latin typeface="微软雅黑" panose="020B0503020204020204" pitchFamily="34" charset="-122"/>
                          <a:ea typeface="微软雅黑" panose="020B0503020204020204" pitchFamily="34" charset="-122"/>
                        </a:rPr>
                        <a:t>处理逻辑</a:t>
                      </a:r>
                      <a:endParaRPr lang="en-US" altLang="zh-CN" sz="1200" b="0" dirty="0">
                        <a:latin typeface="微软雅黑" panose="020B0503020204020204" pitchFamily="34" charset="-122"/>
                        <a:ea typeface="微软雅黑" panose="020B0503020204020204" pitchFamily="34" charset="-122"/>
                      </a:endParaRPr>
                    </a:p>
                  </a:txBody>
                  <a:tcPr marL="91378" marR="91378">
                    <a:lnL w="12700" cmpd="sng">
                      <a:solidFill>
                        <a:srgbClr val="D6EBF6"/>
                      </a:solidFill>
                    </a:lnL>
                    <a:lnR w="12700" cmpd="sng">
                      <a:solidFill>
                        <a:srgbClr val="D6EBF6"/>
                      </a:solidFill>
                    </a:lnR>
                    <a:lnT w="12700" cmpd="sng">
                      <a:solidFill>
                        <a:srgbClr val="D6EBF6"/>
                      </a:solidFill>
                    </a:lnT>
                    <a:lnB w="12700" cmpd="sng">
                      <a:solidFill>
                        <a:srgbClr val="D6EBF6"/>
                      </a:solidFill>
                    </a:lnB>
                    <a:lnTlToBr w="12700" cmpd="sng">
                      <a:noFill/>
                      <a:prstDash val="solid"/>
                    </a:lnTlToBr>
                    <a:lnBlToTr w="12700" cmpd="sng">
                      <a:noFill/>
                      <a:prstDash val="solid"/>
                    </a:lnBlToTr>
                    <a:solidFill>
                      <a:srgbClr val="FFFFFF"/>
                    </a:solidFill>
                  </a:tcPr>
                </a:tc>
              </a:tr>
              <a:tr h="199707">
                <a:tc>
                  <a:txBody>
                    <a:bodyPr/>
                    <a:lstStyle>
                      <a:defPPr>
                        <a:defRPr lang="en-US"/>
                      </a:defPPr>
                      <a:lvl1pPr marL="0" algn="l" defTabSz="914400" rtl="0" eaLnBrk="1" latinLnBrk="0" hangingPunct="1">
                        <a:defRPr sz="1800" kern="1200">
                          <a:solidFill>
                            <a:schemeClr val="tx1"/>
                          </a:solidFill>
                          <a:latin typeface="华文细黑" panose="02010600040101010101" pitchFamily="2" charset="-122"/>
                          <a:ea typeface="宋体" panose="02010600030101010101" pitchFamily="2" charset="-122"/>
                        </a:defRPr>
                      </a:lvl1pPr>
                      <a:lvl2pPr marL="457200" algn="l" defTabSz="914400" rtl="0" eaLnBrk="1" latinLnBrk="0" hangingPunct="1">
                        <a:defRPr sz="1800" kern="1200">
                          <a:solidFill>
                            <a:schemeClr val="tx1"/>
                          </a:solidFill>
                          <a:latin typeface="华文细黑" panose="02010600040101010101" pitchFamily="2" charset="-122"/>
                          <a:ea typeface="宋体" panose="02010600030101010101" pitchFamily="2" charset="-122"/>
                        </a:defRPr>
                      </a:lvl2pPr>
                      <a:lvl3pPr marL="914400" algn="l" defTabSz="914400" rtl="0" eaLnBrk="1" latinLnBrk="0" hangingPunct="1">
                        <a:defRPr sz="1800" kern="1200">
                          <a:solidFill>
                            <a:schemeClr val="tx1"/>
                          </a:solidFill>
                          <a:latin typeface="华文细黑" panose="02010600040101010101" pitchFamily="2" charset="-122"/>
                          <a:ea typeface="宋体" panose="02010600030101010101" pitchFamily="2" charset="-122"/>
                        </a:defRPr>
                      </a:lvl3pPr>
                      <a:lvl4pPr marL="1371600" algn="l" defTabSz="914400" rtl="0" eaLnBrk="1" latinLnBrk="0" hangingPunct="1">
                        <a:defRPr sz="1800" kern="1200">
                          <a:solidFill>
                            <a:schemeClr val="tx1"/>
                          </a:solidFill>
                          <a:latin typeface="华文细黑" panose="02010600040101010101" pitchFamily="2" charset="-122"/>
                          <a:ea typeface="宋体" panose="02010600030101010101" pitchFamily="2" charset="-122"/>
                        </a:defRPr>
                      </a:lvl4pPr>
                      <a:lvl5pPr marL="1828800" algn="l" defTabSz="914400" rtl="0" eaLnBrk="1" latinLnBrk="0" hangingPunct="1">
                        <a:defRPr sz="1800" kern="1200">
                          <a:solidFill>
                            <a:schemeClr val="tx1"/>
                          </a:solidFill>
                          <a:latin typeface="华文细黑" panose="02010600040101010101" pitchFamily="2" charset="-122"/>
                          <a:ea typeface="宋体" panose="02010600030101010101" pitchFamily="2" charset="-122"/>
                        </a:defRPr>
                      </a:lvl5pPr>
                      <a:lvl6pPr marL="2286000" algn="l" defTabSz="914400" rtl="0" eaLnBrk="1" latinLnBrk="0" hangingPunct="1">
                        <a:defRPr sz="1800" kern="1200">
                          <a:solidFill>
                            <a:schemeClr val="tx1"/>
                          </a:solidFill>
                          <a:latin typeface="华文细黑" panose="02010600040101010101" pitchFamily="2" charset="-122"/>
                          <a:ea typeface="宋体" panose="02010600030101010101" pitchFamily="2" charset="-122"/>
                        </a:defRPr>
                      </a:lvl6pPr>
                      <a:lvl7pPr marL="2743200" algn="l" defTabSz="914400" rtl="0" eaLnBrk="1" latinLnBrk="0" hangingPunct="1">
                        <a:defRPr sz="1800" kern="1200">
                          <a:solidFill>
                            <a:schemeClr val="tx1"/>
                          </a:solidFill>
                          <a:latin typeface="华文细黑" panose="02010600040101010101" pitchFamily="2" charset="-122"/>
                          <a:ea typeface="宋体" panose="02010600030101010101" pitchFamily="2" charset="-122"/>
                        </a:defRPr>
                      </a:lvl7pPr>
                      <a:lvl8pPr marL="3200400" algn="l" defTabSz="914400" rtl="0" eaLnBrk="1" latinLnBrk="0" hangingPunct="1">
                        <a:defRPr sz="1800" kern="1200">
                          <a:solidFill>
                            <a:schemeClr val="tx1"/>
                          </a:solidFill>
                          <a:latin typeface="华文细黑" panose="02010600040101010101" pitchFamily="2" charset="-122"/>
                          <a:ea typeface="宋体" panose="02010600030101010101" pitchFamily="2" charset="-122"/>
                        </a:defRPr>
                      </a:lvl8pPr>
                      <a:lvl9pPr marL="3657600" algn="l" defTabSz="914400" rtl="0" eaLnBrk="1" latinLnBrk="0" hangingPunct="1">
                        <a:defRPr sz="1800" kern="1200">
                          <a:solidFill>
                            <a:schemeClr val="tx1"/>
                          </a:solidFill>
                          <a:latin typeface="华文细黑" panose="02010600040101010101" pitchFamily="2" charset="-122"/>
                          <a:ea typeface="宋体" panose="02010600030101010101" pitchFamily="2" charset="-122"/>
                        </a:defRPr>
                      </a:lvl9pPr>
                    </a:lstStyle>
                    <a:p>
                      <a:r>
                        <a:rPr lang="en-US" altLang="zh-CN" sz="1200" b="0" dirty="0">
                          <a:latin typeface="微软雅黑" panose="020B0503020204020204" pitchFamily="34" charset="-122"/>
                          <a:ea typeface="微软雅黑" panose="020B0503020204020204" pitchFamily="34" charset="-122"/>
                        </a:rPr>
                        <a:t>……</a:t>
                      </a:r>
                      <a:endParaRPr lang="en-US" altLang="zh-CN" sz="1200" b="0" dirty="0">
                        <a:latin typeface="微软雅黑" panose="020B0503020204020204" pitchFamily="34" charset="-122"/>
                        <a:ea typeface="微软雅黑" panose="020B0503020204020204" pitchFamily="34" charset="-122"/>
                      </a:endParaRPr>
                    </a:p>
                  </a:txBody>
                  <a:tcPr marL="91378" marR="91378">
                    <a:lnL w="12700" cmpd="sng">
                      <a:solidFill>
                        <a:srgbClr val="D6EBF6"/>
                      </a:solidFill>
                    </a:lnL>
                    <a:lnR w="12700" cmpd="sng">
                      <a:solidFill>
                        <a:srgbClr val="D6EBF6"/>
                      </a:solidFill>
                    </a:lnR>
                    <a:lnT w="12700" cmpd="sng">
                      <a:solidFill>
                        <a:srgbClr val="D6EBF6"/>
                      </a:solidFill>
                    </a:lnT>
                    <a:lnB w="12700" cmpd="sng">
                      <a:solidFill>
                        <a:srgbClr val="D6EBF6"/>
                      </a:solidFill>
                    </a:lnB>
                    <a:lnTlToBr w="12700" cmpd="sng">
                      <a:noFill/>
                      <a:prstDash val="solid"/>
                    </a:lnTlToBr>
                    <a:lnBlToTr w="12700" cmpd="sng">
                      <a:noFill/>
                      <a:prstDash val="solid"/>
                    </a:lnBlToTr>
                    <a:solidFill>
                      <a:srgbClr val="FFFFFF"/>
                    </a:solidFill>
                  </a:tcPr>
                </a:tc>
              </a:tr>
            </a:tbl>
          </a:graphicData>
        </a:graphic>
      </p:graphicFrame>
      <p:cxnSp>
        <p:nvCxnSpPr>
          <p:cNvPr id="68" name="Straight Arrow Connector 123"/>
          <p:cNvCxnSpPr>
            <a:cxnSpLocks noChangeShapeType="1"/>
          </p:cNvCxnSpPr>
          <p:nvPr/>
        </p:nvCxnSpPr>
        <p:spPr bwMode="auto">
          <a:xfrm rot="10800000" flipV="1">
            <a:off x="3097144" y="2399874"/>
            <a:ext cx="839787" cy="430212"/>
          </a:xfrm>
          <a:prstGeom prst="straightConnector1">
            <a:avLst/>
          </a:prstGeom>
          <a:noFill/>
          <a:ln w="9525" algn="ctr">
            <a:solidFill>
              <a:srgbClr val="7EBEE2"/>
            </a:solidFill>
            <a:round/>
            <a:tailEnd type="arrow" w="med" len="med"/>
          </a:ln>
          <a:extLst>
            <a:ext uri="{909E8E84-426E-40DD-AFC4-6F175D3DCCD1}">
              <a14:hiddenFill xmlns:a14="http://schemas.microsoft.com/office/drawing/2010/main">
                <a:noFill/>
              </a14:hiddenFill>
            </a:ext>
          </a:extLst>
        </p:spPr>
      </p:cxnSp>
      <p:graphicFrame>
        <p:nvGraphicFramePr>
          <p:cNvPr id="69" name="Table 124"/>
          <p:cNvGraphicFramePr>
            <a:graphicFrameLocks noGrp="1"/>
          </p:cNvGraphicFramePr>
          <p:nvPr/>
        </p:nvGraphicFramePr>
        <p:xfrm>
          <a:off x="6338501" y="5421204"/>
          <a:ext cx="1828800" cy="960506"/>
        </p:xfrm>
        <a:graphic>
          <a:graphicData uri="http://schemas.openxmlformats.org/drawingml/2006/table">
            <a:tbl>
              <a:tblPr firstRow="1" bandRow="1"/>
              <a:tblGrid>
                <a:gridCol w="1828800"/>
              </a:tblGrid>
              <a:tr h="274215">
                <a:tc>
                  <a:txBody>
                    <a:bodyPr/>
                    <a:lstStyle>
                      <a:defPPr>
                        <a:defRPr lang="en-US"/>
                      </a:defPPr>
                      <a:lvl1pPr marL="0" algn="l" defTabSz="914400" rtl="0" eaLnBrk="1" latinLnBrk="0" hangingPunct="1">
                        <a:defRPr sz="1800" b="1" kern="1200">
                          <a:solidFill>
                            <a:schemeClr val="bg1"/>
                          </a:solidFill>
                          <a:latin typeface="华文细黑" panose="02010600040101010101" pitchFamily="2" charset="-122"/>
                          <a:ea typeface="宋体" panose="02010600030101010101" pitchFamily="2" charset="-122"/>
                        </a:defRPr>
                      </a:lvl1pPr>
                      <a:lvl2pPr marL="457200" algn="l" defTabSz="914400" rtl="0" eaLnBrk="1" latinLnBrk="0" hangingPunct="1">
                        <a:defRPr sz="1800" b="1" kern="1200">
                          <a:solidFill>
                            <a:schemeClr val="bg1"/>
                          </a:solidFill>
                          <a:latin typeface="华文细黑" panose="02010600040101010101" pitchFamily="2" charset="-122"/>
                          <a:ea typeface="宋体" panose="02010600030101010101" pitchFamily="2" charset="-122"/>
                        </a:defRPr>
                      </a:lvl2pPr>
                      <a:lvl3pPr marL="914400" algn="l" defTabSz="914400" rtl="0" eaLnBrk="1" latinLnBrk="0" hangingPunct="1">
                        <a:defRPr sz="1800" b="1" kern="1200">
                          <a:solidFill>
                            <a:schemeClr val="bg1"/>
                          </a:solidFill>
                          <a:latin typeface="华文细黑" panose="02010600040101010101" pitchFamily="2" charset="-122"/>
                          <a:ea typeface="宋体" panose="02010600030101010101" pitchFamily="2" charset="-122"/>
                        </a:defRPr>
                      </a:lvl3pPr>
                      <a:lvl4pPr marL="1371600" algn="l" defTabSz="914400" rtl="0" eaLnBrk="1" latinLnBrk="0" hangingPunct="1">
                        <a:defRPr sz="1800" b="1" kern="1200">
                          <a:solidFill>
                            <a:schemeClr val="bg1"/>
                          </a:solidFill>
                          <a:latin typeface="华文细黑" panose="02010600040101010101" pitchFamily="2" charset="-122"/>
                          <a:ea typeface="宋体" panose="02010600030101010101" pitchFamily="2" charset="-122"/>
                        </a:defRPr>
                      </a:lvl4pPr>
                      <a:lvl5pPr marL="1828800" algn="l" defTabSz="914400" rtl="0" eaLnBrk="1" latinLnBrk="0" hangingPunct="1">
                        <a:defRPr sz="1800" b="1" kern="1200">
                          <a:solidFill>
                            <a:schemeClr val="bg1"/>
                          </a:solidFill>
                          <a:latin typeface="华文细黑" panose="02010600040101010101" pitchFamily="2" charset="-122"/>
                          <a:ea typeface="宋体" panose="02010600030101010101" pitchFamily="2" charset="-122"/>
                        </a:defRPr>
                      </a:lvl5pPr>
                      <a:lvl6pPr marL="2286000" algn="l" defTabSz="914400" rtl="0" eaLnBrk="1" latinLnBrk="0" hangingPunct="1">
                        <a:defRPr sz="1800" b="1" kern="1200">
                          <a:solidFill>
                            <a:schemeClr val="bg1"/>
                          </a:solidFill>
                          <a:latin typeface="华文细黑" panose="02010600040101010101" pitchFamily="2" charset="-122"/>
                          <a:ea typeface="宋体" panose="02010600030101010101" pitchFamily="2" charset="-122"/>
                        </a:defRPr>
                      </a:lvl6pPr>
                      <a:lvl7pPr marL="2743200" algn="l" defTabSz="914400" rtl="0" eaLnBrk="1" latinLnBrk="0" hangingPunct="1">
                        <a:defRPr sz="1800" b="1" kern="1200">
                          <a:solidFill>
                            <a:schemeClr val="bg1"/>
                          </a:solidFill>
                          <a:latin typeface="华文细黑" panose="02010600040101010101" pitchFamily="2" charset="-122"/>
                          <a:ea typeface="宋体" panose="02010600030101010101" pitchFamily="2" charset="-122"/>
                        </a:defRPr>
                      </a:lvl7pPr>
                      <a:lvl8pPr marL="3200400" algn="l" defTabSz="914400" rtl="0" eaLnBrk="1" latinLnBrk="0" hangingPunct="1">
                        <a:defRPr sz="1800" b="1" kern="1200">
                          <a:solidFill>
                            <a:schemeClr val="bg1"/>
                          </a:solidFill>
                          <a:latin typeface="华文细黑" panose="02010600040101010101" pitchFamily="2" charset="-122"/>
                          <a:ea typeface="宋体" panose="02010600030101010101" pitchFamily="2" charset="-122"/>
                        </a:defRPr>
                      </a:lvl8pPr>
                      <a:lvl9pPr marL="3657600" algn="l" defTabSz="914400" rtl="0" eaLnBrk="1" latinLnBrk="0" hangingPunct="1">
                        <a:defRPr sz="1800" b="1" kern="1200">
                          <a:solidFill>
                            <a:schemeClr val="bg1"/>
                          </a:solidFill>
                          <a:latin typeface="华文细黑" panose="02010600040101010101" pitchFamily="2" charset="-122"/>
                          <a:ea typeface="宋体" panose="02010600030101010101" pitchFamily="2" charset="-122"/>
                        </a:defRPr>
                      </a:lvl9pPr>
                    </a:lstStyle>
                    <a:p>
                      <a:r>
                        <a:rPr lang="zh-CN" altLang="en-US" sz="1200" dirty="0">
                          <a:solidFill>
                            <a:schemeClr val="bg1"/>
                          </a:solidFill>
                          <a:latin typeface="微软雅黑" panose="020B0503020204020204" pitchFamily="34" charset="-122"/>
                          <a:ea typeface="微软雅黑" panose="020B0503020204020204" pitchFamily="34" charset="-122"/>
                        </a:rPr>
                        <a:t>数据治理</a:t>
                      </a:r>
                      <a:endParaRPr lang="zh-CN" altLang="en-US" sz="1200" dirty="0">
                        <a:solidFill>
                          <a:schemeClr val="bg1"/>
                        </a:solidFill>
                        <a:latin typeface="微软雅黑" panose="020B0503020204020204" pitchFamily="34" charset="-122"/>
                        <a:ea typeface="微软雅黑" panose="020B0503020204020204" pitchFamily="34" charset="-122"/>
                      </a:endParaRPr>
                    </a:p>
                  </a:txBody>
                  <a:tcPr marT="45702" marB="45702">
                    <a:lnL w="9525" cap="flat" cmpd="sng" algn="ctr">
                      <a:solidFill>
                        <a:srgbClr val="D6EBF6">
                          <a:shade val="95000"/>
                          <a:satMod val="105000"/>
                        </a:srgbClr>
                      </a:solidFill>
                      <a:prstDash val="solid"/>
                    </a:lnL>
                    <a:lnR w="9525" cap="flat" cmpd="sng" algn="ctr">
                      <a:solidFill>
                        <a:srgbClr val="D6EBF6">
                          <a:shade val="95000"/>
                          <a:satMod val="105000"/>
                        </a:srgbClr>
                      </a:solidFill>
                      <a:prstDash val="solid"/>
                    </a:lnR>
                    <a:lnT w="9525" cap="flat" cmpd="sng" algn="ctr">
                      <a:solidFill>
                        <a:srgbClr val="D6EBF6">
                          <a:shade val="95000"/>
                          <a:satMod val="105000"/>
                        </a:srgbClr>
                      </a:solidFill>
                      <a:prstDash val="solid"/>
                    </a:lnT>
                    <a:lnB w="9525" cap="flat" cmpd="sng" algn="ctr">
                      <a:solidFill>
                        <a:srgbClr val="D6EBF6">
                          <a:shade val="95000"/>
                          <a:satMod val="105000"/>
                        </a:srgbClr>
                      </a:solidFill>
                      <a:prstDash val="solid"/>
                    </a:lnB>
                    <a:lnTlToBr w="12700" cmpd="sng">
                      <a:noFill/>
                      <a:prstDash val="solid"/>
                    </a:lnTlToBr>
                    <a:lnBlToTr w="12700" cmpd="sng">
                      <a:noFill/>
                      <a:prstDash val="solid"/>
                    </a:lnBlToTr>
                    <a:solidFill>
                      <a:srgbClr val="7030A0"/>
                    </a:solidFill>
                  </a:tcPr>
                </a:tc>
              </a:tr>
              <a:tr h="686222">
                <a:tc>
                  <a:txBody>
                    <a:bodyPr/>
                    <a:lstStyle>
                      <a:defPPr>
                        <a:defRPr lang="en-US"/>
                      </a:defPPr>
                      <a:lvl1pPr marL="0" algn="l" defTabSz="914400" rtl="0" eaLnBrk="1" latinLnBrk="0" hangingPunct="1">
                        <a:defRPr sz="1800" kern="1200">
                          <a:solidFill>
                            <a:schemeClr val="tx1"/>
                          </a:solidFill>
                          <a:latin typeface="华文细黑" panose="02010600040101010101" pitchFamily="2" charset="-122"/>
                          <a:ea typeface="宋体" panose="02010600030101010101" pitchFamily="2" charset="-122"/>
                        </a:defRPr>
                      </a:lvl1pPr>
                      <a:lvl2pPr marL="457200" algn="l" defTabSz="914400" rtl="0" eaLnBrk="1" latinLnBrk="0" hangingPunct="1">
                        <a:defRPr sz="1800" kern="1200">
                          <a:solidFill>
                            <a:schemeClr val="tx1"/>
                          </a:solidFill>
                          <a:latin typeface="华文细黑" panose="02010600040101010101" pitchFamily="2" charset="-122"/>
                          <a:ea typeface="宋体" panose="02010600030101010101" pitchFamily="2" charset="-122"/>
                        </a:defRPr>
                      </a:lvl2pPr>
                      <a:lvl3pPr marL="914400" algn="l" defTabSz="914400" rtl="0" eaLnBrk="1" latinLnBrk="0" hangingPunct="1">
                        <a:defRPr sz="1800" kern="1200">
                          <a:solidFill>
                            <a:schemeClr val="tx1"/>
                          </a:solidFill>
                          <a:latin typeface="华文细黑" panose="02010600040101010101" pitchFamily="2" charset="-122"/>
                          <a:ea typeface="宋体" panose="02010600030101010101" pitchFamily="2" charset="-122"/>
                        </a:defRPr>
                      </a:lvl3pPr>
                      <a:lvl4pPr marL="1371600" algn="l" defTabSz="914400" rtl="0" eaLnBrk="1" latinLnBrk="0" hangingPunct="1">
                        <a:defRPr sz="1800" kern="1200">
                          <a:solidFill>
                            <a:schemeClr val="tx1"/>
                          </a:solidFill>
                          <a:latin typeface="华文细黑" panose="02010600040101010101" pitchFamily="2" charset="-122"/>
                          <a:ea typeface="宋体" panose="02010600030101010101" pitchFamily="2" charset="-122"/>
                        </a:defRPr>
                      </a:lvl4pPr>
                      <a:lvl5pPr marL="1828800" algn="l" defTabSz="914400" rtl="0" eaLnBrk="1" latinLnBrk="0" hangingPunct="1">
                        <a:defRPr sz="1800" kern="1200">
                          <a:solidFill>
                            <a:schemeClr val="tx1"/>
                          </a:solidFill>
                          <a:latin typeface="华文细黑" panose="02010600040101010101" pitchFamily="2" charset="-122"/>
                          <a:ea typeface="宋体" panose="02010600030101010101" pitchFamily="2" charset="-122"/>
                        </a:defRPr>
                      </a:lvl5pPr>
                      <a:lvl6pPr marL="2286000" algn="l" defTabSz="914400" rtl="0" eaLnBrk="1" latinLnBrk="0" hangingPunct="1">
                        <a:defRPr sz="1800" kern="1200">
                          <a:solidFill>
                            <a:schemeClr val="tx1"/>
                          </a:solidFill>
                          <a:latin typeface="华文细黑" panose="02010600040101010101" pitchFamily="2" charset="-122"/>
                          <a:ea typeface="宋体" panose="02010600030101010101" pitchFamily="2" charset="-122"/>
                        </a:defRPr>
                      </a:lvl6pPr>
                      <a:lvl7pPr marL="2743200" algn="l" defTabSz="914400" rtl="0" eaLnBrk="1" latinLnBrk="0" hangingPunct="1">
                        <a:defRPr sz="1800" kern="1200">
                          <a:solidFill>
                            <a:schemeClr val="tx1"/>
                          </a:solidFill>
                          <a:latin typeface="华文细黑" panose="02010600040101010101" pitchFamily="2" charset="-122"/>
                          <a:ea typeface="宋体" panose="02010600030101010101" pitchFamily="2" charset="-122"/>
                        </a:defRPr>
                      </a:lvl7pPr>
                      <a:lvl8pPr marL="3200400" algn="l" defTabSz="914400" rtl="0" eaLnBrk="1" latinLnBrk="0" hangingPunct="1">
                        <a:defRPr sz="1800" kern="1200">
                          <a:solidFill>
                            <a:schemeClr val="tx1"/>
                          </a:solidFill>
                          <a:latin typeface="华文细黑" panose="02010600040101010101" pitchFamily="2" charset="-122"/>
                          <a:ea typeface="宋体" panose="02010600030101010101" pitchFamily="2" charset="-122"/>
                        </a:defRPr>
                      </a:lvl8pPr>
                      <a:lvl9pPr marL="3657600" algn="l" defTabSz="914400" rtl="0" eaLnBrk="1" latinLnBrk="0" hangingPunct="1">
                        <a:defRPr sz="1800" kern="1200">
                          <a:solidFill>
                            <a:schemeClr val="tx1"/>
                          </a:solidFill>
                          <a:latin typeface="华文细黑" panose="02010600040101010101" pitchFamily="2" charset="-122"/>
                          <a:ea typeface="宋体" panose="02010600030101010101" pitchFamily="2" charset="-122"/>
                        </a:defRPr>
                      </a:lvl9pPr>
                    </a:lstStyle>
                    <a:p>
                      <a:r>
                        <a:rPr lang="zh-CN" altLang="en-US" sz="1200" dirty="0">
                          <a:latin typeface="微软雅黑" panose="020B0503020204020204" pitchFamily="34" charset="-122"/>
                          <a:ea typeface="微软雅黑" panose="020B0503020204020204" pitchFamily="34" charset="-122"/>
                        </a:rPr>
                        <a:t>数据定义部门</a:t>
                      </a:r>
                      <a:endParaRPr lang="en-US" altLang="zh-CN" sz="1200" dirty="0">
                        <a:latin typeface="微软雅黑" panose="020B0503020204020204" pitchFamily="34" charset="-122"/>
                        <a:ea typeface="微软雅黑" panose="020B0503020204020204" pitchFamily="34" charset="-122"/>
                      </a:endParaRPr>
                    </a:p>
                    <a:p>
                      <a:r>
                        <a:rPr lang="zh-CN" altLang="en-US" sz="1200" dirty="0">
                          <a:latin typeface="微软雅黑" panose="020B0503020204020204" pitchFamily="34" charset="-122"/>
                          <a:ea typeface="微软雅黑" panose="020B0503020204020204" pitchFamily="34" charset="-122"/>
                        </a:rPr>
                        <a:t>数据生成部门</a:t>
                      </a:r>
                      <a:endParaRPr lang="en-US" altLang="zh-CN" sz="1200" dirty="0">
                        <a:latin typeface="微软雅黑" panose="020B0503020204020204" pitchFamily="34" charset="-122"/>
                        <a:ea typeface="微软雅黑" panose="020B0503020204020204" pitchFamily="34" charset="-122"/>
                      </a:endParaRPr>
                    </a:p>
                    <a:p>
                      <a:r>
                        <a:rPr lang="zh-CN" altLang="en-US" sz="1200" dirty="0">
                          <a:latin typeface="微软雅黑" panose="020B0503020204020204" pitchFamily="34" charset="-122"/>
                          <a:ea typeface="微软雅黑" panose="020B0503020204020204" pitchFamily="34" charset="-122"/>
                        </a:rPr>
                        <a:t>数据使用部门</a:t>
                      </a:r>
                      <a:endParaRPr lang="en-US" altLang="zh-CN" sz="1200" dirty="0">
                        <a:latin typeface="微软雅黑" panose="020B0503020204020204" pitchFamily="34" charset="-122"/>
                        <a:ea typeface="微软雅黑" panose="020B0503020204020204" pitchFamily="34" charset="-122"/>
                      </a:endParaRPr>
                    </a:p>
                  </a:txBody>
                  <a:tcPr marT="45702" marB="45702">
                    <a:lnL w="9525" cap="flat" cmpd="sng" algn="ctr">
                      <a:solidFill>
                        <a:srgbClr val="D6EBF6">
                          <a:shade val="95000"/>
                          <a:satMod val="105000"/>
                        </a:srgbClr>
                      </a:solidFill>
                      <a:prstDash val="solid"/>
                    </a:lnL>
                    <a:lnR w="9525" cap="flat" cmpd="sng" algn="ctr">
                      <a:solidFill>
                        <a:srgbClr val="D6EBF6">
                          <a:shade val="95000"/>
                          <a:satMod val="105000"/>
                        </a:srgbClr>
                      </a:solidFill>
                      <a:prstDash val="solid"/>
                    </a:lnR>
                    <a:lnT w="9525" cap="flat" cmpd="sng" algn="ctr">
                      <a:solidFill>
                        <a:srgbClr val="D6EBF6">
                          <a:shade val="95000"/>
                          <a:satMod val="105000"/>
                        </a:srgbClr>
                      </a:solidFill>
                      <a:prstDash val="solid"/>
                    </a:lnT>
                    <a:lnB w="9525" cap="flat" cmpd="sng" algn="ctr">
                      <a:solidFill>
                        <a:srgbClr val="D6EBF6">
                          <a:shade val="95000"/>
                          <a:satMod val="105000"/>
                        </a:srgbClr>
                      </a:solidFill>
                      <a:prstDash val="solid"/>
                    </a:lnB>
                    <a:lnTlToBr w="12700" cmpd="sng">
                      <a:noFill/>
                      <a:prstDash val="solid"/>
                    </a:lnTlToBr>
                    <a:lnBlToTr w="12700" cmpd="sng">
                      <a:noFill/>
                      <a:prstDash val="solid"/>
                    </a:lnBlToTr>
                    <a:noFill/>
                  </a:tcPr>
                </a:tc>
              </a:tr>
            </a:tbl>
          </a:graphicData>
        </a:graphic>
      </p:graphicFrame>
      <p:graphicFrame>
        <p:nvGraphicFramePr>
          <p:cNvPr id="70" name="Table 125"/>
          <p:cNvGraphicFramePr>
            <a:graphicFrameLocks noGrp="1"/>
          </p:cNvGraphicFramePr>
          <p:nvPr/>
        </p:nvGraphicFramePr>
        <p:xfrm>
          <a:off x="8349864" y="5421204"/>
          <a:ext cx="1255712" cy="960506"/>
        </p:xfrm>
        <a:graphic>
          <a:graphicData uri="http://schemas.openxmlformats.org/drawingml/2006/table">
            <a:tbl>
              <a:tblPr firstRow="1" bandRow="1"/>
              <a:tblGrid>
                <a:gridCol w="1255712"/>
              </a:tblGrid>
              <a:tr h="274215">
                <a:tc>
                  <a:txBody>
                    <a:bodyPr/>
                    <a:lstStyle>
                      <a:defPPr>
                        <a:defRPr lang="en-US"/>
                      </a:defPPr>
                      <a:lvl1pPr marL="0" algn="l" defTabSz="914400" rtl="0" eaLnBrk="1" latinLnBrk="0" hangingPunct="1">
                        <a:defRPr sz="1800" b="1" kern="1200">
                          <a:solidFill>
                            <a:schemeClr val="bg1"/>
                          </a:solidFill>
                          <a:latin typeface="华文细黑" panose="02010600040101010101" pitchFamily="2" charset="-122"/>
                          <a:ea typeface="宋体" panose="02010600030101010101" pitchFamily="2" charset="-122"/>
                        </a:defRPr>
                      </a:lvl1pPr>
                      <a:lvl2pPr marL="457200" algn="l" defTabSz="914400" rtl="0" eaLnBrk="1" latinLnBrk="0" hangingPunct="1">
                        <a:defRPr sz="1800" b="1" kern="1200">
                          <a:solidFill>
                            <a:schemeClr val="bg1"/>
                          </a:solidFill>
                          <a:latin typeface="华文细黑" panose="02010600040101010101" pitchFamily="2" charset="-122"/>
                          <a:ea typeface="宋体" panose="02010600030101010101" pitchFamily="2" charset="-122"/>
                        </a:defRPr>
                      </a:lvl2pPr>
                      <a:lvl3pPr marL="914400" algn="l" defTabSz="914400" rtl="0" eaLnBrk="1" latinLnBrk="0" hangingPunct="1">
                        <a:defRPr sz="1800" b="1" kern="1200">
                          <a:solidFill>
                            <a:schemeClr val="bg1"/>
                          </a:solidFill>
                          <a:latin typeface="华文细黑" panose="02010600040101010101" pitchFamily="2" charset="-122"/>
                          <a:ea typeface="宋体" panose="02010600030101010101" pitchFamily="2" charset="-122"/>
                        </a:defRPr>
                      </a:lvl3pPr>
                      <a:lvl4pPr marL="1371600" algn="l" defTabSz="914400" rtl="0" eaLnBrk="1" latinLnBrk="0" hangingPunct="1">
                        <a:defRPr sz="1800" b="1" kern="1200">
                          <a:solidFill>
                            <a:schemeClr val="bg1"/>
                          </a:solidFill>
                          <a:latin typeface="华文细黑" panose="02010600040101010101" pitchFamily="2" charset="-122"/>
                          <a:ea typeface="宋体" panose="02010600030101010101" pitchFamily="2" charset="-122"/>
                        </a:defRPr>
                      </a:lvl4pPr>
                      <a:lvl5pPr marL="1828800" algn="l" defTabSz="914400" rtl="0" eaLnBrk="1" latinLnBrk="0" hangingPunct="1">
                        <a:defRPr sz="1800" b="1" kern="1200">
                          <a:solidFill>
                            <a:schemeClr val="bg1"/>
                          </a:solidFill>
                          <a:latin typeface="华文细黑" panose="02010600040101010101" pitchFamily="2" charset="-122"/>
                          <a:ea typeface="宋体" panose="02010600030101010101" pitchFamily="2" charset="-122"/>
                        </a:defRPr>
                      </a:lvl5pPr>
                      <a:lvl6pPr marL="2286000" algn="l" defTabSz="914400" rtl="0" eaLnBrk="1" latinLnBrk="0" hangingPunct="1">
                        <a:defRPr sz="1800" b="1" kern="1200">
                          <a:solidFill>
                            <a:schemeClr val="bg1"/>
                          </a:solidFill>
                          <a:latin typeface="华文细黑" panose="02010600040101010101" pitchFamily="2" charset="-122"/>
                          <a:ea typeface="宋体" panose="02010600030101010101" pitchFamily="2" charset="-122"/>
                        </a:defRPr>
                      </a:lvl6pPr>
                      <a:lvl7pPr marL="2743200" algn="l" defTabSz="914400" rtl="0" eaLnBrk="1" latinLnBrk="0" hangingPunct="1">
                        <a:defRPr sz="1800" b="1" kern="1200">
                          <a:solidFill>
                            <a:schemeClr val="bg1"/>
                          </a:solidFill>
                          <a:latin typeface="华文细黑" panose="02010600040101010101" pitchFamily="2" charset="-122"/>
                          <a:ea typeface="宋体" panose="02010600030101010101" pitchFamily="2" charset="-122"/>
                        </a:defRPr>
                      </a:lvl7pPr>
                      <a:lvl8pPr marL="3200400" algn="l" defTabSz="914400" rtl="0" eaLnBrk="1" latinLnBrk="0" hangingPunct="1">
                        <a:defRPr sz="1800" b="1" kern="1200">
                          <a:solidFill>
                            <a:schemeClr val="bg1"/>
                          </a:solidFill>
                          <a:latin typeface="华文细黑" panose="02010600040101010101" pitchFamily="2" charset="-122"/>
                          <a:ea typeface="宋体" panose="02010600030101010101" pitchFamily="2" charset="-122"/>
                        </a:defRPr>
                      </a:lvl8pPr>
                      <a:lvl9pPr marL="3657600" algn="l" defTabSz="914400" rtl="0" eaLnBrk="1" latinLnBrk="0" hangingPunct="1">
                        <a:defRPr sz="1800" b="1" kern="1200">
                          <a:solidFill>
                            <a:schemeClr val="bg1"/>
                          </a:solidFill>
                          <a:latin typeface="华文细黑" panose="02010600040101010101" pitchFamily="2" charset="-122"/>
                          <a:ea typeface="宋体" panose="02010600030101010101" pitchFamily="2" charset="-122"/>
                        </a:defRPr>
                      </a:lvl9pPr>
                    </a:lstStyle>
                    <a:p>
                      <a:r>
                        <a:rPr lang="zh-CN" altLang="en-US" sz="1200" dirty="0">
                          <a:solidFill>
                            <a:schemeClr val="bg1"/>
                          </a:solidFill>
                          <a:latin typeface="微软雅黑" panose="020B0503020204020204" pitchFamily="34" charset="-122"/>
                          <a:ea typeface="微软雅黑" panose="020B0503020204020204" pitchFamily="34" charset="-122"/>
                        </a:rPr>
                        <a:t>数据质量</a:t>
                      </a:r>
                      <a:endParaRPr lang="zh-CN" altLang="en-US" sz="1200" dirty="0">
                        <a:solidFill>
                          <a:schemeClr val="bg1"/>
                        </a:solidFill>
                        <a:latin typeface="微软雅黑" panose="020B0503020204020204" pitchFamily="34" charset="-122"/>
                        <a:ea typeface="微软雅黑" panose="020B0503020204020204" pitchFamily="34" charset="-122"/>
                      </a:endParaRPr>
                    </a:p>
                  </a:txBody>
                  <a:tcPr marL="91457" marR="91457" marT="45702" marB="45702">
                    <a:lnL w="9525" cap="flat" cmpd="sng" algn="ctr">
                      <a:solidFill>
                        <a:srgbClr val="D6EBF6">
                          <a:shade val="95000"/>
                          <a:satMod val="105000"/>
                        </a:srgbClr>
                      </a:solidFill>
                      <a:prstDash val="solid"/>
                    </a:lnL>
                    <a:lnR w="9525" cap="flat" cmpd="sng" algn="ctr">
                      <a:solidFill>
                        <a:srgbClr val="D6EBF6">
                          <a:shade val="95000"/>
                          <a:satMod val="105000"/>
                        </a:srgbClr>
                      </a:solidFill>
                      <a:prstDash val="solid"/>
                    </a:lnR>
                    <a:lnT w="9525" cap="flat" cmpd="sng" algn="ctr">
                      <a:solidFill>
                        <a:srgbClr val="D6EBF6">
                          <a:shade val="95000"/>
                          <a:satMod val="105000"/>
                        </a:srgbClr>
                      </a:solidFill>
                      <a:prstDash val="solid"/>
                    </a:lnT>
                    <a:lnB w="9525" cap="flat" cmpd="sng" algn="ctr">
                      <a:solidFill>
                        <a:srgbClr val="D6EBF6">
                          <a:shade val="95000"/>
                          <a:satMod val="105000"/>
                        </a:srgbClr>
                      </a:solidFill>
                      <a:prstDash val="solid"/>
                    </a:lnB>
                    <a:lnTlToBr w="12700" cmpd="sng">
                      <a:noFill/>
                      <a:prstDash val="solid"/>
                    </a:lnTlToBr>
                    <a:lnBlToTr w="12700" cmpd="sng">
                      <a:noFill/>
                      <a:prstDash val="solid"/>
                    </a:lnBlToTr>
                    <a:solidFill>
                      <a:srgbClr val="7030A0"/>
                    </a:solidFill>
                  </a:tcPr>
                </a:tc>
              </a:tr>
              <a:tr h="686222">
                <a:tc>
                  <a:txBody>
                    <a:bodyPr/>
                    <a:lstStyle>
                      <a:defPPr>
                        <a:defRPr lang="en-US"/>
                      </a:defPPr>
                      <a:lvl1pPr marL="0" algn="l" defTabSz="914400" rtl="0" eaLnBrk="1" latinLnBrk="0" hangingPunct="1">
                        <a:defRPr sz="1800" kern="1200">
                          <a:solidFill>
                            <a:schemeClr val="tx1"/>
                          </a:solidFill>
                          <a:latin typeface="华文细黑" panose="02010600040101010101" pitchFamily="2" charset="-122"/>
                          <a:ea typeface="宋体" panose="02010600030101010101" pitchFamily="2" charset="-122"/>
                        </a:defRPr>
                      </a:lvl1pPr>
                      <a:lvl2pPr marL="457200" algn="l" defTabSz="914400" rtl="0" eaLnBrk="1" latinLnBrk="0" hangingPunct="1">
                        <a:defRPr sz="1800" kern="1200">
                          <a:solidFill>
                            <a:schemeClr val="tx1"/>
                          </a:solidFill>
                          <a:latin typeface="华文细黑" panose="02010600040101010101" pitchFamily="2" charset="-122"/>
                          <a:ea typeface="宋体" panose="02010600030101010101" pitchFamily="2" charset="-122"/>
                        </a:defRPr>
                      </a:lvl2pPr>
                      <a:lvl3pPr marL="914400" algn="l" defTabSz="914400" rtl="0" eaLnBrk="1" latinLnBrk="0" hangingPunct="1">
                        <a:defRPr sz="1800" kern="1200">
                          <a:solidFill>
                            <a:schemeClr val="tx1"/>
                          </a:solidFill>
                          <a:latin typeface="华文细黑" panose="02010600040101010101" pitchFamily="2" charset="-122"/>
                          <a:ea typeface="宋体" panose="02010600030101010101" pitchFamily="2" charset="-122"/>
                        </a:defRPr>
                      </a:lvl3pPr>
                      <a:lvl4pPr marL="1371600" algn="l" defTabSz="914400" rtl="0" eaLnBrk="1" latinLnBrk="0" hangingPunct="1">
                        <a:defRPr sz="1800" kern="1200">
                          <a:solidFill>
                            <a:schemeClr val="tx1"/>
                          </a:solidFill>
                          <a:latin typeface="华文细黑" panose="02010600040101010101" pitchFamily="2" charset="-122"/>
                          <a:ea typeface="宋体" panose="02010600030101010101" pitchFamily="2" charset="-122"/>
                        </a:defRPr>
                      </a:lvl4pPr>
                      <a:lvl5pPr marL="1828800" algn="l" defTabSz="914400" rtl="0" eaLnBrk="1" latinLnBrk="0" hangingPunct="1">
                        <a:defRPr sz="1800" kern="1200">
                          <a:solidFill>
                            <a:schemeClr val="tx1"/>
                          </a:solidFill>
                          <a:latin typeface="华文细黑" panose="02010600040101010101" pitchFamily="2" charset="-122"/>
                          <a:ea typeface="宋体" panose="02010600030101010101" pitchFamily="2" charset="-122"/>
                        </a:defRPr>
                      </a:lvl5pPr>
                      <a:lvl6pPr marL="2286000" algn="l" defTabSz="914400" rtl="0" eaLnBrk="1" latinLnBrk="0" hangingPunct="1">
                        <a:defRPr sz="1800" kern="1200">
                          <a:solidFill>
                            <a:schemeClr val="tx1"/>
                          </a:solidFill>
                          <a:latin typeface="华文细黑" panose="02010600040101010101" pitchFamily="2" charset="-122"/>
                          <a:ea typeface="宋体" panose="02010600030101010101" pitchFamily="2" charset="-122"/>
                        </a:defRPr>
                      </a:lvl6pPr>
                      <a:lvl7pPr marL="2743200" algn="l" defTabSz="914400" rtl="0" eaLnBrk="1" latinLnBrk="0" hangingPunct="1">
                        <a:defRPr sz="1800" kern="1200">
                          <a:solidFill>
                            <a:schemeClr val="tx1"/>
                          </a:solidFill>
                          <a:latin typeface="华文细黑" panose="02010600040101010101" pitchFamily="2" charset="-122"/>
                          <a:ea typeface="宋体" panose="02010600030101010101" pitchFamily="2" charset="-122"/>
                        </a:defRPr>
                      </a:lvl7pPr>
                      <a:lvl8pPr marL="3200400" algn="l" defTabSz="914400" rtl="0" eaLnBrk="1" latinLnBrk="0" hangingPunct="1">
                        <a:defRPr sz="1800" kern="1200">
                          <a:solidFill>
                            <a:schemeClr val="tx1"/>
                          </a:solidFill>
                          <a:latin typeface="华文细黑" panose="02010600040101010101" pitchFamily="2" charset="-122"/>
                          <a:ea typeface="宋体" panose="02010600030101010101" pitchFamily="2" charset="-122"/>
                        </a:defRPr>
                      </a:lvl8pPr>
                      <a:lvl9pPr marL="3657600" algn="l" defTabSz="914400" rtl="0" eaLnBrk="1" latinLnBrk="0" hangingPunct="1">
                        <a:defRPr sz="1800" kern="1200">
                          <a:solidFill>
                            <a:schemeClr val="tx1"/>
                          </a:solidFill>
                          <a:latin typeface="华文细黑" panose="02010600040101010101" pitchFamily="2" charset="-122"/>
                          <a:ea typeface="宋体" panose="02010600030101010101" pitchFamily="2" charset="-122"/>
                        </a:defRPr>
                      </a:lvl9pPr>
                    </a:lstStyle>
                    <a:p>
                      <a:r>
                        <a:rPr lang="zh-CN" altLang="en-US" sz="1200" dirty="0">
                          <a:latin typeface="微软雅黑" panose="020B0503020204020204" pitchFamily="34" charset="-122"/>
                          <a:ea typeface="微软雅黑" panose="020B0503020204020204" pitchFamily="34" charset="-122"/>
                        </a:rPr>
                        <a:t>数据稽核规则</a:t>
                      </a:r>
                      <a:endParaRPr lang="en-US" altLang="zh-CN" sz="1200" dirty="0">
                        <a:latin typeface="微软雅黑" panose="020B0503020204020204" pitchFamily="34" charset="-122"/>
                        <a:ea typeface="微软雅黑" panose="020B0503020204020204" pitchFamily="34" charset="-122"/>
                      </a:endParaRPr>
                    </a:p>
                    <a:p>
                      <a:r>
                        <a:rPr lang="zh-CN" altLang="en-US" sz="1200" dirty="0">
                          <a:latin typeface="微软雅黑" panose="020B0503020204020204" pitchFamily="34" charset="-122"/>
                          <a:ea typeface="微软雅黑" panose="020B0503020204020204" pitchFamily="34" charset="-122"/>
                        </a:rPr>
                        <a:t>数据质量报告</a:t>
                      </a:r>
                      <a:endParaRPr lang="en-US" altLang="zh-CN" sz="1200" dirty="0">
                        <a:latin typeface="微软雅黑" panose="020B0503020204020204" pitchFamily="34" charset="-122"/>
                        <a:ea typeface="微软雅黑" panose="020B0503020204020204" pitchFamily="34" charset="-122"/>
                      </a:endParaRPr>
                    </a:p>
                  </a:txBody>
                  <a:tcPr marL="91457" marR="91457" marT="45702" marB="45702">
                    <a:lnL w="9525" cap="flat" cmpd="sng" algn="ctr">
                      <a:solidFill>
                        <a:srgbClr val="D6EBF6">
                          <a:shade val="95000"/>
                          <a:satMod val="105000"/>
                        </a:srgbClr>
                      </a:solidFill>
                      <a:prstDash val="solid"/>
                    </a:lnL>
                    <a:lnR w="9525" cap="flat" cmpd="sng" algn="ctr">
                      <a:solidFill>
                        <a:srgbClr val="D6EBF6">
                          <a:shade val="95000"/>
                          <a:satMod val="105000"/>
                        </a:srgbClr>
                      </a:solidFill>
                      <a:prstDash val="solid"/>
                    </a:lnR>
                    <a:lnT w="9525" cap="flat" cmpd="sng" algn="ctr">
                      <a:solidFill>
                        <a:srgbClr val="D6EBF6">
                          <a:shade val="95000"/>
                          <a:satMod val="105000"/>
                        </a:srgbClr>
                      </a:solidFill>
                      <a:prstDash val="solid"/>
                    </a:lnT>
                    <a:lnB w="9525" cap="flat" cmpd="sng" algn="ctr">
                      <a:solidFill>
                        <a:srgbClr val="D6EBF6">
                          <a:shade val="95000"/>
                          <a:satMod val="105000"/>
                        </a:srgbClr>
                      </a:solidFill>
                      <a:prstDash val="solid"/>
                    </a:lnB>
                    <a:lnTlToBr w="12700" cmpd="sng">
                      <a:noFill/>
                      <a:prstDash val="solid"/>
                    </a:lnTlToBr>
                    <a:lnBlToTr w="12700" cmpd="sng">
                      <a:noFill/>
                      <a:prstDash val="solid"/>
                    </a:lnBlToTr>
                    <a:noFill/>
                  </a:tcPr>
                </a:tc>
              </a:tr>
            </a:tbl>
          </a:graphicData>
        </a:graphic>
      </p:graphicFrame>
      <p:graphicFrame>
        <p:nvGraphicFramePr>
          <p:cNvPr id="71" name="Table 126"/>
          <p:cNvGraphicFramePr>
            <a:graphicFrameLocks noGrp="1"/>
          </p:cNvGraphicFramePr>
          <p:nvPr/>
        </p:nvGraphicFramePr>
        <p:xfrm>
          <a:off x="9827826" y="5421204"/>
          <a:ext cx="1306513" cy="960506"/>
        </p:xfrm>
        <a:graphic>
          <a:graphicData uri="http://schemas.openxmlformats.org/drawingml/2006/table">
            <a:tbl>
              <a:tblPr firstRow="1" bandRow="1"/>
              <a:tblGrid>
                <a:gridCol w="1306513"/>
              </a:tblGrid>
              <a:tr h="274215">
                <a:tc>
                  <a:txBody>
                    <a:bodyPr/>
                    <a:lstStyle>
                      <a:defPPr>
                        <a:defRPr lang="en-US"/>
                      </a:defPPr>
                      <a:lvl1pPr marL="0" algn="l" defTabSz="914400" rtl="0" eaLnBrk="1" latinLnBrk="0" hangingPunct="1">
                        <a:defRPr sz="1800" b="1" kern="1200">
                          <a:solidFill>
                            <a:schemeClr val="bg1"/>
                          </a:solidFill>
                          <a:latin typeface="华文细黑" panose="02010600040101010101" pitchFamily="2" charset="-122"/>
                          <a:ea typeface="宋体" panose="02010600030101010101" pitchFamily="2" charset="-122"/>
                        </a:defRPr>
                      </a:lvl1pPr>
                      <a:lvl2pPr marL="457200" algn="l" defTabSz="914400" rtl="0" eaLnBrk="1" latinLnBrk="0" hangingPunct="1">
                        <a:defRPr sz="1800" b="1" kern="1200">
                          <a:solidFill>
                            <a:schemeClr val="bg1"/>
                          </a:solidFill>
                          <a:latin typeface="华文细黑" panose="02010600040101010101" pitchFamily="2" charset="-122"/>
                          <a:ea typeface="宋体" panose="02010600030101010101" pitchFamily="2" charset="-122"/>
                        </a:defRPr>
                      </a:lvl2pPr>
                      <a:lvl3pPr marL="914400" algn="l" defTabSz="914400" rtl="0" eaLnBrk="1" latinLnBrk="0" hangingPunct="1">
                        <a:defRPr sz="1800" b="1" kern="1200">
                          <a:solidFill>
                            <a:schemeClr val="bg1"/>
                          </a:solidFill>
                          <a:latin typeface="华文细黑" panose="02010600040101010101" pitchFamily="2" charset="-122"/>
                          <a:ea typeface="宋体" panose="02010600030101010101" pitchFamily="2" charset="-122"/>
                        </a:defRPr>
                      </a:lvl3pPr>
                      <a:lvl4pPr marL="1371600" algn="l" defTabSz="914400" rtl="0" eaLnBrk="1" latinLnBrk="0" hangingPunct="1">
                        <a:defRPr sz="1800" b="1" kern="1200">
                          <a:solidFill>
                            <a:schemeClr val="bg1"/>
                          </a:solidFill>
                          <a:latin typeface="华文细黑" panose="02010600040101010101" pitchFamily="2" charset="-122"/>
                          <a:ea typeface="宋体" panose="02010600030101010101" pitchFamily="2" charset="-122"/>
                        </a:defRPr>
                      </a:lvl4pPr>
                      <a:lvl5pPr marL="1828800" algn="l" defTabSz="914400" rtl="0" eaLnBrk="1" latinLnBrk="0" hangingPunct="1">
                        <a:defRPr sz="1800" b="1" kern="1200">
                          <a:solidFill>
                            <a:schemeClr val="bg1"/>
                          </a:solidFill>
                          <a:latin typeface="华文细黑" panose="02010600040101010101" pitchFamily="2" charset="-122"/>
                          <a:ea typeface="宋体" panose="02010600030101010101" pitchFamily="2" charset="-122"/>
                        </a:defRPr>
                      </a:lvl5pPr>
                      <a:lvl6pPr marL="2286000" algn="l" defTabSz="914400" rtl="0" eaLnBrk="1" latinLnBrk="0" hangingPunct="1">
                        <a:defRPr sz="1800" b="1" kern="1200">
                          <a:solidFill>
                            <a:schemeClr val="bg1"/>
                          </a:solidFill>
                          <a:latin typeface="华文细黑" panose="02010600040101010101" pitchFamily="2" charset="-122"/>
                          <a:ea typeface="宋体" panose="02010600030101010101" pitchFamily="2" charset="-122"/>
                        </a:defRPr>
                      </a:lvl6pPr>
                      <a:lvl7pPr marL="2743200" algn="l" defTabSz="914400" rtl="0" eaLnBrk="1" latinLnBrk="0" hangingPunct="1">
                        <a:defRPr sz="1800" b="1" kern="1200">
                          <a:solidFill>
                            <a:schemeClr val="bg1"/>
                          </a:solidFill>
                          <a:latin typeface="华文细黑" panose="02010600040101010101" pitchFamily="2" charset="-122"/>
                          <a:ea typeface="宋体" panose="02010600030101010101" pitchFamily="2" charset="-122"/>
                        </a:defRPr>
                      </a:lvl7pPr>
                      <a:lvl8pPr marL="3200400" algn="l" defTabSz="914400" rtl="0" eaLnBrk="1" latinLnBrk="0" hangingPunct="1">
                        <a:defRPr sz="1800" b="1" kern="1200">
                          <a:solidFill>
                            <a:schemeClr val="bg1"/>
                          </a:solidFill>
                          <a:latin typeface="华文细黑" panose="02010600040101010101" pitchFamily="2" charset="-122"/>
                          <a:ea typeface="宋体" panose="02010600030101010101" pitchFamily="2" charset="-122"/>
                        </a:defRPr>
                      </a:lvl8pPr>
                      <a:lvl9pPr marL="3657600" algn="l" defTabSz="914400" rtl="0" eaLnBrk="1" latinLnBrk="0" hangingPunct="1">
                        <a:defRPr sz="1800" b="1" kern="1200">
                          <a:solidFill>
                            <a:schemeClr val="bg1"/>
                          </a:solidFill>
                          <a:latin typeface="华文细黑" panose="02010600040101010101" pitchFamily="2" charset="-122"/>
                          <a:ea typeface="宋体" panose="02010600030101010101" pitchFamily="2" charset="-122"/>
                        </a:defRPr>
                      </a:lvl9pPr>
                    </a:lstStyle>
                    <a:p>
                      <a:r>
                        <a:rPr lang="zh-CN" altLang="en-US" sz="1200" dirty="0">
                          <a:solidFill>
                            <a:schemeClr val="bg1"/>
                          </a:solidFill>
                          <a:latin typeface="微软雅黑" panose="020B0503020204020204" pitchFamily="34" charset="-122"/>
                          <a:ea typeface="微软雅黑" panose="020B0503020204020204" pitchFamily="34" charset="-122"/>
                        </a:rPr>
                        <a:t>数据安全</a:t>
                      </a:r>
                      <a:endParaRPr lang="zh-CN" altLang="en-US" sz="1200" dirty="0">
                        <a:solidFill>
                          <a:schemeClr val="bg1"/>
                        </a:solidFill>
                        <a:latin typeface="微软雅黑" panose="020B0503020204020204" pitchFamily="34" charset="-122"/>
                        <a:ea typeface="微软雅黑" panose="020B0503020204020204" pitchFamily="34" charset="-122"/>
                      </a:endParaRPr>
                    </a:p>
                  </a:txBody>
                  <a:tcPr marL="91456" marR="91456" marT="45702" marB="45702">
                    <a:lnL w="9525" cap="flat" cmpd="sng" algn="ctr">
                      <a:solidFill>
                        <a:srgbClr val="D6EBF6">
                          <a:shade val="95000"/>
                          <a:satMod val="105000"/>
                        </a:srgbClr>
                      </a:solidFill>
                      <a:prstDash val="solid"/>
                    </a:lnL>
                    <a:lnR w="9525" cap="flat" cmpd="sng" algn="ctr">
                      <a:solidFill>
                        <a:srgbClr val="D6EBF6">
                          <a:shade val="95000"/>
                          <a:satMod val="105000"/>
                        </a:srgbClr>
                      </a:solidFill>
                      <a:prstDash val="solid"/>
                    </a:lnR>
                    <a:lnT w="9525" cap="flat" cmpd="sng" algn="ctr">
                      <a:solidFill>
                        <a:srgbClr val="D6EBF6">
                          <a:shade val="95000"/>
                          <a:satMod val="105000"/>
                        </a:srgbClr>
                      </a:solidFill>
                      <a:prstDash val="solid"/>
                    </a:lnT>
                    <a:lnB w="9525" cap="flat" cmpd="sng" algn="ctr">
                      <a:solidFill>
                        <a:srgbClr val="D6EBF6">
                          <a:shade val="95000"/>
                          <a:satMod val="105000"/>
                        </a:srgbClr>
                      </a:solidFill>
                      <a:prstDash val="solid"/>
                    </a:lnB>
                    <a:lnTlToBr w="12700" cmpd="sng">
                      <a:noFill/>
                      <a:prstDash val="solid"/>
                    </a:lnTlToBr>
                    <a:lnBlToTr w="12700" cmpd="sng">
                      <a:noFill/>
                      <a:prstDash val="solid"/>
                    </a:lnBlToTr>
                    <a:solidFill>
                      <a:srgbClr val="7030A0"/>
                    </a:solidFill>
                  </a:tcPr>
                </a:tc>
              </a:tr>
              <a:tr h="686222">
                <a:tc>
                  <a:txBody>
                    <a:bodyPr/>
                    <a:lstStyle>
                      <a:defPPr>
                        <a:defRPr lang="en-US"/>
                      </a:defPPr>
                      <a:lvl1pPr marL="0" algn="l" defTabSz="914400" rtl="0" eaLnBrk="1" latinLnBrk="0" hangingPunct="1">
                        <a:defRPr sz="1800" kern="1200">
                          <a:solidFill>
                            <a:schemeClr val="tx1"/>
                          </a:solidFill>
                          <a:latin typeface="华文细黑" panose="02010600040101010101" pitchFamily="2" charset="-122"/>
                          <a:ea typeface="宋体" panose="02010600030101010101" pitchFamily="2" charset="-122"/>
                        </a:defRPr>
                      </a:lvl1pPr>
                      <a:lvl2pPr marL="457200" algn="l" defTabSz="914400" rtl="0" eaLnBrk="1" latinLnBrk="0" hangingPunct="1">
                        <a:defRPr sz="1800" kern="1200">
                          <a:solidFill>
                            <a:schemeClr val="tx1"/>
                          </a:solidFill>
                          <a:latin typeface="华文细黑" panose="02010600040101010101" pitchFamily="2" charset="-122"/>
                          <a:ea typeface="宋体" panose="02010600030101010101" pitchFamily="2" charset="-122"/>
                        </a:defRPr>
                      </a:lvl2pPr>
                      <a:lvl3pPr marL="914400" algn="l" defTabSz="914400" rtl="0" eaLnBrk="1" latinLnBrk="0" hangingPunct="1">
                        <a:defRPr sz="1800" kern="1200">
                          <a:solidFill>
                            <a:schemeClr val="tx1"/>
                          </a:solidFill>
                          <a:latin typeface="华文细黑" panose="02010600040101010101" pitchFamily="2" charset="-122"/>
                          <a:ea typeface="宋体" panose="02010600030101010101" pitchFamily="2" charset="-122"/>
                        </a:defRPr>
                      </a:lvl3pPr>
                      <a:lvl4pPr marL="1371600" algn="l" defTabSz="914400" rtl="0" eaLnBrk="1" latinLnBrk="0" hangingPunct="1">
                        <a:defRPr sz="1800" kern="1200">
                          <a:solidFill>
                            <a:schemeClr val="tx1"/>
                          </a:solidFill>
                          <a:latin typeface="华文细黑" panose="02010600040101010101" pitchFamily="2" charset="-122"/>
                          <a:ea typeface="宋体" panose="02010600030101010101" pitchFamily="2" charset="-122"/>
                        </a:defRPr>
                      </a:lvl4pPr>
                      <a:lvl5pPr marL="1828800" algn="l" defTabSz="914400" rtl="0" eaLnBrk="1" latinLnBrk="0" hangingPunct="1">
                        <a:defRPr sz="1800" kern="1200">
                          <a:solidFill>
                            <a:schemeClr val="tx1"/>
                          </a:solidFill>
                          <a:latin typeface="华文细黑" panose="02010600040101010101" pitchFamily="2" charset="-122"/>
                          <a:ea typeface="宋体" panose="02010600030101010101" pitchFamily="2" charset="-122"/>
                        </a:defRPr>
                      </a:lvl5pPr>
                      <a:lvl6pPr marL="2286000" algn="l" defTabSz="914400" rtl="0" eaLnBrk="1" latinLnBrk="0" hangingPunct="1">
                        <a:defRPr sz="1800" kern="1200">
                          <a:solidFill>
                            <a:schemeClr val="tx1"/>
                          </a:solidFill>
                          <a:latin typeface="华文细黑" panose="02010600040101010101" pitchFamily="2" charset="-122"/>
                          <a:ea typeface="宋体" panose="02010600030101010101" pitchFamily="2" charset="-122"/>
                        </a:defRPr>
                      </a:lvl6pPr>
                      <a:lvl7pPr marL="2743200" algn="l" defTabSz="914400" rtl="0" eaLnBrk="1" latinLnBrk="0" hangingPunct="1">
                        <a:defRPr sz="1800" kern="1200">
                          <a:solidFill>
                            <a:schemeClr val="tx1"/>
                          </a:solidFill>
                          <a:latin typeface="华文细黑" panose="02010600040101010101" pitchFamily="2" charset="-122"/>
                          <a:ea typeface="宋体" panose="02010600030101010101" pitchFamily="2" charset="-122"/>
                        </a:defRPr>
                      </a:lvl7pPr>
                      <a:lvl8pPr marL="3200400" algn="l" defTabSz="914400" rtl="0" eaLnBrk="1" latinLnBrk="0" hangingPunct="1">
                        <a:defRPr sz="1800" kern="1200">
                          <a:solidFill>
                            <a:schemeClr val="tx1"/>
                          </a:solidFill>
                          <a:latin typeface="华文细黑" panose="02010600040101010101" pitchFamily="2" charset="-122"/>
                          <a:ea typeface="宋体" panose="02010600030101010101" pitchFamily="2" charset="-122"/>
                        </a:defRPr>
                      </a:lvl8pPr>
                      <a:lvl9pPr marL="3657600" algn="l" defTabSz="914400" rtl="0" eaLnBrk="1" latinLnBrk="0" hangingPunct="1">
                        <a:defRPr sz="1800" kern="1200">
                          <a:solidFill>
                            <a:schemeClr val="tx1"/>
                          </a:solidFill>
                          <a:latin typeface="华文细黑" panose="02010600040101010101" pitchFamily="2" charset="-122"/>
                          <a:ea typeface="宋体" panose="02010600030101010101" pitchFamily="2" charset="-122"/>
                        </a:defRPr>
                      </a:lvl9pPr>
                    </a:lstStyle>
                    <a:p>
                      <a:r>
                        <a:rPr lang="zh-CN" altLang="en-US" sz="1200" dirty="0">
                          <a:latin typeface="微软雅黑" panose="020B0503020204020204" pitchFamily="34" charset="-122"/>
                          <a:ea typeface="微软雅黑" panose="020B0503020204020204" pitchFamily="34" charset="-122"/>
                        </a:rPr>
                        <a:t>用户权限</a:t>
                      </a:r>
                      <a:endParaRPr lang="en-US" altLang="zh-CN" sz="1200" dirty="0">
                        <a:latin typeface="微软雅黑" panose="020B0503020204020204" pitchFamily="34" charset="-122"/>
                        <a:ea typeface="微软雅黑" panose="020B0503020204020204" pitchFamily="34" charset="-122"/>
                      </a:endParaRPr>
                    </a:p>
                    <a:p>
                      <a:r>
                        <a:rPr lang="zh-CN" altLang="en-US" sz="1200" dirty="0">
                          <a:latin typeface="微软雅黑" panose="020B0503020204020204" pitchFamily="34" charset="-122"/>
                          <a:ea typeface="微软雅黑" panose="020B0503020204020204" pitchFamily="34" charset="-122"/>
                        </a:rPr>
                        <a:t>数据表授权</a:t>
                      </a:r>
                      <a:endParaRPr lang="en-US" altLang="zh-CN" sz="1200" dirty="0">
                        <a:latin typeface="微软雅黑" panose="020B0503020204020204" pitchFamily="34" charset="-122"/>
                        <a:ea typeface="微软雅黑" panose="020B0503020204020204" pitchFamily="34" charset="-122"/>
                      </a:endParaRPr>
                    </a:p>
                  </a:txBody>
                  <a:tcPr marL="91456" marR="91456" marT="45702" marB="45702">
                    <a:lnL w="9525" cap="flat" cmpd="sng" algn="ctr">
                      <a:solidFill>
                        <a:srgbClr val="D6EBF6">
                          <a:shade val="95000"/>
                          <a:satMod val="105000"/>
                        </a:srgbClr>
                      </a:solidFill>
                      <a:prstDash val="solid"/>
                    </a:lnL>
                    <a:lnR w="9525" cap="flat" cmpd="sng" algn="ctr">
                      <a:solidFill>
                        <a:srgbClr val="D6EBF6">
                          <a:shade val="95000"/>
                          <a:satMod val="105000"/>
                        </a:srgbClr>
                      </a:solidFill>
                      <a:prstDash val="solid"/>
                    </a:lnR>
                    <a:lnT w="9525" cap="flat" cmpd="sng" algn="ctr">
                      <a:solidFill>
                        <a:srgbClr val="D6EBF6">
                          <a:shade val="95000"/>
                          <a:satMod val="105000"/>
                        </a:srgbClr>
                      </a:solidFill>
                      <a:prstDash val="solid"/>
                    </a:lnT>
                    <a:lnB w="9525" cap="flat" cmpd="sng" algn="ctr">
                      <a:solidFill>
                        <a:srgbClr val="D6EBF6">
                          <a:shade val="95000"/>
                          <a:satMod val="105000"/>
                        </a:srgbClr>
                      </a:solidFill>
                      <a:prstDash val="solid"/>
                    </a:lnB>
                    <a:lnTlToBr w="12700" cmpd="sng">
                      <a:noFill/>
                      <a:prstDash val="solid"/>
                    </a:lnTlToBr>
                    <a:lnBlToTr w="12700" cmpd="sng">
                      <a:noFill/>
                      <a:prstDash val="solid"/>
                    </a:lnBlToTr>
                    <a:noFill/>
                  </a:tcPr>
                </a:tc>
              </a:tr>
            </a:tbl>
          </a:graphicData>
        </a:graphic>
      </p:graphicFrame>
      <p:sp>
        <p:nvSpPr>
          <p:cNvPr id="72" name="矩形 71"/>
          <p:cNvSpPr/>
          <p:nvPr/>
        </p:nvSpPr>
        <p:spPr>
          <a:xfrm>
            <a:off x="9750795" y="3778741"/>
            <a:ext cx="1152128" cy="600164"/>
          </a:xfrm>
          <a:prstGeom prst="rect">
            <a:avLst/>
          </a:prstGeom>
        </p:spPr>
        <p:txBody>
          <a:bodyPr wrap="square">
            <a:spAutoFit/>
          </a:bodyPr>
          <a:lstStyle/>
          <a:p>
            <a:r>
              <a:rPr lang="zh-CN" altLang="en-US" sz="1100" dirty="0">
                <a:latin typeface="微软雅黑" panose="020B0503020204020204" pitchFamily="34" charset="-122"/>
                <a:ea typeface="微软雅黑" panose="020B0503020204020204" pitchFamily="34" charset="-122"/>
              </a:rPr>
              <a:t>数据库记录数</a:t>
            </a:r>
            <a:endParaRPr lang="en-US" altLang="zh-CN" sz="1100" dirty="0">
              <a:latin typeface="微软雅黑" panose="020B0503020204020204" pitchFamily="34" charset="-122"/>
              <a:ea typeface="微软雅黑" panose="020B0503020204020204" pitchFamily="34" charset="-122"/>
            </a:endParaRPr>
          </a:p>
          <a:p>
            <a:r>
              <a:rPr lang="zh-CN" altLang="en-US" sz="1100" dirty="0">
                <a:latin typeface="微软雅黑" panose="020B0503020204020204" pitchFamily="34" charset="-122"/>
                <a:ea typeface="微软雅黑" panose="020B0503020204020204" pitchFamily="34" charset="-122"/>
              </a:rPr>
              <a:t>数据库表空间</a:t>
            </a:r>
            <a:endParaRPr lang="en-US" altLang="zh-CN" sz="1100" dirty="0">
              <a:latin typeface="微软雅黑" panose="020B0503020204020204" pitchFamily="34" charset="-122"/>
              <a:ea typeface="微软雅黑" panose="020B0503020204020204" pitchFamily="34" charset="-122"/>
            </a:endParaRPr>
          </a:p>
          <a:p>
            <a:r>
              <a:rPr lang="en-US" altLang="zh-CN" sz="1100" dirty="0">
                <a:latin typeface="微软雅黑" panose="020B0503020204020204" pitchFamily="34" charset="-122"/>
                <a:ea typeface="微软雅黑" panose="020B0503020204020204" pitchFamily="34" charset="-122"/>
              </a:rPr>
              <a:t>ETL</a:t>
            </a:r>
            <a:endParaRPr lang="en-US" altLang="zh-CN" sz="1100" dirty="0">
              <a:latin typeface="微软雅黑" panose="020B0503020204020204" pitchFamily="34" charset="-122"/>
              <a:ea typeface="微软雅黑" panose="020B0503020204020204" pitchFamily="34" charset="-122"/>
            </a:endParaRPr>
          </a:p>
        </p:txBody>
      </p:sp>
    </p:spTree>
    <p:custDataLst>
      <p:tags r:id="rId4"/>
    </p:custData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txBox="1">
            <a:spLocks noGrp="1"/>
          </p:cNvSpPr>
          <p:nvPr>
            <p:custDataLst>
              <p:tags r:id="rId1"/>
            </p:custDataLst>
          </p:nvPr>
        </p:nvSpPr>
        <p:spPr>
          <a:xfrm>
            <a:off x="835660" y="1219200"/>
            <a:ext cx="10441940" cy="895350"/>
          </a:xfrm>
          <a:prstGeom prst="rect">
            <a:avLst/>
          </a:prstGeom>
          <a:noFill/>
          <a:ln w="6350">
            <a:solidFill>
              <a:srgbClr val="2D6FA0"/>
            </a:solidFill>
            <a:prstDash val="sysDash"/>
          </a:ln>
        </p:spPr>
        <p:txBody>
          <a:bodyPr vert="horz" wrap="square" lIns="91440" tIns="45720" rIns="91440" bIns="45720" numCol="1" rtlCol="0" anchor="ctr" anchorCtr="0" compatLnSpc="0">
            <a:noAutofit/>
          </a:bodyPr>
          <a:lstStyle>
            <a:lvl1pPr marL="342900" indent="-342900" algn="l" rtl="0" eaLnBrk="1" fontAlgn="base" hangingPunct="1">
              <a:spcBef>
                <a:spcPct val="20000"/>
              </a:spcBef>
              <a:spcAft>
                <a:spcPct val="0"/>
              </a:spcAft>
              <a:buClr>
                <a:schemeClr val="tx1"/>
              </a:buClr>
              <a:buFont typeface="Wingdings" panose="05000000000000000000" pitchFamily="2" charset="2"/>
              <a:buChar char="v"/>
              <a:defRPr sz="2000" b="1">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defRPr>
            </a:lvl1pPr>
            <a:lvl2pPr marL="742950" indent="-285750" algn="l" rtl="0" eaLnBrk="1" fontAlgn="base" hangingPunct="1">
              <a:spcBef>
                <a:spcPct val="20000"/>
              </a:spcBef>
              <a:spcAft>
                <a:spcPct val="0"/>
              </a:spcAft>
              <a:buFont typeface="Wingdings" panose="05000000000000000000" pitchFamily="2" charset="2"/>
              <a:buChar char="§"/>
              <a:defRPr sz="2000">
                <a:solidFill>
                  <a:schemeClr val="bg1">
                    <a:lumMod val="50000"/>
                  </a:schemeClr>
                </a:solidFill>
                <a:latin typeface="微软雅黑" panose="020B0503020204020204" pitchFamily="34" charset="-122"/>
                <a:ea typeface="微软雅黑" panose="020B0503020204020204" pitchFamily="34" charset="-122"/>
              </a:defRPr>
            </a:lvl2pPr>
            <a:lvl3pPr marL="1143000" indent="-228600" algn="l" rtl="0" eaLnBrk="1" fontAlgn="base" hangingPunct="1">
              <a:spcBef>
                <a:spcPct val="20000"/>
              </a:spcBef>
              <a:spcAft>
                <a:spcPct val="0"/>
              </a:spcAft>
              <a:buChar char="•"/>
              <a:defRPr sz="1800">
                <a:solidFill>
                  <a:schemeClr val="bg1">
                    <a:lumMod val="50000"/>
                  </a:schemeClr>
                </a:solidFill>
                <a:latin typeface="微软雅黑" panose="020B0503020204020204" pitchFamily="34" charset="-122"/>
                <a:ea typeface="微软雅黑" panose="020B0503020204020204" pitchFamily="34" charset="-122"/>
              </a:defRPr>
            </a:lvl3pPr>
            <a:lvl4pPr marL="1600200" indent="-228600" algn="l" rtl="0" eaLnBrk="1" fontAlgn="base" hangingPunct="1">
              <a:spcBef>
                <a:spcPct val="20000"/>
              </a:spcBef>
              <a:spcAft>
                <a:spcPct val="0"/>
              </a:spcAft>
              <a:buChar char="–"/>
              <a:defRPr sz="1600">
                <a:solidFill>
                  <a:schemeClr val="bg1">
                    <a:lumMod val="50000"/>
                  </a:schemeClr>
                </a:solidFill>
                <a:latin typeface="微软雅黑" panose="020B0503020204020204" pitchFamily="34" charset="-122"/>
                <a:ea typeface="微软雅黑" panose="020B0503020204020204" pitchFamily="34" charset="-122"/>
              </a:defRPr>
            </a:lvl4pPr>
            <a:lvl5pPr marL="2057400" indent="-228600" algn="l" rtl="0" eaLnBrk="1" fontAlgn="base" hangingPunct="1">
              <a:spcBef>
                <a:spcPct val="20000"/>
              </a:spcBef>
              <a:spcAft>
                <a:spcPct val="0"/>
              </a:spcAft>
              <a:buChar char="»"/>
              <a:defRPr sz="1600">
                <a:solidFill>
                  <a:schemeClr val="bg1">
                    <a:lumMod val="50000"/>
                  </a:schemeClr>
                </a:solidFill>
                <a:latin typeface="微软雅黑" panose="020B0503020204020204" pitchFamily="34" charset="-122"/>
                <a:ea typeface="微软雅黑" panose="020B0503020204020204" pitchFamily="34" charset="-122"/>
              </a:defRPr>
            </a:lvl5pPr>
            <a:lvl6pPr marL="2514600" indent="-228600" algn="l" rtl="0" eaLnBrk="1" fontAlgn="base" hangingPunct="1">
              <a:spcBef>
                <a:spcPct val="20000"/>
              </a:spcBef>
              <a:spcAft>
                <a:spcPct val="0"/>
              </a:spcAft>
              <a:buChar char="»"/>
              <a:defRPr sz="2000">
                <a:solidFill>
                  <a:schemeClr val="tx1"/>
                </a:solidFill>
                <a:latin typeface="Arial" panose="020B0604020202020204" pitchFamily="34" charset="0"/>
              </a:defRPr>
            </a:lvl6pPr>
            <a:lvl7pPr marL="2971800" indent="-228600" algn="l" rtl="0" eaLnBrk="1" fontAlgn="base" hangingPunct="1">
              <a:spcBef>
                <a:spcPct val="20000"/>
              </a:spcBef>
              <a:spcAft>
                <a:spcPct val="0"/>
              </a:spcAft>
              <a:buChar char="»"/>
              <a:defRPr sz="2000">
                <a:solidFill>
                  <a:schemeClr val="tx1"/>
                </a:solidFill>
                <a:latin typeface="Arial" panose="020B0604020202020204" pitchFamily="34" charset="0"/>
              </a:defRPr>
            </a:lvl7pPr>
            <a:lvl8pPr marL="3429000" indent="-228600" algn="l" rtl="0" eaLnBrk="1" fontAlgn="base" hangingPunct="1">
              <a:spcBef>
                <a:spcPct val="20000"/>
              </a:spcBef>
              <a:spcAft>
                <a:spcPct val="0"/>
              </a:spcAft>
              <a:buChar char="»"/>
              <a:defRPr sz="2000">
                <a:solidFill>
                  <a:schemeClr val="tx1"/>
                </a:solidFill>
                <a:latin typeface="Arial" panose="020B0604020202020204" pitchFamily="34" charset="0"/>
              </a:defRPr>
            </a:lvl8pPr>
            <a:lvl9pPr marL="3886200" indent="-228600" algn="l" rtl="0" eaLnBrk="1" fontAlgn="base" hangingPunct="1">
              <a:spcBef>
                <a:spcPct val="20000"/>
              </a:spcBef>
              <a:spcAft>
                <a:spcPct val="0"/>
              </a:spcAft>
              <a:buChar char="»"/>
              <a:defRPr sz="2000">
                <a:solidFill>
                  <a:schemeClr val="tx1"/>
                </a:solidFill>
                <a:latin typeface="Arial" panose="020B0604020202020204" pitchFamily="34" charset="0"/>
              </a:defRPr>
            </a:lvl9pPr>
          </a:lstStyle>
          <a:p>
            <a:pPr marL="285750" lvl="0" indent="-285750" algn="l" fontAlgn="ctr">
              <a:lnSpc>
                <a:spcPct val="150000"/>
              </a:lnSpc>
              <a:spcBef>
                <a:spcPts val="0"/>
              </a:spcBef>
              <a:spcAft>
                <a:spcPts val="0"/>
              </a:spcAft>
              <a:buClrTx/>
              <a:buSzTx/>
              <a:buFont typeface="Wingdings" panose="05000000000000000000" charset="0"/>
              <a:buChar char="Ø"/>
            </a:pPr>
            <a:r>
              <a:rPr lang="zh-CN" altLang="en-US" sz="1600" dirty="0">
                <a:solidFill>
                  <a:schemeClr val="tx1"/>
                </a:solidFill>
                <a:cs typeface="+mn-cs"/>
                <a:sym typeface="+mn-ea"/>
              </a:rPr>
              <a:t>从分散的系统中获取元数据，为业务和技术人员提供统一的数据地图</a:t>
            </a:r>
            <a:endParaRPr lang="zh-CN" altLang="en-US" sz="1600" dirty="0">
              <a:solidFill>
                <a:schemeClr val="tx1"/>
              </a:solidFill>
              <a:cs typeface="+mn-cs"/>
              <a:sym typeface="+mn-ea"/>
            </a:endParaRPr>
          </a:p>
          <a:p>
            <a:pPr marL="285750" lvl="0" indent="-285750" algn="l" fontAlgn="ctr">
              <a:lnSpc>
                <a:spcPct val="150000"/>
              </a:lnSpc>
              <a:spcBef>
                <a:spcPts val="0"/>
              </a:spcBef>
              <a:spcAft>
                <a:spcPts val="0"/>
              </a:spcAft>
              <a:buClrTx/>
              <a:buSzTx/>
              <a:buFont typeface="Wingdings" panose="05000000000000000000" charset="0"/>
              <a:buChar char="Ø"/>
            </a:pPr>
            <a:r>
              <a:rPr lang="zh-CN" altLang="en-US" sz="1600" dirty="0">
                <a:solidFill>
                  <a:schemeClr val="tx1"/>
                </a:solidFill>
                <a:cs typeface="+mn-cs"/>
                <a:sym typeface="+mn-ea"/>
              </a:rPr>
              <a:t>数据可追溯、数据质量有保障</a:t>
            </a:r>
            <a:endParaRPr lang="zh-CN" altLang="en-US" sz="1600" dirty="0">
              <a:solidFill>
                <a:schemeClr val="tx1"/>
              </a:solidFill>
              <a:cs typeface="+mn-cs"/>
              <a:sym typeface="+mn-ea"/>
            </a:endParaRPr>
          </a:p>
        </p:txBody>
      </p:sp>
      <p:sp>
        <p:nvSpPr>
          <p:cNvPr id="5" name="梯形 4"/>
          <p:cNvSpPr/>
          <p:nvPr>
            <p:custDataLst>
              <p:tags r:id="rId2"/>
            </p:custDataLst>
          </p:nvPr>
        </p:nvSpPr>
        <p:spPr>
          <a:xfrm rot="6483137">
            <a:off x="9539569" y="286527"/>
            <a:ext cx="387816" cy="356632"/>
          </a:xfrm>
          <a:prstGeom prst="trapezoid">
            <a:avLst/>
          </a:prstGeom>
          <a:solidFill>
            <a:schemeClr val="accent6">
              <a:alpha val="5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8" name="Rectangle 9"/>
          <p:cNvSpPr>
            <a:spLocks noChangeArrowheads="1"/>
          </p:cNvSpPr>
          <p:nvPr>
            <p:custDataLst>
              <p:tags r:id="rId3"/>
            </p:custDataLst>
          </p:nvPr>
        </p:nvSpPr>
        <p:spPr bwMode="auto">
          <a:xfrm>
            <a:off x="836295" y="5865495"/>
            <a:ext cx="9345295" cy="260350"/>
          </a:xfrm>
          <a:prstGeom prst="rect">
            <a:avLst/>
          </a:prstGeom>
          <a:solidFill>
            <a:schemeClr val="accent1"/>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eaLnBrk="0" hangingPunct="0">
              <a:spcBef>
                <a:spcPct val="20000"/>
              </a:spcBef>
              <a:buFont typeface="Wingdings" panose="05000000000000000000" pitchFamily="2" charset="2"/>
              <a:buChar char="q"/>
              <a:defRPr sz="2800" b="1">
                <a:solidFill>
                  <a:schemeClr val="tx1"/>
                </a:solidFill>
                <a:latin typeface="Arial" panose="020B0604020202020204" pitchFamily="34" charset="0"/>
                <a:ea typeface="华文细黑" panose="02010600040101010101" pitchFamily="2" charset="-122"/>
              </a:defRPr>
            </a:lvl1pPr>
            <a:lvl2pPr marL="742950" indent="-285750" eaLnBrk="0" hangingPunct="0">
              <a:spcBef>
                <a:spcPct val="20000"/>
              </a:spcBef>
              <a:buSzPct val="75000"/>
              <a:buFont typeface="Wingdings" panose="05000000000000000000" pitchFamily="2" charset="2"/>
              <a:buChar char="Ø"/>
              <a:defRPr sz="2800">
                <a:solidFill>
                  <a:schemeClr val="tx1"/>
                </a:solidFill>
                <a:latin typeface="Arial" panose="020B0604020202020204" pitchFamily="34" charset="0"/>
                <a:ea typeface="华文细黑" panose="0201060004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华文细黑" panose="02010600040101010101" pitchFamily="2" charset="-122"/>
              </a:defRPr>
            </a:lvl3pPr>
            <a:lvl4pPr marL="1600200" indent="-228600" eaLnBrk="0" hangingPunct="0">
              <a:spcBef>
                <a:spcPct val="20000"/>
              </a:spcBef>
              <a:buChar char="–"/>
              <a:defRPr>
                <a:solidFill>
                  <a:schemeClr val="tx1"/>
                </a:solidFill>
                <a:latin typeface="Arial" panose="020B0604020202020204" pitchFamily="34" charset="0"/>
                <a:ea typeface="华文细黑" panose="02010600040101010101" pitchFamily="2" charset="-122"/>
              </a:defRPr>
            </a:lvl4pPr>
            <a:lvl5pPr marL="2057400" indent="-228600" eaLnBrk="0" hangingPunct="0">
              <a:spcBef>
                <a:spcPct val="20000"/>
              </a:spcBef>
              <a:buClr>
                <a:schemeClr val="tx2"/>
              </a:buClr>
              <a:buChar char="o"/>
              <a:defRPr sz="1600">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20000"/>
              </a:spcBef>
              <a:spcAft>
                <a:spcPct val="0"/>
              </a:spcAft>
              <a:buClr>
                <a:schemeClr val="tx2"/>
              </a:buClr>
              <a:buChar char="o"/>
              <a:defRPr sz="1600">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20000"/>
              </a:spcBef>
              <a:spcAft>
                <a:spcPct val="0"/>
              </a:spcAft>
              <a:buClr>
                <a:schemeClr val="tx2"/>
              </a:buClr>
              <a:buChar char="o"/>
              <a:defRPr sz="1600">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20000"/>
              </a:spcBef>
              <a:spcAft>
                <a:spcPct val="0"/>
              </a:spcAft>
              <a:buClr>
                <a:schemeClr val="tx2"/>
              </a:buClr>
              <a:buChar char="o"/>
              <a:defRPr sz="1600">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20000"/>
              </a:spcBef>
              <a:spcAft>
                <a:spcPct val="0"/>
              </a:spcAft>
              <a:buClr>
                <a:schemeClr val="tx2"/>
              </a:buClr>
              <a:buChar char="o"/>
              <a:defRPr sz="1600">
                <a:solidFill>
                  <a:schemeClr val="tx1"/>
                </a:solidFill>
                <a:latin typeface="Arial" panose="020B0604020202020204" pitchFamily="34" charset="0"/>
                <a:ea typeface="华文细黑" panose="02010600040101010101" pitchFamily="2" charset="-122"/>
              </a:defRPr>
            </a:lvl9pPr>
          </a:lstStyle>
          <a:p>
            <a:pPr eaLnBrk="1" hangingPunct="1">
              <a:spcBef>
                <a:spcPct val="0"/>
              </a:spcBef>
              <a:buFontTx/>
              <a:buNone/>
            </a:pPr>
            <a:endParaRPr lang="en-US" altLang="zh-CN" sz="1100">
              <a:solidFill>
                <a:schemeClr val="tx1"/>
              </a:solidFill>
              <a:latin typeface="微软雅黑" panose="020B0503020204020204" pitchFamily="34" charset="-122"/>
              <a:ea typeface="微软雅黑" panose="020B0503020204020204" pitchFamily="34" charset="-122"/>
            </a:endParaRPr>
          </a:p>
        </p:txBody>
      </p:sp>
      <p:grpSp>
        <p:nvGrpSpPr>
          <p:cNvPr id="9" name="Group 5"/>
          <p:cNvGrpSpPr/>
          <p:nvPr/>
        </p:nvGrpSpPr>
        <p:grpSpPr bwMode="auto">
          <a:xfrm rot="0">
            <a:off x="5220335" y="3572510"/>
            <a:ext cx="1312545" cy="1314450"/>
            <a:chOff x="3111" y="1115"/>
            <a:chExt cx="1025" cy="1561"/>
          </a:xfrm>
        </p:grpSpPr>
        <p:sp>
          <p:nvSpPr>
            <p:cNvPr id="10" name="Freeform 6"/>
            <p:cNvSpPr/>
            <p:nvPr>
              <p:custDataLst>
                <p:tags r:id="rId4"/>
              </p:custDataLst>
            </p:nvPr>
          </p:nvSpPr>
          <p:spPr bwMode="auto">
            <a:xfrm>
              <a:off x="3111" y="1380"/>
              <a:ext cx="1025" cy="1296"/>
            </a:xfrm>
            <a:custGeom>
              <a:avLst/>
              <a:gdLst>
                <a:gd name="T0" fmla="*/ 2448 w 861"/>
                <a:gd name="T1" fmla="*/ 0 h 629"/>
                <a:gd name="T2" fmla="*/ 2448 w 861"/>
                <a:gd name="T3" fmla="*/ 39618 h 629"/>
                <a:gd name="T4" fmla="*/ 2433 w 861"/>
                <a:gd name="T5" fmla="*/ 39618 h 629"/>
                <a:gd name="T6" fmla="*/ 2406 w 861"/>
                <a:gd name="T7" fmla="*/ 41328 h 629"/>
                <a:gd name="T8" fmla="*/ 2333 w 861"/>
                <a:gd name="T9" fmla="*/ 42861 h 629"/>
                <a:gd name="T10" fmla="*/ 2225 w 861"/>
                <a:gd name="T11" fmla="*/ 44155 h 629"/>
                <a:gd name="T12" fmla="*/ 2075 w 861"/>
                <a:gd name="T13" fmla="*/ 45667 h 629"/>
                <a:gd name="T14" fmla="*/ 1888 w 861"/>
                <a:gd name="T15" fmla="*/ 46532 h 629"/>
                <a:gd name="T16" fmla="*/ 1687 w 861"/>
                <a:gd name="T17" fmla="*/ 47521 h 629"/>
                <a:gd name="T18" fmla="*/ 1458 w 861"/>
                <a:gd name="T19" fmla="*/ 48049 h 629"/>
                <a:gd name="T20" fmla="*/ 1213 w 861"/>
                <a:gd name="T21" fmla="*/ 48049 h 629"/>
                <a:gd name="T22" fmla="*/ 968 w 861"/>
                <a:gd name="T23" fmla="*/ 48049 h 629"/>
                <a:gd name="T24" fmla="*/ 737 w 861"/>
                <a:gd name="T25" fmla="*/ 47521 h 629"/>
                <a:gd name="T26" fmla="*/ 537 w 861"/>
                <a:gd name="T27" fmla="*/ 46532 h 629"/>
                <a:gd name="T28" fmla="*/ 349 w 861"/>
                <a:gd name="T29" fmla="*/ 45667 h 629"/>
                <a:gd name="T30" fmla="*/ 202 w 861"/>
                <a:gd name="T31" fmla="*/ 44155 h 629"/>
                <a:gd name="T32" fmla="*/ 96 w 861"/>
                <a:gd name="T33" fmla="*/ 42861 h 629"/>
                <a:gd name="T34" fmla="*/ 20 w 861"/>
                <a:gd name="T35" fmla="*/ 41328 h 629"/>
                <a:gd name="T36" fmla="*/ 0 w 861"/>
                <a:gd name="T37" fmla="*/ 39618 h 629"/>
                <a:gd name="T38" fmla="*/ 0 w 861"/>
                <a:gd name="T39" fmla="*/ 0 h 629"/>
                <a:gd name="T40" fmla="*/ 2448 w 861"/>
                <a:gd name="T41" fmla="*/ 0 h 629"/>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861" h="629">
                  <a:moveTo>
                    <a:pt x="860" y="0"/>
                  </a:moveTo>
                  <a:lnTo>
                    <a:pt x="860" y="518"/>
                  </a:lnTo>
                  <a:lnTo>
                    <a:pt x="854" y="518"/>
                  </a:lnTo>
                  <a:lnTo>
                    <a:pt x="845" y="540"/>
                  </a:lnTo>
                  <a:lnTo>
                    <a:pt x="820" y="560"/>
                  </a:lnTo>
                  <a:lnTo>
                    <a:pt x="782" y="577"/>
                  </a:lnTo>
                  <a:lnTo>
                    <a:pt x="729" y="597"/>
                  </a:lnTo>
                  <a:lnTo>
                    <a:pt x="664" y="608"/>
                  </a:lnTo>
                  <a:lnTo>
                    <a:pt x="593" y="621"/>
                  </a:lnTo>
                  <a:lnTo>
                    <a:pt x="512" y="628"/>
                  </a:lnTo>
                  <a:lnTo>
                    <a:pt x="426" y="628"/>
                  </a:lnTo>
                  <a:lnTo>
                    <a:pt x="340" y="628"/>
                  </a:lnTo>
                  <a:lnTo>
                    <a:pt x="259" y="621"/>
                  </a:lnTo>
                  <a:lnTo>
                    <a:pt x="188" y="608"/>
                  </a:lnTo>
                  <a:lnTo>
                    <a:pt x="123" y="597"/>
                  </a:lnTo>
                  <a:lnTo>
                    <a:pt x="71" y="577"/>
                  </a:lnTo>
                  <a:lnTo>
                    <a:pt x="34" y="560"/>
                  </a:lnTo>
                  <a:lnTo>
                    <a:pt x="7" y="540"/>
                  </a:lnTo>
                  <a:lnTo>
                    <a:pt x="0" y="518"/>
                  </a:lnTo>
                  <a:lnTo>
                    <a:pt x="0" y="0"/>
                  </a:lnTo>
                  <a:lnTo>
                    <a:pt x="860" y="0"/>
                  </a:lnTo>
                </a:path>
              </a:pathLst>
            </a:custGeom>
            <a:gradFill rotWithShape="0">
              <a:gsLst>
                <a:gs pos="0">
                  <a:srgbClr val="EAEAEA"/>
                </a:gs>
                <a:gs pos="100000">
                  <a:srgbClr val="CACACA"/>
                </a:gs>
              </a:gsLst>
              <a:lin ang="0" scaled="1"/>
            </a:gradFill>
            <a:ln w="12700" cap="rnd"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107763" dir="2700000" algn="ctr" rotWithShape="0">
                      <a:srgbClr val="333333"/>
                    </a:outerShdw>
                  </a:effectLst>
                </a14:hiddenEffects>
              </a:ext>
            </a:extLst>
          </p:spPr>
          <p:txBody>
            <a:bodyPr/>
            <a:lstStyle/>
            <a:p>
              <a:endParaRPr lang="zh-CN" altLang="en-US">
                <a:solidFill>
                  <a:schemeClr val="tx1"/>
                </a:solidFill>
                <a:latin typeface="微软雅黑" panose="020B0503020204020204" pitchFamily="34" charset="-122"/>
                <a:ea typeface="微软雅黑" panose="020B0503020204020204" pitchFamily="34" charset="-122"/>
              </a:endParaRPr>
            </a:p>
          </p:txBody>
        </p:sp>
        <p:sp>
          <p:nvSpPr>
            <p:cNvPr id="11" name="Freeform 7"/>
            <p:cNvSpPr/>
            <p:nvPr>
              <p:custDataLst>
                <p:tags r:id="rId5"/>
              </p:custDataLst>
            </p:nvPr>
          </p:nvSpPr>
          <p:spPr bwMode="auto">
            <a:xfrm>
              <a:off x="3115" y="1115"/>
              <a:ext cx="1021" cy="462"/>
            </a:xfrm>
            <a:custGeom>
              <a:avLst/>
              <a:gdLst>
                <a:gd name="T0" fmla="*/ 1221 w 858"/>
                <a:gd name="T1" fmla="*/ 17168 h 224"/>
                <a:gd name="T2" fmla="*/ 1455 w 858"/>
                <a:gd name="T3" fmla="*/ 16943 h 224"/>
                <a:gd name="T4" fmla="*/ 1686 w 858"/>
                <a:gd name="T5" fmla="*/ 16655 h 224"/>
                <a:gd name="T6" fmla="*/ 1887 w 858"/>
                <a:gd name="T7" fmla="*/ 15634 h 224"/>
                <a:gd name="T8" fmla="*/ 2073 w 858"/>
                <a:gd name="T9" fmla="*/ 14782 h 224"/>
                <a:gd name="T10" fmla="*/ 2224 w 858"/>
                <a:gd name="T11" fmla="*/ 13247 h 224"/>
                <a:gd name="T12" fmla="*/ 2335 w 858"/>
                <a:gd name="T13" fmla="*/ 12022 h 224"/>
                <a:gd name="T14" fmla="*/ 2405 w 858"/>
                <a:gd name="T15" fmla="*/ 10370 h 224"/>
                <a:gd name="T16" fmla="*/ 2436 w 858"/>
                <a:gd name="T17" fmla="*/ 8547 h 224"/>
                <a:gd name="T18" fmla="*/ 2405 w 858"/>
                <a:gd name="T19" fmla="*/ 6878 h 224"/>
                <a:gd name="T20" fmla="*/ 2335 w 858"/>
                <a:gd name="T21" fmla="*/ 5228 h 224"/>
                <a:gd name="T22" fmla="*/ 2224 w 858"/>
                <a:gd name="T23" fmla="*/ 3832 h 224"/>
                <a:gd name="T24" fmla="*/ 2073 w 858"/>
                <a:gd name="T25" fmla="*/ 2535 h 224"/>
                <a:gd name="T26" fmla="*/ 1887 w 858"/>
                <a:gd name="T27" fmla="*/ 1446 h 224"/>
                <a:gd name="T28" fmla="*/ 1686 w 858"/>
                <a:gd name="T29" fmla="*/ 701 h 224"/>
                <a:gd name="T30" fmla="*/ 1455 w 858"/>
                <a:gd name="T31" fmla="*/ 149 h 224"/>
                <a:gd name="T32" fmla="*/ 1221 w 858"/>
                <a:gd name="T33" fmla="*/ 0 h 224"/>
                <a:gd name="T34" fmla="*/ 969 w 858"/>
                <a:gd name="T35" fmla="*/ 149 h 224"/>
                <a:gd name="T36" fmla="*/ 744 w 858"/>
                <a:gd name="T37" fmla="*/ 701 h 224"/>
                <a:gd name="T38" fmla="*/ 535 w 858"/>
                <a:gd name="T39" fmla="*/ 1446 h 224"/>
                <a:gd name="T40" fmla="*/ 352 w 858"/>
                <a:gd name="T41" fmla="*/ 2535 h 224"/>
                <a:gd name="T42" fmla="*/ 201 w 858"/>
                <a:gd name="T43" fmla="*/ 3832 h 224"/>
                <a:gd name="T44" fmla="*/ 92 w 858"/>
                <a:gd name="T45" fmla="*/ 5228 h 224"/>
                <a:gd name="T46" fmla="*/ 25 w 858"/>
                <a:gd name="T47" fmla="*/ 6878 h 224"/>
                <a:gd name="T48" fmla="*/ 0 w 858"/>
                <a:gd name="T49" fmla="*/ 8547 h 224"/>
                <a:gd name="T50" fmla="*/ 25 w 858"/>
                <a:gd name="T51" fmla="*/ 10370 h 224"/>
                <a:gd name="T52" fmla="*/ 92 w 858"/>
                <a:gd name="T53" fmla="*/ 12022 h 224"/>
                <a:gd name="T54" fmla="*/ 201 w 858"/>
                <a:gd name="T55" fmla="*/ 13247 h 224"/>
                <a:gd name="T56" fmla="*/ 352 w 858"/>
                <a:gd name="T57" fmla="*/ 14782 h 224"/>
                <a:gd name="T58" fmla="*/ 535 w 858"/>
                <a:gd name="T59" fmla="*/ 15634 h 224"/>
                <a:gd name="T60" fmla="*/ 744 w 858"/>
                <a:gd name="T61" fmla="*/ 16655 h 224"/>
                <a:gd name="T62" fmla="*/ 969 w 858"/>
                <a:gd name="T63" fmla="*/ 16943 h 224"/>
                <a:gd name="T64" fmla="*/ 1221 w 858"/>
                <a:gd name="T65" fmla="*/ 17168 h 224"/>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858" h="224">
                  <a:moveTo>
                    <a:pt x="429" y="223"/>
                  </a:moveTo>
                  <a:lnTo>
                    <a:pt x="513" y="220"/>
                  </a:lnTo>
                  <a:lnTo>
                    <a:pt x="594" y="216"/>
                  </a:lnTo>
                  <a:lnTo>
                    <a:pt x="665" y="203"/>
                  </a:lnTo>
                  <a:lnTo>
                    <a:pt x="730" y="192"/>
                  </a:lnTo>
                  <a:lnTo>
                    <a:pt x="783" y="172"/>
                  </a:lnTo>
                  <a:lnTo>
                    <a:pt x="823" y="156"/>
                  </a:lnTo>
                  <a:lnTo>
                    <a:pt x="847" y="135"/>
                  </a:lnTo>
                  <a:lnTo>
                    <a:pt x="857" y="111"/>
                  </a:lnTo>
                  <a:lnTo>
                    <a:pt x="847" y="89"/>
                  </a:lnTo>
                  <a:lnTo>
                    <a:pt x="823" y="68"/>
                  </a:lnTo>
                  <a:lnTo>
                    <a:pt x="783" y="50"/>
                  </a:lnTo>
                  <a:lnTo>
                    <a:pt x="730" y="33"/>
                  </a:lnTo>
                  <a:lnTo>
                    <a:pt x="665" y="19"/>
                  </a:lnTo>
                  <a:lnTo>
                    <a:pt x="594" y="9"/>
                  </a:lnTo>
                  <a:lnTo>
                    <a:pt x="513" y="2"/>
                  </a:lnTo>
                  <a:lnTo>
                    <a:pt x="429" y="0"/>
                  </a:lnTo>
                  <a:lnTo>
                    <a:pt x="341" y="2"/>
                  </a:lnTo>
                  <a:lnTo>
                    <a:pt x="262" y="9"/>
                  </a:lnTo>
                  <a:lnTo>
                    <a:pt x="188" y="19"/>
                  </a:lnTo>
                  <a:lnTo>
                    <a:pt x="124" y="33"/>
                  </a:lnTo>
                  <a:lnTo>
                    <a:pt x="71" y="50"/>
                  </a:lnTo>
                  <a:lnTo>
                    <a:pt x="33" y="68"/>
                  </a:lnTo>
                  <a:lnTo>
                    <a:pt x="9" y="89"/>
                  </a:lnTo>
                  <a:lnTo>
                    <a:pt x="0" y="111"/>
                  </a:lnTo>
                  <a:lnTo>
                    <a:pt x="9" y="135"/>
                  </a:lnTo>
                  <a:lnTo>
                    <a:pt x="33" y="156"/>
                  </a:lnTo>
                  <a:lnTo>
                    <a:pt x="71" y="172"/>
                  </a:lnTo>
                  <a:lnTo>
                    <a:pt x="124" y="192"/>
                  </a:lnTo>
                  <a:lnTo>
                    <a:pt x="188" y="203"/>
                  </a:lnTo>
                  <a:lnTo>
                    <a:pt x="262" y="216"/>
                  </a:lnTo>
                  <a:lnTo>
                    <a:pt x="341" y="220"/>
                  </a:lnTo>
                  <a:lnTo>
                    <a:pt x="429" y="223"/>
                  </a:lnTo>
                </a:path>
              </a:pathLst>
            </a:custGeom>
            <a:solidFill>
              <a:schemeClr val="accent4"/>
            </a:solidFill>
            <a:ln w="12700" cap="rnd"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107763" dir="2700000" algn="ctr" rotWithShape="0">
                      <a:srgbClr val="292929"/>
                    </a:outerShdw>
                  </a:effectLst>
                </a14:hiddenEffects>
              </a:ext>
            </a:extLst>
          </p:spPr>
          <p:txBody>
            <a:bodyPr/>
            <a:lstStyle/>
            <a:p>
              <a:endParaRPr lang="zh-CN" altLang="en-US">
                <a:solidFill>
                  <a:schemeClr val="bg1"/>
                </a:solidFill>
                <a:latin typeface="微软雅黑" panose="020B0503020204020204" pitchFamily="34" charset="-122"/>
                <a:ea typeface="微软雅黑" panose="020B0503020204020204" pitchFamily="34" charset="-122"/>
              </a:endParaRPr>
            </a:p>
          </p:txBody>
        </p:sp>
      </p:grpSp>
      <p:sp>
        <p:nvSpPr>
          <p:cNvPr id="12" name="Rectangle 8"/>
          <p:cNvSpPr>
            <a:spLocks noChangeArrowheads="1"/>
          </p:cNvSpPr>
          <p:nvPr>
            <p:custDataLst>
              <p:tags r:id="rId6"/>
            </p:custDataLst>
          </p:nvPr>
        </p:nvSpPr>
        <p:spPr bwMode="auto">
          <a:xfrm>
            <a:off x="5121910" y="4067810"/>
            <a:ext cx="1374140" cy="306705"/>
          </a:xfrm>
          <a:prstGeom prst="rect">
            <a:avLst/>
          </a:prstGeom>
          <a:noFill/>
          <a:ln>
            <a:no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eaLnBrk="0" hangingPunct="0">
              <a:spcBef>
                <a:spcPct val="20000"/>
              </a:spcBef>
              <a:buFont typeface="Wingdings" panose="05000000000000000000" pitchFamily="2" charset="2"/>
              <a:buChar char="q"/>
              <a:defRPr sz="2800" b="1">
                <a:solidFill>
                  <a:schemeClr val="tx1"/>
                </a:solidFill>
                <a:latin typeface="Arial" panose="020B0604020202020204" pitchFamily="34" charset="0"/>
                <a:ea typeface="华文细黑" panose="02010600040101010101" pitchFamily="2" charset="-122"/>
              </a:defRPr>
            </a:lvl1pPr>
            <a:lvl2pPr marL="742950" indent="-285750" eaLnBrk="0" hangingPunct="0">
              <a:spcBef>
                <a:spcPct val="20000"/>
              </a:spcBef>
              <a:buSzPct val="75000"/>
              <a:buFont typeface="Wingdings" panose="05000000000000000000" pitchFamily="2" charset="2"/>
              <a:buChar char="Ø"/>
              <a:defRPr sz="2800">
                <a:solidFill>
                  <a:schemeClr val="tx1"/>
                </a:solidFill>
                <a:latin typeface="Arial" panose="020B0604020202020204" pitchFamily="34" charset="0"/>
                <a:ea typeface="华文细黑" panose="0201060004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华文细黑" panose="02010600040101010101" pitchFamily="2" charset="-122"/>
              </a:defRPr>
            </a:lvl3pPr>
            <a:lvl4pPr marL="1600200" indent="-228600" eaLnBrk="0" hangingPunct="0">
              <a:spcBef>
                <a:spcPct val="20000"/>
              </a:spcBef>
              <a:buChar char="–"/>
              <a:defRPr>
                <a:solidFill>
                  <a:schemeClr val="tx1"/>
                </a:solidFill>
                <a:latin typeface="Arial" panose="020B0604020202020204" pitchFamily="34" charset="0"/>
                <a:ea typeface="华文细黑" panose="02010600040101010101" pitchFamily="2" charset="-122"/>
              </a:defRPr>
            </a:lvl4pPr>
            <a:lvl5pPr marL="2057400" indent="-228600" eaLnBrk="0" hangingPunct="0">
              <a:spcBef>
                <a:spcPct val="20000"/>
              </a:spcBef>
              <a:buClr>
                <a:schemeClr val="tx2"/>
              </a:buClr>
              <a:buChar char="o"/>
              <a:defRPr sz="1600">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20000"/>
              </a:spcBef>
              <a:spcAft>
                <a:spcPct val="0"/>
              </a:spcAft>
              <a:buClr>
                <a:schemeClr val="tx2"/>
              </a:buClr>
              <a:buChar char="o"/>
              <a:defRPr sz="1600">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20000"/>
              </a:spcBef>
              <a:spcAft>
                <a:spcPct val="0"/>
              </a:spcAft>
              <a:buClr>
                <a:schemeClr val="tx2"/>
              </a:buClr>
              <a:buChar char="o"/>
              <a:defRPr sz="1600">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20000"/>
              </a:spcBef>
              <a:spcAft>
                <a:spcPct val="0"/>
              </a:spcAft>
              <a:buClr>
                <a:schemeClr val="tx2"/>
              </a:buClr>
              <a:buChar char="o"/>
              <a:defRPr sz="1600">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20000"/>
              </a:spcBef>
              <a:spcAft>
                <a:spcPct val="0"/>
              </a:spcAft>
              <a:buClr>
                <a:schemeClr val="tx2"/>
              </a:buClr>
              <a:buChar char="o"/>
              <a:defRPr sz="1600">
                <a:solidFill>
                  <a:schemeClr val="tx1"/>
                </a:solidFill>
                <a:latin typeface="Arial" panose="020B0604020202020204" pitchFamily="34" charset="0"/>
                <a:ea typeface="华文细黑" panose="02010600040101010101" pitchFamily="2" charset="-122"/>
              </a:defRPr>
            </a:lvl9pPr>
          </a:lstStyle>
          <a:p>
            <a:pPr lvl="0" algn="ctr">
              <a:buClrTx/>
              <a:buSzTx/>
              <a:buFontTx/>
              <a:buNone/>
            </a:pPr>
            <a:r>
              <a:rPr lang="zh-CN" altLang="en-US" sz="1400" i="1">
                <a:latin typeface="微软雅黑" panose="020B0503020204020204" pitchFamily="34" charset="-122"/>
                <a:ea typeface="微软雅黑" panose="020B0503020204020204" pitchFamily="34" charset="-122"/>
                <a:cs typeface="微软雅黑" panose="020B0503020204020204" pitchFamily="34" charset="-122"/>
                <a:sym typeface="+mn-ea"/>
              </a:rPr>
              <a:t>元数据存储库</a:t>
            </a:r>
            <a:endParaRPr lang="zh-CN" altLang="en-US" sz="1400" i="1">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3" name="Rectangle 10"/>
          <p:cNvSpPr>
            <a:spLocks noChangeArrowheads="1"/>
          </p:cNvSpPr>
          <p:nvPr>
            <p:custDataLst>
              <p:tags r:id="rId7"/>
            </p:custDataLst>
          </p:nvPr>
        </p:nvSpPr>
        <p:spPr bwMode="auto">
          <a:xfrm>
            <a:off x="3467735" y="5819140"/>
            <a:ext cx="4833620" cy="3067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eaLnBrk="0" hangingPunct="0">
              <a:spcBef>
                <a:spcPct val="20000"/>
              </a:spcBef>
              <a:buFont typeface="Wingdings" panose="05000000000000000000" pitchFamily="2" charset="2"/>
              <a:buChar char="q"/>
              <a:defRPr sz="2800" b="1">
                <a:solidFill>
                  <a:schemeClr val="tx1"/>
                </a:solidFill>
                <a:latin typeface="Arial" panose="020B0604020202020204" pitchFamily="34" charset="0"/>
                <a:ea typeface="华文细黑" panose="02010600040101010101" pitchFamily="2" charset="-122"/>
              </a:defRPr>
            </a:lvl1pPr>
            <a:lvl2pPr marL="742950" indent="-285750" eaLnBrk="0" hangingPunct="0">
              <a:spcBef>
                <a:spcPct val="20000"/>
              </a:spcBef>
              <a:buSzPct val="75000"/>
              <a:buFont typeface="Wingdings" panose="05000000000000000000" pitchFamily="2" charset="2"/>
              <a:buChar char="Ø"/>
              <a:defRPr sz="2800">
                <a:solidFill>
                  <a:schemeClr val="tx1"/>
                </a:solidFill>
                <a:latin typeface="Arial" panose="020B0604020202020204" pitchFamily="34" charset="0"/>
                <a:ea typeface="华文细黑" panose="0201060004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华文细黑" panose="02010600040101010101" pitchFamily="2" charset="-122"/>
              </a:defRPr>
            </a:lvl3pPr>
            <a:lvl4pPr marL="1600200" indent="-228600" eaLnBrk="0" hangingPunct="0">
              <a:spcBef>
                <a:spcPct val="20000"/>
              </a:spcBef>
              <a:buChar char="–"/>
              <a:defRPr>
                <a:solidFill>
                  <a:schemeClr val="tx1"/>
                </a:solidFill>
                <a:latin typeface="Arial" panose="020B0604020202020204" pitchFamily="34" charset="0"/>
                <a:ea typeface="华文细黑" panose="02010600040101010101" pitchFamily="2" charset="-122"/>
              </a:defRPr>
            </a:lvl4pPr>
            <a:lvl5pPr marL="2057400" indent="-228600" eaLnBrk="0" hangingPunct="0">
              <a:spcBef>
                <a:spcPct val="20000"/>
              </a:spcBef>
              <a:buClr>
                <a:schemeClr val="tx2"/>
              </a:buClr>
              <a:buChar char="o"/>
              <a:defRPr sz="1600">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20000"/>
              </a:spcBef>
              <a:spcAft>
                <a:spcPct val="0"/>
              </a:spcAft>
              <a:buClr>
                <a:schemeClr val="tx2"/>
              </a:buClr>
              <a:buChar char="o"/>
              <a:defRPr sz="1600">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20000"/>
              </a:spcBef>
              <a:spcAft>
                <a:spcPct val="0"/>
              </a:spcAft>
              <a:buClr>
                <a:schemeClr val="tx2"/>
              </a:buClr>
              <a:buChar char="o"/>
              <a:defRPr sz="1600">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20000"/>
              </a:spcBef>
              <a:spcAft>
                <a:spcPct val="0"/>
              </a:spcAft>
              <a:buClr>
                <a:schemeClr val="tx2"/>
              </a:buClr>
              <a:buChar char="o"/>
              <a:defRPr sz="1600">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20000"/>
              </a:spcBef>
              <a:spcAft>
                <a:spcPct val="0"/>
              </a:spcAft>
              <a:buClr>
                <a:schemeClr val="tx2"/>
              </a:buClr>
              <a:buChar char="o"/>
              <a:defRPr sz="1600">
                <a:solidFill>
                  <a:schemeClr val="tx1"/>
                </a:solidFill>
                <a:latin typeface="Arial" panose="020B0604020202020204" pitchFamily="34" charset="0"/>
                <a:ea typeface="华文细黑" panose="02010600040101010101" pitchFamily="2" charset="-122"/>
              </a:defRPr>
            </a:lvl9pPr>
          </a:lstStyle>
          <a:p>
            <a:pPr algn="ctr">
              <a:spcBef>
                <a:spcPct val="0"/>
              </a:spcBef>
              <a:buFontTx/>
              <a:buNone/>
            </a:pPr>
            <a:r>
              <a:rPr lang="zh-CN" altLang="en-US" sz="1400" i="1">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元数据控制</a:t>
            </a:r>
            <a:r>
              <a:rPr lang="en-US" altLang="en-US" sz="1400" i="1">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altLang="en-US" sz="1400" i="1">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4" name="Rectangle 11"/>
          <p:cNvSpPr>
            <a:spLocks noChangeArrowheads="1"/>
          </p:cNvSpPr>
          <p:nvPr>
            <p:custDataLst>
              <p:tags r:id="rId8"/>
            </p:custDataLst>
          </p:nvPr>
        </p:nvSpPr>
        <p:spPr bwMode="auto">
          <a:xfrm>
            <a:off x="9446895" y="2202815"/>
            <a:ext cx="1831340" cy="221615"/>
          </a:xfrm>
          <a:prstGeom prst="rect">
            <a:avLst/>
          </a:prstGeom>
          <a:noFill/>
          <a:ln>
            <a:no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eaLnBrk="0" hangingPunct="0">
              <a:spcBef>
                <a:spcPct val="20000"/>
              </a:spcBef>
              <a:buFont typeface="Wingdings" panose="05000000000000000000" pitchFamily="2" charset="2"/>
              <a:buChar char="q"/>
              <a:defRPr sz="2800" b="1">
                <a:solidFill>
                  <a:schemeClr val="tx1"/>
                </a:solidFill>
                <a:latin typeface="Arial" panose="020B0604020202020204" pitchFamily="34" charset="0"/>
                <a:ea typeface="华文细黑" panose="02010600040101010101" pitchFamily="2" charset="-122"/>
              </a:defRPr>
            </a:lvl1pPr>
            <a:lvl2pPr marL="742950" indent="-285750" eaLnBrk="0" hangingPunct="0">
              <a:spcBef>
                <a:spcPct val="20000"/>
              </a:spcBef>
              <a:buSzPct val="75000"/>
              <a:buFont typeface="Wingdings" panose="05000000000000000000" pitchFamily="2" charset="2"/>
              <a:buChar char="Ø"/>
              <a:defRPr sz="2800">
                <a:solidFill>
                  <a:schemeClr val="tx1"/>
                </a:solidFill>
                <a:latin typeface="Arial" panose="020B0604020202020204" pitchFamily="34" charset="0"/>
                <a:ea typeface="华文细黑" panose="0201060004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华文细黑" panose="0201060004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华文细黑" panose="02010600040101010101" pitchFamily="2" charset="-122"/>
              </a:defRPr>
            </a:lvl4pPr>
            <a:lvl5pPr marL="2057400" indent="-228600" eaLnBrk="0" hangingPunct="0">
              <a:spcBef>
                <a:spcPct val="20000"/>
              </a:spcBef>
              <a:buClr>
                <a:schemeClr val="tx2"/>
              </a:buClr>
              <a:buChar char="o"/>
              <a:defRPr sz="1600">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20000"/>
              </a:spcBef>
              <a:spcAft>
                <a:spcPct val="0"/>
              </a:spcAft>
              <a:buClr>
                <a:schemeClr val="tx2"/>
              </a:buClr>
              <a:buChar char="o"/>
              <a:defRPr sz="1600">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20000"/>
              </a:spcBef>
              <a:spcAft>
                <a:spcPct val="0"/>
              </a:spcAft>
              <a:buClr>
                <a:schemeClr val="tx2"/>
              </a:buClr>
              <a:buChar char="o"/>
              <a:defRPr sz="1600">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20000"/>
              </a:spcBef>
              <a:spcAft>
                <a:spcPct val="0"/>
              </a:spcAft>
              <a:buClr>
                <a:schemeClr val="tx2"/>
              </a:buClr>
              <a:buChar char="o"/>
              <a:defRPr sz="1600">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20000"/>
              </a:spcBef>
              <a:spcAft>
                <a:spcPct val="0"/>
              </a:spcAft>
              <a:buClr>
                <a:schemeClr val="tx2"/>
              </a:buClr>
              <a:buChar char="o"/>
              <a:defRPr sz="1600">
                <a:solidFill>
                  <a:schemeClr val="tx1"/>
                </a:solidFill>
                <a:latin typeface="Arial" panose="020B0604020202020204" pitchFamily="34" charset="0"/>
                <a:ea typeface="华文细黑" panose="02010600040101010101" pitchFamily="2" charset="-122"/>
              </a:defRPr>
            </a:lvl9pPr>
          </a:lstStyle>
          <a:p>
            <a:pPr lvl="0" algn="ctr">
              <a:buClrTx/>
              <a:buSzTx/>
              <a:buFontTx/>
              <a:buNone/>
              <a:defRPr/>
            </a:pPr>
            <a:r>
              <a:rPr lang="zh-CN" altLang="en-US" sz="1400">
                <a:solidFill>
                  <a:schemeClr val="bg2">
                    <a:lumMod val="50000"/>
                  </a:schemeClr>
                </a:solidFill>
                <a:effectLst>
                  <a:outerShdw blurRad="38100" dist="38100" dir="2700000" algn="tl">
                    <a:srgbClr val="C0C0C0"/>
                  </a:outerShdw>
                </a:effectLst>
                <a:latin typeface="微软雅黑" panose="020B0503020204020204" pitchFamily="34" charset="-122"/>
                <a:ea typeface="微软雅黑" panose="020B0503020204020204" pitchFamily="34" charset="-122"/>
                <a:sym typeface="+mn-ea"/>
              </a:rPr>
              <a:t>元数据应用</a:t>
            </a:r>
            <a:endParaRPr lang="zh-CN" altLang="en-US" sz="1400">
              <a:solidFill>
                <a:schemeClr val="bg2">
                  <a:lumMod val="50000"/>
                </a:schemeClr>
              </a:solidFill>
              <a:effectLst>
                <a:outerShdw blurRad="38100" dist="38100" dir="2700000" algn="tl">
                  <a:srgbClr val="C0C0C0"/>
                </a:outerShdw>
              </a:effectLst>
              <a:latin typeface="微软雅黑" panose="020B0503020204020204" pitchFamily="34" charset="-122"/>
              <a:ea typeface="微软雅黑" panose="020B0503020204020204" pitchFamily="34" charset="-122"/>
              <a:sym typeface="+mn-ea"/>
            </a:endParaRPr>
          </a:p>
        </p:txBody>
      </p:sp>
      <p:sp>
        <p:nvSpPr>
          <p:cNvPr id="15" name="AutoShape 21"/>
          <p:cNvSpPr>
            <a:spLocks noChangeArrowheads="1"/>
          </p:cNvSpPr>
          <p:nvPr>
            <p:custDataLst>
              <p:tags r:id="rId9"/>
            </p:custDataLst>
          </p:nvPr>
        </p:nvSpPr>
        <p:spPr bwMode="auto">
          <a:xfrm>
            <a:off x="4615180" y="4001135"/>
            <a:ext cx="534670" cy="353060"/>
          </a:xfrm>
          <a:custGeom>
            <a:avLst/>
            <a:gdLst>
              <a:gd name="T0" fmla="*/ 0 w 21600"/>
              <a:gd name="T1" fmla="*/ 0 h 21600"/>
              <a:gd name="T2" fmla="*/ 0 w 21600"/>
              <a:gd name="T3" fmla="*/ 0 h 21600"/>
              <a:gd name="T4" fmla="*/ 0 w 21600"/>
              <a:gd name="T5" fmla="*/ 0 h 21600"/>
              <a:gd name="T6" fmla="*/ 0 w 21600"/>
              <a:gd name="T7" fmla="*/ 0 h 21600"/>
              <a:gd name="T8" fmla="*/ 17694720 60000 65536"/>
              <a:gd name="T9" fmla="*/ 11796480 60000 65536"/>
              <a:gd name="T10" fmla="*/ 5898240 60000 65536"/>
              <a:gd name="T11" fmla="*/ 0 60000 65536"/>
              <a:gd name="T12" fmla="*/ 3415 w 21600"/>
              <a:gd name="T13" fmla="*/ 5465 h 21600"/>
              <a:gd name="T14" fmla="*/ 18900 w 21600"/>
              <a:gd name="T15" fmla="*/ 16135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gradFill rotWithShape="0">
            <a:gsLst>
              <a:gs pos="0">
                <a:schemeClr val="accent1"/>
              </a:gs>
              <a:gs pos="100000">
                <a:schemeClr val="accent2"/>
              </a:gs>
            </a:gsLst>
            <a:lin ang="0" scaled="1"/>
          </a:gradFill>
          <a:ln w="12700" cap="rnd">
            <a:solidFill>
              <a:schemeClr val="tx1"/>
            </a:solidFill>
            <a:miter lim="800000"/>
          </a:ln>
          <a:effectLst/>
          <a:extLst>
            <a:ext uri="{AF507438-7753-43E0-B8FC-AC1667EBCBE1}">
              <a14:hiddenEffects xmlns:a14="http://schemas.microsoft.com/office/drawing/2010/main">
                <a:effectLst>
                  <a:outerShdw dist="107763" dir="2700000" algn="ctr" rotWithShape="0">
                    <a:srgbClr val="808080"/>
                  </a:outerShdw>
                </a:effectLst>
              </a14:hiddenEffects>
            </a:ext>
          </a:extLst>
        </p:spPr>
        <p:txBody>
          <a:bodyPr wrap="none" anchor="ctr"/>
          <a:lstStyle/>
          <a:p>
            <a:endParaRPr lang="zh-CN" altLang="en-US">
              <a:solidFill>
                <a:schemeClr val="tx1"/>
              </a:solidFill>
              <a:latin typeface="微软雅黑" panose="020B0503020204020204" pitchFamily="34" charset="-122"/>
              <a:ea typeface="微软雅黑" panose="020B0503020204020204" pitchFamily="34" charset="-122"/>
            </a:endParaRPr>
          </a:p>
        </p:txBody>
      </p:sp>
      <p:sp>
        <p:nvSpPr>
          <p:cNvPr id="16" name="Rectangle 22"/>
          <p:cNvSpPr>
            <a:spLocks noChangeArrowheads="1"/>
          </p:cNvSpPr>
          <p:nvPr>
            <p:custDataLst>
              <p:tags r:id="rId10"/>
            </p:custDataLst>
          </p:nvPr>
        </p:nvSpPr>
        <p:spPr bwMode="auto">
          <a:xfrm>
            <a:off x="6330315" y="2580005"/>
            <a:ext cx="2208530" cy="3067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eaLnBrk="0" hangingPunct="0">
              <a:spcBef>
                <a:spcPct val="20000"/>
              </a:spcBef>
              <a:buFont typeface="Wingdings" panose="05000000000000000000" pitchFamily="2" charset="2"/>
              <a:buChar char="q"/>
              <a:defRPr sz="2800" b="1">
                <a:solidFill>
                  <a:schemeClr val="tx1"/>
                </a:solidFill>
                <a:latin typeface="Arial" panose="020B0604020202020204" pitchFamily="34" charset="0"/>
                <a:ea typeface="华文细黑" panose="02010600040101010101" pitchFamily="2" charset="-122"/>
              </a:defRPr>
            </a:lvl1pPr>
            <a:lvl2pPr marL="742950" indent="-285750" eaLnBrk="0" hangingPunct="0">
              <a:spcBef>
                <a:spcPct val="20000"/>
              </a:spcBef>
              <a:buSzPct val="75000"/>
              <a:buFont typeface="Wingdings" panose="05000000000000000000" pitchFamily="2" charset="2"/>
              <a:buChar char="Ø"/>
              <a:defRPr sz="2800">
                <a:solidFill>
                  <a:schemeClr val="tx1"/>
                </a:solidFill>
                <a:latin typeface="Arial" panose="020B0604020202020204" pitchFamily="34" charset="0"/>
                <a:ea typeface="华文细黑" panose="0201060004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华文细黑" panose="02010600040101010101" pitchFamily="2" charset="-122"/>
              </a:defRPr>
            </a:lvl3pPr>
            <a:lvl4pPr marL="1600200" indent="-228600" eaLnBrk="0" hangingPunct="0">
              <a:spcBef>
                <a:spcPct val="20000"/>
              </a:spcBef>
              <a:buChar char="–"/>
              <a:defRPr>
                <a:solidFill>
                  <a:schemeClr val="tx1"/>
                </a:solidFill>
                <a:latin typeface="Arial" panose="020B0604020202020204" pitchFamily="34" charset="0"/>
                <a:ea typeface="华文细黑" panose="02010600040101010101" pitchFamily="2" charset="-122"/>
              </a:defRPr>
            </a:lvl4pPr>
            <a:lvl5pPr marL="2057400" indent="-228600" eaLnBrk="0" hangingPunct="0">
              <a:spcBef>
                <a:spcPct val="20000"/>
              </a:spcBef>
              <a:buClr>
                <a:schemeClr val="tx2"/>
              </a:buClr>
              <a:buChar char="o"/>
              <a:defRPr sz="1600">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20000"/>
              </a:spcBef>
              <a:spcAft>
                <a:spcPct val="0"/>
              </a:spcAft>
              <a:buClr>
                <a:schemeClr val="tx2"/>
              </a:buClr>
              <a:buChar char="o"/>
              <a:defRPr sz="1600">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20000"/>
              </a:spcBef>
              <a:spcAft>
                <a:spcPct val="0"/>
              </a:spcAft>
              <a:buClr>
                <a:schemeClr val="tx2"/>
              </a:buClr>
              <a:buChar char="o"/>
              <a:defRPr sz="1600">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20000"/>
              </a:spcBef>
              <a:spcAft>
                <a:spcPct val="0"/>
              </a:spcAft>
              <a:buClr>
                <a:schemeClr val="tx2"/>
              </a:buClr>
              <a:buChar char="o"/>
              <a:defRPr sz="1600">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20000"/>
              </a:spcBef>
              <a:spcAft>
                <a:spcPct val="0"/>
              </a:spcAft>
              <a:buClr>
                <a:schemeClr val="tx2"/>
              </a:buClr>
              <a:buChar char="o"/>
              <a:defRPr sz="1600">
                <a:solidFill>
                  <a:schemeClr val="tx1"/>
                </a:solidFill>
                <a:latin typeface="Arial" panose="020B0604020202020204" pitchFamily="34" charset="0"/>
                <a:ea typeface="华文细黑" panose="02010600040101010101" pitchFamily="2" charset="-122"/>
              </a:defRPr>
            </a:lvl9pPr>
          </a:lstStyle>
          <a:p>
            <a:pPr algn="ctr">
              <a:spcBef>
                <a:spcPct val="0"/>
              </a:spcBef>
              <a:buFontTx/>
              <a:buNone/>
            </a:pPr>
            <a:r>
              <a:rPr lang="zh-CN" altLang="en-US" sz="1400">
                <a:solidFill>
                  <a:schemeClr val="bg2">
                    <a:lumMod val="50000"/>
                  </a:schemeClr>
                </a:solidFill>
                <a:latin typeface="微软雅黑" panose="020B0503020204020204" pitchFamily="34" charset="-122"/>
                <a:ea typeface="微软雅黑" panose="020B0503020204020204" pitchFamily="34" charset="-122"/>
              </a:rPr>
              <a:t>元数据提供</a:t>
            </a:r>
            <a:endParaRPr lang="zh-CN" altLang="en-US" sz="1400">
              <a:solidFill>
                <a:schemeClr val="bg2">
                  <a:lumMod val="50000"/>
                </a:schemeClr>
              </a:solidFill>
              <a:latin typeface="微软雅黑" panose="020B0503020204020204" pitchFamily="34" charset="-122"/>
              <a:ea typeface="微软雅黑" panose="020B0503020204020204" pitchFamily="34" charset="-122"/>
            </a:endParaRPr>
          </a:p>
        </p:txBody>
      </p:sp>
      <p:sp>
        <p:nvSpPr>
          <p:cNvPr id="17" name="Rectangle 23"/>
          <p:cNvSpPr>
            <a:spLocks noChangeArrowheads="1"/>
          </p:cNvSpPr>
          <p:nvPr>
            <p:custDataLst>
              <p:tags r:id="rId11"/>
            </p:custDataLst>
          </p:nvPr>
        </p:nvSpPr>
        <p:spPr bwMode="auto">
          <a:xfrm>
            <a:off x="7340600" y="3845560"/>
            <a:ext cx="202565" cy="726440"/>
          </a:xfrm>
          <a:prstGeom prst="rect">
            <a:avLst/>
          </a:prstGeom>
          <a:solidFill>
            <a:schemeClr val="accent5"/>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oAutofit/>
          </a:bodyPr>
          <a:lstStyle>
            <a:lvl1pPr eaLnBrk="0" hangingPunct="0">
              <a:spcBef>
                <a:spcPct val="20000"/>
              </a:spcBef>
              <a:buFont typeface="Wingdings" panose="05000000000000000000" pitchFamily="2" charset="2"/>
              <a:buChar char="q"/>
              <a:defRPr sz="2800" b="1">
                <a:solidFill>
                  <a:schemeClr val="tx1"/>
                </a:solidFill>
                <a:latin typeface="Arial" panose="020B0604020202020204" pitchFamily="34" charset="0"/>
                <a:ea typeface="华文细黑" panose="02010600040101010101" pitchFamily="2" charset="-122"/>
              </a:defRPr>
            </a:lvl1pPr>
            <a:lvl2pPr marL="742950" indent="-285750" eaLnBrk="0" hangingPunct="0">
              <a:spcBef>
                <a:spcPct val="20000"/>
              </a:spcBef>
              <a:buSzPct val="75000"/>
              <a:buFont typeface="Wingdings" panose="05000000000000000000" pitchFamily="2" charset="2"/>
              <a:buChar char="Ø"/>
              <a:defRPr sz="2800">
                <a:solidFill>
                  <a:schemeClr val="tx1"/>
                </a:solidFill>
                <a:latin typeface="Arial" panose="020B0604020202020204" pitchFamily="34" charset="0"/>
                <a:ea typeface="华文细黑" panose="0201060004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华文细黑" panose="02010600040101010101" pitchFamily="2" charset="-122"/>
              </a:defRPr>
            </a:lvl3pPr>
            <a:lvl4pPr marL="1600200" indent="-228600" eaLnBrk="0" hangingPunct="0">
              <a:spcBef>
                <a:spcPct val="20000"/>
              </a:spcBef>
              <a:buChar char="–"/>
              <a:defRPr>
                <a:solidFill>
                  <a:schemeClr val="tx1"/>
                </a:solidFill>
                <a:latin typeface="Arial" panose="020B0604020202020204" pitchFamily="34" charset="0"/>
                <a:ea typeface="华文细黑" panose="02010600040101010101" pitchFamily="2" charset="-122"/>
              </a:defRPr>
            </a:lvl4pPr>
            <a:lvl5pPr marL="2057400" indent="-228600" eaLnBrk="0" hangingPunct="0">
              <a:spcBef>
                <a:spcPct val="20000"/>
              </a:spcBef>
              <a:buClr>
                <a:schemeClr val="tx2"/>
              </a:buClr>
              <a:buChar char="o"/>
              <a:defRPr sz="1600">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20000"/>
              </a:spcBef>
              <a:spcAft>
                <a:spcPct val="0"/>
              </a:spcAft>
              <a:buClr>
                <a:schemeClr val="tx2"/>
              </a:buClr>
              <a:buChar char="o"/>
              <a:defRPr sz="1600">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20000"/>
              </a:spcBef>
              <a:spcAft>
                <a:spcPct val="0"/>
              </a:spcAft>
              <a:buClr>
                <a:schemeClr val="tx2"/>
              </a:buClr>
              <a:buChar char="o"/>
              <a:defRPr sz="1600">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20000"/>
              </a:spcBef>
              <a:spcAft>
                <a:spcPct val="0"/>
              </a:spcAft>
              <a:buClr>
                <a:schemeClr val="tx2"/>
              </a:buClr>
              <a:buChar char="o"/>
              <a:defRPr sz="1600">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20000"/>
              </a:spcBef>
              <a:spcAft>
                <a:spcPct val="0"/>
              </a:spcAft>
              <a:buClr>
                <a:schemeClr val="tx2"/>
              </a:buClr>
              <a:buChar char="o"/>
              <a:defRPr sz="1600">
                <a:solidFill>
                  <a:schemeClr val="tx1"/>
                </a:solidFill>
                <a:latin typeface="Arial" panose="020B0604020202020204" pitchFamily="34" charset="0"/>
                <a:ea typeface="华文细黑" panose="02010600040101010101" pitchFamily="2" charset="-122"/>
              </a:defRPr>
            </a:lvl9pPr>
          </a:lstStyle>
          <a:p>
            <a:pPr eaLnBrk="1" hangingPunct="1">
              <a:spcBef>
                <a:spcPct val="0"/>
              </a:spcBef>
              <a:buFontTx/>
              <a:buNone/>
            </a:pPr>
            <a:endParaRPr lang="en-US" altLang="zh-CN" sz="1100">
              <a:solidFill>
                <a:schemeClr val="tx1"/>
              </a:solidFill>
              <a:latin typeface="微软雅黑" panose="020B0503020204020204" pitchFamily="34" charset="-122"/>
              <a:ea typeface="微软雅黑" panose="020B0503020204020204" pitchFamily="34" charset="-122"/>
            </a:endParaRPr>
          </a:p>
        </p:txBody>
      </p:sp>
      <p:sp>
        <p:nvSpPr>
          <p:cNvPr id="18" name="AutoShape 24"/>
          <p:cNvSpPr>
            <a:spLocks noChangeArrowheads="1"/>
          </p:cNvSpPr>
          <p:nvPr>
            <p:custDataLst>
              <p:tags r:id="rId12"/>
            </p:custDataLst>
          </p:nvPr>
        </p:nvSpPr>
        <p:spPr bwMode="auto">
          <a:xfrm>
            <a:off x="6635115" y="3989070"/>
            <a:ext cx="532765" cy="356235"/>
          </a:xfrm>
          <a:custGeom>
            <a:avLst/>
            <a:gdLst>
              <a:gd name="T0" fmla="*/ 0 w 21600"/>
              <a:gd name="T1" fmla="*/ 0 h 21600"/>
              <a:gd name="T2" fmla="*/ 0 w 21600"/>
              <a:gd name="T3" fmla="*/ 0 h 21600"/>
              <a:gd name="T4" fmla="*/ 0 w 21600"/>
              <a:gd name="T5" fmla="*/ 0 h 21600"/>
              <a:gd name="T6" fmla="*/ 0 w 21600"/>
              <a:gd name="T7" fmla="*/ 0 h 21600"/>
              <a:gd name="T8" fmla="*/ 17694720 60000 65536"/>
              <a:gd name="T9" fmla="*/ 11796480 60000 65536"/>
              <a:gd name="T10" fmla="*/ 5898240 60000 65536"/>
              <a:gd name="T11" fmla="*/ 0 60000 65536"/>
              <a:gd name="T12" fmla="*/ 3348 w 21600"/>
              <a:gd name="T13" fmla="*/ 5465 h 21600"/>
              <a:gd name="T14" fmla="*/ 18890 w 21600"/>
              <a:gd name="T15" fmla="*/ 16135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gradFill rotWithShape="0">
            <a:gsLst>
              <a:gs pos="0">
                <a:schemeClr val="accent1"/>
              </a:gs>
              <a:gs pos="100000">
                <a:schemeClr val="accent2"/>
              </a:gs>
            </a:gsLst>
            <a:lin ang="0" scaled="1"/>
          </a:gradFill>
          <a:ln w="12700" cap="rnd">
            <a:solidFill>
              <a:schemeClr val="tx1"/>
            </a:solidFill>
            <a:miter lim="800000"/>
          </a:ln>
          <a:effectLst/>
          <a:extLst>
            <a:ext uri="{AF507438-7753-43E0-B8FC-AC1667EBCBE1}">
              <a14:hiddenEffects xmlns:a14="http://schemas.microsoft.com/office/drawing/2010/main">
                <a:effectLst>
                  <a:outerShdw dist="107763" dir="2700000" algn="ctr" rotWithShape="0">
                    <a:srgbClr val="808080"/>
                  </a:outerShdw>
                </a:effectLst>
              </a14:hiddenEffects>
            </a:ext>
          </a:extLst>
        </p:spPr>
        <p:txBody>
          <a:bodyPr wrap="none" anchor="ctr"/>
          <a:lstStyle/>
          <a:p>
            <a:endParaRPr lang="zh-CN" altLang="en-US">
              <a:solidFill>
                <a:schemeClr val="tx1"/>
              </a:solidFill>
              <a:latin typeface="微软雅黑" panose="020B0503020204020204" pitchFamily="34" charset="-122"/>
              <a:ea typeface="微软雅黑" panose="020B0503020204020204" pitchFamily="34" charset="-122"/>
            </a:endParaRPr>
          </a:p>
        </p:txBody>
      </p:sp>
      <p:sp>
        <p:nvSpPr>
          <p:cNvPr id="19" name="Rectangle 25"/>
          <p:cNvSpPr>
            <a:spLocks noChangeArrowheads="1"/>
          </p:cNvSpPr>
          <p:nvPr>
            <p:custDataLst>
              <p:tags r:id="rId13"/>
            </p:custDataLst>
          </p:nvPr>
        </p:nvSpPr>
        <p:spPr bwMode="auto">
          <a:xfrm>
            <a:off x="1080770" y="2588260"/>
            <a:ext cx="1920240" cy="3067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eaLnBrk="0" hangingPunct="0">
              <a:spcBef>
                <a:spcPct val="20000"/>
              </a:spcBef>
              <a:buFont typeface="Wingdings" panose="05000000000000000000" pitchFamily="2" charset="2"/>
              <a:buChar char="q"/>
              <a:defRPr sz="2800" b="1">
                <a:solidFill>
                  <a:schemeClr val="tx1"/>
                </a:solidFill>
                <a:latin typeface="Arial" panose="020B0604020202020204" pitchFamily="34" charset="0"/>
                <a:ea typeface="华文细黑" panose="02010600040101010101" pitchFamily="2" charset="-122"/>
              </a:defRPr>
            </a:lvl1pPr>
            <a:lvl2pPr marL="742950" indent="-285750" eaLnBrk="0" hangingPunct="0">
              <a:spcBef>
                <a:spcPct val="20000"/>
              </a:spcBef>
              <a:buSzPct val="75000"/>
              <a:buFont typeface="Wingdings" panose="05000000000000000000" pitchFamily="2" charset="2"/>
              <a:buChar char="Ø"/>
              <a:defRPr sz="2800">
                <a:solidFill>
                  <a:schemeClr val="tx1"/>
                </a:solidFill>
                <a:latin typeface="Arial" panose="020B0604020202020204" pitchFamily="34" charset="0"/>
                <a:ea typeface="华文细黑" panose="0201060004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华文细黑" panose="0201060004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华文细黑" panose="02010600040101010101" pitchFamily="2" charset="-122"/>
              </a:defRPr>
            </a:lvl4pPr>
            <a:lvl5pPr marL="2057400" indent="-228600" eaLnBrk="0" hangingPunct="0">
              <a:spcBef>
                <a:spcPct val="20000"/>
              </a:spcBef>
              <a:buClr>
                <a:schemeClr val="tx2"/>
              </a:buClr>
              <a:buChar char="o"/>
              <a:defRPr sz="1600">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20000"/>
              </a:spcBef>
              <a:spcAft>
                <a:spcPct val="0"/>
              </a:spcAft>
              <a:buClr>
                <a:schemeClr val="tx2"/>
              </a:buClr>
              <a:buChar char="o"/>
              <a:defRPr sz="1600">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20000"/>
              </a:spcBef>
              <a:spcAft>
                <a:spcPct val="0"/>
              </a:spcAft>
              <a:buClr>
                <a:schemeClr val="tx2"/>
              </a:buClr>
              <a:buChar char="o"/>
              <a:defRPr sz="1600">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20000"/>
              </a:spcBef>
              <a:spcAft>
                <a:spcPct val="0"/>
              </a:spcAft>
              <a:buClr>
                <a:schemeClr val="tx2"/>
              </a:buClr>
              <a:buChar char="o"/>
              <a:defRPr sz="1600">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20000"/>
              </a:spcBef>
              <a:spcAft>
                <a:spcPct val="0"/>
              </a:spcAft>
              <a:buClr>
                <a:schemeClr val="tx2"/>
              </a:buClr>
              <a:buChar char="o"/>
              <a:defRPr sz="1600">
                <a:solidFill>
                  <a:schemeClr val="tx1"/>
                </a:solidFill>
                <a:latin typeface="Arial" panose="020B0604020202020204" pitchFamily="34" charset="0"/>
                <a:ea typeface="华文细黑" panose="02010600040101010101" pitchFamily="2" charset="-122"/>
              </a:defRPr>
            </a:lvl9pPr>
          </a:lstStyle>
          <a:p>
            <a:pPr>
              <a:spcBef>
                <a:spcPct val="0"/>
              </a:spcBef>
              <a:buFontTx/>
              <a:buNone/>
              <a:defRPr/>
            </a:pPr>
            <a:r>
              <a:rPr lang="zh-CN" altLang="en-US" sz="1400">
                <a:solidFill>
                  <a:schemeClr val="bg2">
                    <a:lumMod val="50000"/>
                  </a:schemeClr>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元数据创建</a:t>
            </a:r>
            <a:endParaRPr lang="zh-CN" altLang="en-US" sz="1400">
              <a:solidFill>
                <a:schemeClr val="bg2">
                  <a:lumMod val="50000"/>
                </a:schemeClr>
              </a:solidFill>
              <a:effectLst>
                <a:outerShdw blurRad="38100" dist="38100" dir="2700000" algn="tl">
                  <a:srgbClr val="C0C0C0"/>
                </a:outerShdw>
              </a:effectLst>
              <a:latin typeface="微软雅黑" panose="020B0503020204020204" pitchFamily="34" charset="-122"/>
              <a:ea typeface="微软雅黑" panose="020B0503020204020204" pitchFamily="34" charset="-122"/>
            </a:endParaRPr>
          </a:p>
        </p:txBody>
      </p:sp>
      <p:grpSp>
        <p:nvGrpSpPr>
          <p:cNvPr id="20" name="Group 26"/>
          <p:cNvGrpSpPr/>
          <p:nvPr/>
        </p:nvGrpSpPr>
        <p:grpSpPr bwMode="auto">
          <a:xfrm rot="0">
            <a:off x="610235" y="3616960"/>
            <a:ext cx="2262505" cy="451485"/>
            <a:chOff x="-3" y="2352"/>
            <a:chExt cx="1028" cy="305"/>
          </a:xfrm>
        </p:grpSpPr>
        <p:sp>
          <p:nvSpPr>
            <p:cNvPr id="21" name="Rectangle 27"/>
            <p:cNvSpPr>
              <a:spLocks noChangeArrowheads="1"/>
            </p:cNvSpPr>
            <p:nvPr>
              <p:custDataLst>
                <p:tags r:id="rId14"/>
              </p:custDataLst>
            </p:nvPr>
          </p:nvSpPr>
          <p:spPr bwMode="auto">
            <a:xfrm>
              <a:off x="-3" y="2352"/>
              <a:ext cx="1028" cy="1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eaLnBrk="0" hangingPunct="0">
                <a:spcBef>
                  <a:spcPct val="20000"/>
                </a:spcBef>
                <a:buFont typeface="Wingdings" panose="05000000000000000000" pitchFamily="2" charset="2"/>
                <a:buChar char="q"/>
                <a:defRPr sz="2800" b="1">
                  <a:solidFill>
                    <a:schemeClr val="tx1"/>
                  </a:solidFill>
                  <a:latin typeface="Arial" panose="020B0604020202020204" pitchFamily="34" charset="0"/>
                  <a:ea typeface="华文细黑" panose="02010600040101010101" pitchFamily="2" charset="-122"/>
                </a:defRPr>
              </a:lvl1pPr>
              <a:lvl2pPr marL="742950" indent="-285750" eaLnBrk="0" hangingPunct="0">
                <a:spcBef>
                  <a:spcPct val="20000"/>
                </a:spcBef>
                <a:buSzPct val="75000"/>
                <a:buFont typeface="Wingdings" panose="05000000000000000000" pitchFamily="2" charset="2"/>
                <a:buChar char="Ø"/>
                <a:defRPr sz="2800">
                  <a:solidFill>
                    <a:schemeClr val="tx1"/>
                  </a:solidFill>
                  <a:latin typeface="Arial" panose="020B0604020202020204" pitchFamily="34" charset="0"/>
                  <a:ea typeface="华文细黑" panose="0201060004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华文细黑" panose="02010600040101010101" pitchFamily="2" charset="-122"/>
                </a:defRPr>
              </a:lvl3pPr>
              <a:lvl4pPr marL="1600200" indent="-228600" eaLnBrk="0" hangingPunct="0">
                <a:spcBef>
                  <a:spcPct val="20000"/>
                </a:spcBef>
                <a:buChar char="–"/>
                <a:defRPr>
                  <a:solidFill>
                    <a:schemeClr val="tx1"/>
                  </a:solidFill>
                  <a:latin typeface="Arial" panose="020B0604020202020204" pitchFamily="34" charset="0"/>
                  <a:ea typeface="华文细黑" panose="02010600040101010101" pitchFamily="2" charset="-122"/>
                </a:defRPr>
              </a:lvl4pPr>
              <a:lvl5pPr marL="2057400" indent="-228600" eaLnBrk="0" hangingPunct="0">
                <a:spcBef>
                  <a:spcPct val="20000"/>
                </a:spcBef>
                <a:buClr>
                  <a:schemeClr val="tx2"/>
                </a:buClr>
                <a:buChar char="o"/>
                <a:defRPr sz="1600">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20000"/>
                </a:spcBef>
                <a:spcAft>
                  <a:spcPct val="0"/>
                </a:spcAft>
                <a:buClr>
                  <a:schemeClr val="tx2"/>
                </a:buClr>
                <a:buChar char="o"/>
                <a:defRPr sz="1600">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20000"/>
                </a:spcBef>
                <a:spcAft>
                  <a:spcPct val="0"/>
                </a:spcAft>
                <a:buClr>
                  <a:schemeClr val="tx2"/>
                </a:buClr>
                <a:buChar char="o"/>
                <a:defRPr sz="1600">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20000"/>
                </a:spcBef>
                <a:spcAft>
                  <a:spcPct val="0"/>
                </a:spcAft>
                <a:buClr>
                  <a:schemeClr val="tx2"/>
                </a:buClr>
                <a:buChar char="o"/>
                <a:defRPr sz="1600">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20000"/>
                </a:spcBef>
                <a:spcAft>
                  <a:spcPct val="0"/>
                </a:spcAft>
                <a:buClr>
                  <a:schemeClr val="tx2"/>
                </a:buClr>
                <a:buChar char="o"/>
                <a:defRPr sz="1600">
                  <a:solidFill>
                    <a:schemeClr val="tx1"/>
                  </a:solidFill>
                  <a:latin typeface="Arial" panose="020B0604020202020204" pitchFamily="34" charset="0"/>
                  <a:ea typeface="华文细黑" panose="02010600040101010101" pitchFamily="2" charset="-122"/>
                </a:defRPr>
              </a:lvl9pPr>
            </a:lstStyle>
            <a:p>
              <a:pPr>
                <a:spcBef>
                  <a:spcPct val="0"/>
                </a:spcBef>
                <a:buFontTx/>
                <a:buNone/>
              </a:pPr>
              <a:r>
                <a:rPr lang="en-US" altLang="en-US" sz="1200">
                  <a:solidFill>
                    <a:schemeClr val="tx1"/>
                  </a:solidFill>
                  <a:latin typeface="微软雅黑" panose="020B0503020204020204" pitchFamily="34" charset="-122"/>
                  <a:ea typeface="微软雅黑" panose="020B0503020204020204" pitchFamily="34" charset="-122"/>
                </a:rPr>
                <a:t>Application Specs</a:t>
              </a:r>
              <a:endParaRPr lang="en-US" altLang="en-US" sz="1200">
                <a:solidFill>
                  <a:schemeClr val="tx1"/>
                </a:solidFill>
                <a:latin typeface="微软雅黑" panose="020B0503020204020204" pitchFamily="34" charset="-122"/>
                <a:ea typeface="微软雅黑" panose="020B0503020204020204" pitchFamily="34" charset="-122"/>
              </a:endParaRPr>
            </a:p>
          </p:txBody>
        </p:sp>
        <p:sp>
          <p:nvSpPr>
            <p:cNvPr id="22" name="AutoShape 28"/>
            <p:cNvSpPr>
              <a:spLocks noChangeArrowheads="1"/>
            </p:cNvSpPr>
            <p:nvPr>
              <p:custDataLst>
                <p:tags r:id="rId15"/>
              </p:custDataLst>
            </p:nvPr>
          </p:nvSpPr>
          <p:spPr bwMode="auto">
            <a:xfrm>
              <a:off x="811" y="2425"/>
              <a:ext cx="214" cy="232"/>
            </a:xfrm>
            <a:prstGeom prst="flowChartPunchedCard">
              <a:avLst/>
            </a:prstGeom>
            <a:solidFill>
              <a:schemeClr val="accent3"/>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spcBef>
                  <a:spcPct val="20000"/>
                </a:spcBef>
                <a:buFont typeface="Wingdings" panose="05000000000000000000" pitchFamily="2" charset="2"/>
                <a:buChar char="q"/>
                <a:defRPr sz="2800" b="1">
                  <a:solidFill>
                    <a:schemeClr val="tx1"/>
                  </a:solidFill>
                  <a:latin typeface="Arial" panose="020B0604020202020204" pitchFamily="34" charset="0"/>
                  <a:ea typeface="华文细黑" panose="02010600040101010101" pitchFamily="2" charset="-122"/>
                </a:defRPr>
              </a:lvl1pPr>
              <a:lvl2pPr marL="742950" indent="-285750" eaLnBrk="0" hangingPunct="0">
                <a:spcBef>
                  <a:spcPct val="20000"/>
                </a:spcBef>
                <a:buSzPct val="75000"/>
                <a:buFont typeface="Wingdings" panose="05000000000000000000" pitchFamily="2" charset="2"/>
                <a:buChar char="Ø"/>
                <a:defRPr sz="2800">
                  <a:solidFill>
                    <a:schemeClr val="tx1"/>
                  </a:solidFill>
                  <a:latin typeface="Arial" panose="020B0604020202020204" pitchFamily="34" charset="0"/>
                  <a:ea typeface="华文细黑" panose="0201060004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华文细黑" panose="02010600040101010101" pitchFamily="2" charset="-122"/>
                </a:defRPr>
              </a:lvl3pPr>
              <a:lvl4pPr marL="1600200" indent="-228600" eaLnBrk="0" hangingPunct="0">
                <a:spcBef>
                  <a:spcPct val="20000"/>
                </a:spcBef>
                <a:buChar char="–"/>
                <a:defRPr>
                  <a:solidFill>
                    <a:schemeClr val="tx1"/>
                  </a:solidFill>
                  <a:latin typeface="Arial" panose="020B0604020202020204" pitchFamily="34" charset="0"/>
                  <a:ea typeface="华文细黑" panose="02010600040101010101" pitchFamily="2" charset="-122"/>
                </a:defRPr>
              </a:lvl4pPr>
              <a:lvl5pPr marL="2057400" indent="-228600" eaLnBrk="0" hangingPunct="0">
                <a:spcBef>
                  <a:spcPct val="20000"/>
                </a:spcBef>
                <a:buClr>
                  <a:schemeClr val="tx2"/>
                </a:buClr>
                <a:buChar char="o"/>
                <a:defRPr sz="1600">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20000"/>
                </a:spcBef>
                <a:spcAft>
                  <a:spcPct val="0"/>
                </a:spcAft>
                <a:buClr>
                  <a:schemeClr val="tx2"/>
                </a:buClr>
                <a:buChar char="o"/>
                <a:defRPr sz="1600">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20000"/>
                </a:spcBef>
                <a:spcAft>
                  <a:spcPct val="0"/>
                </a:spcAft>
                <a:buClr>
                  <a:schemeClr val="tx2"/>
                </a:buClr>
                <a:buChar char="o"/>
                <a:defRPr sz="1600">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20000"/>
                </a:spcBef>
                <a:spcAft>
                  <a:spcPct val="0"/>
                </a:spcAft>
                <a:buClr>
                  <a:schemeClr val="tx2"/>
                </a:buClr>
                <a:buChar char="o"/>
                <a:defRPr sz="1600">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20000"/>
                </a:spcBef>
                <a:spcAft>
                  <a:spcPct val="0"/>
                </a:spcAft>
                <a:buClr>
                  <a:schemeClr val="tx2"/>
                </a:buClr>
                <a:buChar char="o"/>
                <a:defRPr sz="1600">
                  <a:solidFill>
                    <a:schemeClr val="tx1"/>
                  </a:solidFill>
                  <a:latin typeface="Arial" panose="020B0604020202020204" pitchFamily="34" charset="0"/>
                  <a:ea typeface="华文细黑" panose="02010600040101010101" pitchFamily="2" charset="-122"/>
                </a:defRPr>
              </a:lvl9pPr>
            </a:lstStyle>
            <a:p>
              <a:pPr eaLnBrk="1" hangingPunct="1">
                <a:spcBef>
                  <a:spcPct val="0"/>
                </a:spcBef>
                <a:buFontTx/>
                <a:buNone/>
              </a:pPr>
              <a:endParaRPr lang="en-US" altLang="zh-CN" sz="1200">
                <a:solidFill>
                  <a:schemeClr val="bg1"/>
                </a:solidFill>
                <a:latin typeface="微软雅黑" panose="020B0503020204020204" pitchFamily="34" charset="-122"/>
                <a:ea typeface="微软雅黑" panose="020B0503020204020204" pitchFamily="34" charset="-122"/>
              </a:endParaRPr>
            </a:p>
          </p:txBody>
        </p:sp>
      </p:grpSp>
      <p:sp>
        <p:nvSpPr>
          <p:cNvPr id="23" name="Documents"/>
          <p:cNvSpPr>
            <a:spLocks noEditPoints="1" noChangeArrowheads="1"/>
          </p:cNvSpPr>
          <p:nvPr>
            <p:custDataLst>
              <p:tags r:id="rId16"/>
            </p:custDataLst>
          </p:nvPr>
        </p:nvSpPr>
        <p:spPr bwMode="auto">
          <a:xfrm>
            <a:off x="1762125" y="4813935"/>
            <a:ext cx="511175" cy="247650"/>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w 21600"/>
              <a:gd name="T21" fmla="*/ 0 h 21600"/>
              <a:gd name="T22" fmla="*/ 0 w 21600"/>
              <a:gd name="T23" fmla="*/ 0 h 2160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1662 w 21600"/>
              <a:gd name="T37" fmla="*/ 4221 h 21600"/>
              <a:gd name="T38" fmla="*/ 16532 w 21600"/>
              <a:gd name="T39" fmla="*/ 17255 h 2160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1600" h="21600" extrusionOk="0">
                <a:moveTo>
                  <a:pt x="0" y="18014"/>
                </a:moveTo>
                <a:lnTo>
                  <a:pt x="0" y="2800"/>
                </a:lnTo>
                <a:lnTo>
                  <a:pt x="1645" y="2800"/>
                </a:lnTo>
                <a:lnTo>
                  <a:pt x="1645" y="1428"/>
                </a:lnTo>
                <a:lnTo>
                  <a:pt x="3468" y="1428"/>
                </a:lnTo>
                <a:lnTo>
                  <a:pt x="3468" y="0"/>
                </a:lnTo>
                <a:lnTo>
                  <a:pt x="21653" y="0"/>
                </a:lnTo>
                <a:lnTo>
                  <a:pt x="21653" y="18828"/>
                </a:lnTo>
                <a:lnTo>
                  <a:pt x="19954" y="18828"/>
                </a:lnTo>
                <a:lnTo>
                  <a:pt x="19954" y="20214"/>
                </a:lnTo>
                <a:lnTo>
                  <a:pt x="18256" y="20214"/>
                </a:lnTo>
                <a:lnTo>
                  <a:pt x="18256" y="21600"/>
                </a:lnTo>
                <a:lnTo>
                  <a:pt x="4434" y="21600"/>
                </a:lnTo>
                <a:lnTo>
                  <a:pt x="0" y="18014"/>
                </a:lnTo>
                <a:close/>
              </a:path>
              <a:path w="21600" h="21600" extrusionOk="0">
                <a:moveTo>
                  <a:pt x="3486" y="1428"/>
                </a:moveTo>
                <a:lnTo>
                  <a:pt x="19954" y="1428"/>
                </a:lnTo>
                <a:lnTo>
                  <a:pt x="19954" y="20214"/>
                </a:lnTo>
                <a:lnTo>
                  <a:pt x="18256" y="20214"/>
                </a:lnTo>
                <a:lnTo>
                  <a:pt x="18256" y="2800"/>
                </a:lnTo>
                <a:lnTo>
                  <a:pt x="1645" y="2800"/>
                </a:lnTo>
                <a:lnTo>
                  <a:pt x="1645" y="1428"/>
                </a:lnTo>
                <a:lnTo>
                  <a:pt x="3486" y="1428"/>
                </a:lnTo>
                <a:close/>
              </a:path>
              <a:path w="21600" h="21600" extrusionOk="0">
                <a:moveTo>
                  <a:pt x="0" y="18014"/>
                </a:moveTo>
                <a:lnTo>
                  <a:pt x="4434" y="18000"/>
                </a:lnTo>
                <a:lnTo>
                  <a:pt x="4434" y="21600"/>
                </a:lnTo>
                <a:lnTo>
                  <a:pt x="0" y="18014"/>
                </a:lnTo>
                <a:close/>
              </a:path>
            </a:pathLst>
          </a:custGeom>
          <a:solidFill>
            <a:schemeClr val="accent2"/>
          </a:solidFill>
          <a:ln w="9525">
            <a:solidFill>
              <a:srgbClr val="000000"/>
            </a:solidFill>
            <a:miter lim="800000"/>
          </a:ln>
          <a:effectLst>
            <a:outerShdw dist="107763" dir="2700000" algn="ctr" rotWithShape="0">
              <a:srgbClr val="808080"/>
            </a:outerShdw>
          </a:effectLst>
        </p:spPr>
        <p:txBody>
          <a:bodyPr/>
          <a:lstStyle/>
          <a:p>
            <a:endParaRPr lang="zh-CN" altLang="en-US" sz="1200">
              <a:solidFill>
                <a:schemeClr val="tx1"/>
              </a:solidFill>
              <a:latin typeface="微软雅黑" panose="020B0503020204020204" pitchFamily="34" charset="-122"/>
              <a:ea typeface="微软雅黑" panose="020B0503020204020204" pitchFamily="34" charset="-122"/>
            </a:endParaRPr>
          </a:p>
        </p:txBody>
      </p:sp>
      <p:sp>
        <p:nvSpPr>
          <p:cNvPr id="24" name="Rectangle 30"/>
          <p:cNvSpPr>
            <a:spLocks noChangeArrowheads="1"/>
          </p:cNvSpPr>
          <p:nvPr>
            <p:custDataLst>
              <p:tags r:id="rId17"/>
            </p:custDataLst>
          </p:nvPr>
        </p:nvSpPr>
        <p:spPr bwMode="auto">
          <a:xfrm>
            <a:off x="609600" y="4637405"/>
            <a:ext cx="2382520" cy="2298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eaLnBrk="0" hangingPunct="0">
              <a:spcBef>
                <a:spcPct val="20000"/>
              </a:spcBef>
              <a:buFont typeface="Wingdings" panose="05000000000000000000" pitchFamily="2" charset="2"/>
              <a:buChar char="q"/>
              <a:defRPr sz="2800" b="1">
                <a:solidFill>
                  <a:schemeClr val="tx1"/>
                </a:solidFill>
                <a:latin typeface="Arial" panose="020B0604020202020204" pitchFamily="34" charset="0"/>
                <a:ea typeface="华文细黑" panose="02010600040101010101" pitchFamily="2" charset="-122"/>
              </a:defRPr>
            </a:lvl1pPr>
            <a:lvl2pPr marL="742950" indent="-285750" eaLnBrk="0" hangingPunct="0">
              <a:spcBef>
                <a:spcPct val="20000"/>
              </a:spcBef>
              <a:buSzPct val="75000"/>
              <a:buFont typeface="Wingdings" panose="05000000000000000000" pitchFamily="2" charset="2"/>
              <a:buChar char="Ø"/>
              <a:defRPr sz="2800">
                <a:solidFill>
                  <a:schemeClr val="tx1"/>
                </a:solidFill>
                <a:latin typeface="Arial" panose="020B0604020202020204" pitchFamily="34" charset="0"/>
                <a:ea typeface="华文细黑" panose="0201060004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华文细黑" panose="02010600040101010101" pitchFamily="2" charset="-122"/>
              </a:defRPr>
            </a:lvl3pPr>
            <a:lvl4pPr marL="1600200" indent="-228600" eaLnBrk="0" hangingPunct="0">
              <a:spcBef>
                <a:spcPct val="20000"/>
              </a:spcBef>
              <a:buChar char="–"/>
              <a:defRPr>
                <a:solidFill>
                  <a:schemeClr val="tx1"/>
                </a:solidFill>
                <a:latin typeface="Arial" panose="020B0604020202020204" pitchFamily="34" charset="0"/>
                <a:ea typeface="华文细黑" panose="02010600040101010101" pitchFamily="2" charset="-122"/>
              </a:defRPr>
            </a:lvl4pPr>
            <a:lvl5pPr marL="2057400" indent="-228600" eaLnBrk="0" hangingPunct="0">
              <a:spcBef>
                <a:spcPct val="20000"/>
              </a:spcBef>
              <a:buClr>
                <a:schemeClr val="tx2"/>
              </a:buClr>
              <a:buChar char="o"/>
              <a:defRPr sz="1600">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20000"/>
              </a:spcBef>
              <a:spcAft>
                <a:spcPct val="0"/>
              </a:spcAft>
              <a:buClr>
                <a:schemeClr val="tx2"/>
              </a:buClr>
              <a:buChar char="o"/>
              <a:defRPr sz="1600">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20000"/>
              </a:spcBef>
              <a:spcAft>
                <a:spcPct val="0"/>
              </a:spcAft>
              <a:buClr>
                <a:schemeClr val="tx2"/>
              </a:buClr>
              <a:buChar char="o"/>
              <a:defRPr sz="1600">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20000"/>
              </a:spcBef>
              <a:spcAft>
                <a:spcPct val="0"/>
              </a:spcAft>
              <a:buClr>
                <a:schemeClr val="tx2"/>
              </a:buClr>
              <a:buChar char="o"/>
              <a:defRPr sz="1600">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20000"/>
              </a:spcBef>
              <a:spcAft>
                <a:spcPct val="0"/>
              </a:spcAft>
              <a:buClr>
                <a:schemeClr val="tx2"/>
              </a:buClr>
              <a:buChar char="o"/>
              <a:defRPr sz="1600">
                <a:solidFill>
                  <a:schemeClr val="tx1"/>
                </a:solidFill>
                <a:latin typeface="Arial" panose="020B0604020202020204" pitchFamily="34" charset="0"/>
                <a:ea typeface="华文细黑" panose="02010600040101010101" pitchFamily="2" charset="-122"/>
              </a:defRPr>
            </a:lvl9pPr>
          </a:lstStyle>
          <a:p>
            <a:pPr>
              <a:lnSpc>
                <a:spcPct val="75000"/>
              </a:lnSpc>
              <a:spcBef>
                <a:spcPct val="0"/>
              </a:spcBef>
              <a:buFontTx/>
              <a:buNone/>
            </a:pPr>
            <a:r>
              <a:rPr lang="en-US" altLang="en-US" sz="1200">
                <a:solidFill>
                  <a:schemeClr val="tx1"/>
                </a:solidFill>
                <a:latin typeface="微软雅黑" panose="020B0503020204020204" pitchFamily="34" charset="-122"/>
                <a:ea typeface="微软雅黑" panose="020B0503020204020204" pitchFamily="34" charset="-122"/>
              </a:rPr>
              <a:t>Documents and Diagrams</a:t>
            </a:r>
            <a:endParaRPr lang="en-US" altLang="en-US" sz="1200">
              <a:solidFill>
                <a:schemeClr val="tx1"/>
              </a:solidFill>
              <a:latin typeface="微软雅黑" panose="020B0503020204020204" pitchFamily="34" charset="-122"/>
              <a:ea typeface="微软雅黑" panose="020B0503020204020204" pitchFamily="34" charset="-122"/>
            </a:endParaRPr>
          </a:p>
        </p:txBody>
      </p:sp>
      <p:graphicFrame>
        <p:nvGraphicFramePr>
          <p:cNvPr id="25" name="Object 31">
            <a:hlinkClick r:id="" action="ppaction://ole?verb=0"/>
          </p:cNvPr>
          <p:cNvGraphicFramePr/>
          <p:nvPr/>
        </p:nvGraphicFramePr>
        <p:xfrm>
          <a:off x="1695450" y="5417185"/>
          <a:ext cx="789940" cy="331470"/>
        </p:xfrm>
        <a:graphic>
          <a:graphicData uri="http://schemas.openxmlformats.org/presentationml/2006/ole">
            <mc:AlternateContent xmlns:mc="http://schemas.openxmlformats.org/markup-compatibility/2006">
              <mc:Choice xmlns:v="urn:schemas-microsoft-com:vml" Requires="v">
                <p:oleObj spid="_x0000_s4166" name="Microsoft ClipArt Gallery" r:id="rId18" imgW="6148705" imgH="5129530" progId="">
                  <p:embed/>
                </p:oleObj>
              </mc:Choice>
              <mc:Fallback>
                <p:oleObj name="Microsoft ClipArt Gallery" r:id="rId18" imgW="6148705" imgH="5129530" progId="">
                  <p:embed/>
                  <p:pic>
                    <p:nvPicPr>
                      <p:cNvPr id="0" name="Object 31">
                        <a:hlinkClick r:id="" action="ppaction://ole?verb=0"/>
                      </p:cNvPr>
                      <p:cNvPicPr>
                        <a:picLocks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1695450" y="5417185"/>
                        <a:ext cx="789940" cy="3314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6" name="Rectangle 32"/>
          <p:cNvSpPr>
            <a:spLocks noChangeArrowheads="1"/>
          </p:cNvSpPr>
          <p:nvPr>
            <p:custDataLst>
              <p:tags r:id="rId20"/>
            </p:custDataLst>
          </p:nvPr>
        </p:nvSpPr>
        <p:spPr bwMode="auto">
          <a:xfrm>
            <a:off x="609600" y="5205095"/>
            <a:ext cx="2382520" cy="247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eaLnBrk="0" hangingPunct="0">
              <a:spcBef>
                <a:spcPct val="20000"/>
              </a:spcBef>
              <a:buFont typeface="Wingdings" panose="05000000000000000000" pitchFamily="2" charset="2"/>
              <a:buChar char="q"/>
              <a:defRPr sz="2800" b="1">
                <a:solidFill>
                  <a:schemeClr val="tx1"/>
                </a:solidFill>
                <a:latin typeface="Arial" panose="020B0604020202020204" pitchFamily="34" charset="0"/>
                <a:ea typeface="华文细黑" panose="02010600040101010101" pitchFamily="2" charset="-122"/>
              </a:defRPr>
            </a:lvl1pPr>
            <a:lvl2pPr marL="742950" indent="-285750" eaLnBrk="0" hangingPunct="0">
              <a:spcBef>
                <a:spcPct val="20000"/>
              </a:spcBef>
              <a:buSzPct val="75000"/>
              <a:buFont typeface="Wingdings" panose="05000000000000000000" pitchFamily="2" charset="2"/>
              <a:buChar char="Ø"/>
              <a:defRPr sz="2800">
                <a:solidFill>
                  <a:schemeClr val="tx1"/>
                </a:solidFill>
                <a:latin typeface="Arial" panose="020B0604020202020204" pitchFamily="34" charset="0"/>
                <a:ea typeface="华文细黑" panose="0201060004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华文细黑" panose="02010600040101010101" pitchFamily="2" charset="-122"/>
              </a:defRPr>
            </a:lvl3pPr>
            <a:lvl4pPr marL="1600200" indent="-228600" eaLnBrk="0" hangingPunct="0">
              <a:spcBef>
                <a:spcPct val="20000"/>
              </a:spcBef>
              <a:buChar char="–"/>
              <a:defRPr>
                <a:solidFill>
                  <a:schemeClr val="tx1"/>
                </a:solidFill>
                <a:latin typeface="Arial" panose="020B0604020202020204" pitchFamily="34" charset="0"/>
                <a:ea typeface="华文细黑" panose="02010600040101010101" pitchFamily="2" charset="-122"/>
              </a:defRPr>
            </a:lvl4pPr>
            <a:lvl5pPr marL="2057400" indent="-228600" eaLnBrk="0" hangingPunct="0">
              <a:spcBef>
                <a:spcPct val="20000"/>
              </a:spcBef>
              <a:buClr>
                <a:schemeClr val="tx2"/>
              </a:buClr>
              <a:buChar char="o"/>
              <a:defRPr sz="1600">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20000"/>
              </a:spcBef>
              <a:spcAft>
                <a:spcPct val="0"/>
              </a:spcAft>
              <a:buClr>
                <a:schemeClr val="tx2"/>
              </a:buClr>
              <a:buChar char="o"/>
              <a:defRPr sz="1600">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20000"/>
              </a:spcBef>
              <a:spcAft>
                <a:spcPct val="0"/>
              </a:spcAft>
              <a:buClr>
                <a:schemeClr val="tx2"/>
              </a:buClr>
              <a:buChar char="o"/>
              <a:defRPr sz="1600">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20000"/>
              </a:spcBef>
              <a:spcAft>
                <a:spcPct val="0"/>
              </a:spcAft>
              <a:buClr>
                <a:schemeClr val="tx2"/>
              </a:buClr>
              <a:buChar char="o"/>
              <a:defRPr sz="1600">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20000"/>
              </a:spcBef>
              <a:spcAft>
                <a:spcPct val="0"/>
              </a:spcAft>
              <a:buClr>
                <a:schemeClr val="tx2"/>
              </a:buClr>
              <a:buChar char="o"/>
              <a:defRPr sz="1600">
                <a:solidFill>
                  <a:schemeClr val="tx1"/>
                </a:solidFill>
                <a:latin typeface="Arial" panose="020B0604020202020204" pitchFamily="34" charset="0"/>
                <a:ea typeface="华文细黑" panose="02010600040101010101" pitchFamily="2" charset="-122"/>
              </a:defRPr>
            </a:lvl9pPr>
          </a:lstStyle>
          <a:p>
            <a:pPr>
              <a:lnSpc>
                <a:spcPct val="85000"/>
              </a:lnSpc>
              <a:spcBef>
                <a:spcPct val="0"/>
              </a:spcBef>
              <a:buFontTx/>
              <a:buNone/>
            </a:pPr>
            <a:r>
              <a:rPr lang="en-US" altLang="en-US" sz="1200">
                <a:solidFill>
                  <a:schemeClr val="tx1"/>
                </a:solidFill>
                <a:latin typeface="微软雅黑" panose="020B0503020204020204" pitchFamily="34" charset="-122"/>
                <a:ea typeface="微软雅黑" panose="020B0503020204020204" pitchFamily="34" charset="-122"/>
              </a:rPr>
              <a:t>Direct Entry and Update</a:t>
            </a:r>
            <a:endParaRPr lang="en-US" altLang="en-US" sz="1200">
              <a:solidFill>
                <a:schemeClr val="tx1"/>
              </a:solidFill>
              <a:latin typeface="微软雅黑" panose="020B0503020204020204" pitchFamily="34" charset="-122"/>
              <a:ea typeface="微软雅黑" panose="020B0503020204020204" pitchFamily="34" charset="-122"/>
            </a:endParaRPr>
          </a:p>
        </p:txBody>
      </p:sp>
      <p:grpSp>
        <p:nvGrpSpPr>
          <p:cNvPr id="27" name="Group 33"/>
          <p:cNvGrpSpPr/>
          <p:nvPr/>
        </p:nvGrpSpPr>
        <p:grpSpPr bwMode="auto">
          <a:xfrm rot="0">
            <a:off x="694963" y="2864485"/>
            <a:ext cx="2152377" cy="852474"/>
            <a:chOff x="67" y="1824"/>
            <a:chExt cx="1024" cy="577"/>
          </a:xfrm>
        </p:grpSpPr>
        <p:sp>
          <p:nvSpPr>
            <p:cNvPr id="28" name="Rectangle 34"/>
            <p:cNvSpPr>
              <a:spLocks noChangeArrowheads="1"/>
            </p:cNvSpPr>
            <p:nvPr>
              <p:custDataLst>
                <p:tags r:id="rId21"/>
              </p:custDataLst>
            </p:nvPr>
          </p:nvSpPr>
          <p:spPr bwMode="auto">
            <a:xfrm>
              <a:off x="67" y="1824"/>
              <a:ext cx="1024" cy="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eaLnBrk="0" hangingPunct="0">
                <a:spcBef>
                  <a:spcPct val="20000"/>
                </a:spcBef>
                <a:buFont typeface="Wingdings" panose="05000000000000000000" pitchFamily="2" charset="2"/>
                <a:buChar char="q"/>
                <a:defRPr sz="2800" b="1">
                  <a:solidFill>
                    <a:schemeClr val="tx1"/>
                  </a:solidFill>
                  <a:latin typeface="Arial" panose="020B0604020202020204" pitchFamily="34" charset="0"/>
                  <a:ea typeface="华文细黑" panose="02010600040101010101" pitchFamily="2" charset="-122"/>
                </a:defRPr>
              </a:lvl1pPr>
              <a:lvl2pPr marL="742950" indent="-285750" eaLnBrk="0" hangingPunct="0">
                <a:spcBef>
                  <a:spcPct val="20000"/>
                </a:spcBef>
                <a:buSzPct val="75000"/>
                <a:buFont typeface="Wingdings" panose="05000000000000000000" pitchFamily="2" charset="2"/>
                <a:buChar char="Ø"/>
                <a:defRPr sz="2800">
                  <a:solidFill>
                    <a:schemeClr val="tx1"/>
                  </a:solidFill>
                  <a:latin typeface="Arial" panose="020B0604020202020204" pitchFamily="34" charset="0"/>
                  <a:ea typeface="华文细黑" panose="0201060004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华文细黑" panose="02010600040101010101" pitchFamily="2" charset="-122"/>
                </a:defRPr>
              </a:lvl3pPr>
              <a:lvl4pPr marL="1600200" indent="-228600" eaLnBrk="0" hangingPunct="0">
                <a:spcBef>
                  <a:spcPct val="20000"/>
                </a:spcBef>
                <a:buChar char="–"/>
                <a:defRPr>
                  <a:solidFill>
                    <a:schemeClr val="tx1"/>
                  </a:solidFill>
                  <a:latin typeface="Arial" panose="020B0604020202020204" pitchFamily="34" charset="0"/>
                  <a:ea typeface="华文细黑" panose="02010600040101010101" pitchFamily="2" charset="-122"/>
                </a:defRPr>
              </a:lvl4pPr>
              <a:lvl5pPr marL="2057400" indent="-228600" eaLnBrk="0" hangingPunct="0">
                <a:spcBef>
                  <a:spcPct val="20000"/>
                </a:spcBef>
                <a:buClr>
                  <a:schemeClr val="tx2"/>
                </a:buClr>
                <a:buChar char="o"/>
                <a:defRPr sz="1600">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20000"/>
                </a:spcBef>
                <a:spcAft>
                  <a:spcPct val="0"/>
                </a:spcAft>
                <a:buClr>
                  <a:schemeClr val="tx2"/>
                </a:buClr>
                <a:buChar char="o"/>
                <a:defRPr sz="1600">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20000"/>
                </a:spcBef>
                <a:spcAft>
                  <a:spcPct val="0"/>
                </a:spcAft>
                <a:buClr>
                  <a:schemeClr val="tx2"/>
                </a:buClr>
                <a:buChar char="o"/>
                <a:defRPr sz="1600">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20000"/>
                </a:spcBef>
                <a:spcAft>
                  <a:spcPct val="0"/>
                </a:spcAft>
                <a:buClr>
                  <a:schemeClr val="tx2"/>
                </a:buClr>
                <a:buChar char="o"/>
                <a:defRPr sz="1600">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20000"/>
                </a:spcBef>
                <a:spcAft>
                  <a:spcPct val="0"/>
                </a:spcAft>
                <a:buClr>
                  <a:schemeClr val="tx2"/>
                </a:buClr>
                <a:buChar char="o"/>
                <a:defRPr sz="1600">
                  <a:solidFill>
                    <a:schemeClr val="tx1"/>
                  </a:solidFill>
                  <a:latin typeface="Arial" panose="020B0604020202020204" pitchFamily="34" charset="0"/>
                  <a:ea typeface="华文细黑" panose="02010600040101010101" pitchFamily="2" charset="-122"/>
                </a:defRPr>
              </a:lvl9pPr>
            </a:lstStyle>
            <a:p>
              <a:pPr>
                <a:spcBef>
                  <a:spcPct val="0"/>
                </a:spcBef>
                <a:buFontTx/>
                <a:buNone/>
              </a:pPr>
              <a:r>
                <a:rPr lang="en-US" altLang="en-US" sz="1200">
                  <a:solidFill>
                    <a:schemeClr val="tx1"/>
                  </a:solidFill>
                  <a:latin typeface="微软雅黑" panose="020B0503020204020204" pitchFamily="34" charset="-122"/>
                  <a:ea typeface="微软雅黑" panose="020B0503020204020204" pitchFamily="34" charset="-122"/>
                </a:rPr>
                <a:t>Software Tools</a:t>
              </a:r>
              <a:endParaRPr lang="en-US" altLang="en-US" sz="1200">
                <a:solidFill>
                  <a:schemeClr val="tx1"/>
                </a:solidFill>
                <a:latin typeface="微软雅黑" panose="020B0503020204020204" pitchFamily="34" charset="-122"/>
                <a:ea typeface="微软雅黑" panose="020B0503020204020204" pitchFamily="34" charset="-122"/>
              </a:endParaRPr>
            </a:p>
          </p:txBody>
        </p:sp>
        <p:grpSp>
          <p:nvGrpSpPr>
            <p:cNvPr id="29" name="Group 35"/>
            <p:cNvGrpSpPr/>
            <p:nvPr/>
          </p:nvGrpSpPr>
          <p:grpSpPr bwMode="auto">
            <a:xfrm>
              <a:off x="301" y="1977"/>
              <a:ext cx="789" cy="424"/>
              <a:chOff x="288" y="1977"/>
              <a:chExt cx="789" cy="424"/>
            </a:xfrm>
          </p:grpSpPr>
          <p:graphicFrame>
            <p:nvGraphicFramePr>
              <p:cNvPr id="30" name="Object 36"/>
              <p:cNvGraphicFramePr/>
              <p:nvPr/>
            </p:nvGraphicFramePr>
            <p:xfrm>
              <a:off x="288" y="2051"/>
              <a:ext cx="310" cy="205"/>
            </p:xfrm>
            <a:graphic>
              <a:graphicData uri="http://schemas.openxmlformats.org/presentationml/2006/ole">
                <mc:AlternateContent xmlns:mc="http://schemas.openxmlformats.org/markup-compatibility/2006">
                  <mc:Choice xmlns:v="urn:schemas-microsoft-com:vml" Requires="v">
                    <p:oleObj spid="_x0000_s4167" name="CorelDRAW 6.0" r:id="rId22" imgW="2901950" imgH="1630680" progId="">
                      <p:embed/>
                    </p:oleObj>
                  </mc:Choice>
                  <mc:Fallback>
                    <p:oleObj name="CorelDRAW 6.0" r:id="rId22" imgW="2901950" imgH="1630680" progId="">
                      <p:embed/>
                      <p:pic>
                        <p:nvPicPr>
                          <p:cNvPr id="0" name="Object 36"/>
                          <p:cNvPicPr>
                            <a:picLocks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288" y="2051"/>
                            <a:ext cx="310" cy="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31" name="Group 37"/>
              <p:cNvGrpSpPr/>
              <p:nvPr/>
            </p:nvGrpSpPr>
            <p:grpSpPr bwMode="auto">
              <a:xfrm>
                <a:off x="598" y="1977"/>
                <a:ext cx="479" cy="424"/>
                <a:chOff x="598" y="1977"/>
                <a:chExt cx="479" cy="424"/>
              </a:xfrm>
            </p:grpSpPr>
            <p:grpSp>
              <p:nvGrpSpPr>
                <p:cNvPr id="32" name="Group 38"/>
                <p:cNvGrpSpPr/>
                <p:nvPr/>
              </p:nvGrpSpPr>
              <p:grpSpPr bwMode="auto">
                <a:xfrm>
                  <a:off x="625" y="1977"/>
                  <a:ext cx="425" cy="346"/>
                  <a:chOff x="3111" y="1115"/>
                  <a:chExt cx="1025" cy="1561"/>
                </a:xfrm>
              </p:grpSpPr>
              <p:sp>
                <p:nvSpPr>
                  <p:cNvPr id="34" name="Freeform 39"/>
                  <p:cNvSpPr/>
                  <p:nvPr>
                    <p:custDataLst>
                      <p:tags r:id="rId24"/>
                    </p:custDataLst>
                  </p:nvPr>
                </p:nvSpPr>
                <p:spPr bwMode="auto">
                  <a:xfrm>
                    <a:off x="3111" y="1380"/>
                    <a:ext cx="1025" cy="1296"/>
                  </a:xfrm>
                  <a:custGeom>
                    <a:avLst/>
                    <a:gdLst>
                      <a:gd name="T0" fmla="*/ 2448 w 861"/>
                      <a:gd name="T1" fmla="*/ 0 h 629"/>
                      <a:gd name="T2" fmla="*/ 2448 w 861"/>
                      <a:gd name="T3" fmla="*/ 39618 h 629"/>
                      <a:gd name="T4" fmla="*/ 2433 w 861"/>
                      <a:gd name="T5" fmla="*/ 39618 h 629"/>
                      <a:gd name="T6" fmla="*/ 2406 w 861"/>
                      <a:gd name="T7" fmla="*/ 41328 h 629"/>
                      <a:gd name="T8" fmla="*/ 2333 w 861"/>
                      <a:gd name="T9" fmla="*/ 42861 h 629"/>
                      <a:gd name="T10" fmla="*/ 2225 w 861"/>
                      <a:gd name="T11" fmla="*/ 44155 h 629"/>
                      <a:gd name="T12" fmla="*/ 2075 w 861"/>
                      <a:gd name="T13" fmla="*/ 45667 h 629"/>
                      <a:gd name="T14" fmla="*/ 1888 w 861"/>
                      <a:gd name="T15" fmla="*/ 46532 h 629"/>
                      <a:gd name="T16" fmla="*/ 1687 w 861"/>
                      <a:gd name="T17" fmla="*/ 47521 h 629"/>
                      <a:gd name="T18" fmla="*/ 1458 w 861"/>
                      <a:gd name="T19" fmla="*/ 48049 h 629"/>
                      <a:gd name="T20" fmla="*/ 1213 w 861"/>
                      <a:gd name="T21" fmla="*/ 48049 h 629"/>
                      <a:gd name="T22" fmla="*/ 968 w 861"/>
                      <a:gd name="T23" fmla="*/ 48049 h 629"/>
                      <a:gd name="T24" fmla="*/ 737 w 861"/>
                      <a:gd name="T25" fmla="*/ 47521 h 629"/>
                      <a:gd name="T26" fmla="*/ 537 w 861"/>
                      <a:gd name="T27" fmla="*/ 46532 h 629"/>
                      <a:gd name="T28" fmla="*/ 349 w 861"/>
                      <a:gd name="T29" fmla="*/ 45667 h 629"/>
                      <a:gd name="T30" fmla="*/ 202 w 861"/>
                      <a:gd name="T31" fmla="*/ 44155 h 629"/>
                      <a:gd name="T32" fmla="*/ 96 w 861"/>
                      <a:gd name="T33" fmla="*/ 42861 h 629"/>
                      <a:gd name="T34" fmla="*/ 20 w 861"/>
                      <a:gd name="T35" fmla="*/ 41328 h 629"/>
                      <a:gd name="T36" fmla="*/ 0 w 861"/>
                      <a:gd name="T37" fmla="*/ 39618 h 629"/>
                      <a:gd name="T38" fmla="*/ 0 w 861"/>
                      <a:gd name="T39" fmla="*/ 0 h 629"/>
                      <a:gd name="T40" fmla="*/ 2448 w 861"/>
                      <a:gd name="T41" fmla="*/ 0 h 629"/>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861" h="629">
                        <a:moveTo>
                          <a:pt x="860" y="0"/>
                        </a:moveTo>
                        <a:lnTo>
                          <a:pt x="860" y="518"/>
                        </a:lnTo>
                        <a:lnTo>
                          <a:pt x="854" y="518"/>
                        </a:lnTo>
                        <a:lnTo>
                          <a:pt x="845" y="540"/>
                        </a:lnTo>
                        <a:lnTo>
                          <a:pt x="820" y="560"/>
                        </a:lnTo>
                        <a:lnTo>
                          <a:pt x="782" y="577"/>
                        </a:lnTo>
                        <a:lnTo>
                          <a:pt x="729" y="597"/>
                        </a:lnTo>
                        <a:lnTo>
                          <a:pt x="664" y="608"/>
                        </a:lnTo>
                        <a:lnTo>
                          <a:pt x="593" y="621"/>
                        </a:lnTo>
                        <a:lnTo>
                          <a:pt x="512" y="628"/>
                        </a:lnTo>
                        <a:lnTo>
                          <a:pt x="426" y="628"/>
                        </a:lnTo>
                        <a:lnTo>
                          <a:pt x="340" y="628"/>
                        </a:lnTo>
                        <a:lnTo>
                          <a:pt x="259" y="621"/>
                        </a:lnTo>
                        <a:lnTo>
                          <a:pt x="188" y="608"/>
                        </a:lnTo>
                        <a:lnTo>
                          <a:pt x="123" y="597"/>
                        </a:lnTo>
                        <a:lnTo>
                          <a:pt x="71" y="577"/>
                        </a:lnTo>
                        <a:lnTo>
                          <a:pt x="34" y="560"/>
                        </a:lnTo>
                        <a:lnTo>
                          <a:pt x="7" y="540"/>
                        </a:lnTo>
                        <a:lnTo>
                          <a:pt x="0" y="518"/>
                        </a:lnTo>
                        <a:lnTo>
                          <a:pt x="0" y="0"/>
                        </a:lnTo>
                        <a:lnTo>
                          <a:pt x="860" y="0"/>
                        </a:lnTo>
                      </a:path>
                    </a:pathLst>
                  </a:custGeom>
                  <a:gradFill rotWithShape="0">
                    <a:gsLst>
                      <a:gs pos="0">
                        <a:srgbClr val="EAEAEA"/>
                      </a:gs>
                      <a:gs pos="100000">
                        <a:srgbClr val="CACACA"/>
                      </a:gs>
                    </a:gsLst>
                    <a:lin ang="0" scaled="1"/>
                  </a:gradFill>
                  <a:ln w="12700" cap="rnd"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107763" dir="2700000" algn="ctr" rotWithShape="0">
                            <a:srgbClr val="333333"/>
                          </a:outerShdw>
                        </a:effectLst>
                      </a14:hiddenEffects>
                    </a:ext>
                  </a:extLst>
                </p:spPr>
                <p:txBody>
                  <a:bodyPr/>
                  <a:lstStyle/>
                  <a:p>
                    <a:endParaRPr lang="zh-CN" altLang="en-US" sz="1200">
                      <a:solidFill>
                        <a:schemeClr val="tx1"/>
                      </a:solidFill>
                      <a:latin typeface="微软雅黑" panose="020B0503020204020204" pitchFamily="34" charset="-122"/>
                      <a:ea typeface="微软雅黑" panose="020B0503020204020204" pitchFamily="34" charset="-122"/>
                    </a:endParaRPr>
                  </a:p>
                </p:txBody>
              </p:sp>
              <p:sp>
                <p:nvSpPr>
                  <p:cNvPr id="35" name="Freeform 40"/>
                  <p:cNvSpPr/>
                  <p:nvPr>
                    <p:custDataLst>
                      <p:tags r:id="rId25"/>
                    </p:custDataLst>
                  </p:nvPr>
                </p:nvSpPr>
                <p:spPr bwMode="auto">
                  <a:xfrm>
                    <a:off x="3115" y="1115"/>
                    <a:ext cx="1021" cy="462"/>
                  </a:xfrm>
                  <a:custGeom>
                    <a:avLst/>
                    <a:gdLst>
                      <a:gd name="T0" fmla="*/ 1221 w 858"/>
                      <a:gd name="T1" fmla="*/ 17168 h 224"/>
                      <a:gd name="T2" fmla="*/ 1455 w 858"/>
                      <a:gd name="T3" fmla="*/ 16943 h 224"/>
                      <a:gd name="T4" fmla="*/ 1686 w 858"/>
                      <a:gd name="T5" fmla="*/ 16655 h 224"/>
                      <a:gd name="T6" fmla="*/ 1887 w 858"/>
                      <a:gd name="T7" fmla="*/ 15634 h 224"/>
                      <a:gd name="T8" fmla="*/ 2073 w 858"/>
                      <a:gd name="T9" fmla="*/ 14782 h 224"/>
                      <a:gd name="T10" fmla="*/ 2224 w 858"/>
                      <a:gd name="T11" fmla="*/ 13247 h 224"/>
                      <a:gd name="T12" fmla="*/ 2335 w 858"/>
                      <a:gd name="T13" fmla="*/ 12022 h 224"/>
                      <a:gd name="T14" fmla="*/ 2405 w 858"/>
                      <a:gd name="T15" fmla="*/ 10370 h 224"/>
                      <a:gd name="T16" fmla="*/ 2436 w 858"/>
                      <a:gd name="T17" fmla="*/ 8547 h 224"/>
                      <a:gd name="T18" fmla="*/ 2405 w 858"/>
                      <a:gd name="T19" fmla="*/ 6878 h 224"/>
                      <a:gd name="T20" fmla="*/ 2335 w 858"/>
                      <a:gd name="T21" fmla="*/ 5228 h 224"/>
                      <a:gd name="T22" fmla="*/ 2224 w 858"/>
                      <a:gd name="T23" fmla="*/ 3832 h 224"/>
                      <a:gd name="T24" fmla="*/ 2073 w 858"/>
                      <a:gd name="T25" fmla="*/ 2535 h 224"/>
                      <a:gd name="T26" fmla="*/ 1887 w 858"/>
                      <a:gd name="T27" fmla="*/ 1446 h 224"/>
                      <a:gd name="T28" fmla="*/ 1686 w 858"/>
                      <a:gd name="T29" fmla="*/ 701 h 224"/>
                      <a:gd name="T30" fmla="*/ 1455 w 858"/>
                      <a:gd name="T31" fmla="*/ 149 h 224"/>
                      <a:gd name="T32" fmla="*/ 1221 w 858"/>
                      <a:gd name="T33" fmla="*/ 0 h 224"/>
                      <a:gd name="T34" fmla="*/ 969 w 858"/>
                      <a:gd name="T35" fmla="*/ 149 h 224"/>
                      <a:gd name="T36" fmla="*/ 744 w 858"/>
                      <a:gd name="T37" fmla="*/ 701 h 224"/>
                      <a:gd name="T38" fmla="*/ 535 w 858"/>
                      <a:gd name="T39" fmla="*/ 1446 h 224"/>
                      <a:gd name="T40" fmla="*/ 352 w 858"/>
                      <a:gd name="T41" fmla="*/ 2535 h 224"/>
                      <a:gd name="T42" fmla="*/ 201 w 858"/>
                      <a:gd name="T43" fmla="*/ 3832 h 224"/>
                      <a:gd name="T44" fmla="*/ 92 w 858"/>
                      <a:gd name="T45" fmla="*/ 5228 h 224"/>
                      <a:gd name="T46" fmla="*/ 25 w 858"/>
                      <a:gd name="T47" fmla="*/ 6878 h 224"/>
                      <a:gd name="T48" fmla="*/ 0 w 858"/>
                      <a:gd name="T49" fmla="*/ 8547 h 224"/>
                      <a:gd name="T50" fmla="*/ 25 w 858"/>
                      <a:gd name="T51" fmla="*/ 10370 h 224"/>
                      <a:gd name="T52" fmla="*/ 92 w 858"/>
                      <a:gd name="T53" fmla="*/ 12022 h 224"/>
                      <a:gd name="T54" fmla="*/ 201 w 858"/>
                      <a:gd name="T55" fmla="*/ 13247 h 224"/>
                      <a:gd name="T56" fmla="*/ 352 w 858"/>
                      <a:gd name="T57" fmla="*/ 14782 h 224"/>
                      <a:gd name="T58" fmla="*/ 535 w 858"/>
                      <a:gd name="T59" fmla="*/ 15634 h 224"/>
                      <a:gd name="T60" fmla="*/ 744 w 858"/>
                      <a:gd name="T61" fmla="*/ 16655 h 224"/>
                      <a:gd name="T62" fmla="*/ 969 w 858"/>
                      <a:gd name="T63" fmla="*/ 16943 h 224"/>
                      <a:gd name="T64" fmla="*/ 1221 w 858"/>
                      <a:gd name="T65" fmla="*/ 17168 h 224"/>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858" h="224">
                        <a:moveTo>
                          <a:pt x="429" y="223"/>
                        </a:moveTo>
                        <a:lnTo>
                          <a:pt x="513" y="220"/>
                        </a:lnTo>
                        <a:lnTo>
                          <a:pt x="594" y="216"/>
                        </a:lnTo>
                        <a:lnTo>
                          <a:pt x="665" y="203"/>
                        </a:lnTo>
                        <a:lnTo>
                          <a:pt x="730" y="192"/>
                        </a:lnTo>
                        <a:lnTo>
                          <a:pt x="783" y="172"/>
                        </a:lnTo>
                        <a:lnTo>
                          <a:pt x="823" y="156"/>
                        </a:lnTo>
                        <a:lnTo>
                          <a:pt x="847" y="135"/>
                        </a:lnTo>
                        <a:lnTo>
                          <a:pt x="857" y="111"/>
                        </a:lnTo>
                        <a:lnTo>
                          <a:pt x="847" y="89"/>
                        </a:lnTo>
                        <a:lnTo>
                          <a:pt x="823" y="68"/>
                        </a:lnTo>
                        <a:lnTo>
                          <a:pt x="783" y="50"/>
                        </a:lnTo>
                        <a:lnTo>
                          <a:pt x="730" y="33"/>
                        </a:lnTo>
                        <a:lnTo>
                          <a:pt x="665" y="19"/>
                        </a:lnTo>
                        <a:lnTo>
                          <a:pt x="594" y="9"/>
                        </a:lnTo>
                        <a:lnTo>
                          <a:pt x="513" y="2"/>
                        </a:lnTo>
                        <a:lnTo>
                          <a:pt x="429" y="0"/>
                        </a:lnTo>
                        <a:lnTo>
                          <a:pt x="341" y="2"/>
                        </a:lnTo>
                        <a:lnTo>
                          <a:pt x="262" y="9"/>
                        </a:lnTo>
                        <a:lnTo>
                          <a:pt x="188" y="19"/>
                        </a:lnTo>
                        <a:lnTo>
                          <a:pt x="124" y="33"/>
                        </a:lnTo>
                        <a:lnTo>
                          <a:pt x="71" y="50"/>
                        </a:lnTo>
                        <a:lnTo>
                          <a:pt x="33" y="68"/>
                        </a:lnTo>
                        <a:lnTo>
                          <a:pt x="9" y="89"/>
                        </a:lnTo>
                        <a:lnTo>
                          <a:pt x="0" y="111"/>
                        </a:lnTo>
                        <a:lnTo>
                          <a:pt x="9" y="135"/>
                        </a:lnTo>
                        <a:lnTo>
                          <a:pt x="33" y="156"/>
                        </a:lnTo>
                        <a:lnTo>
                          <a:pt x="71" y="172"/>
                        </a:lnTo>
                        <a:lnTo>
                          <a:pt x="124" y="192"/>
                        </a:lnTo>
                        <a:lnTo>
                          <a:pt x="188" y="203"/>
                        </a:lnTo>
                        <a:lnTo>
                          <a:pt x="262" y="216"/>
                        </a:lnTo>
                        <a:lnTo>
                          <a:pt x="341" y="220"/>
                        </a:lnTo>
                        <a:lnTo>
                          <a:pt x="429" y="223"/>
                        </a:lnTo>
                      </a:path>
                    </a:pathLst>
                  </a:custGeom>
                  <a:solidFill>
                    <a:schemeClr val="accent4"/>
                  </a:solidFill>
                  <a:ln w="12700" cap="rnd"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107763" dir="2700000" algn="ctr" rotWithShape="0">
                            <a:srgbClr val="292929"/>
                          </a:outerShdw>
                        </a:effectLst>
                      </a14:hiddenEffects>
                    </a:ext>
                  </a:extLst>
                </p:spPr>
                <p:txBody>
                  <a:bodyPr/>
                  <a:lstStyle/>
                  <a:p>
                    <a:endParaRPr lang="zh-CN" altLang="en-US" sz="1200">
                      <a:solidFill>
                        <a:schemeClr val="bg1"/>
                      </a:solidFill>
                      <a:latin typeface="微软雅黑" panose="020B0503020204020204" pitchFamily="34" charset="-122"/>
                      <a:ea typeface="微软雅黑" panose="020B0503020204020204" pitchFamily="34" charset="-122"/>
                    </a:endParaRPr>
                  </a:p>
                </p:txBody>
              </p:sp>
            </p:grpSp>
            <p:sp>
              <p:nvSpPr>
                <p:cNvPr id="33" name="Rectangle 41"/>
                <p:cNvSpPr>
                  <a:spLocks noChangeArrowheads="1"/>
                </p:cNvSpPr>
                <p:nvPr>
                  <p:custDataLst>
                    <p:tags r:id="rId26"/>
                  </p:custDataLst>
                </p:nvPr>
              </p:nvSpPr>
              <p:spPr bwMode="auto">
                <a:xfrm>
                  <a:off x="598" y="2083"/>
                  <a:ext cx="479" cy="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4775" tIns="50800" rIns="104775" bIns="50800">
                  <a:spAutoFit/>
                </a:bodyPr>
                <a:lstStyle>
                  <a:lvl1pPr defTabSz="1157605" eaLnBrk="0" hangingPunct="0">
                    <a:spcBef>
                      <a:spcPct val="20000"/>
                    </a:spcBef>
                    <a:buFont typeface="Wingdings" panose="05000000000000000000" pitchFamily="2" charset="2"/>
                    <a:buChar char="q"/>
                    <a:defRPr sz="2800" b="1">
                      <a:solidFill>
                        <a:schemeClr val="tx1"/>
                      </a:solidFill>
                      <a:latin typeface="Arial" panose="020B0604020202020204" pitchFamily="34" charset="0"/>
                      <a:ea typeface="华文细黑" panose="02010600040101010101" pitchFamily="2" charset="-122"/>
                    </a:defRPr>
                  </a:lvl1pPr>
                  <a:lvl2pPr marL="514350" indent="-406400" defTabSz="1157605" eaLnBrk="0" hangingPunct="0">
                    <a:spcBef>
                      <a:spcPct val="20000"/>
                    </a:spcBef>
                    <a:buSzPct val="75000"/>
                    <a:buFont typeface="Wingdings" panose="05000000000000000000" pitchFamily="2" charset="2"/>
                    <a:buChar char="Ø"/>
                    <a:defRPr sz="2800">
                      <a:solidFill>
                        <a:schemeClr val="tx1"/>
                      </a:solidFill>
                      <a:latin typeface="Arial" panose="020B0604020202020204" pitchFamily="34" charset="0"/>
                      <a:ea typeface="华文细黑" panose="02010600040101010101" pitchFamily="2" charset="-122"/>
                    </a:defRPr>
                  </a:lvl2pPr>
                  <a:lvl3pPr marL="1028700" indent="-240030" defTabSz="1157605" eaLnBrk="0" hangingPunct="0">
                    <a:spcBef>
                      <a:spcPct val="20000"/>
                    </a:spcBef>
                    <a:buChar char="•"/>
                    <a:defRPr sz="2400">
                      <a:solidFill>
                        <a:schemeClr val="tx1"/>
                      </a:solidFill>
                      <a:latin typeface="Arial" panose="020B0604020202020204" pitchFamily="34" charset="0"/>
                      <a:ea typeface="华文细黑" panose="02010600040101010101" pitchFamily="2" charset="-122"/>
                    </a:defRPr>
                  </a:lvl3pPr>
                  <a:lvl4pPr marL="1543050" indent="-295275" defTabSz="1157605" eaLnBrk="0" hangingPunct="0">
                    <a:spcBef>
                      <a:spcPct val="20000"/>
                    </a:spcBef>
                    <a:buChar char="–"/>
                    <a:defRPr>
                      <a:solidFill>
                        <a:schemeClr val="tx1"/>
                      </a:solidFill>
                      <a:latin typeface="Arial" panose="020B0604020202020204" pitchFamily="34" charset="0"/>
                      <a:ea typeface="华文细黑" panose="02010600040101010101" pitchFamily="2" charset="-122"/>
                    </a:defRPr>
                  </a:lvl4pPr>
                  <a:lvl5pPr marL="2057400" indent="-240030" defTabSz="1157605" eaLnBrk="0" hangingPunct="0">
                    <a:spcBef>
                      <a:spcPct val="20000"/>
                    </a:spcBef>
                    <a:buClr>
                      <a:schemeClr val="tx2"/>
                    </a:buClr>
                    <a:buChar char="o"/>
                    <a:defRPr sz="1600">
                      <a:solidFill>
                        <a:schemeClr val="tx1"/>
                      </a:solidFill>
                      <a:latin typeface="Arial" panose="020B0604020202020204" pitchFamily="34" charset="0"/>
                      <a:ea typeface="华文细黑" panose="02010600040101010101" pitchFamily="2" charset="-122"/>
                    </a:defRPr>
                  </a:lvl5pPr>
                  <a:lvl6pPr marL="2514600" indent="-240030" defTabSz="1157605" eaLnBrk="0" fontAlgn="base" hangingPunct="0">
                    <a:spcBef>
                      <a:spcPct val="20000"/>
                    </a:spcBef>
                    <a:spcAft>
                      <a:spcPct val="0"/>
                    </a:spcAft>
                    <a:buClr>
                      <a:schemeClr val="tx2"/>
                    </a:buClr>
                    <a:buChar char="o"/>
                    <a:defRPr sz="1600">
                      <a:solidFill>
                        <a:schemeClr val="tx1"/>
                      </a:solidFill>
                      <a:latin typeface="Arial" panose="020B0604020202020204" pitchFamily="34" charset="0"/>
                      <a:ea typeface="华文细黑" panose="02010600040101010101" pitchFamily="2" charset="-122"/>
                    </a:defRPr>
                  </a:lvl6pPr>
                  <a:lvl7pPr marL="2971800" indent="-240030" defTabSz="1157605" eaLnBrk="0" fontAlgn="base" hangingPunct="0">
                    <a:spcBef>
                      <a:spcPct val="20000"/>
                    </a:spcBef>
                    <a:spcAft>
                      <a:spcPct val="0"/>
                    </a:spcAft>
                    <a:buClr>
                      <a:schemeClr val="tx2"/>
                    </a:buClr>
                    <a:buChar char="o"/>
                    <a:defRPr sz="1600">
                      <a:solidFill>
                        <a:schemeClr val="tx1"/>
                      </a:solidFill>
                      <a:latin typeface="Arial" panose="020B0604020202020204" pitchFamily="34" charset="0"/>
                      <a:ea typeface="华文细黑" panose="02010600040101010101" pitchFamily="2" charset="-122"/>
                    </a:defRPr>
                  </a:lvl7pPr>
                  <a:lvl8pPr marL="3429000" indent="-240030" defTabSz="1157605" eaLnBrk="0" fontAlgn="base" hangingPunct="0">
                    <a:spcBef>
                      <a:spcPct val="20000"/>
                    </a:spcBef>
                    <a:spcAft>
                      <a:spcPct val="0"/>
                    </a:spcAft>
                    <a:buClr>
                      <a:schemeClr val="tx2"/>
                    </a:buClr>
                    <a:buChar char="o"/>
                    <a:defRPr sz="1600">
                      <a:solidFill>
                        <a:schemeClr val="tx1"/>
                      </a:solidFill>
                      <a:latin typeface="Arial" panose="020B0604020202020204" pitchFamily="34" charset="0"/>
                      <a:ea typeface="华文细黑" panose="02010600040101010101" pitchFamily="2" charset="-122"/>
                    </a:defRPr>
                  </a:lvl8pPr>
                  <a:lvl9pPr marL="3886200" indent="-240030" defTabSz="1157605" eaLnBrk="0" fontAlgn="base" hangingPunct="0">
                    <a:spcBef>
                      <a:spcPct val="20000"/>
                    </a:spcBef>
                    <a:spcAft>
                      <a:spcPct val="0"/>
                    </a:spcAft>
                    <a:buClr>
                      <a:schemeClr val="tx2"/>
                    </a:buClr>
                    <a:buChar char="o"/>
                    <a:defRPr sz="1600">
                      <a:solidFill>
                        <a:schemeClr val="tx1"/>
                      </a:solidFill>
                      <a:latin typeface="Arial" panose="020B0604020202020204" pitchFamily="34" charset="0"/>
                      <a:ea typeface="华文细黑" panose="02010600040101010101" pitchFamily="2" charset="-122"/>
                    </a:defRPr>
                  </a:lvl9pPr>
                </a:lstStyle>
                <a:p>
                  <a:pPr algn="ctr">
                    <a:spcBef>
                      <a:spcPct val="0"/>
                    </a:spcBef>
                    <a:buFontTx/>
                    <a:buNone/>
                  </a:pPr>
                  <a:r>
                    <a:rPr lang="en-US" altLang="en-US" sz="1200">
                      <a:solidFill>
                        <a:schemeClr val="tx1"/>
                      </a:solidFill>
                      <a:latin typeface="微软雅黑" panose="020B0503020204020204" pitchFamily="34" charset="-122"/>
                      <a:ea typeface="微软雅黑" panose="020B0503020204020204" pitchFamily="34" charset="-122"/>
                    </a:rPr>
                    <a:t>Metadata Stores</a:t>
                  </a:r>
                  <a:endParaRPr lang="en-US" altLang="en-US" sz="1200">
                    <a:solidFill>
                      <a:schemeClr val="tx1"/>
                    </a:solidFill>
                    <a:latin typeface="微软雅黑" panose="020B0503020204020204" pitchFamily="34" charset="-122"/>
                    <a:ea typeface="微软雅黑" panose="020B0503020204020204" pitchFamily="34" charset="-122"/>
                  </a:endParaRPr>
                </a:p>
              </p:txBody>
            </p:sp>
          </p:grpSp>
        </p:grpSp>
      </p:grpSp>
      <p:grpSp>
        <p:nvGrpSpPr>
          <p:cNvPr id="36" name="Group 42"/>
          <p:cNvGrpSpPr/>
          <p:nvPr/>
        </p:nvGrpSpPr>
        <p:grpSpPr bwMode="auto">
          <a:xfrm rot="0">
            <a:off x="609339" y="4070350"/>
            <a:ext cx="1876051" cy="1337310"/>
            <a:chOff x="26" y="2640"/>
            <a:chExt cx="893" cy="907"/>
          </a:xfrm>
        </p:grpSpPr>
        <p:sp>
          <p:nvSpPr>
            <p:cNvPr id="37" name="Rectangle 43"/>
            <p:cNvSpPr>
              <a:spLocks noChangeArrowheads="1"/>
            </p:cNvSpPr>
            <p:nvPr>
              <p:custDataLst>
                <p:tags r:id="rId27"/>
              </p:custDataLst>
            </p:nvPr>
          </p:nvSpPr>
          <p:spPr bwMode="auto">
            <a:xfrm>
              <a:off x="26" y="2640"/>
              <a:ext cx="854" cy="1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eaLnBrk="0" hangingPunct="0">
                <a:spcBef>
                  <a:spcPct val="20000"/>
                </a:spcBef>
                <a:buFont typeface="Wingdings" panose="05000000000000000000" pitchFamily="2" charset="2"/>
                <a:buChar char="q"/>
                <a:defRPr sz="2800" b="1">
                  <a:solidFill>
                    <a:schemeClr val="tx1"/>
                  </a:solidFill>
                  <a:latin typeface="Arial" panose="020B0604020202020204" pitchFamily="34" charset="0"/>
                  <a:ea typeface="华文细黑" panose="02010600040101010101" pitchFamily="2" charset="-122"/>
                </a:defRPr>
              </a:lvl1pPr>
              <a:lvl2pPr marL="742950" indent="-285750" eaLnBrk="0" hangingPunct="0">
                <a:spcBef>
                  <a:spcPct val="20000"/>
                </a:spcBef>
                <a:buSzPct val="75000"/>
                <a:buFont typeface="Wingdings" panose="05000000000000000000" pitchFamily="2" charset="2"/>
                <a:buChar char="Ø"/>
                <a:defRPr sz="2800">
                  <a:solidFill>
                    <a:schemeClr val="tx1"/>
                  </a:solidFill>
                  <a:latin typeface="Arial" panose="020B0604020202020204" pitchFamily="34" charset="0"/>
                  <a:ea typeface="华文细黑" panose="0201060004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华文细黑" panose="02010600040101010101" pitchFamily="2" charset="-122"/>
                </a:defRPr>
              </a:lvl3pPr>
              <a:lvl4pPr marL="1600200" indent="-228600" eaLnBrk="0" hangingPunct="0">
                <a:spcBef>
                  <a:spcPct val="20000"/>
                </a:spcBef>
                <a:buChar char="–"/>
                <a:defRPr>
                  <a:solidFill>
                    <a:schemeClr val="tx1"/>
                  </a:solidFill>
                  <a:latin typeface="Arial" panose="020B0604020202020204" pitchFamily="34" charset="0"/>
                  <a:ea typeface="华文细黑" panose="02010600040101010101" pitchFamily="2" charset="-122"/>
                </a:defRPr>
              </a:lvl4pPr>
              <a:lvl5pPr marL="2057400" indent="-228600" eaLnBrk="0" hangingPunct="0">
                <a:spcBef>
                  <a:spcPct val="20000"/>
                </a:spcBef>
                <a:buClr>
                  <a:schemeClr val="tx2"/>
                </a:buClr>
                <a:buChar char="o"/>
                <a:defRPr sz="1600">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20000"/>
                </a:spcBef>
                <a:spcAft>
                  <a:spcPct val="0"/>
                </a:spcAft>
                <a:buClr>
                  <a:schemeClr val="tx2"/>
                </a:buClr>
                <a:buChar char="o"/>
                <a:defRPr sz="1600">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20000"/>
                </a:spcBef>
                <a:spcAft>
                  <a:spcPct val="0"/>
                </a:spcAft>
                <a:buClr>
                  <a:schemeClr val="tx2"/>
                </a:buClr>
                <a:buChar char="o"/>
                <a:defRPr sz="1600">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20000"/>
                </a:spcBef>
                <a:spcAft>
                  <a:spcPct val="0"/>
                </a:spcAft>
                <a:buClr>
                  <a:schemeClr val="tx2"/>
                </a:buClr>
                <a:buChar char="o"/>
                <a:defRPr sz="1600">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20000"/>
                </a:spcBef>
                <a:spcAft>
                  <a:spcPct val="0"/>
                </a:spcAft>
                <a:buClr>
                  <a:schemeClr val="tx2"/>
                </a:buClr>
                <a:buChar char="o"/>
                <a:defRPr sz="1600">
                  <a:solidFill>
                    <a:schemeClr val="tx1"/>
                  </a:solidFill>
                  <a:latin typeface="Arial" panose="020B0604020202020204" pitchFamily="34" charset="0"/>
                  <a:ea typeface="华文细黑" panose="02010600040101010101" pitchFamily="2" charset="-122"/>
                </a:defRPr>
              </a:lvl9pPr>
            </a:lstStyle>
            <a:p>
              <a:pPr>
                <a:lnSpc>
                  <a:spcPct val="85000"/>
                </a:lnSpc>
                <a:spcBef>
                  <a:spcPct val="0"/>
                </a:spcBef>
                <a:buFontTx/>
                <a:buNone/>
              </a:pPr>
              <a:r>
                <a:rPr lang="en-US" altLang="en-US" sz="1200">
                  <a:solidFill>
                    <a:schemeClr val="tx1"/>
                  </a:solidFill>
                  <a:latin typeface="微软雅黑" panose="020B0503020204020204" pitchFamily="34" charset="-122"/>
                  <a:ea typeface="微软雅黑" panose="020B0503020204020204" pitchFamily="34" charset="-122"/>
                </a:rPr>
                <a:t>Spreadsheets</a:t>
              </a:r>
              <a:endParaRPr lang="en-US" altLang="en-US" sz="1200">
                <a:solidFill>
                  <a:schemeClr val="tx1"/>
                </a:solidFill>
                <a:latin typeface="微软雅黑" panose="020B0503020204020204" pitchFamily="34" charset="-122"/>
                <a:ea typeface="微软雅黑" panose="020B0503020204020204" pitchFamily="34" charset="-122"/>
              </a:endParaRPr>
            </a:p>
          </p:txBody>
        </p:sp>
        <p:grpSp>
          <p:nvGrpSpPr>
            <p:cNvPr id="38" name="Group 44"/>
            <p:cNvGrpSpPr/>
            <p:nvPr/>
          </p:nvGrpSpPr>
          <p:grpSpPr bwMode="auto">
            <a:xfrm>
              <a:off x="384" y="2758"/>
              <a:ext cx="535" cy="789"/>
              <a:chOff x="480" y="3168"/>
              <a:chExt cx="535" cy="789"/>
            </a:xfrm>
          </p:grpSpPr>
          <p:sp>
            <p:nvSpPr>
              <p:cNvPr id="39" name="AutoShape 45"/>
              <p:cNvSpPr>
                <a:spLocks noChangeAspect="1" noChangeArrowheads="1" noTextEdit="1"/>
              </p:cNvSpPr>
              <p:nvPr>
                <p:custDataLst>
                  <p:tags r:id="rId28"/>
                </p:custDataLst>
              </p:nvPr>
            </p:nvSpPr>
            <p:spPr bwMode="auto">
              <a:xfrm>
                <a:off x="480" y="3221"/>
                <a:ext cx="414" cy="3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z="1200">
                  <a:solidFill>
                    <a:schemeClr val="tx1"/>
                  </a:solidFill>
                  <a:latin typeface="微软雅黑" panose="020B0503020204020204" pitchFamily="34" charset="-122"/>
                  <a:ea typeface="微软雅黑" panose="020B0503020204020204" pitchFamily="34" charset="-122"/>
                </a:endParaRPr>
              </a:p>
            </p:txBody>
          </p:sp>
          <p:sp>
            <p:nvSpPr>
              <p:cNvPr id="40" name="Rectangle 46"/>
              <p:cNvSpPr>
                <a:spLocks noChangeArrowheads="1"/>
              </p:cNvSpPr>
              <p:nvPr>
                <p:custDataLst>
                  <p:tags r:id="rId29"/>
                </p:custDataLst>
              </p:nvPr>
            </p:nvSpPr>
            <p:spPr bwMode="auto">
              <a:xfrm>
                <a:off x="547" y="3182"/>
                <a:ext cx="468" cy="187"/>
              </a:xfrm>
              <a:prstGeom prst="rect">
                <a:avLst/>
              </a:prstGeom>
              <a:noFill/>
              <a:ln w="28575" algn="ctr">
                <a:solidFill>
                  <a:schemeClr val="tx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marL="457200" indent="-457200" eaLnBrk="0" hangingPunct="0">
                  <a:spcBef>
                    <a:spcPct val="20000"/>
                  </a:spcBef>
                  <a:buFont typeface="Wingdings" panose="05000000000000000000" pitchFamily="2" charset="2"/>
                  <a:buChar char="q"/>
                  <a:defRPr sz="2800" b="1">
                    <a:solidFill>
                      <a:schemeClr val="tx1"/>
                    </a:solidFill>
                    <a:latin typeface="Arial" panose="020B0604020202020204" pitchFamily="34" charset="0"/>
                    <a:ea typeface="华文细黑" panose="02010600040101010101" pitchFamily="2" charset="-122"/>
                  </a:defRPr>
                </a:lvl1pPr>
                <a:lvl2pPr marL="1087755" indent="-406400" eaLnBrk="0" hangingPunct="0">
                  <a:spcBef>
                    <a:spcPct val="20000"/>
                  </a:spcBef>
                  <a:buSzPct val="75000"/>
                  <a:buFont typeface="Wingdings" panose="05000000000000000000" pitchFamily="2" charset="2"/>
                  <a:buChar char="Ø"/>
                  <a:defRPr sz="2800">
                    <a:solidFill>
                      <a:schemeClr val="tx1"/>
                    </a:solidFill>
                    <a:latin typeface="Arial" panose="020B0604020202020204" pitchFamily="34" charset="0"/>
                    <a:ea typeface="华文细黑" panose="02010600040101010101" pitchFamily="2" charset="-122"/>
                  </a:defRPr>
                </a:lvl2pPr>
                <a:lvl3pPr marL="1476375" indent="-240030" eaLnBrk="0" hangingPunct="0">
                  <a:spcBef>
                    <a:spcPct val="20000"/>
                  </a:spcBef>
                  <a:buChar char="•"/>
                  <a:defRPr sz="2400">
                    <a:solidFill>
                      <a:schemeClr val="tx1"/>
                    </a:solidFill>
                    <a:latin typeface="Arial" panose="020B0604020202020204" pitchFamily="34" charset="0"/>
                    <a:ea typeface="华文细黑" panose="02010600040101010101" pitchFamily="2" charset="-122"/>
                  </a:defRPr>
                </a:lvl3pPr>
                <a:lvl4pPr marL="1885950" indent="-295275" eaLnBrk="0" hangingPunct="0">
                  <a:spcBef>
                    <a:spcPct val="20000"/>
                  </a:spcBef>
                  <a:buChar char="–"/>
                  <a:defRPr>
                    <a:solidFill>
                      <a:schemeClr val="tx1"/>
                    </a:solidFill>
                    <a:latin typeface="Arial" panose="020B0604020202020204" pitchFamily="34" charset="0"/>
                    <a:ea typeface="华文细黑" panose="02010600040101010101" pitchFamily="2" charset="-122"/>
                  </a:defRPr>
                </a:lvl4pPr>
                <a:lvl5pPr marL="2240280" indent="-240030" eaLnBrk="0" hangingPunct="0">
                  <a:spcBef>
                    <a:spcPct val="20000"/>
                  </a:spcBef>
                  <a:buClr>
                    <a:schemeClr val="tx2"/>
                  </a:buClr>
                  <a:buChar char="o"/>
                  <a:defRPr sz="1600">
                    <a:solidFill>
                      <a:schemeClr val="tx1"/>
                    </a:solidFill>
                    <a:latin typeface="Arial" panose="020B0604020202020204" pitchFamily="34" charset="0"/>
                    <a:ea typeface="华文细黑" panose="02010600040101010101" pitchFamily="2" charset="-122"/>
                  </a:defRPr>
                </a:lvl5pPr>
                <a:lvl6pPr marL="2697480" indent="-240030" eaLnBrk="0" fontAlgn="base" hangingPunct="0">
                  <a:spcBef>
                    <a:spcPct val="20000"/>
                  </a:spcBef>
                  <a:spcAft>
                    <a:spcPct val="0"/>
                  </a:spcAft>
                  <a:buClr>
                    <a:schemeClr val="tx2"/>
                  </a:buClr>
                  <a:buChar char="o"/>
                  <a:defRPr sz="1600">
                    <a:solidFill>
                      <a:schemeClr val="tx1"/>
                    </a:solidFill>
                    <a:latin typeface="Arial" panose="020B0604020202020204" pitchFamily="34" charset="0"/>
                    <a:ea typeface="华文细黑" panose="02010600040101010101" pitchFamily="2" charset="-122"/>
                  </a:defRPr>
                </a:lvl6pPr>
                <a:lvl7pPr marL="3154680" indent="-240030" eaLnBrk="0" fontAlgn="base" hangingPunct="0">
                  <a:spcBef>
                    <a:spcPct val="20000"/>
                  </a:spcBef>
                  <a:spcAft>
                    <a:spcPct val="0"/>
                  </a:spcAft>
                  <a:buClr>
                    <a:schemeClr val="tx2"/>
                  </a:buClr>
                  <a:buChar char="o"/>
                  <a:defRPr sz="1600">
                    <a:solidFill>
                      <a:schemeClr val="tx1"/>
                    </a:solidFill>
                    <a:latin typeface="Arial" panose="020B0604020202020204" pitchFamily="34" charset="0"/>
                    <a:ea typeface="华文细黑" panose="02010600040101010101" pitchFamily="2" charset="-122"/>
                  </a:defRPr>
                </a:lvl7pPr>
                <a:lvl8pPr marL="3611880" indent="-240030" eaLnBrk="0" fontAlgn="base" hangingPunct="0">
                  <a:spcBef>
                    <a:spcPct val="20000"/>
                  </a:spcBef>
                  <a:spcAft>
                    <a:spcPct val="0"/>
                  </a:spcAft>
                  <a:buClr>
                    <a:schemeClr val="tx2"/>
                  </a:buClr>
                  <a:buChar char="o"/>
                  <a:defRPr sz="1600">
                    <a:solidFill>
                      <a:schemeClr val="tx1"/>
                    </a:solidFill>
                    <a:latin typeface="Arial" panose="020B0604020202020204" pitchFamily="34" charset="0"/>
                    <a:ea typeface="华文细黑" panose="02010600040101010101" pitchFamily="2" charset="-122"/>
                  </a:defRPr>
                </a:lvl8pPr>
                <a:lvl9pPr marL="4069080" indent="-240030" eaLnBrk="0" fontAlgn="base" hangingPunct="0">
                  <a:spcBef>
                    <a:spcPct val="20000"/>
                  </a:spcBef>
                  <a:spcAft>
                    <a:spcPct val="0"/>
                  </a:spcAft>
                  <a:buClr>
                    <a:schemeClr val="tx2"/>
                  </a:buClr>
                  <a:buChar char="o"/>
                  <a:defRPr sz="1600">
                    <a:solidFill>
                      <a:schemeClr val="tx1"/>
                    </a:solidFill>
                    <a:latin typeface="Arial" panose="020B0604020202020204" pitchFamily="34" charset="0"/>
                    <a:ea typeface="华文细黑" panose="02010600040101010101" pitchFamily="2" charset="-122"/>
                  </a:defRPr>
                </a:lvl9pPr>
              </a:lstStyle>
              <a:p>
                <a:pPr algn="ctr">
                  <a:spcBef>
                    <a:spcPct val="50000"/>
                  </a:spcBef>
                  <a:buFontTx/>
                  <a:buNone/>
                </a:pPr>
                <a:endParaRPr lang="en-US" altLang="en-US" sz="1200">
                  <a:solidFill>
                    <a:schemeClr val="tx1"/>
                  </a:solidFill>
                  <a:latin typeface="微软雅黑" panose="020B0503020204020204" pitchFamily="34" charset="-122"/>
                  <a:ea typeface="微软雅黑" panose="020B0503020204020204" pitchFamily="34" charset="-122"/>
                </a:endParaRPr>
              </a:p>
            </p:txBody>
          </p:sp>
          <p:grpSp>
            <p:nvGrpSpPr>
              <p:cNvPr id="41" name="Group 47"/>
              <p:cNvGrpSpPr/>
              <p:nvPr/>
            </p:nvGrpSpPr>
            <p:grpSpPr bwMode="auto">
              <a:xfrm>
                <a:off x="624" y="3168"/>
                <a:ext cx="144" cy="407"/>
                <a:chOff x="624" y="3168"/>
                <a:chExt cx="144" cy="407"/>
              </a:xfrm>
            </p:grpSpPr>
            <p:sp>
              <p:nvSpPr>
                <p:cNvPr id="51" name="Line 48"/>
                <p:cNvSpPr>
                  <a:spLocks noChangeShapeType="1"/>
                </p:cNvSpPr>
                <p:nvPr>
                  <p:custDataLst>
                    <p:tags r:id="rId30"/>
                  </p:custDataLst>
                </p:nvPr>
              </p:nvSpPr>
              <p:spPr bwMode="auto">
                <a:xfrm>
                  <a:off x="624" y="3168"/>
                  <a:ext cx="0" cy="231"/>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solidFill>
                      <a:schemeClr val="tx1"/>
                    </a:solidFill>
                    <a:latin typeface="微软雅黑" panose="020B0503020204020204" pitchFamily="34" charset="-122"/>
                    <a:ea typeface="微软雅黑" panose="020B0503020204020204" pitchFamily="34" charset="-122"/>
                  </a:endParaRPr>
                </a:p>
              </p:txBody>
            </p:sp>
            <p:sp>
              <p:nvSpPr>
                <p:cNvPr id="52" name="Line 49"/>
                <p:cNvSpPr>
                  <a:spLocks noChangeShapeType="1"/>
                </p:cNvSpPr>
                <p:nvPr>
                  <p:custDataLst>
                    <p:tags r:id="rId31"/>
                  </p:custDataLst>
                </p:nvPr>
              </p:nvSpPr>
              <p:spPr bwMode="auto">
                <a:xfrm>
                  <a:off x="672" y="3168"/>
                  <a:ext cx="0" cy="279"/>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solidFill>
                      <a:schemeClr val="tx1"/>
                    </a:solidFill>
                    <a:latin typeface="微软雅黑" panose="020B0503020204020204" pitchFamily="34" charset="-122"/>
                    <a:ea typeface="微软雅黑" panose="020B0503020204020204" pitchFamily="34" charset="-122"/>
                  </a:endParaRPr>
                </a:p>
              </p:txBody>
            </p:sp>
            <p:sp>
              <p:nvSpPr>
                <p:cNvPr id="53" name="Line 50"/>
                <p:cNvSpPr>
                  <a:spLocks noChangeShapeType="1"/>
                </p:cNvSpPr>
                <p:nvPr>
                  <p:custDataLst>
                    <p:tags r:id="rId32"/>
                  </p:custDataLst>
                </p:nvPr>
              </p:nvSpPr>
              <p:spPr bwMode="auto">
                <a:xfrm>
                  <a:off x="720" y="3168"/>
                  <a:ext cx="0" cy="337"/>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solidFill>
                      <a:schemeClr val="tx1"/>
                    </a:solidFill>
                    <a:latin typeface="微软雅黑" panose="020B0503020204020204" pitchFamily="34" charset="-122"/>
                    <a:ea typeface="微软雅黑" panose="020B0503020204020204" pitchFamily="34" charset="-122"/>
                  </a:endParaRPr>
                </a:p>
              </p:txBody>
            </p:sp>
            <p:sp>
              <p:nvSpPr>
                <p:cNvPr id="54" name="Line 51"/>
                <p:cNvSpPr>
                  <a:spLocks noChangeShapeType="1"/>
                </p:cNvSpPr>
                <p:nvPr>
                  <p:custDataLst>
                    <p:tags r:id="rId33"/>
                  </p:custDataLst>
                </p:nvPr>
              </p:nvSpPr>
              <p:spPr bwMode="auto">
                <a:xfrm>
                  <a:off x="768" y="3168"/>
                  <a:ext cx="0" cy="407"/>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solidFill>
                      <a:schemeClr val="tx1"/>
                    </a:solidFill>
                    <a:latin typeface="微软雅黑" panose="020B0503020204020204" pitchFamily="34" charset="-122"/>
                    <a:ea typeface="微软雅黑" panose="020B0503020204020204" pitchFamily="34" charset="-122"/>
                  </a:endParaRPr>
                </a:p>
              </p:txBody>
            </p:sp>
          </p:grpSp>
          <p:grpSp>
            <p:nvGrpSpPr>
              <p:cNvPr id="42" name="Group 52"/>
              <p:cNvGrpSpPr/>
              <p:nvPr/>
            </p:nvGrpSpPr>
            <p:grpSpPr bwMode="auto">
              <a:xfrm>
                <a:off x="816" y="3168"/>
                <a:ext cx="144" cy="407"/>
                <a:chOff x="624" y="3168"/>
                <a:chExt cx="144" cy="407"/>
              </a:xfrm>
            </p:grpSpPr>
            <p:sp>
              <p:nvSpPr>
                <p:cNvPr id="47" name="Line 53"/>
                <p:cNvSpPr>
                  <a:spLocks noChangeShapeType="1"/>
                </p:cNvSpPr>
                <p:nvPr>
                  <p:custDataLst>
                    <p:tags r:id="rId34"/>
                  </p:custDataLst>
                </p:nvPr>
              </p:nvSpPr>
              <p:spPr bwMode="auto">
                <a:xfrm>
                  <a:off x="624" y="3168"/>
                  <a:ext cx="0" cy="231"/>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solidFill>
                      <a:schemeClr val="tx1"/>
                    </a:solidFill>
                    <a:latin typeface="微软雅黑" panose="020B0503020204020204" pitchFamily="34" charset="-122"/>
                    <a:ea typeface="微软雅黑" panose="020B0503020204020204" pitchFamily="34" charset="-122"/>
                  </a:endParaRPr>
                </a:p>
              </p:txBody>
            </p:sp>
            <p:sp>
              <p:nvSpPr>
                <p:cNvPr id="48" name="Line 54"/>
                <p:cNvSpPr>
                  <a:spLocks noChangeShapeType="1"/>
                </p:cNvSpPr>
                <p:nvPr>
                  <p:custDataLst>
                    <p:tags r:id="rId35"/>
                  </p:custDataLst>
                </p:nvPr>
              </p:nvSpPr>
              <p:spPr bwMode="auto">
                <a:xfrm>
                  <a:off x="672" y="3168"/>
                  <a:ext cx="0" cy="279"/>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solidFill>
                      <a:schemeClr val="tx1"/>
                    </a:solidFill>
                    <a:latin typeface="微软雅黑" panose="020B0503020204020204" pitchFamily="34" charset="-122"/>
                    <a:ea typeface="微软雅黑" panose="020B0503020204020204" pitchFamily="34" charset="-122"/>
                  </a:endParaRPr>
                </a:p>
              </p:txBody>
            </p:sp>
            <p:sp>
              <p:nvSpPr>
                <p:cNvPr id="49" name="Line 55"/>
                <p:cNvSpPr>
                  <a:spLocks noChangeShapeType="1"/>
                </p:cNvSpPr>
                <p:nvPr>
                  <p:custDataLst>
                    <p:tags r:id="rId36"/>
                  </p:custDataLst>
                </p:nvPr>
              </p:nvSpPr>
              <p:spPr bwMode="auto">
                <a:xfrm>
                  <a:off x="720" y="3168"/>
                  <a:ext cx="0" cy="337"/>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solidFill>
                      <a:schemeClr val="tx1"/>
                    </a:solidFill>
                    <a:latin typeface="微软雅黑" panose="020B0503020204020204" pitchFamily="34" charset="-122"/>
                    <a:ea typeface="微软雅黑" panose="020B0503020204020204" pitchFamily="34" charset="-122"/>
                  </a:endParaRPr>
                </a:p>
              </p:txBody>
            </p:sp>
            <p:sp>
              <p:nvSpPr>
                <p:cNvPr id="50" name="Line 56"/>
                <p:cNvSpPr>
                  <a:spLocks noChangeShapeType="1"/>
                </p:cNvSpPr>
                <p:nvPr>
                  <p:custDataLst>
                    <p:tags r:id="rId37"/>
                  </p:custDataLst>
                </p:nvPr>
              </p:nvSpPr>
              <p:spPr bwMode="auto">
                <a:xfrm>
                  <a:off x="768" y="3168"/>
                  <a:ext cx="0" cy="407"/>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solidFill>
                      <a:schemeClr val="tx1"/>
                    </a:solidFill>
                    <a:latin typeface="微软雅黑" panose="020B0503020204020204" pitchFamily="34" charset="-122"/>
                    <a:ea typeface="微软雅黑" panose="020B0503020204020204" pitchFamily="34" charset="-122"/>
                  </a:endParaRPr>
                </a:p>
              </p:txBody>
            </p:sp>
          </p:grpSp>
          <p:grpSp>
            <p:nvGrpSpPr>
              <p:cNvPr id="43" name="Group 57"/>
              <p:cNvGrpSpPr/>
              <p:nvPr/>
            </p:nvGrpSpPr>
            <p:grpSpPr bwMode="auto">
              <a:xfrm>
                <a:off x="547" y="3234"/>
                <a:ext cx="468" cy="723"/>
                <a:chOff x="540" y="3234"/>
                <a:chExt cx="468" cy="723"/>
              </a:xfrm>
            </p:grpSpPr>
            <p:sp>
              <p:nvSpPr>
                <p:cNvPr id="44" name="Line 58"/>
                <p:cNvSpPr>
                  <a:spLocks noChangeShapeType="1"/>
                </p:cNvSpPr>
                <p:nvPr>
                  <p:custDataLst>
                    <p:tags r:id="rId38"/>
                  </p:custDataLst>
                </p:nvPr>
              </p:nvSpPr>
              <p:spPr bwMode="auto">
                <a:xfrm>
                  <a:off x="540" y="3234"/>
                  <a:ext cx="468" cy="231"/>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solidFill>
                      <a:schemeClr val="tx1"/>
                    </a:solidFill>
                    <a:latin typeface="微软雅黑" panose="020B0503020204020204" pitchFamily="34" charset="-122"/>
                    <a:ea typeface="微软雅黑" panose="020B0503020204020204" pitchFamily="34" charset="-122"/>
                  </a:endParaRPr>
                </a:p>
              </p:txBody>
            </p:sp>
            <p:sp>
              <p:nvSpPr>
                <p:cNvPr id="45" name="Line 59"/>
                <p:cNvSpPr>
                  <a:spLocks noChangeShapeType="1"/>
                </p:cNvSpPr>
                <p:nvPr>
                  <p:custDataLst>
                    <p:tags r:id="rId39"/>
                  </p:custDataLst>
                </p:nvPr>
              </p:nvSpPr>
              <p:spPr bwMode="auto">
                <a:xfrm>
                  <a:off x="540" y="3273"/>
                  <a:ext cx="468" cy="684"/>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solidFill>
                      <a:schemeClr val="tx1"/>
                    </a:solidFill>
                    <a:latin typeface="微软雅黑" panose="020B0503020204020204" pitchFamily="34" charset="-122"/>
                    <a:ea typeface="微软雅黑" panose="020B0503020204020204" pitchFamily="34" charset="-122"/>
                  </a:endParaRPr>
                </a:p>
              </p:txBody>
            </p:sp>
            <p:sp>
              <p:nvSpPr>
                <p:cNvPr id="46" name="Line 60"/>
                <p:cNvSpPr>
                  <a:spLocks noChangeShapeType="1"/>
                </p:cNvSpPr>
                <p:nvPr>
                  <p:custDataLst>
                    <p:tags r:id="rId40"/>
                  </p:custDataLst>
                </p:nvPr>
              </p:nvSpPr>
              <p:spPr bwMode="auto">
                <a:xfrm>
                  <a:off x="540" y="3312"/>
                  <a:ext cx="468" cy="231"/>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solidFill>
                      <a:schemeClr val="tx1"/>
                    </a:solidFill>
                    <a:latin typeface="微软雅黑" panose="020B0503020204020204" pitchFamily="34" charset="-122"/>
                    <a:ea typeface="微软雅黑" panose="020B0503020204020204" pitchFamily="34" charset="-122"/>
                  </a:endParaRPr>
                </a:p>
              </p:txBody>
            </p:sp>
          </p:grpSp>
        </p:grpSp>
      </p:grpSp>
      <p:sp>
        <p:nvSpPr>
          <p:cNvPr id="55" name="Rectangle 61"/>
          <p:cNvSpPr>
            <a:spLocks noChangeArrowheads="1"/>
          </p:cNvSpPr>
          <p:nvPr>
            <p:custDataLst>
              <p:tags r:id="rId41"/>
            </p:custDataLst>
          </p:nvPr>
        </p:nvSpPr>
        <p:spPr bwMode="auto">
          <a:xfrm>
            <a:off x="3101975" y="2580005"/>
            <a:ext cx="2522855" cy="3067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eaLnBrk="0" hangingPunct="0">
              <a:spcBef>
                <a:spcPct val="20000"/>
              </a:spcBef>
              <a:buFont typeface="Wingdings" panose="05000000000000000000" pitchFamily="2" charset="2"/>
              <a:buChar char="q"/>
              <a:defRPr sz="2800" b="1">
                <a:solidFill>
                  <a:schemeClr val="tx1"/>
                </a:solidFill>
                <a:latin typeface="Arial" panose="020B0604020202020204" pitchFamily="34" charset="0"/>
                <a:ea typeface="华文细黑" panose="02010600040101010101" pitchFamily="2" charset="-122"/>
              </a:defRPr>
            </a:lvl1pPr>
            <a:lvl2pPr marL="742950" indent="-285750" eaLnBrk="0" hangingPunct="0">
              <a:spcBef>
                <a:spcPct val="20000"/>
              </a:spcBef>
              <a:buSzPct val="75000"/>
              <a:buFont typeface="Wingdings" panose="05000000000000000000" pitchFamily="2" charset="2"/>
              <a:buChar char="Ø"/>
              <a:defRPr sz="2800">
                <a:solidFill>
                  <a:schemeClr val="tx1"/>
                </a:solidFill>
                <a:latin typeface="Arial" panose="020B0604020202020204" pitchFamily="34" charset="0"/>
                <a:ea typeface="华文细黑" panose="0201060004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华文细黑" panose="0201060004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华文细黑" panose="02010600040101010101" pitchFamily="2" charset="-122"/>
              </a:defRPr>
            </a:lvl4pPr>
            <a:lvl5pPr marL="2057400" indent="-228600" eaLnBrk="0" hangingPunct="0">
              <a:spcBef>
                <a:spcPct val="20000"/>
              </a:spcBef>
              <a:buClr>
                <a:schemeClr val="tx2"/>
              </a:buClr>
              <a:buChar char="o"/>
              <a:defRPr sz="1600">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20000"/>
              </a:spcBef>
              <a:spcAft>
                <a:spcPct val="0"/>
              </a:spcAft>
              <a:buClr>
                <a:schemeClr val="tx2"/>
              </a:buClr>
              <a:buChar char="o"/>
              <a:defRPr sz="1600">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20000"/>
              </a:spcBef>
              <a:spcAft>
                <a:spcPct val="0"/>
              </a:spcAft>
              <a:buClr>
                <a:schemeClr val="tx2"/>
              </a:buClr>
              <a:buChar char="o"/>
              <a:defRPr sz="1600">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20000"/>
              </a:spcBef>
              <a:spcAft>
                <a:spcPct val="0"/>
              </a:spcAft>
              <a:buClr>
                <a:schemeClr val="tx2"/>
              </a:buClr>
              <a:buChar char="o"/>
              <a:defRPr sz="1600">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20000"/>
              </a:spcBef>
              <a:spcAft>
                <a:spcPct val="0"/>
              </a:spcAft>
              <a:buClr>
                <a:schemeClr val="tx2"/>
              </a:buClr>
              <a:buChar char="o"/>
              <a:defRPr sz="1600">
                <a:solidFill>
                  <a:schemeClr val="tx1"/>
                </a:solidFill>
                <a:latin typeface="Arial" panose="020B0604020202020204" pitchFamily="34" charset="0"/>
                <a:ea typeface="华文细黑" panose="02010600040101010101" pitchFamily="2" charset="-122"/>
              </a:defRPr>
            </a:lvl9pPr>
          </a:lstStyle>
          <a:p>
            <a:pPr algn="ctr">
              <a:spcBef>
                <a:spcPct val="0"/>
              </a:spcBef>
              <a:buFontTx/>
              <a:buNone/>
              <a:defRPr/>
            </a:pPr>
            <a:r>
              <a:rPr lang="zh-CN" altLang="en-US" sz="1400">
                <a:solidFill>
                  <a:schemeClr val="bg2">
                    <a:lumMod val="50000"/>
                  </a:schemeClr>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元数据集成</a:t>
            </a:r>
            <a:endParaRPr lang="zh-CN" altLang="en-US" sz="1400">
              <a:solidFill>
                <a:schemeClr val="bg2">
                  <a:lumMod val="50000"/>
                </a:schemeClr>
              </a:solidFill>
              <a:effectLst>
                <a:outerShdw blurRad="38100" dist="38100" dir="2700000" algn="tl">
                  <a:srgbClr val="C0C0C0"/>
                </a:outerShdw>
              </a:effectLst>
              <a:latin typeface="微软雅黑" panose="020B0503020204020204" pitchFamily="34" charset="-122"/>
              <a:ea typeface="微软雅黑" panose="020B0503020204020204" pitchFamily="34" charset="-122"/>
            </a:endParaRPr>
          </a:p>
        </p:txBody>
      </p:sp>
      <p:sp>
        <p:nvSpPr>
          <p:cNvPr id="56" name="Rectangle 62"/>
          <p:cNvSpPr>
            <a:spLocks noChangeArrowheads="1"/>
          </p:cNvSpPr>
          <p:nvPr>
            <p:custDataLst>
              <p:tags r:id="rId42"/>
            </p:custDataLst>
          </p:nvPr>
        </p:nvSpPr>
        <p:spPr bwMode="auto">
          <a:xfrm>
            <a:off x="4287520" y="3915410"/>
            <a:ext cx="202565" cy="721995"/>
          </a:xfrm>
          <a:prstGeom prst="rect">
            <a:avLst/>
          </a:prstGeom>
          <a:solidFill>
            <a:schemeClr val="accent5"/>
          </a:solidFill>
          <a:ln w="9525" algn="ctr">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oAutofit/>
          </a:bodyPr>
          <a:lstStyle>
            <a:lvl1pPr eaLnBrk="0" hangingPunct="0">
              <a:spcBef>
                <a:spcPct val="20000"/>
              </a:spcBef>
              <a:buFont typeface="Wingdings" panose="05000000000000000000" pitchFamily="2" charset="2"/>
              <a:buChar char="q"/>
              <a:defRPr sz="2800" b="1">
                <a:solidFill>
                  <a:schemeClr val="tx1"/>
                </a:solidFill>
                <a:latin typeface="Arial" panose="020B0604020202020204" pitchFamily="34" charset="0"/>
                <a:ea typeface="华文细黑" panose="02010600040101010101" pitchFamily="2" charset="-122"/>
              </a:defRPr>
            </a:lvl1pPr>
            <a:lvl2pPr marL="742950" indent="-285750" eaLnBrk="0" hangingPunct="0">
              <a:spcBef>
                <a:spcPct val="20000"/>
              </a:spcBef>
              <a:buSzPct val="75000"/>
              <a:buFont typeface="Wingdings" panose="05000000000000000000" pitchFamily="2" charset="2"/>
              <a:buChar char="Ø"/>
              <a:defRPr sz="2800">
                <a:solidFill>
                  <a:schemeClr val="tx1"/>
                </a:solidFill>
                <a:latin typeface="Arial" panose="020B0604020202020204" pitchFamily="34" charset="0"/>
                <a:ea typeface="华文细黑" panose="0201060004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华文细黑" panose="02010600040101010101" pitchFamily="2" charset="-122"/>
              </a:defRPr>
            </a:lvl3pPr>
            <a:lvl4pPr marL="1600200" indent="-228600" eaLnBrk="0" hangingPunct="0">
              <a:spcBef>
                <a:spcPct val="20000"/>
              </a:spcBef>
              <a:buChar char="–"/>
              <a:defRPr>
                <a:solidFill>
                  <a:schemeClr val="tx1"/>
                </a:solidFill>
                <a:latin typeface="Arial" panose="020B0604020202020204" pitchFamily="34" charset="0"/>
                <a:ea typeface="华文细黑" panose="02010600040101010101" pitchFamily="2" charset="-122"/>
              </a:defRPr>
            </a:lvl4pPr>
            <a:lvl5pPr marL="2057400" indent="-228600" eaLnBrk="0" hangingPunct="0">
              <a:spcBef>
                <a:spcPct val="20000"/>
              </a:spcBef>
              <a:buClr>
                <a:schemeClr val="tx2"/>
              </a:buClr>
              <a:buChar char="o"/>
              <a:defRPr sz="1600">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20000"/>
              </a:spcBef>
              <a:spcAft>
                <a:spcPct val="0"/>
              </a:spcAft>
              <a:buClr>
                <a:schemeClr val="tx2"/>
              </a:buClr>
              <a:buChar char="o"/>
              <a:defRPr sz="1600">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20000"/>
              </a:spcBef>
              <a:spcAft>
                <a:spcPct val="0"/>
              </a:spcAft>
              <a:buClr>
                <a:schemeClr val="tx2"/>
              </a:buClr>
              <a:buChar char="o"/>
              <a:defRPr sz="1600">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20000"/>
              </a:spcBef>
              <a:spcAft>
                <a:spcPct val="0"/>
              </a:spcAft>
              <a:buClr>
                <a:schemeClr val="tx2"/>
              </a:buClr>
              <a:buChar char="o"/>
              <a:defRPr sz="1600">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20000"/>
              </a:spcBef>
              <a:spcAft>
                <a:spcPct val="0"/>
              </a:spcAft>
              <a:buClr>
                <a:schemeClr val="tx2"/>
              </a:buClr>
              <a:buChar char="o"/>
              <a:defRPr sz="1600">
                <a:solidFill>
                  <a:schemeClr val="tx1"/>
                </a:solidFill>
                <a:latin typeface="Arial" panose="020B0604020202020204" pitchFamily="34" charset="0"/>
                <a:ea typeface="华文细黑" panose="02010600040101010101" pitchFamily="2" charset="-122"/>
              </a:defRPr>
            </a:lvl9pPr>
          </a:lstStyle>
          <a:p>
            <a:pPr eaLnBrk="1" hangingPunct="1">
              <a:spcBef>
                <a:spcPct val="0"/>
              </a:spcBef>
              <a:buFontTx/>
              <a:buNone/>
            </a:pPr>
            <a:endParaRPr lang="en-US" altLang="zh-CN" sz="1100">
              <a:solidFill>
                <a:schemeClr val="tx1"/>
              </a:solidFill>
              <a:latin typeface="微软雅黑" panose="020B0503020204020204" pitchFamily="34" charset="-122"/>
              <a:ea typeface="微软雅黑" panose="020B0503020204020204" pitchFamily="34" charset="-122"/>
            </a:endParaRPr>
          </a:p>
        </p:txBody>
      </p:sp>
      <p:sp>
        <p:nvSpPr>
          <p:cNvPr id="58" name="AutoShape 64"/>
          <p:cNvSpPr>
            <a:spLocks noChangeArrowheads="1"/>
          </p:cNvSpPr>
          <p:nvPr>
            <p:custDataLst>
              <p:tags r:id="rId43"/>
            </p:custDataLst>
          </p:nvPr>
        </p:nvSpPr>
        <p:spPr bwMode="auto">
          <a:xfrm>
            <a:off x="3202305" y="3150870"/>
            <a:ext cx="882015" cy="353060"/>
          </a:xfrm>
          <a:custGeom>
            <a:avLst/>
            <a:gdLst>
              <a:gd name="T0" fmla="*/ 0 w 21600"/>
              <a:gd name="T1" fmla="*/ 0 h 21600"/>
              <a:gd name="T2" fmla="*/ 0 w 21600"/>
              <a:gd name="T3" fmla="*/ 0 h 21600"/>
              <a:gd name="T4" fmla="*/ 0 w 21600"/>
              <a:gd name="T5" fmla="*/ 0 h 21600"/>
              <a:gd name="T6" fmla="*/ 0 w 21600"/>
              <a:gd name="T7" fmla="*/ 0 h 21600"/>
              <a:gd name="T8" fmla="*/ 17694720 60000 65536"/>
              <a:gd name="T9" fmla="*/ 11796480 60000 65536"/>
              <a:gd name="T10" fmla="*/ 5898240 60000 65536"/>
              <a:gd name="T11" fmla="*/ 0 60000 65536"/>
              <a:gd name="T12" fmla="*/ 3394 w 21600"/>
              <a:gd name="T13" fmla="*/ 5400 h 21600"/>
              <a:gd name="T14" fmla="*/ 18926 w 21600"/>
              <a:gd name="T15" fmla="*/ 16200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gradFill rotWithShape="0">
            <a:gsLst>
              <a:gs pos="0">
                <a:schemeClr val="accent1"/>
              </a:gs>
              <a:gs pos="100000">
                <a:schemeClr val="accent2"/>
              </a:gs>
            </a:gsLst>
            <a:lin ang="0" scaled="1"/>
          </a:gradFill>
          <a:ln w="12700" cap="rnd">
            <a:solidFill>
              <a:schemeClr val="tx1"/>
            </a:solidFill>
            <a:miter lim="800000"/>
          </a:ln>
          <a:effectLst/>
          <a:extLst>
            <a:ext uri="{AF507438-7753-43E0-B8FC-AC1667EBCBE1}">
              <a14:hiddenEffects xmlns:a14="http://schemas.microsoft.com/office/drawing/2010/main">
                <a:effectLst>
                  <a:outerShdw dist="107763" dir="2700000" algn="ctr" rotWithShape="0">
                    <a:srgbClr val="808080"/>
                  </a:outerShdw>
                </a:effectLst>
              </a14:hiddenEffects>
            </a:ext>
          </a:extLst>
        </p:spPr>
        <p:txBody>
          <a:bodyPr wrap="none" anchor="ctr"/>
          <a:lstStyle/>
          <a:p>
            <a:endParaRPr lang="zh-CN" altLang="en-US">
              <a:solidFill>
                <a:schemeClr val="tx1"/>
              </a:solidFill>
              <a:latin typeface="微软雅黑" panose="020B0503020204020204" pitchFamily="34" charset="-122"/>
              <a:ea typeface="微软雅黑" panose="020B0503020204020204" pitchFamily="34" charset="-122"/>
            </a:endParaRPr>
          </a:p>
        </p:txBody>
      </p:sp>
      <p:sp>
        <p:nvSpPr>
          <p:cNvPr id="59" name="AutoShape 65"/>
          <p:cNvSpPr>
            <a:spLocks noChangeArrowheads="1"/>
          </p:cNvSpPr>
          <p:nvPr>
            <p:custDataLst>
              <p:tags r:id="rId44"/>
            </p:custDataLst>
          </p:nvPr>
        </p:nvSpPr>
        <p:spPr bwMode="auto">
          <a:xfrm>
            <a:off x="3202305" y="3717925"/>
            <a:ext cx="882015" cy="353060"/>
          </a:xfrm>
          <a:custGeom>
            <a:avLst/>
            <a:gdLst>
              <a:gd name="T0" fmla="*/ 0 w 21600"/>
              <a:gd name="T1" fmla="*/ 0 h 21600"/>
              <a:gd name="T2" fmla="*/ 0 w 21600"/>
              <a:gd name="T3" fmla="*/ 0 h 21600"/>
              <a:gd name="T4" fmla="*/ 0 w 21600"/>
              <a:gd name="T5" fmla="*/ 0 h 21600"/>
              <a:gd name="T6" fmla="*/ 0 w 21600"/>
              <a:gd name="T7" fmla="*/ 0 h 21600"/>
              <a:gd name="T8" fmla="*/ 17694720 60000 65536"/>
              <a:gd name="T9" fmla="*/ 11796480 60000 65536"/>
              <a:gd name="T10" fmla="*/ 5898240 60000 65536"/>
              <a:gd name="T11" fmla="*/ 0 60000 65536"/>
              <a:gd name="T12" fmla="*/ 3394 w 21600"/>
              <a:gd name="T13" fmla="*/ 5400 h 21600"/>
              <a:gd name="T14" fmla="*/ 18926 w 21600"/>
              <a:gd name="T15" fmla="*/ 16200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gradFill rotWithShape="0">
            <a:gsLst>
              <a:gs pos="0">
                <a:schemeClr val="accent1"/>
              </a:gs>
              <a:gs pos="100000">
                <a:schemeClr val="accent2"/>
              </a:gs>
            </a:gsLst>
            <a:lin ang="0" scaled="1"/>
          </a:gradFill>
          <a:ln w="12700" cap="rnd">
            <a:solidFill>
              <a:schemeClr val="tx1"/>
            </a:solidFill>
            <a:miter lim="800000"/>
          </a:ln>
          <a:effectLst/>
          <a:extLst>
            <a:ext uri="{AF507438-7753-43E0-B8FC-AC1667EBCBE1}">
              <a14:hiddenEffects xmlns:a14="http://schemas.microsoft.com/office/drawing/2010/main">
                <a:effectLst>
                  <a:outerShdw dist="107763" dir="2700000" algn="ctr" rotWithShape="0">
                    <a:srgbClr val="808080"/>
                  </a:outerShdw>
                </a:effectLst>
              </a14:hiddenEffects>
            </a:ext>
          </a:extLst>
        </p:spPr>
        <p:txBody>
          <a:bodyPr wrap="none" anchor="ctr"/>
          <a:lstStyle/>
          <a:p>
            <a:endParaRPr lang="zh-CN" altLang="en-US">
              <a:solidFill>
                <a:schemeClr val="tx1"/>
              </a:solidFill>
              <a:latin typeface="微软雅黑" panose="020B0503020204020204" pitchFamily="34" charset="-122"/>
              <a:ea typeface="微软雅黑" panose="020B0503020204020204" pitchFamily="34" charset="-122"/>
            </a:endParaRPr>
          </a:p>
        </p:txBody>
      </p:sp>
      <p:sp>
        <p:nvSpPr>
          <p:cNvPr id="60" name="AutoShape 66"/>
          <p:cNvSpPr>
            <a:spLocks noChangeArrowheads="1"/>
          </p:cNvSpPr>
          <p:nvPr>
            <p:custDataLst>
              <p:tags r:id="rId45"/>
            </p:custDataLst>
          </p:nvPr>
        </p:nvSpPr>
        <p:spPr bwMode="auto">
          <a:xfrm>
            <a:off x="3202305" y="4214495"/>
            <a:ext cx="882015" cy="353060"/>
          </a:xfrm>
          <a:custGeom>
            <a:avLst/>
            <a:gdLst>
              <a:gd name="T0" fmla="*/ 0 w 21600"/>
              <a:gd name="T1" fmla="*/ 0 h 21600"/>
              <a:gd name="T2" fmla="*/ 0 w 21600"/>
              <a:gd name="T3" fmla="*/ 0 h 21600"/>
              <a:gd name="T4" fmla="*/ 0 w 21600"/>
              <a:gd name="T5" fmla="*/ 0 h 21600"/>
              <a:gd name="T6" fmla="*/ 0 w 21600"/>
              <a:gd name="T7" fmla="*/ 0 h 21600"/>
              <a:gd name="T8" fmla="*/ 17694720 60000 65536"/>
              <a:gd name="T9" fmla="*/ 11796480 60000 65536"/>
              <a:gd name="T10" fmla="*/ 5898240 60000 65536"/>
              <a:gd name="T11" fmla="*/ 0 60000 65536"/>
              <a:gd name="T12" fmla="*/ 3394 w 21600"/>
              <a:gd name="T13" fmla="*/ 5400 h 21600"/>
              <a:gd name="T14" fmla="*/ 18926 w 21600"/>
              <a:gd name="T15" fmla="*/ 16200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gradFill rotWithShape="0">
            <a:gsLst>
              <a:gs pos="0">
                <a:schemeClr val="accent1"/>
              </a:gs>
              <a:gs pos="100000">
                <a:schemeClr val="accent2"/>
              </a:gs>
            </a:gsLst>
            <a:lin ang="0" scaled="1"/>
          </a:gradFill>
          <a:ln w="12700" cap="rnd">
            <a:solidFill>
              <a:schemeClr val="tx1"/>
            </a:solidFill>
            <a:miter lim="800000"/>
          </a:ln>
          <a:effectLst/>
          <a:extLst>
            <a:ext uri="{AF507438-7753-43E0-B8FC-AC1667EBCBE1}">
              <a14:hiddenEffects xmlns:a14="http://schemas.microsoft.com/office/drawing/2010/main">
                <a:effectLst>
                  <a:outerShdw dist="107763" dir="2700000" algn="ctr" rotWithShape="0">
                    <a:srgbClr val="808080"/>
                  </a:outerShdw>
                </a:effectLst>
              </a14:hiddenEffects>
            </a:ext>
          </a:extLst>
        </p:spPr>
        <p:txBody>
          <a:bodyPr wrap="none" anchor="ctr"/>
          <a:lstStyle/>
          <a:p>
            <a:endParaRPr lang="zh-CN" altLang="en-US">
              <a:solidFill>
                <a:schemeClr val="tx1"/>
              </a:solidFill>
              <a:latin typeface="微软雅黑" panose="020B0503020204020204" pitchFamily="34" charset="-122"/>
              <a:ea typeface="微软雅黑" panose="020B0503020204020204" pitchFamily="34" charset="-122"/>
            </a:endParaRPr>
          </a:p>
        </p:txBody>
      </p:sp>
      <p:sp>
        <p:nvSpPr>
          <p:cNvPr id="61" name="AutoShape 67"/>
          <p:cNvSpPr>
            <a:spLocks noChangeArrowheads="1"/>
          </p:cNvSpPr>
          <p:nvPr>
            <p:custDataLst>
              <p:tags r:id="rId46"/>
            </p:custDataLst>
          </p:nvPr>
        </p:nvSpPr>
        <p:spPr bwMode="auto">
          <a:xfrm>
            <a:off x="3202305" y="4710430"/>
            <a:ext cx="882015" cy="353060"/>
          </a:xfrm>
          <a:custGeom>
            <a:avLst/>
            <a:gdLst>
              <a:gd name="T0" fmla="*/ 0 w 21600"/>
              <a:gd name="T1" fmla="*/ 0 h 21600"/>
              <a:gd name="T2" fmla="*/ 0 w 21600"/>
              <a:gd name="T3" fmla="*/ 0 h 21600"/>
              <a:gd name="T4" fmla="*/ 0 w 21600"/>
              <a:gd name="T5" fmla="*/ 0 h 21600"/>
              <a:gd name="T6" fmla="*/ 0 w 21600"/>
              <a:gd name="T7" fmla="*/ 0 h 21600"/>
              <a:gd name="T8" fmla="*/ 17694720 60000 65536"/>
              <a:gd name="T9" fmla="*/ 11796480 60000 65536"/>
              <a:gd name="T10" fmla="*/ 5898240 60000 65536"/>
              <a:gd name="T11" fmla="*/ 0 60000 65536"/>
              <a:gd name="T12" fmla="*/ 3394 w 21600"/>
              <a:gd name="T13" fmla="*/ 5400 h 21600"/>
              <a:gd name="T14" fmla="*/ 18926 w 21600"/>
              <a:gd name="T15" fmla="*/ 16200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gradFill rotWithShape="0">
            <a:gsLst>
              <a:gs pos="0">
                <a:schemeClr val="accent1"/>
              </a:gs>
              <a:gs pos="100000">
                <a:schemeClr val="accent2"/>
              </a:gs>
            </a:gsLst>
            <a:lin ang="0" scaled="1"/>
          </a:gradFill>
          <a:ln w="12700" cap="rnd">
            <a:solidFill>
              <a:schemeClr val="tx1"/>
            </a:solidFill>
            <a:miter lim="800000"/>
          </a:ln>
          <a:effectLst/>
          <a:extLst>
            <a:ext uri="{AF507438-7753-43E0-B8FC-AC1667EBCBE1}">
              <a14:hiddenEffects xmlns:a14="http://schemas.microsoft.com/office/drawing/2010/main">
                <a:effectLst>
                  <a:outerShdw dist="107763" dir="2700000" algn="ctr" rotWithShape="0">
                    <a:srgbClr val="808080"/>
                  </a:outerShdw>
                </a:effectLst>
              </a14:hiddenEffects>
            </a:ext>
          </a:extLst>
        </p:spPr>
        <p:txBody>
          <a:bodyPr wrap="none" anchor="ctr"/>
          <a:lstStyle/>
          <a:p>
            <a:endParaRPr lang="zh-CN" altLang="en-US">
              <a:solidFill>
                <a:schemeClr val="tx1"/>
              </a:solidFill>
              <a:latin typeface="微软雅黑" panose="020B0503020204020204" pitchFamily="34" charset="-122"/>
              <a:ea typeface="微软雅黑" panose="020B0503020204020204" pitchFamily="34" charset="-122"/>
            </a:endParaRPr>
          </a:p>
        </p:txBody>
      </p:sp>
      <p:sp>
        <p:nvSpPr>
          <p:cNvPr id="62" name="AutoShape 68"/>
          <p:cNvSpPr>
            <a:spLocks noChangeArrowheads="1"/>
          </p:cNvSpPr>
          <p:nvPr>
            <p:custDataLst>
              <p:tags r:id="rId47"/>
            </p:custDataLst>
          </p:nvPr>
        </p:nvSpPr>
        <p:spPr bwMode="auto">
          <a:xfrm>
            <a:off x="3202305" y="5253990"/>
            <a:ext cx="882015" cy="353060"/>
          </a:xfrm>
          <a:custGeom>
            <a:avLst/>
            <a:gdLst>
              <a:gd name="T0" fmla="*/ 0 w 21600"/>
              <a:gd name="T1" fmla="*/ 0 h 21600"/>
              <a:gd name="T2" fmla="*/ 0 w 21600"/>
              <a:gd name="T3" fmla="*/ 0 h 21600"/>
              <a:gd name="T4" fmla="*/ 0 w 21600"/>
              <a:gd name="T5" fmla="*/ 0 h 21600"/>
              <a:gd name="T6" fmla="*/ 0 w 21600"/>
              <a:gd name="T7" fmla="*/ 0 h 21600"/>
              <a:gd name="T8" fmla="*/ 17694720 60000 65536"/>
              <a:gd name="T9" fmla="*/ 11796480 60000 65536"/>
              <a:gd name="T10" fmla="*/ 5898240 60000 65536"/>
              <a:gd name="T11" fmla="*/ 0 60000 65536"/>
              <a:gd name="T12" fmla="*/ 3394 w 21600"/>
              <a:gd name="T13" fmla="*/ 5400 h 21600"/>
              <a:gd name="T14" fmla="*/ 18926 w 21600"/>
              <a:gd name="T15" fmla="*/ 16200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gradFill rotWithShape="0">
            <a:gsLst>
              <a:gs pos="0">
                <a:schemeClr val="accent1"/>
              </a:gs>
              <a:gs pos="100000">
                <a:schemeClr val="accent2"/>
              </a:gs>
            </a:gsLst>
            <a:lin ang="0" scaled="1"/>
          </a:gradFill>
          <a:ln w="12700" cap="rnd">
            <a:solidFill>
              <a:schemeClr val="tx1"/>
            </a:solidFill>
            <a:miter lim="800000"/>
          </a:ln>
          <a:effectLst/>
          <a:extLst>
            <a:ext uri="{AF507438-7753-43E0-B8FC-AC1667EBCBE1}">
              <a14:hiddenEffects xmlns:a14="http://schemas.microsoft.com/office/drawing/2010/main">
                <a:effectLst>
                  <a:outerShdw dist="107763" dir="2700000" algn="ctr" rotWithShape="0">
                    <a:srgbClr val="808080"/>
                  </a:outerShdw>
                </a:effectLst>
              </a14:hiddenEffects>
            </a:ext>
          </a:extLst>
        </p:spPr>
        <p:txBody>
          <a:bodyPr wrap="none" anchor="ctr"/>
          <a:lstStyle/>
          <a:p>
            <a:endParaRPr lang="zh-CN" altLang="en-US">
              <a:solidFill>
                <a:schemeClr val="tx1"/>
              </a:solidFill>
              <a:latin typeface="微软雅黑" panose="020B0503020204020204" pitchFamily="34" charset="-122"/>
              <a:ea typeface="微软雅黑" panose="020B0503020204020204" pitchFamily="34" charset="-122"/>
            </a:endParaRPr>
          </a:p>
        </p:txBody>
      </p:sp>
      <p:sp>
        <p:nvSpPr>
          <p:cNvPr id="63" name="AutoShape 69"/>
          <p:cNvSpPr>
            <a:spLocks noChangeArrowheads="1"/>
          </p:cNvSpPr>
          <p:nvPr>
            <p:custDataLst>
              <p:tags r:id="rId48"/>
            </p:custDataLst>
          </p:nvPr>
        </p:nvSpPr>
        <p:spPr bwMode="auto">
          <a:xfrm>
            <a:off x="7668895" y="3001010"/>
            <a:ext cx="883920" cy="356235"/>
          </a:xfrm>
          <a:custGeom>
            <a:avLst/>
            <a:gdLst>
              <a:gd name="T0" fmla="*/ 0 w 21600"/>
              <a:gd name="T1" fmla="*/ 0 h 21600"/>
              <a:gd name="T2" fmla="*/ 0 w 21600"/>
              <a:gd name="T3" fmla="*/ 0 h 21600"/>
              <a:gd name="T4" fmla="*/ 0 w 21600"/>
              <a:gd name="T5" fmla="*/ 0 h 21600"/>
              <a:gd name="T6" fmla="*/ 0 w 21600"/>
              <a:gd name="T7" fmla="*/ 0 h 21600"/>
              <a:gd name="T8" fmla="*/ 17694720 60000 65536"/>
              <a:gd name="T9" fmla="*/ 11796480 60000 65536"/>
              <a:gd name="T10" fmla="*/ 5898240 60000 65536"/>
              <a:gd name="T11" fmla="*/ 0 60000 65536"/>
              <a:gd name="T12" fmla="*/ 3360 w 21600"/>
              <a:gd name="T13" fmla="*/ 5465 h 21600"/>
              <a:gd name="T14" fmla="*/ 18912 w 21600"/>
              <a:gd name="T15" fmla="*/ 16135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gradFill rotWithShape="0">
            <a:gsLst>
              <a:gs pos="0">
                <a:schemeClr val="accent1"/>
              </a:gs>
              <a:gs pos="100000">
                <a:schemeClr val="accent2"/>
              </a:gs>
            </a:gsLst>
            <a:lin ang="0" scaled="1"/>
          </a:gradFill>
          <a:ln w="12700" cap="rnd">
            <a:solidFill>
              <a:schemeClr val="tx1"/>
            </a:solidFill>
            <a:miter lim="800000"/>
          </a:ln>
          <a:effectLst/>
          <a:extLst>
            <a:ext uri="{AF507438-7753-43E0-B8FC-AC1667EBCBE1}">
              <a14:hiddenEffects xmlns:a14="http://schemas.microsoft.com/office/drawing/2010/main">
                <a:effectLst>
                  <a:outerShdw dist="107763" dir="2700000" algn="ctr" rotWithShape="0">
                    <a:srgbClr val="808080"/>
                  </a:outerShdw>
                </a:effectLst>
              </a14:hiddenEffects>
            </a:ext>
          </a:extLst>
        </p:spPr>
        <p:txBody>
          <a:bodyPr wrap="none" anchor="ctr"/>
          <a:lstStyle/>
          <a:p>
            <a:endParaRPr lang="zh-CN" altLang="en-US">
              <a:solidFill>
                <a:schemeClr val="tx1"/>
              </a:solidFill>
              <a:latin typeface="微软雅黑" panose="020B0503020204020204" pitchFamily="34" charset="-122"/>
              <a:ea typeface="微软雅黑" panose="020B0503020204020204" pitchFamily="34" charset="-122"/>
            </a:endParaRPr>
          </a:p>
        </p:txBody>
      </p:sp>
      <p:sp>
        <p:nvSpPr>
          <p:cNvPr id="64" name="AutoShape 70"/>
          <p:cNvSpPr>
            <a:spLocks noChangeArrowheads="1"/>
          </p:cNvSpPr>
          <p:nvPr>
            <p:custDataLst>
              <p:tags r:id="rId49"/>
            </p:custDataLst>
          </p:nvPr>
        </p:nvSpPr>
        <p:spPr bwMode="auto">
          <a:xfrm>
            <a:off x="7668895" y="4430395"/>
            <a:ext cx="883920" cy="356235"/>
          </a:xfrm>
          <a:custGeom>
            <a:avLst/>
            <a:gdLst>
              <a:gd name="T0" fmla="*/ 0 w 21600"/>
              <a:gd name="T1" fmla="*/ 0 h 21600"/>
              <a:gd name="T2" fmla="*/ 0 w 21600"/>
              <a:gd name="T3" fmla="*/ 0 h 21600"/>
              <a:gd name="T4" fmla="*/ 0 w 21600"/>
              <a:gd name="T5" fmla="*/ 0 h 21600"/>
              <a:gd name="T6" fmla="*/ 0 w 21600"/>
              <a:gd name="T7" fmla="*/ 0 h 21600"/>
              <a:gd name="T8" fmla="*/ 17694720 60000 65536"/>
              <a:gd name="T9" fmla="*/ 11796480 60000 65536"/>
              <a:gd name="T10" fmla="*/ 5898240 60000 65536"/>
              <a:gd name="T11" fmla="*/ 0 60000 65536"/>
              <a:gd name="T12" fmla="*/ 3360 w 21600"/>
              <a:gd name="T13" fmla="*/ 5465 h 21600"/>
              <a:gd name="T14" fmla="*/ 18912 w 21600"/>
              <a:gd name="T15" fmla="*/ 16135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gradFill rotWithShape="0">
            <a:gsLst>
              <a:gs pos="0">
                <a:schemeClr val="accent1"/>
              </a:gs>
              <a:gs pos="100000">
                <a:schemeClr val="accent2"/>
              </a:gs>
            </a:gsLst>
            <a:lin ang="0" scaled="1"/>
          </a:gradFill>
          <a:ln w="12700" cap="rnd">
            <a:solidFill>
              <a:schemeClr val="tx1"/>
            </a:solidFill>
            <a:miter lim="800000"/>
          </a:ln>
          <a:effectLst/>
          <a:extLst>
            <a:ext uri="{AF507438-7753-43E0-B8FC-AC1667EBCBE1}">
              <a14:hiddenEffects xmlns:a14="http://schemas.microsoft.com/office/drawing/2010/main">
                <a:effectLst>
                  <a:outerShdw dist="107763" dir="2700000" algn="ctr" rotWithShape="0">
                    <a:srgbClr val="808080"/>
                  </a:outerShdw>
                </a:effectLst>
              </a14:hiddenEffects>
            </a:ext>
          </a:extLst>
        </p:spPr>
        <p:txBody>
          <a:bodyPr wrap="none" anchor="ctr"/>
          <a:lstStyle/>
          <a:p>
            <a:endParaRPr lang="zh-CN" altLang="en-US">
              <a:solidFill>
                <a:schemeClr val="tx1"/>
              </a:solidFill>
              <a:latin typeface="微软雅黑" panose="020B0503020204020204" pitchFamily="34" charset="-122"/>
              <a:ea typeface="微软雅黑" panose="020B0503020204020204" pitchFamily="34" charset="-122"/>
            </a:endParaRPr>
          </a:p>
        </p:txBody>
      </p:sp>
      <p:sp>
        <p:nvSpPr>
          <p:cNvPr id="65" name="AutoShape 71"/>
          <p:cNvSpPr>
            <a:spLocks noChangeArrowheads="1"/>
          </p:cNvSpPr>
          <p:nvPr>
            <p:custDataLst>
              <p:tags r:id="rId50"/>
            </p:custDataLst>
          </p:nvPr>
        </p:nvSpPr>
        <p:spPr bwMode="auto">
          <a:xfrm>
            <a:off x="7668895" y="5201920"/>
            <a:ext cx="883920" cy="356235"/>
          </a:xfrm>
          <a:custGeom>
            <a:avLst/>
            <a:gdLst>
              <a:gd name="T0" fmla="*/ 0 w 21600"/>
              <a:gd name="T1" fmla="*/ 0 h 21600"/>
              <a:gd name="T2" fmla="*/ 0 w 21600"/>
              <a:gd name="T3" fmla="*/ 0 h 21600"/>
              <a:gd name="T4" fmla="*/ 0 w 21600"/>
              <a:gd name="T5" fmla="*/ 0 h 21600"/>
              <a:gd name="T6" fmla="*/ 0 w 21600"/>
              <a:gd name="T7" fmla="*/ 0 h 21600"/>
              <a:gd name="T8" fmla="*/ 17694720 60000 65536"/>
              <a:gd name="T9" fmla="*/ 11796480 60000 65536"/>
              <a:gd name="T10" fmla="*/ 5898240 60000 65536"/>
              <a:gd name="T11" fmla="*/ 0 60000 65536"/>
              <a:gd name="T12" fmla="*/ 3360 w 21600"/>
              <a:gd name="T13" fmla="*/ 5465 h 21600"/>
              <a:gd name="T14" fmla="*/ 18912 w 21600"/>
              <a:gd name="T15" fmla="*/ 16135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gradFill rotWithShape="0">
            <a:gsLst>
              <a:gs pos="0">
                <a:schemeClr val="accent1"/>
              </a:gs>
              <a:gs pos="100000">
                <a:schemeClr val="accent2"/>
              </a:gs>
            </a:gsLst>
            <a:lin ang="0" scaled="1"/>
          </a:gradFill>
          <a:ln w="12700" cap="rnd">
            <a:solidFill>
              <a:schemeClr val="tx1"/>
            </a:solidFill>
            <a:miter lim="800000"/>
          </a:ln>
          <a:effectLst/>
          <a:extLst>
            <a:ext uri="{AF507438-7753-43E0-B8FC-AC1667EBCBE1}">
              <a14:hiddenEffects xmlns:a14="http://schemas.microsoft.com/office/drawing/2010/main">
                <a:effectLst>
                  <a:outerShdw dist="107763" dir="2700000" algn="ctr" rotWithShape="0">
                    <a:srgbClr val="808080"/>
                  </a:outerShdw>
                </a:effectLst>
              </a14:hiddenEffects>
            </a:ext>
          </a:extLst>
        </p:spPr>
        <p:txBody>
          <a:bodyPr wrap="none" anchor="ctr"/>
          <a:lstStyle/>
          <a:p>
            <a:endParaRPr lang="zh-CN" altLang="en-US">
              <a:solidFill>
                <a:schemeClr val="tx1"/>
              </a:solidFill>
              <a:latin typeface="微软雅黑" panose="020B0503020204020204" pitchFamily="34" charset="-122"/>
              <a:ea typeface="微软雅黑" panose="020B0503020204020204" pitchFamily="34" charset="-122"/>
            </a:endParaRPr>
          </a:p>
        </p:txBody>
      </p:sp>
      <p:sp>
        <p:nvSpPr>
          <p:cNvPr id="66" name="AutoShape 124"/>
          <p:cNvSpPr>
            <a:spLocks noChangeArrowheads="1"/>
          </p:cNvSpPr>
          <p:nvPr>
            <p:custDataLst>
              <p:tags r:id="rId51"/>
            </p:custDataLst>
          </p:nvPr>
        </p:nvSpPr>
        <p:spPr bwMode="auto">
          <a:xfrm>
            <a:off x="7660640" y="3700145"/>
            <a:ext cx="883920" cy="356235"/>
          </a:xfrm>
          <a:custGeom>
            <a:avLst/>
            <a:gdLst>
              <a:gd name="T0" fmla="*/ 0 w 21600"/>
              <a:gd name="T1" fmla="*/ 0 h 21600"/>
              <a:gd name="T2" fmla="*/ 0 w 21600"/>
              <a:gd name="T3" fmla="*/ 0 h 21600"/>
              <a:gd name="T4" fmla="*/ 0 w 21600"/>
              <a:gd name="T5" fmla="*/ 0 h 21600"/>
              <a:gd name="T6" fmla="*/ 0 w 21600"/>
              <a:gd name="T7" fmla="*/ 0 h 21600"/>
              <a:gd name="T8" fmla="*/ 17694720 60000 65536"/>
              <a:gd name="T9" fmla="*/ 11796480 60000 65536"/>
              <a:gd name="T10" fmla="*/ 5898240 60000 65536"/>
              <a:gd name="T11" fmla="*/ 0 60000 65536"/>
              <a:gd name="T12" fmla="*/ 3360 w 21600"/>
              <a:gd name="T13" fmla="*/ 5465 h 21600"/>
              <a:gd name="T14" fmla="*/ 18912 w 21600"/>
              <a:gd name="T15" fmla="*/ 16135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gradFill rotWithShape="0">
            <a:gsLst>
              <a:gs pos="0">
                <a:schemeClr val="accent1"/>
              </a:gs>
              <a:gs pos="100000">
                <a:schemeClr val="accent2"/>
              </a:gs>
            </a:gsLst>
            <a:lin ang="0" scaled="1"/>
          </a:gradFill>
          <a:ln w="12700" cap="rnd">
            <a:solidFill>
              <a:schemeClr val="tx1"/>
            </a:solidFill>
            <a:miter lim="800000"/>
          </a:ln>
          <a:effectLst/>
          <a:extLst>
            <a:ext uri="{AF507438-7753-43E0-B8FC-AC1667EBCBE1}">
              <a14:hiddenEffects xmlns:a14="http://schemas.microsoft.com/office/drawing/2010/main">
                <a:effectLst>
                  <a:outerShdw dist="107763" dir="2700000" algn="ctr" rotWithShape="0">
                    <a:srgbClr val="808080"/>
                  </a:outerShdw>
                </a:effectLst>
              </a14:hiddenEffects>
            </a:ext>
          </a:extLst>
        </p:spPr>
        <p:txBody>
          <a:bodyPr wrap="none" anchor="ctr"/>
          <a:lstStyle/>
          <a:p>
            <a:endParaRPr lang="zh-CN" altLang="en-US">
              <a:solidFill>
                <a:schemeClr val="tx1"/>
              </a:solidFill>
              <a:latin typeface="微软雅黑" panose="020B0503020204020204" pitchFamily="34" charset="-122"/>
              <a:ea typeface="微软雅黑" panose="020B0503020204020204" pitchFamily="34" charset="-122"/>
            </a:endParaRPr>
          </a:p>
        </p:txBody>
      </p:sp>
      <p:sp>
        <p:nvSpPr>
          <p:cNvPr id="67" name="Rectangle 146"/>
          <p:cNvSpPr>
            <a:spLocks noChangeArrowheads="1"/>
          </p:cNvSpPr>
          <p:nvPr>
            <p:custDataLst>
              <p:tags r:id="rId52"/>
            </p:custDataLst>
          </p:nvPr>
        </p:nvSpPr>
        <p:spPr bwMode="auto">
          <a:xfrm>
            <a:off x="5224780" y="5136515"/>
            <a:ext cx="1224915" cy="306705"/>
          </a:xfrm>
          <a:prstGeom prst="rect">
            <a:avLst/>
          </a:prstGeom>
          <a:noFill/>
          <a:ln>
            <a:no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lvl1pPr eaLnBrk="0" hangingPunct="0">
              <a:spcBef>
                <a:spcPct val="20000"/>
              </a:spcBef>
              <a:buFont typeface="Wingdings" panose="05000000000000000000" pitchFamily="2" charset="2"/>
              <a:buChar char="q"/>
              <a:defRPr sz="2800" b="1">
                <a:solidFill>
                  <a:schemeClr val="tx1"/>
                </a:solidFill>
                <a:latin typeface="Arial" panose="020B0604020202020204" pitchFamily="34" charset="0"/>
                <a:ea typeface="华文细黑" panose="02010600040101010101" pitchFamily="2" charset="-122"/>
              </a:defRPr>
            </a:lvl1pPr>
            <a:lvl2pPr marL="742950" indent="-285750" eaLnBrk="0" hangingPunct="0">
              <a:spcBef>
                <a:spcPct val="20000"/>
              </a:spcBef>
              <a:buSzPct val="75000"/>
              <a:buFont typeface="Wingdings" panose="05000000000000000000" pitchFamily="2" charset="2"/>
              <a:buChar char="Ø"/>
              <a:defRPr sz="2800">
                <a:solidFill>
                  <a:schemeClr val="tx1"/>
                </a:solidFill>
                <a:latin typeface="Arial" panose="020B0604020202020204" pitchFamily="34" charset="0"/>
                <a:ea typeface="华文细黑" panose="0201060004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华文细黑" panose="02010600040101010101" pitchFamily="2" charset="-122"/>
              </a:defRPr>
            </a:lvl3pPr>
            <a:lvl4pPr marL="1600200" indent="-228600" eaLnBrk="0" hangingPunct="0">
              <a:spcBef>
                <a:spcPct val="20000"/>
              </a:spcBef>
              <a:buChar char="–"/>
              <a:defRPr>
                <a:solidFill>
                  <a:schemeClr val="tx1"/>
                </a:solidFill>
                <a:latin typeface="Arial" panose="020B0604020202020204" pitchFamily="34" charset="0"/>
                <a:ea typeface="华文细黑" panose="02010600040101010101" pitchFamily="2" charset="-122"/>
              </a:defRPr>
            </a:lvl4pPr>
            <a:lvl5pPr marL="2057400" indent="-228600" eaLnBrk="0" hangingPunct="0">
              <a:spcBef>
                <a:spcPct val="20000"/>
              </a:spcBef>
              <a:buClr>
                <a:schemeClr val="tx2"/>
              </a:buClr>
              <a:buChar char="o"/>
              <a:defRPr sz="1600">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20000"/>
              </a:spcBef>
              <a:spcAft>
                <a:spcPct val="0"/>
              </a:spcAft>
              <a:buClr>
                <a:schemeClr val="tx2"/>
              </a:buClr>
              <a:buChar char="o"/>
              <a:defRPr sz="1600">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20000"/>
              </a:spcBef>
              <a:spcAft>
                <a:spcPct val="0"/>
              </a:spcAft>
              <a:buClr>
                <a:schemeClr val="tx2"/>
              </a:buClr>
              <a:buChar char="o"/>
              <a:defRPr sz="1600">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20000"/>
              </a:spcBef>
              <a:spcAft>
                <a:spcPct val="0"/>
              </a:spcAft>
              <a:buClr>
                <a:schemeClr val="tx2"/>
              </a:buClr>
              <a:buChar char="o"/>
              <a:defRPr sz="1600">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20000"/>
              </a:spcBef>
              <a:spcAft>
                <a:spcPct val="0"/>
              </a:spcAft>
              <a:buClr>
                <a:schemeClr val="tx2"/>
              </a:buClr>
              <a:buChar char="o"/>
              <a:defRPr sz="1600">
                <a:solidFill>
                  <a:schemeClr val="tx1"/>
                </a:solidFill>
                <a:latin typeface="Arial" panose="020B0604020202020204" pitchFamily="34" charset="0"/>
                <a:ea typeface="华文细黑" panose="02010600040101010101" pitchFamily="2" charset="-122"/>
              </a:defRPr>
            </a:lvl9pPr>
          </a:lstStyle>
          <a:p>
            <a:pPr lvl="0" algn="ctr">
              <a:buClrTx/>
              <a:buSzTx/>
              <a:buFontTx/>
              <a:buNone/>
            </a:pPr>
            <a:r>
              <a:rPr lang="zh-CN" altLang="en-US" sz="1400" i="1">
                <a:latin typeface="微软雅黑" panose="020B0503020204020204" pitchFamily="34" charset="-122"/>
                <a:ea typeface="微软雅黑" panose="020B0503020204020204" pitchFamily="34" charset="-122"/>
                <a:cs typeface="微软雅黑" panose="020B0503020204020204" pitchFamily="34" charset="-122"/>
                <a:sym typeface="+mn-ea"/>
              </a:rPr>
              <a:t>元数据模型</a:t>
            </a:r>
            <a:r>
              <a:rPr lang="zh-CN" altLang="en-US" sz="1400" i="1">
                <a:latin typeface="微软雅黑" panose="020B0503020204020204" pitchFamily="34" charset="-122"/>
                <a:ea typeface="微软雅黑" panose="020B0503020204020204" pitchFamily="34" charset="-122"/>
                <a:cs typeface="微软雅黑" panose="020B0503020204020204" pitchFamily="34" charset="-122"/>
                <a:sym typeface="+mn-ea"/>
              </a:rPr>
              <a:t> </a:t>
            </a:r>
            <a:endParaRPr lang="zh-CN" altLang="en-US" sz="1400" i="1">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68" name="Picture 8"/>
          <p:cNvPicPr>
            <a:picLocks noChangeAspect="1" noChangeArrowheads="1"/>
          </p:cNvPicPr>
          <p:nvPr>
            <p:custDataLst>
              <p:tags r:id="rId53"/>
            </p:custDataLst>
          </p:nvPr>
        </p:nvPicPr>
        <p:blipFill>
          <a:blip r:embed="rId54"/>
          <a:srcRect/>
          <a:stretch>
            <a:fillRect/>
          </a:stretch>
        </p:blipFill>
        <p:spPr bwMode="auto">
          <a:xfrm>
            <a:off x="8939530" y="2488565"/>
            <a:ext cx="2113915" cy="1258570"/>
          </a:xfrm>
          <a:prstGeom prst="rect">
            <a:avLst/>
          </a:prstGeom>
          <a:noFill/>
          <a:ln w="9525">
            <a:noFill/>
            <a:miter lim="800000"/>
            <a:headEnd/>
            <a:tailEnd/>
          </a:ln>
          <a:effectLst>
            <a:prstShdw prst="shdw17" dist="17961" dir="2700000">
              <a:schemeClr val="accent1">
                <a:gamma/>
                <a:shade val="60000"/>
                <a:invGamma/>
              </a:schemeClr>
            </a:prstShdw>
          </a:effectLst>
        </p:spPr>
      </p:pic>
      <p:pic>
        <p:nvPicPr>
          <p:cNvPr id="69" name="Picture 3" descr="poc_2"/>
          <p:cNvPicPr>
            <a:picLocks noChangeAspect="1" noChangeArrowheads="1"/>
          </p:cNvPicPr>
          <p:nvPr>
            <p:custDataLst>
              <p:tags r:id="rId55"/>
            </p:custDataLst>
          </p:nvPr>
        </p:nvPicPr>
        <p:blipFill>
          <a:blip r:embed="rId56"/>
          <a:srcRect/>
          <a:stretch>
            <a:fillRect/>
          </a:stretch>
        </p:blipFill>
        <p:spPr bwMode="auto">
          <a:xfrm>
            <a:off x="8939530" y="3879215"/>
            <a:ext cx="2113915" cy="1234440"/>
          </a:xfrm>
          <a:prstGeom prst="rect">
            <a:avLst/>
          </a:prstGeom>
          <a:ln>
            <a:noFill/>
          </a:ln>
          <a:effectLst>
            <a:outerShdw blurRad="292100" dist="139700" dir="2700000" algn="tl" rotWithShape="0">
              <a:srgbClr val="333333">
                <a:alpha val="65000"/>
              </a:srgbClr>
            </a:outerShdw>
          </a:effectLst>
        </p:spPr>
      </p:pic>
      <p:pic>
        <p:nvPicPr>
          <p:cNvPr id="70" name="Picture 3" descr="poc_4"/>
          <p:cNvPicPr>
            <a:picLocks noChangeAspect="1" noChangeArrowheads="1"/>
          </p:cNvPicPr>
          <p:nvPr>
            <p:custDataLst>
              <p:tags r:id="rId57"/>
            </p:custDataLst>
          </p:nvPr>
        </p:nvPicPr>
        <p:blipFill>
          <a:blip r:embed="rId58"/>
          <a:srcRect/>
          <a:stretch>
            <a:fillRect/>
          </a:stretch>
        </p:blipFill>
        <p:spPr bwMode="auto">
          <a:xfrm>
            <a:off x="8939530" y="5201920"/>
            <a:ext cx="2113915" cy="1251585"/>
          </a:xfrm>
          <a:prstGeom prst="rect">
            <a:avLst/>
          </a:prstGeom>
          <a:ln>
            <a:noFill/>
          </a:ln>
          <a:effectLst>
            <a:outerShdw blurRad="292100" dist="139700" dir="2700000" algn="tl" rotWithShape="0">
              <a:srgbClr val="333333">
                <a:alpha val="65000"/>
              </a:srgbClr>
            </a:outerShdw>
          </a:effectLst>
        </p:spPr>
      </p:pic>
      <p:sp>
        <p:nvSpPr>
          <p:cNvPr id="71" name="Rectangle 146"/>
          <p:cNvSpPr>
            <a:spLocks noChangeArrowheads="1"/>
          </p:cNvSpPr>
          <p:nvPr>
            <p:custDataLst>
              <p:tags r:id="rId59"/>
            </p:custDataLst>
          </p:nvPr>
        </p:nvSpPr>
        <p:spPr bwMode="auto">
          <a:xfrm>
            <a:off x="9277985" y="3564255"/>
            <a:ext cx="1523365" cy="275590"/>
          </a:xfrm>
          <a:prstGeom prst="rect">
            <a:avLst/>
          </a:prstGeom>
          <a:solidFill>
            <a:schemeClr val="accent3"/>
          </a:solidFill>
          <a:ln>
            <a:noFill/>
          </a:ln>
          <a:effectLst/>
        </p:spPr>
        <p:txBody>
          <a:bodyPr wrap="square" lIns="92075" tIns="46038" rIns="92075" bIns="46038">
            <a:spAutoFit/>
          </a:bodyPr>
          <a:lstStyle>
            <a:lvl1pPr eaLnBrk="0" hangingPunct="0">
              <a:spcBef>
                <a:spcPct val="20000"/>
              </a:spcBef>
              <a:buFont typeface="Wingdings" panose="05000000000000000000" pitchFamily="2" charset="2"/>
              <a:buChar char="q"/>
              <a:defRPr sz="2800" b="1">
                <a:solidFill>
                  <a:schemeClr val="tx1"/>
                </a:solidFill>
                <a:latin typeface="Arial" panose="020B0604020202020204" pitchFamily="34" charset="0"/>
                <a:ea typeface="华文细黑" panose="02010600040101010101" pitchFamily="2" charset="-122"/>
              </a:defRPr>
            </a:lvl1pPr>
            <a:lvl2pPr marL="742950" indent="-285750" eaLnBrk="0" hangingPunct="0">
              <a:spcBef>
                <a:spcPct val="20000"/>
              </a:spcBef>
              <a:buSzPct val="75000"/>
              <a:buFont typeface="Wingdings" panose="05000000000000000000" pitchFamily="2" charset="2"/>
              <a:buChar char="Ø"/>
              <a:defRPr sz="2800">
                <a:solidFill>
                  <a:schemeClr val="tx1"/>
                </a:solidFill>
                <a:latin typeface="Arial" panose="020B0604020202020204" pitchFamily="34" charset="0"/>
                <a:ea typeface="华文细黑" panose="0201060004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华文细黑" panose="02010600040101010101" pitchFamily="2" charset="-122"/>
              </a:defRPr>
            </a:lvl3pPr>
            <a:lvl4pPr marL="1600200" indent="-228600" eaLnBrk="0" hangingPunct="0">
              <a:spcBef>
                <a:spcPct val="20000"/>
              </a:spcBef>
              <a:buChar char="–"/>
              <a:defRPr>
                <a:solidFill>
                  <a:schemeClr val="tx1"/>
                </a:solidFill>
                <a:latin typeface="Arial" panose="020B0604020202020204" pitchFamily="34" charset="0"/>
                <a:ea typeface="华文细黑" panose="02010600040101010101" pitchFamily="2" charset="-122"/>
              </a:defRPr>
            </a:lvl4pPr>
            <a:lvl5pPr marL="2057400" indent="-228600" eaLnBrk="0" hangingPunct="0">
              <a:spcBef>
                <a:spcPct val="20000"/>
              </a:spcBef>
              <a:buClr>
                <a:schemeClr val="tx2"/>
              </a:buClr>
              <a:buChar char="o"/>
              <a:defRPr sz="1600">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20000"/>
              </a:spcBef>
              <a:spcAft>
                <a:spcPct val="0"/>
              </a:spcAft>
              <a:buClr>
                <a:schemeClr val="tx2"/>
              </a:buClr>
              <a:buChar char="o"/>
              <a:defRPr sz="1600">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20000"/>
              </a:spcBef>
              <a:spcAft>
                <a:spcPct val="0"/>
              </a:spcAft>
              <a:buClr>
                <a:schemeClr val="tx2"/>
              </a:buClr>
              <a:buChar char="o"/>
              <a:defRPr sz="1600">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20000"/>
              </a:spcBef>
              <a:spcAft>
                <a:spcPct val="0"/>
              </a:spcAft>
              <a:buClr>
                <a:schemeClr val="tx2"/>
              </a:buClr>
              <a:buChar char="o"/>
              <a:defRPr sz="1600">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20000"/>
              </a:spcBef>
              <a:spcAft>
                <a:spcPct val="0"/>
              </a:spcAft>
              <a:buClr>
                <a:schemeClr val="tx2"/>
              </a:buClr>
              <a:buChar char="o"/>
              <a:defRPr sz="1600">
                <a:solidFill>
                  <a:schemeClr val="tx1"/>
                </a:solidFill>
                <a:latin typeface="Arial" panose="020B0604020202020204" pitchFamily="34" charset="0"/>
                <a:ea typeface="华文细黑" panose="02010600040101010101" pitchFamily="2" charset="-122"/>
              </a:defRPr>
            </a:lvl9pPr>
          </a:lstStyle>
          <a:p>
            <a:pPr algn="ctr">
              <a:spcBef>
                <a:spcPct val="0"/>
              </a:spcBef>
              <a:buFontTx/>
              <a:buNone/>
            </a:pPr>
            <a:r>
              <a:rPr lang="zh-CN" altLang="en-US" sz="1200" dirty="0">
                <a:solidFill>
                  <a:schemeClr val="bg1"/>
                </a:solidFill>
                <a:latin typeface="微软雅黑" panose="020B0503020204020204" pitchFamily="34" charset="-122"/>
                <a:ea typeface="微软雅黑" panose="020B0503020204020204" pitchFamily="34" charset="-122"/>
              </a:rPr>
              <a:t>查询维护</a:t>
            </a:r>
            <a:endParaRPr lang="zh-CN" altLang="en-US" sz="1200" dirty="0">
              <a:solidFill>
                <a:schemeClr val="bg1"/>
              </a:solidFill>
              <a:latin typeface="微软雅黑" panose="020B0503020204020204" pitchFamily="34" charset="-122"/>
              <a:ea typeface="微软雅黑" panose="020B0503020204020204" pitchFamily="34" charset="-122"/>
            </a:endParaRPr>
          </a:p>
        </p:txBody>
      </p:sp>
      <p:sp>
        <p:nvSpPr>
          <p:cNvPr id="72" name="Rectangle 146"/>
          <p:cNvSpPr>
            <a:spLocks noChangeArrowheads="1"/>
          </p:cNvSpPr>
          <p:nvPr>
            <p:custDataLst>
              <p:tags r:id="rId60"/>
            </p:custDataLst>
          </p:nvPr>
        </p:nvSpPr>
        <p:spPr bwMode="auto">
          <a:xfrm>
            <a:off x="9234170" y="4860925"/>
            <a:ext cx="1523365" cy="275590"/>
          </a:xfrm>
          <a:prstGeom prst="rect">
            <a:avLst/>
          </a:prstGeom>
          <a:solidFill>
            <a:schemeClr val="accent3"/>
          </a:solidFill>
          <a:ln>
            <a:noFill/>
          </a:ln>
          <a:effectLst/>
        </p:spPr>
        <p:txBody>
          <a:bodyPr wrap="square" lIns="92075" tIns="46038" rIns="92075" bIns="46038">
            <a:spAutoFit/>
          </a:bodyPr>
          <a:lstStyle>
            <a:lvl1pPr eaLnBrk="0" hangingPunct="0">
              <a:spcBef>
                <a:spcPct val="20000"/>
              </a:spcBef>
              <a:buFont typeface="Wingdings" panose="05000000000000000000" pitchFamily="2" charset="2"/>
              <a:buChar char="q"/>
              <a:defRPr sz="2800" b="1">
                <a:solidFill>
                  <a:schemeClr val="tx1"/>
                </a:solidFill>
                <a:latin typeface="Arial" panose="020B0604020202020204" pitchFamily="34" charset="0"/>
                <a:ea typeface="华文细黑" panose="02010600040101010101" pitchFamily="2" charset="-122"/>
              </a:defRPr>
            </a:lvl1pPr>
            <a:lvl2pPr marL="742950" indent="-285750" eaLnBrk="0" hangingPunct="0">
              <a:spcBef>
                <a:spcPct val="20000"/>
              </a:spcBef>
              <a:buSzPct val="75000"/>
              <a:buFont typeface="Wingdings" panose="05000000000000000000" pitchFamily="2" charset="2"/>
              <a:buChar char="Ø"/>
              <a:defRPr sz="2800">
                <a:solidFill>
                  <a:schemeClr val="tx1"/>
                </a:solidFill>
                <a:latin typeface="Arial" panose="020B0604020202020204" pitchFamily="34" charset="0"/>
                <a:ea typeface="华文细黑" panose="0201060004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华文细黑" panose="02010600040101010101" pitchFamily="2" charset="-122"/>
              </a:defRPr>
            </a:lvl3pPr>
            <a:lvl4pPr marL="1600200" indent="-228600" eaLnBrk="0" hangingPunct="0">
              <a:spcBef>
                <a:spcPct val="20000"/>
              </a:spcBef>
              <a:buChar char="–"/>
              <a:defRPr>
                <a:solidFill>
                  <a:schemeClr val="tx1"/>
                </a:solidFill>
                <a:latin typeface="Arial" panose="020B0604020202020204" pitchFamily="34" charset="0"/>
                <a:ea typeface="华文细黑" panose="02010600040101010101" pitchFamily="2" charset="-122"/>
              </a:defRPr>
            </a:lvl4pPr>
            <a:lvl5pPr marL="2057400" indent="-228600" eaLnBrk="0" hangingPunct="0">
              <a:spcBef>
                <a:spcPct val="20000"/>
              </a:spcBef>
              <a:buClr>
                <a:schemeClr val="tx2"/>
              </a:buClr>
              <a:buChar char="o"/>
              <a:defRPr sz="1600">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20000"/>
              </a:spcBef>
              <a:spcAft>
                <a:spcPct val="0"/>
              </a:spcAft>
              <a:buClr>
                <a:schemeClr val="tx2"/>
              </a:buClr>
              <a:buChar char="o"/>
              <a:defRPr sz="1600">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20000"/>
              </a:spcBef>
              <a:spcAft>
                <a:spcPct val="0"/>
              </a:spcAft>
              <a:buClr>
                <a:schemeClr val="tx2"/>
              </a:buClr>
              <a:buChar char="o"/>
              <a:defRPr sz="1600">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20000"/>
              </a:spcBef>
              <a:spcAft>
                <a:spcPct val="0"/>
              </a:spcAft>
              <a:buClr>
                <a:schemeClr val="tx2"/>
              </a:buClr>
              <a:buChar char="o"/>
              <a:defRPr sz="1600">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20000"/>
              </a:spcBef>
              <a:spcAft>
                <a:spcPct val="0"/>
              </a:spcAft>
              <a:buClr>
                <a:schemeClr val="tx2"/>
              </a:buClr>
              <a:buChar char="o"/>
              <a:defRPr sz="1600">
                <a:solidFill>
                  <a:schemeClr val="tx1"/>
                </a:solidFill>
                <a:latin typeface="Arial" panose="020B0604020202020204" pitchFamily="34" charset="0"/>
                <a:ea typeface="华文细黑" panose="02010600040101010101" pitchFamily="2" charset="-122"/>
              </a:defRPr>
            </a:lvl9pPr>
          </a:lstStyle>
          <a:p>
            <a:pPr algn="ctr">
              <a:spcBef>
                <a:spcPct val="0"/>
              </a:spcBef>
              <a:buFontTx/>
              <a:buNone/>
            </a:pPr>
            <a:r>
              <a:rPr lang="zh-CN" altLang="en-US" sz="1200" dirty="0">
                <a:solidFill>
                  <a:schemeClr val="bg1"/>
                </a:solidFill>
                <a:latin typeface="微软雅黑" panose="020B0503020204020204" pitchFamily="34" charset="-122"/>
                <a:ea typeface="微软雅黑" panose="020B0503020204020204" pitchFamily="34" charset="-122"/>
              </a:rPr>
              <a:t>血缘分析</a:t>
            </a:r>
            <a:endParaRPr lang="zh-CN" altLang="en-US" sz="1200" dirty="0">
              <a:solidFill>
                <a:schemeClr val="bg1"/>
              </a:solidFill>
              <a:latin typeface="微软雅黑" panose="020B0503020204020204" pitchFamily="34" charset="-122"/>
              <a:ea typeface="微软雅黑" panose="020B0503020204020204" pitchFamily="34" charset="-122"/>
            </a:endParaRPr>
          </a:p>
        </p:txBody>
      </p:sp>
      <p:sp>
        <p:nvSpPr>
          <p:cNvPr id="73" name="Rectangle 146"/>
          <p:cNvSpPr>
            <a:spLocks noChangeArrowheads="1"/>
          </p:cNvSpPr>
          <p:nvPr>
            <p:custDataLst>
              <p:tags r:id="rId61"/>
            </p:custDataLst>
          </p:nvPr>
        </p:nvSpPr>
        <p:spPr bwMode="auto">
          <a:xfrm>
            <a:off x="9277985" y="6225540"/>
            <a:ext cx="1523365" cy="275590"/>
          </a:xfrm>
          <a:prstGeom prst="rect">
            <a:avLst/>
          </a:prstGeom>
          <a:solidFill>
            <a:schemeClr val="accent3"/>
          </a:solidFill>
          <a:ln>
            <a:noFill/>
          </a:ln>
          <a:effectLst/>
        </p:spPr>
        <p:txBody>
          <a:bodyPr wrap="square" lIns="92075" tIns="46038" rIns="92075" bIns="46038">
            <a:spAutoFit/>
          </a:bodyPr>
          <a:lstStyle>
            <a:lvl1pPr eaLnBrk="0" hangingPunct="0">
              <a:spcBef>
                <a:spcPct val="20000"/>
              </a:spcBef>
              <a:buFont typeface="Wingdings" panose="05000000000000000000" pitchFamily="2" charset="2"/>
              <a:buChar char="q"/>
              <a:defRPr sz="2800" b="1">
                <a:solidFill>
                  <a:schemeClr val="tx1"/>
                </a:solidFill>
                <a:latin typeface="Arial" panose="020B0604020202020204" pitchFamily="34" charset="0"/>
                <a:ea typeface="华文细黑" panose="02010600040101010101" pitchFamily="2" charset="-122"/>
              </a:defRPr>
            </a:lvl1pPr>
            <a:lvl2pPr marL="742950" indent="-285750" eaLnBrk="0" hangingPunct="0">
              <a:spcBef>
                <a:spcPct val="20000"/>
              </a:spcBef>
              <a:buSzPct val="75000"/>
              <a:buFont typeface="Wingdings" panose="05000000000000000000" pitchFamily="2" charset="2"/>
              <a:buChar char="Ø"/>
              <a:defRPr sz="2800">
                <a:solidFill>
                  <a:schemeClr val="tx1"/>
                </a:solidFill>
                <a:latin typeface="Arial" panose="020B0604020202020204" pitchFamily="34" charset="0"/>
                <a:ea typeface="华文细黑" panose="0201060004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华文细黑" panose="02010600040101010101" pitchFamily="2" charset="-122"/>
              </a:defRPr>
            </a:lvl3pPr>
            <a:lvl4pPr marL="1600200" indent="-228600" eaLnBrk="0" hangingPunct="0">
              <a:spcBef>
                <a:spcPct val="20000"/>
              </a:spcBef>
              <a:buChar char="–"/>
              <a:defRPr>
                <a:solidFill>
                  <a:schemeClr val="tx1"/>
                </a:solidFill>
                <a:latin typeface="Arial" panose="020B0604020202020204" pitchFamily="34" charset="0"/>
                <a:ea typeface="华文细黑" panose="02010600040101010101" pitchFamily="2" charset="-122"/>
              </a:defRPr>
            </a:lvl4pPr>
            <a:lvl5pPr marL="2057400" indent="-228600" eaLnBrk="0" hangingPunct="0">
              <a:spcBef>
                <a:spcPct val="20000"/>
              </a:spcBef>
              <a:buClr>
                <a:schemeClr val="tx2"/>
              </a:buClr>
              <a:buChar char="o"/>
              <a:defRPr sz="1600">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20000"/>
              </a:spcBef>
              <a:spcAft>
                <a:spcPct val="0"/>
              </a:spcAft>
              <a:buClr>
                <a:schemeClr val="tx2"/>
              </a:buClr>
              <a:buChar char="o"/>
              <a:defRPr sz="1600">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20000"/>
              </a:spcBef>
              <a:spcAft>
                <a:spcPct val="0"/>
              </a:spcAft>
              <a:buClr>
                <a:schemeClr val="tx2"/>
              </a:buClr>
              <a:buChar char="o"/>
              <a:defRPr sz="1600">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20000"/>
              </a:spcBef>
              <a:spcAft>
                <a:spcPct val="0"/>
              </a:spcAft>
              <a:buClr>
                <a:schemeClr val="tx2"/>
              </a:buClr>
              <a:buChar char="o"/>
              <a:defRPr sz="1600">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20000"/>
              </a:spcBef>
              <a:spcAft>
                <a:spcPct val="0"/>
              </a:spcAft>
              <a:buClr>
                <a:schemeClr val="tx2"/>
              </a:buClr>
              <a:buChar char="o"/>
              <a:defRPr sz="1600">
                <a:solidFill>
                  <a:schemeClr val="tx1"/>
                </a:solidFill>
                <a:latin typeface="Arial" panose="020B0604020202020204" pitchFamily="34" charset="0"/>
                <a:ea typeface="华文细黑" panose="02010600040101010101" pitchFamily="2" charset="-122"/>
              </a:defRPr>
            </a:lvl9pPr>
          </a:lstStyle>
          <a:p>
            <a:pPr algn="ctr">
              <a:spcBef>
                <a:spcPct val="0"/>
              </a:spcBef>
              <a:buFontTx/>
              <a:buNone/>
            </a:pPr>
            <a:r>
              <a:rPr lang="zh-CN" altLang="en-US" sz="1200" dirty="0">
                <a:solidFill>
                  <a:schemeClr val="bg1"/>
                </a:solidFill>
                <a:latin typeface="微软雅黑" panose="020B0503020204020204" pitchFamily="34" charset="-122"/>
                <a:ea typeface="微软雅黑" panose="020B0503020204020204" pitchFamily="34" charset="-122"/>
              </a:rPr>
              <a:t>字段级分析</a:t>
            </a:r>
            <a:endParaRPr lang="zh-CN" altLang="en-US" sz="1200" dirty="0">
              <a:solidFill>
                <a:schemeClr val="bg1"/>
              </a:solidFill>
              <a:latin typeface="微软雅黑" panose="020B0503020204020204" pitchFamily="34" charset="-122"/>
              <a:ea typeface="微软雅黑" panose="020B0503020204020204" pitchFamily="34" charset="-122"/>
            </a:endParaRPr>
          </a:p>
        </p:txBody>
      </p:sp>
      <p:sp>
        <p:nvSpPr>
          <p:cNvPr id="79" name="标题 78"/>
          <p:cNvSpPr>
            <a:spLocks noGrp="1"/>
          </p:cNvSpPr>
          <p:nvPr>
            <p:ph type="title"/>
            <p:custDataLst>
              <p:tags r:id="rId62"/>
            </p:custDataLst>
          </p:nvPr>
        </p:nvSpPr>
        <p:spPr/>
        <p:txBody>
          <a:bodyPr vert="horz" lIns="91440" tIns="45720" rIns="91440" bIns="45720" rtlCol="0" anchor="ctr">
            <a:normAutofit/>
          </a:bodyPr>
          <a:p>
            <a:pPr lvl="0" algn="l">
              <a:buClrTx/>
              <a:buSzTx/>
              <a:buFontTx/>
            </a:pPr>
            <a:r>
              <a:rPr lang="zh-CN" altLang="en-US" smtClean="0">
                <a:sym typeface="+mn-ea"/>
              </a:rPr>
              <a:t>示例：元数据管理系统架构和功能</a:t>
            </a:r>
            <a:endParaRPr lang="zh-CN" altLang="en-US" smtClean="0">
              <a:sym typeface="+mn-ea"/>
            </a:endParaRPr>
          </a:p>
        </p:txBody>
      </p:sp>
    </p:spTree>
    <p:custDataLst>
      <p:tags r:id="rId63"/>
    </p:custDataLst>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p:cNvSpPr>
            <a:spLocks noGrp="1"/>
          </p:cNvSpPr>
          <p:nvPr>
            <p:custDataLst>
              <p:tags r:id="rId1"/>
            </p:custDataLst>
          </p:nvPr>
        </p:nvSpPr>
        <p:spPr>
          <a:xfrm>
            <a:off x="774065" y="1219200"/>
            <a:ext cx="10133965" cy="5105400"/>
          </a:xfrm>
          <a:prstGeom prst="rect">
            <a:avLst/>
          </a:prstGeom>
          <a:noFill/>
          <a:ln>
            <a:noFill/>
          </a:ln>
        </p:spPr>
        <p:txBody>
          <a:bodyPr vert="horz" wrap="square" lIns="91440" tIns="45720" rIns="91440" bIns="45720" numCol="1" anchor="t" anchorCtr="0" compatLnSpc="1">
            <a:normAutofit/>
          </a:bodyPr>
          <a:lstStyle>
            <a:lvl1pPr marL="342900" indent="-342900" algn="l" rtl="0" eaLnBrk="1" fontAlgn="base" hangingPunct="1">
              <a:spcBef>
                <a:spcPct val="20000"/>
              </a:spcBef>
              <a:spcAft>
                <a:spcPct val="0"/>
              </a:spcAft>
              <a:buClr>
                <a:schemeClr val="tx1"/>
              </a:buClr>
              <a:buFont typeface="Wingdings" panose="05000000000000000000" pitchFamily="2" charset="2"/>
              <a:buChar char="v"/>
              <a:defRPr sz="2000" b="1">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defRPr>
            </a:lvl1pPr>
            <a:lvl2pPr marL="742950" indent="-285750" algn="l" rtl="0" eaLnBrk="1" fontAlgn="base" hangingPunct="1">
              <a:spcBef>
                <a:spcPct val="20000"/>
              </a:spcBef>
              <a:spcAft>
                <a:spcPct val="0"/>
              </a:spcAft>
              <a:buFont typeface="Wingdings" panose="05000000000000000000" pitchFamily="2" charset="2"/>
              <a:buChar char="§"/>
              <a:defRPr sz="2000">
                <a:solidFill>
                  <a:schemeClr val="bg1">
                    <a:lumMod val="50000"/>
                  </a:schemeClr>
                </a:solidFill>
                <a:latin typeface="微软雅黑" panose="020B0503020204020204" pitchFamily="34" charset="-122"/>
                <a:ea typeface="微软雅黑" panose="020B0503020204020204" pitchFamily="34" charset="-122"/>
              </a:defRPr>
            </a:lvl2pPr>
            <a:lvl3pPr marL="1143000" indent="-228600" algn="l" rtl="0" eaLnBrk="1" fontAlgn="base" hangingPunct="1">
              <a:spcBef>
                <a:spcPct val="20000"/>
              </a:spcBef>
              <a:spcAft>
                <a:spcPct val="0"/>
              </a:spcAft>
              <a:buChar char="•"/>
              <a:defRPr sz="1800">
                <a:solidFill>
                  <a:schemeClr val="bg1">
                    <a:lumMod val="50000"/>
                  </a:schemeClr>
                </a:solidFill>
                <a:latin typeface="微软雅黑" panose="020B0503020204020204" pitchFamily="34" charset="-122"/>
                <a:ea typeface="微软雅黑" panose="020B0503020204020204" pitchFamily="34" charset="-122"/>
              </a:defRPr>
            </a:lvl3pPr>
            <a:lvl4pPr marL="1600200" indent="-228600" algn="l" rtl="0" eaLnBrk="1" fontAlgn="base" hangingPunct="1">
              <a:spcBef>
                <a:spcPct val="20000"/>
              </a:spcBef>
              <a:spcAft>
                <a:spcPct val="0"/>
              </a:spcAft>
              <a:buChar char="–"/>
              <a:defRPr sz="1600">
                <a:solidFill>
                  <a:schemeClr val="bg1">
                    <a:lumMod val="50000"/>
                  </a:schemeClr>
                </a:solidFill>
                <a:latin typeface="微软雅黑" panose="020B0503020204020204" pitchFamily="34" charset="-122"/>
                <a:ea typeface="微软雅黑" panose="020B0503020204020204" pitchFamily="34" charset="-122"/>
              </a:defRPr>
            </a:lvl4pPr>
            <a:lvl5pPr marL="2057400" indent="-228600" algn="l" rtl="0" eaLnBrk="1" fontAlgn="base" hangingPunct="1">
              <a:spcBef>
                <a:spcPct val="20000"/>
              </a:spcBef>
              <a:spcAft>
                <a:spcPct val="0"/>
              </a:spcAft>
              <a:buChar char="»"/>
              <a:defRPr sz="1600">
                <a:solidFill>
                  <a:schemeClr val="bg1">
                    <a:lumMod val="50000"/>
                  </a:schemeClr>
                </a:solidFill>
                <a:latin typeface="微软雅黑" panose="020B0503020204020204" pitchFamily="34" charset="-122"/>
                <a:ea typeface="微软雅黑" panose="020B0503020204020204" pitchFamily="34" charset="-122"/>
              </a:defRPr>
            </a:lvl5pPr>
            <a:lvl6pPr marL="2514600" indent="-228600" algn="l" rtl="0" eaLnBrk="1" fontAlgn="base" hangingPunct="1">
              <a:spcBef>
                <a:spcPct val="20000"/>
              </a:spcBef>
              <a:spcAft>
                <a:spcPct val="0"/>
              </a:spcAft>
              <a:buChar char="»"/>
              <a:defRPr sz="2000">
                <a:solidFill>
                  <a:schemeClr val="tx1"/>
                </a:solidFill>
                <a:latin typeface="Arial" panose="020B0604020202020204" pitchFamily="34" charset="0"/>
              </a:defRPr>
            </a:lvl6pPr>
            <a:lvl7pPr marL="2971800" indent="-228600" algn="l" rtl="0" eaLnBrk="1" fontAlgn="base" hangingPunct="1">
              <a:spcBef>
                <a:spcPct val="20000"/>
              </a:spcBef>
              <a:spcAft>
                <a:spcPct val="0"/>
              </a:spcAft>
              <a:buChar char="»"/>
              <a:defRPr sz="2000">
                <a:solidFill>
                  <a:schemeClr val="tx1"/>
                </a:solidFill>
                <a:latin typeface="Arial" panose="020B0604020202020204" pitchFamily="34" charset="0"/>
              </a:defRPr>
            </a:lvl7pPr>
            <a:lvl8pPr marL="3429000" indent="-228600" algn="l" rtl="0" eaLnBrk="1" fontAlgn="base" hangingPunct="1">
              <a:spcBef>
                <a:spcPct val="20000"/>
              </a:spcBef>
              <a:spcAft>
                <a:spcPct val="0"/>
              </a:spcAft>
              <a:buChar char="»"/>
              <a:defRPr sz="2000">
                <a:solidFill>
                  <a:schemeClr val="tx1"/>
                </a:solidFill>
                <a:latin typeface="Arial" panose="020B0604020202020204" pitchFamily="34" charset="0"/>
              </a:defRPr>
            </a:lvl8pPr>
            <a:lvl9pPr marL="3886200" indent="-228600" algn="l" rtl="0" eaLnBrk="1" fontAlgn="base" hangingPunct="1">
              <a:spcBef>
                <a:spcPct val="20000"/>
              </a:spcBef>
              <a:spcAft>
                <a:spcPct val="0"/>
              </a:spcAft>
              <a:buChar char="»"/>
              <a:defRPr sz="2000">
                <a:solidFill>
                  <a:schemeClr val="tx1"/>
                </a:solidFill>
                <a:latin typeface="Arial" panose="020B0604020202020204" pitchFamily="34" charset="0"/>
              </a:defRPr>
            </a:lvl9pPr>
          </a:lstStyle>
          <a:p>
            <a:pPr>
              <a:lnSpc>
                <a:spcPct val="125000"/>
              </a:lnSpc>
              <a:spcBef>
                <a:spcPts val="20"/>
              </a:spcBef>
              <a:spcAft>
                <a:spcPts val="0"/>
              </a:spcAft>
              <a:defRPr/>
            </a:pPr>
            <a:r>
              <a:rPr lang="zh-CN" altLang="en-US" sz="1600" b="1" dirty="0">
                <a:solidFill>
                  <a:schemeClr val="bg2">
                    <a:lumMod val="50000"/>
                  </a:schemeClr>
                </a:solidFill>
                <a:cs typeface="微软雅黑" panose="020B0503020204020204" pitchFamily="34" charset="-122"/>
              </a:rPr>
              <a:t>数据质量需求：</a:t>
            </a:r>
            <a:endParaRPr lang="en-US" altLang="zh-CN" sz="1600" b="1" dirty="0">
              <a:solidFill>
                <a:schemeClr val="bg2">
                  <a:lumMod val="50000"/>
                </a:schemeClr>
              </a:solidFill>
              <a:cs typeface="微软雅黑" panose="020B0503020204020204" pitchFamily="34" charset="-122"/>
            </a:endParaRPr>
          </a:p>
          <a:p>
            <a:pPr lvl="1">
              <a:lnSpc>
                <a:spcPct val="125000"/>
              </a:lnSpc>
              <a:spcBef>
                <a:spcPts val="20"/>
              </a:spcBef>
              <a:spcAft>
                <a:spcPts val="0"/>
              </a:spcAft>
              <a:defRPr/>
            </a:pPr>
            <a:r>
              <a:rPr lang="zh-CN" altLang="en-US" sz="1600" dirty="0">
                <a:solidFill>
                  <a:schemeClr val="tx1"/>
                </a:solidFill>
                <a:cs typeface="微软雅黑" panose="020B0503020204020204" pitchFamily="34" charset="-122"/>
              </a:rPr>
              <a:t>数据质量需求通常隐含在</a:t>
            </a:r>
            <a:r>
              <a:rPr lang="zh-CN" altLang="en-US" sz="1600" b="1" dirty="0">
                <a:solidFill>
                  <a:srgbClr val="C00000"/>
                </a:solidFill>
                <a:cs typeface="微软雅黑" panose="020B0503020204020204" pitchFamily="34" charset="-122"/>
              </a:rPr>
              <a:t>业务政策</a:t>
            </a:r>
            <a:r>
              <a:rPr lang="zh-CN" altLang="en-US" sz="1600" dirty="0">
                <a:solidFill>
                  <a:schemeClr val="tx1"/>
                </a:solidFill>
                <a:cs typeface="微软雅黑" panose="020B0503020204020204" pitchFamily="34" charset="-122"/>
              </a:rPr>
              <a:t>之中，</a:t>
            </a:r>
            <a:r>
              <a:rPr lang="zh-CN" altLang="en-US" sz="1600" b="1" dirty="0">
                <a:solidFill>
                  <a:srgbClr val="C00000"/>
                </a:solidFill>
                <a:cs typeface="微软雅黑" panose="020B0503020204020204" pitchFamily="34" charset="-122"/>
              </a:rPr>
              <a:t>描述数据是否符合“适用性”（Fitness for Purpose）需求。</a:t>
            </a:r>
            <a:endParaRPr lang="en-US" altLang="zh-CN" sz="1600" dirty="0">
              <a:solidFill>
                <a:schemeClr val="tx1"/>
              </a:solidFill>
              <a:cs typeface="微软雅黑" panose="020B0503020204020204" pitchFamily="34" charset="-122"/>
            </a:endParaRPr>
          </a:p>
          <a:p>
            <a:pPr marL="342900" lvl="1" indent="-342900">
              <a:lnSpc>
                <a:spcPct val="125000"/>
              </a:lnSpc>
              <a:spcBef>
                <a:spcPts val="20"/>
              </a:spcBef>
              <a:spcAft>
                <a:spcPts val="0"/>
              </a:spcAft>
              <a:buFont typeface="Arial" panose="020B0604020202020204" pitchFamily="34" charset="0"/>
              <a:buChar char="•"/>
              <a:defRPr/>
            </a:pPr>
            <a:endParaRPr lang="en-US" altLang="zh-CN" sz="1600" b="1" dirty="0">
              <a:solidFill>
                <a:schemeClr val="tx1"/>
              </a:solidFill>
              <a:cs typeface="微软雅黑" panose="020B0503020204020204" pitchFamily="34" charset="-122"/>
            </a:endParaRPr>
          </a:p>
          <a:p>
            <a:pPr marL="342900" lvl="1" indent="-342900">
              <a:lnSpc>
                <a:spcPct val="125000"/>
              </a:lnSpc>
              <a:spcBef>
                <a:spcPts val="20"/>
              </a:spcBef>
              <a:spcAft>
                <a:spcPts val="0"/>
              </a:spcAft>
              <a:buFont typeface="Arial" panose="020B0604020202020204" pitchFamily="34" charset="0"/>
              <a:buChar char="•"/>
              <a:defRPr/>
            </a:pPr>
            <a:r>
              <a:rPr lang="zh-CN" altLang="en-US" sz="1600" b="1" dirty="0">
                <a:solidFill>
                  <a:schemeClr val="bg2">
                    <a:lumMod val="50000"/>
                  </a:schemeClr>
                </a:solidFill>
                <a:cs typeface="微软雅黑" panose="020B0503020204020204" pitchFamily="34" charset="-122"/>
              </a:rPr>
              <a:t>数据质量维度包括：</a:t>
            </a:r>
            <a:endParaRPr lang="en-US" altLang="zh-CN" sz="1600" b="1" dirty="0">
              <a:solidFill>
                <a:schemeClr val="bg2">
                  <a:lumMod val="50000"/>
                </a:schemeClr>
              </a:solidFill>
              <a:cs typeface="微软雅黑" panose="020B0503020204020204" pitchFamily="34" charset="-122"/>
            </a:endParaRPr>
          </a:p>
          <a:p>
            <a:pPr lvl="1">
              <a:lnSpc>
                <a:spcPct val="125000"/>
              </a:lnSpc>
              <a:spcBef>
                <a:spcPts val="20"/>
              </a:spcBef>
              <a:spcAft>
                <a:spcPts val="0"/>
              </a:spcAft>
              <a:defRPr/>
            </a:pPr>
            <a:r>
              <a:rPr lang="zh-CN" altLang="en-US" sz="1600" dirty="0">
                <a:solidFill>
                  <a:schemeClr val="tx1"/>
                </a:solidFill>
                <a:cs typeface="微软雅黑" panose="020B0503020204020204" pitchFamily="34" charset="-122"/>
              </a:rPr>
              <a:t>准确性（</a:t>
            </a:r>
            <a:r>
              <a:rPr lang="en-US" altLang="zh-CN" sz="1600" dirty="0">
                <a:solidFill>
                  <a:schemeClr val="tx1"/>
                </a:solidFill>
                <a:cs typeface="微软雅黑" panose="020B0503020204020204" pitchFamily="34" charset="-122"/>
              </a:rPr>
              <a:t>Accuracy</a:t>
            </a:r>
            <a:r>
              <a:rPr lang="zh-CN" altLang="en-US" sz="1600" dirty="0">
                <a:solidFill>
                  <a:schemeClr val="tx1"/>
                </a:solidFill>
                <a:cs typeface="微软雅黑" panose="020B0503020204020204" pitchFamily="34" charset="-122"/>
              </a:rPr>
              <a:t>）</a:t>
            </a:r>
            <a:endParaRPr lang="en-US" altLang="zh-CN" sz="1600" dirty="0">
              <a:solidFill>
                <a:schemeClr val="tx1"/>
              </a:solidFill>
              <a:cs typeface="微软雅黑" panose="020B0503020204020204" pitchFamily="34" charset="-122"/>
            </a:endParaRPr>
          </a:p>
          <a:p>
            <a:pPr lvl="1">
              <a:lnSpc>
                <a:spcPct val="125000"/>
              </a:lnSpc>
              <a:spcBef>
                <a:spcPts val="20"/>
              </a:spcBef>
              <a:spcAft>
                <a:spcPts val="0"/>
              </a:spcAft>
              <a:defRPr/>
            </a:pPr>
            <a:r>
              <a:rPr lang="zh-CN" altLang="en-US" sz="1600" dirty="0">
                <a:solidFill>
                  <a:schemeClr val="tx1"/>
                </a:solidFill>
                <a:cs typeface="微软雅黑" panose="020B0503020204020204" pitchFamily="34" charset="-122"/>
              </a:rPr>
              <a:t>完整性（</a:t>
            </a:r>
            <a:r>
              <a:rPr lang="en-US" altLang="zh-CN" sz="1600" dirty="0">
                <a:solidFill>
                  <a:schemeClr val="tx1"/>
                </a:solidFill>
                <a:cs typeface="微软雅黑" panose="020B0503020204020204" pitchFamily="34" charset="-122"/>
              </a:rPr>
              <a:t>Completeness</a:t>
            </a:r>
            <a:r>
              <a:rPr lang="zh-CN" altLang="en-US" sz="1600" dirty="0">
                <a:solidFill>
                  <a:schemeClr val="tx1"/>
                </a:solidFill>
                <a:cs typeface="微软雅黑" panose="020B0503020204020204" pitchFamily="34" charset="-122"/>
              </a:rPr>
              <a:t>）</a:t>
            </a:r>
            <a:endParaRPr lang="en-US" altLang="zh-CN" sz="1600" dirty="0">
              <a:solidFill>
                <a:schemeClr val="tx1"/>
              </a:solidFill>
              <a:cs typeface="微软雅黑" panose="020B0503020204020204" pitchFamily="34" charset="-122"/>
            </a:endParaRPr>
          </a:p>
          <a:p>
            <a:pPr lvl="1">
              <a:lnSpc>
                <a:spcPct val="125000"/>
              </a:lnSpc>
              <a:spcBef>
                <a:spcPts val="20"/>
              </a:spcBef>
              <a:spcAft>
                <a:spcPts val="0"/>
              </a:spcAft>
              <a:defRPr/>
            </a:pPr>
            <a:r>
              <a:rPr lang="zh-CN" altLang="en-US" sz="1600" dirty="0">
                <a:solidFill>
                  <a:schemeClr val="tx1"/>
                </a:solidFill>
                <a:cs typeface="微软雅黑" panose="020B0503020204020204" pitchFamily="34" charset="-122"/>
              </a:rPr>
              <a:t>一致性（</a:t>
            </a:r>
            <a:r>
              <a:rPr lang="en-US" altLang="zh-CN" sz="1600" dirty="0">
                <a:solidFill>
                  <a:schemeClr val="tx1"/>
                </a:solidFill>
                <a:cs typeface="微软雅黑" panose="020B0503020204020204" pitchFamily="34" charset="-122"/>
              </a:rPr>
              <a:t>Consistency</a:t>
            </a:r>
            <a:r>
              <a:rPr lang="zh-CN" altLang="en-US" sz="1600" dirty="0">
                <a:solidFill>
                  <a:schemeClr val="tx1"/>
                </a:solidFill>
                <a:cs typeface="微软雅黑" panose="020B0503020204020204" pitchFamily="34" charset="-122"/>
              </a:rPr>
              <a:t>）</a:t>
            </a:r>
            <a:endParaRPr lang="en-US" altLang="zh-CN" sz="1600" dirty="0">
              <a:solidFill>
                <a:schemeClr val="tx1"/>
              </a:solidFill>
              <a:cs typeface="微软雅黑" panose="020B0503020204020204" pitchFamily="34" charset="-122"/>
            </a:endParaRPr>
          </a:p>
          <a:p>
            <a:pPr lvl="1">
              <a:lnSpc>
                <a:spcPct val="125000"/>
              </a:lnSpc>
              <a:spcBef>
                <a:spcPts val="20"/>
              </a:spcBef>
              <a:spcAft>
                <a:spcPts val="0"/>
              </a:spcAft>
              <a:defRPr/>
            </a:pPr>
            <a:r>
              <a:rPr lang="zh-CN" altLang="en-US" sz="1600" dirty="0">
                <a:solidFill>
                  <a:schemeClr val="tx1"/>
                </a:solidFill>
                <a:cs typeface="微软雅黑" panose="020B0503020204020204" pitchFamily="34" charset="-122"/>
              </a:rPr>
              <a:t>时效性（</a:t>
            </a:r>
            <a:r>
              <a:rPr lang="en-US" altLang="zh-CN" sz="1600" dirty="0">
                <a:solidFill>
                  <a:schemeClr val="tx1"/>
                </a:solidFill>
                <a:cs typeface="微软雅黑" panose="020B0503020204020204" pitchFamily="34" charset="-122"/>
              </a:rPr>
              <a:t>Currency</a:t>
            </a:r>
            <a:r>
              <a:rPr lang="zh-CN" altLang="en-US" sz="1600" dirty="0">
                <a:solidFill>
                  <a:schemeClr val="tx1"/>
                </a:solidFill>
                <a:cs typeface="微软雅黑" panose="020B0503020204020204" pitchFamily="34" charset="-122"/>
              </a:rPr>
              <a:t>）</a:t>
            </a:r>
            <a:endParaRPr lang="en-US" altLang="zh-CN" sz="1600" dirty="0">
              <a:solidFill>
                <a:schemeClr val="tx1"/>
              </a:solidFill>
              <a:cs typeface="微软雅黑" panose="020B0503020204020204" pitchFamily="34" charset="-122"/>
            </a:endParaRPr>
          </a:p>
          <a:p>
            <a:pPr lvl="1">
              <a:lnSpc>
                <a:spcPct val="125000"/>
              </a:lnSpc>
              <a:spcBef>
                <a:spcPts val="20"/>
              </a:spcBef>
              <a:spcAft>
                <a:spcPts val="0"/>
              </a:spcAft>
              <a:defRPr/>
            </a:pPr>
            <a:r>
              <a:rPr lang="zh-CN" altLang="en-US" sz="1600" dirty="0">
                <a:solidFill>
                  <a:schemeClr val="tx1"/>
                </a:solidFill>
                <a:cs typeface="微软雅黑" panose="020B0503020204020204" pitchFamily="34" charset="-122"/>
              </a:rPr>
              <a:t>精确度（</a:t>
            </a:r>
            <a:r>
              <a:rPr lang="en-US" altLang="zh-CN" sz="1600" dirty="0">
                <a:solidFill>
                  <a:schemeClr val="tx1"/>
                </a:solidFill>
                <a:cs typeface="微软雅黑" panose="020B0503020204020204" pitchFamily="34" charset="-122"/>
              </a:rPr>
              <a:t>Precision</a:t>
            </a:r>
            <a:r>
              <a:rPr lang="zh-CN" altLang="en-US" sz="1600" dirty="0">
                <a:solidFill>
                  <a:schemeClr val="tx1"/>
                </a:solidFill>
                <a:cs typeface="微软雅黑" panose="020B0503020204020204" pitchFamily="34" charset="-122"/>
              </a:rPr>
              <a:t>）</a:t>
            </a:r>
            <a:endParaRPr lang="en-US" altLang="zh-CN" sz="1600" dirty="0">
              <a:solidFill>
                <a:schemeClr val="tx1"/>
              </a:solidFill>
              <a:cs typeface="微软雅黑" panose="020B0503020204020204" pitchFamily="34" charset="-122"/>
            </a:endParaRPr>
          </a:p>
          <a:p>
            <a:pPr lvl="1">
              <a:lnSpc>
                <a:spcPct val="125000"/>
              </a:lnSpc>
              <a:spcBef>
                <a:spcPts val="20"/>
              </a:spcBef>
              <a:spcAft>
                <a:spcPts val="0"/>
              </a:spcAft>
              <a:defRPr/>
            </a:pPr>
            <a:r>
              <a:rPr lang="zh-CN" altLang="en-US" sz="1600" dirty="0">
                <a:solidFill>
                  <a:schemeClr val="tx1"/>
                </a:solidFill>
                <a:cs typeface="微软雅黑" panose="020B0503020204020204" pitchFamily="34" charset="-122"/>
              </a:rPr>
              <a:t>隐私（</a:t>
            </a:r>
            <a:r>
              <a:rPr lang="en-US" altLang="zh-CN" sz="1600" dirty="0">
                <a:solidFill>
                  <a:schemeClr val="tx1"/>
                </a:solidFill>
                <a:cs typeface="微软雅黑" panose="020B0503020204020204" pitchFamily="34" charset="-122"/>
              </a:rPr>
              <a:t>Privacy</a:t>
            </a:r>
            <a:r>
              <a:rPr lang="zh-CN" altLang="en-US" sz="1600" dirty="0">
                <a:solidFill>
                  <a:schemeClr val="tx1"/>
                </a:solidFill>
                <a:cs typeface="微软雅黑" panose="020B0503020204020204" pitchFamily="34" charset="-122"/>
              </a:rPr>
              <a:t>）</a:t>
            </a:r>
            <a:endParaRPr lang="en-US" altLang="zh-CN" sz="1600" dirty="0">
              <a:solidFill>
                <a:schemeClr val="tx1"/>
              </a:solidFill>
              <a:cs typeface="微软雅黑" panose="020B0503020204020204" pitchFamily="34" charset="-122"/>
            </a:endParaRPr>
          </a:p>
          <a:p>
            <a:pPr lvl="1">
              <a:lnSpc>
                <a:spcPct val="125000"/>
              </a:lnSpc>
              <a:spcBef>
                <a:spcPts val="20"/>
              </a:spcBef>
              <a:spcAft>
                <a:spcPts val="0"/>
              </a:spcAft>
              <a:defRPr/>
            </a:pPr>
            <a:r>
              <a:rPr lang="zh-CN" altLang="en-US" sz="1600" dirty="0">
                <a:solidFill>
                  <a:schemeClr val="tx1"/>
                </a:solidFill>
                <a:cs typeface="微软雅黑" panose="020B0503020204020204" pitchFamily="34" charset="-122"/>
              </a:rPr>
              <a:t>合理性（</a:t>
            </a:r>
            <a:r>
              <a:rPr lang="en-US" altLang="zh-CN" sz="1600" dirty="0">
                <a:solidFill>
                  <a:schemeClr val="tx1"/>
                </a:solidFill>
                <a:cs typeface="微软雅黑" panose="020B0503020204020204" pitchFamily="34" charset="-122"/>
              </a:rPr>
              <a:t>Reasonableness</a:t>
            </a:r>
            <a:r>
              <a:rPr lang="zh-CN" altLang="en-US" sz="1600" dirty="0">
                <a:solidFill>
                  <a:schemeClr val="tx1"/>
                </a:solidFill>
                <a:cs typeface="微软雅黑" panose="020B0503020204020204" pitchFamily="34" charset="-122"/>
              </a:rPr>
              <a:t>）</a:t>
            </a:r>
            <a:endParaRPr lang="en-US" altLang="zh-CN" sz="1600" dirty="0">
              <a:solidFill>
                <a:schemeClr val="tx1"/>
              </a:solidFill>
              <a:cs typeface="微软雅黑" panose="020B0503020204020204" pitchFamily="34" charset="-122"/>
            </a:endParaRPr>
          </a:p>
          <a:p>
            <a:pPr lvl="1">
              <a:lnSpc>
                <a:spcPct val="125000"/>
              </a:lnSpc>
              <a:spcBef>
                <a:spcPts val="20"/>
              </a:spcBef>
              <a:spcAft>
                <a:spcPts val="0"/>
              </a:spcAft>
              <a:defRPr/>
            </a:pPr>
            <a:r>
              <a:rPr lang="zh-CN" altLang="en-US" sz="1600" dirty="0">
                <a:solidFill>
                  <a:schemeClr val="tx1"/>
                </a:solidFill>
                <a:cs typeface="微软雅黑" panose="020B0503020204020204" pitchFamily="34" charset="-122"/>
              </a:rPr>
              <a:t>参照完整性（</a:t>
            </a:r>
            <a:r>
              <a:rPr lang="en-US" altLang="zh-CN" sz="1600" dirty="0">
                <a:solidFill>
                  <a:schemeClr val="tx1"/>
                </a:solidFill>
                <a:cs typeface="微软雅黑" panose="020B0503020204020204" pitchFamily="34" charset="-122"/>
              </a:rPr>
              <a:t>Referential Integrity</a:t>
            </a:r>
            <a:r>
              <a:rPr lang="zh-CN" altLang="en-US" sz="1600" dirty="0">
                <a:solidFill>
                  <a:schemeClr val="tx1"/>
                </a:solidFill>
                <a:cs typeface="微软雅黑" panose="020B0503020204020204" pitchFamily="34" charset="-122"/>
              </a:rPr>
              <a:t>）</a:t>
            </a:r>
            <a:endParaRPr lang="en-US" altLang="zh-CN" sz="1600" dirty="0">
              <a:solidFill>
                <a:schemeClr val="tx1"/>
              </a:solidFill>
              <a:cs typeface="微软雅黑" panose="020B0503020204020204" pitchFamily="34" charset="-122"/>
            </a:endParaRPr>
          </a:p>
          <a:p>
            <a:pPr lvl="1">
              <a:lnSpc>
                <a:spcPct val="125000"/>
              </a:lnSpc>
              <a:spcBef>
                <a:spcPts val="20"/>
              </a:spcBef>
              <a:spcAft>
                <a:spcPts val="0"/>
              </a:spcAft>
              <a:defRPr/>
            </a:pPr>
            <a:r>
              <a:rPr lang="zh-CN" altLang="en-US" sz="1600" dirty="0">
                <a:solidFill>
                  <a:schemeClr val="tx1"/>
                </a:solidFill>
                <a:cs typeface="微软雅黑" panose="020B0503020204020204" pitchFamily="34" charset="-122"/>
              </a:rPr>
              <a:t>及时性（</a:t>
            </a:r>
            <a:r>
              <a:rPr lang="en-US" altLang="zh-CN" sz="1600" dirty="0">
                <a:solidFill>
                  <a:schemeClr val="tx1"/>
                </a:solidFill>
                <a:cs typeface="微软雅黑" panose="020B0503020204020204" pitchFamily="34" charset="-122"/>
              </a:rPr>
              <a:t>Timeliness</a:t>
            </a:r>
            <a:r>
              <a:rPr lang="zh-CN" altLang="en-US" sz="1600" dirty="0">
                <a:solidFill>
                  <a:schemeClr val="tx1"/>
                </a:solidFill>
                <a:cs typeface="微软雅黑" panose="020B0503020204020204" pitchFamily="34" charset="-122"/>
              </a:rPr>
              <a:t>）</a:t>
            </a:r>
            <a:endParaRPr lang="en-US" altLang="zh-CN" sz="1600" dirty="0">
              <a:solidFill>
                <a:schemeClr val="tx1"/>
              </a:solidFill>
              <a:cs typeface="微软雅黑" panose="020B0503020204020204" pitchFamily="34" charset="-122"/>
            </a:endParaRPr>
          </a:p>
          <a:p>
            <a:pPr lvl="1">
              <a:lnSpc>
                <a:spcPct val="125000"/>
              </a:lnSpc>
              <a:spcBef>
                <a:spcPts val="20"/>
              </a:spcBef>
              <a:spcAft>
                <a:spcPts val="0"/>
              </a:spcAft>
              <a:defRPr/>
            </a:pPr>
            <a:r>
              <a:rPr lang="zh-CN" altLang="en-US" sz="1600" dirty="0">
                <a:solidFill>
                  <a:schemeClr val="tx1"/>
                </a:solidFill>
                <a:cs typeface="微软雅黑" panose="020B0503020204020204" pitchFamily="34" charset="-122"/>
              </a:rPr>
              <a:t>唯一性（</a:t>
            </a:r>
            <a:r>
              <a:rPr lang="en-US" altLang="zh-CN" sz="1600" dirty="0">
                <a:solidFill>
                  <a:schemeClr val="tx1"/>
                </a:solidFill>
                <a:cs typeface="微软雅黑" panose="020B0503020204020204" pitchFamily="34" charset="-122"/>
              </a:rPr>
              <a:t>Uniqueness</a:t>
            </a:r>
            <a:r>
              <a:rPr lang="zh-CN" altLang="en-US" sz="1600" dirty="0">
                <a:solidFill>
                  <a:schemeClr val="tx1"/>
                </a:solidFill>
                <a:cs typeface="微软雅黑" panose="020B0503020204020204" pitchFamily="34" charset="-122"/>
              </a:rPr>
              <a:t>）</a:t>
            </a:r>
            <a:endParaRPr lang="en-US" altLang="zh-CN" sz="1600" dirty="0">
              <a:solidFill>
                <a:schemeClr val="tx1"/>
              </a:solidFill>
              <a:cs typeface="微软雅黑" panose="020B0503020204020204" pitchFamily="34" charset="-122"/>
            </a:endParaRPr>
          </a:p>
          <a:p>
            <a:pPr lvl="1">
              <a:lnSpc>
                <a:spcPct val="125000"/>
              </a:lnSpc>
              <a:spcBef>
                <a:spcPts val="20"/>
              </a:spcBef>
              <a:spcAft>
                <a:spcPts val="0"/>
              </a:spcAft>
              <a:defRPr/>
            </a:pPr>
            <a:r>
              <a:rPr lang="zh-CN" altLang="en-US" sz="1600" dirty="0">
                <a:solidFill>
                  <a:schemeClr val="tx1"/>
                </a:solidFill>
                <a:cs typeface="微软雅黑" panose="020B0503020204020204" pitchFamily="34" charset="-122"/>
              </a:rPr>
              <a:t>有效性（</a:t>
            </a:r>
            <a:r>
              <a:rPr lang="en-US" altLang="zh-CN" sz="1600" dirty="0">
                <a:solidFill>
                  <a:schemeClr val="tx1"/>
                </a:solidFill>
                <a:cs typeface="微软雅黑" panose="020B0503020204020204" pitchFamily="34" charset="-122"/>
              </a:rPr>
              <a:t>Validity</a:t>
            </a:r>
            <a:r>
              <a:rPr lang="zh-CN" altLang="en-US" sz="1600" dirty="0">
                <a:solidFill>
                  <a:schemeClr val="tx1"/>
                </a:solidFill>
                <a:cs typeface="微软雅黑" panose="020B0503020204020204" pitchFamily="34" charset="-122"/>
              </a:rPr>
              <a:t>）</a:t>
            </a:r>
            <a:endParaRPr lang="zh-CN" altLang="en-US" sz="1600" dirty="0">
              <a:solidFill>
                <a:schemeClr val="tx1"/>
              </a:solidFill>
              <a:cs typeface="微软雅黑" panose="020B0503020204020204" pitchFamily="34" charset="-122"/>
            </a:endParaRPr>
          </a:p>
        </p:txBody>
      </p:sp>
      <p:sp>
        <p:nvSpPr>
          <p:cNvPr id="2" name="灯片编号占位符 4"/>
          <p:cNvSpPr>
            <a:spLocks noGrp="1"/>
          </p:cNvSpPr>
          <p:nvPr>
            <p:custDataLst>
              <p:tags r:id="rId2"/>
            </p:custDataLst>
          </p:nvPr>
        </p:nvSpPr>
        <p:spPr>
          <a:xfrm>
            <a:off x="10134600" y="6607175"/>
            <a:ext cx="533400" cy="244475"/>
          </a:xfrm>
          <a:prstGeom prst="rect">
            <a:avLst/>
          </a:prstGeom>
        </p:spPr>
        <p:txBody>
          <a:bodyPr vert="horz" lIns="91440" tIns="45720" rIns="91440" bIns="45720" rtlCol="0" anchor="ctr"/>
          <a:lstStyle>
            <a:defPPr>
              <a:defRPr lang="zh-CN"/>
            </a:defPPr>
            <a:lvl1pPr marL="0" algn="l" defTabSz="914400" rtl="0" eaLnBrk="1" latinLnBrk="0" hangingPunct="1">
              <a:defRPr lang="en-US" altLang="zh-CN" sz="1000" kern="1200" baseline="0" smtClean="0">
                <a:solidFill>
                  <a:srgbClr val="666666"/>
                </a:solidFill>
                <a:latin typeface="微软雅黑" panose="020B0503020204020204" pitchFamily="34" charset="-122"/>
                <a:ea typeface="微软雅黑" panose="020B0503020204020204" pitchFamily="34" charset="-122"/>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874E8E66-71D6-45D4-A3A2-5B086109405E}" type="slidenum">
              <a:rPr lang="en-US" altLang="zh-CN" smtClean="0">
                <a:solidFill>
                  <a:schemeClr val="tx1"/>
                </a:solidFill>
              </a:rPr>
            </a:fld>
            <a:endParaRPr lang="en-US" altLang="zh-CN" dirty="0" smtClean="0">
              <a:solidFill>
                <a:schemeClr val="tx1"/>
              </a:solidFill>
            </a:endParaRPr>
          </a:p>
        </p:txBody>
      </p:sp>
      <p:sp>
        <p:nvSpPr>
          <p:cNvPr id="7" name="梯形 6"/>
          <p:cNvSpPr/>
          <p:nvPr>
            <p:custDataLst>
              <p:tags r:id="rId3"/>
            </p:custDataLst>
          </p:nvPr>
        </p:nvSpPr>
        <p:spPr>
          <a:xfrm rot="8233786">
            <a:off x="9682202" y="121482"/>
            <a:ext cx="387816" cy="356632"/>
          </a:xfrm>
          <a:prstGeom prst="trapezoid">
            <a:avLst/>
          </a:prstGeom>
          <a:solidFill>
            <a:schemeClr val="accent1">
              <a:alpha val="5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pic>
        <p:nvPicPr>
          <p:cNvPr id="10"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87845" y="2204720"/>
            <a:ext cx="3842385" cy="38519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pic>
      <p:sp>
        <p:nvSpPr>
          <p:cNvPr id="15" name="标题 14"/>
          <p:cNvSpPr>
            <a:spLocks noGrp="1"/>
          </p:cNvSpPr>
          <p:nvPr>
            <p:ph type="title"/>
            <p:custDataLst>
              <p:tags r:id="rId5"/>
            </p:custDataLst>
          </p:nvPr>
        </p:nvSpPr>
        <p:spPr/>
        <p:txBody>
          <a:bodyPr vert="horz" lIns="91440" tIns="45720" rIns="91440" bIns="45720" rtlCol="0" anchor="ctr">
            <a:normAutofit/>
          </a:bodyPr>
          <a:p>
            <a:pPr lvl="0" algn="l">
              <a:buClrTx/>
              <a:buSzTx/>
              <a:buFontTx/>
            </a:pPr>
            <a:r>
              <a:rPr lang="zh-CN" altLang="en-US" smtClean="0">
                <a:sym typeface="+mn-ea"/>
              </a:rPr>
              <a:t>数据质量管理</a:t>
            </a:r>
            <a:endParaRPr lang="zh-CN" altLang="en-US" smtClean="0">
              <a:sym typeface="+mn-ea"/>
            </a:endParaRPr>
          </a:p>
        </p:txBody>
      </p:sp>
    </p:spTree>
    <p:custDataLst>
      <p:tags r:id="rId6"/>
    </p:custData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4"/>
          <p:cNvSpPr>
            <a:spLocks noGrp="1"/>
          </p:cNvSpPr>
          <p:nvPr>
            <p:custDataLst>
              <p:tags r:id="rId1"/>
            </p:custDataLst>
          </p:nvPr>
        </p:nvSpPr>
        <p:spPr>
          <a:xfrm>
            <a:off x="10134600" y="6607175"/>
            <a:ext cx="533400" cy="244475"/>
          </a:xfrm>
          <a:prstGeom prst="rect">
            <a:avLst/>
          </a:prstGeom>
        </p:spPr>
        <p:txBody>
          <a:bodyPr vert="horz" lIns="91440" tIns="45720" rIns="91440" bIns="45720" rtlCol="0" anchor="ctr"/>
          <a:lstStyle>
            <a:defPPr>
              <a:defRPr lang="zh-CN"/>
            </a:defPPr>
            <a:lvl1pPr marL="0" algn="l" defTabSz="914400" rtl="0" eaLnBrk="1" latinLnBrk="0" hangingPunct="1">
              <a:defRPr lang="en-US" altLang="zh-CN" sz="1000" kern="1200" baseline="0" smtClean="0">
                <a:solidFill>
                  <a:srgbClr val="666666"/>
                </a:solidFill>
                <a:latin typeface="微软雅黑" panose="020B0503020204020204" pitchFamily="34" charset="-122"/>
                <a:ea typeface="微软雅黑" panose="020B0503020204020204" pitchFamily="34" charset="-122"/>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874E8E66-71D6-45D4-A3A2-5B086109405E}" type="slidenum">
              <a:rPr lang="en-US" altLang="zh-CN" smtClean="0">
                <a:solidFill>
                  <a:schemeClr val="tx1"/>
                </a:solidFill>
              </a:rPr>
            </a:fld>
            <a:endParaRPr lang="en-US" altLang="zh-CN" dirty="0" smtClean="0">
              <a:solidFill>
                <a:schemeClr val="tx1"/>
              </a:solidFill>
            </a:endParaRPr>
          </a:p>
        </p:txBody>
      </p:sp>
      <p:graphicFrame>
        <p:nvGraphicFramePr>
          <p:cNvPr id="6" name="表格 5"/>
          <p:cNvGraphicFramePr>
            <a:graphicFrameLocks noGrp="1"/>
          </p:cNvGraphicFramePr>
          <p:nvPr>
            <p:custDataLst>
              <p:tags r:id="rId2"/>
            </p:custDataLst>
          </p:nvPr>
        </p:nvGraphicFramePr>
        <p:xfrm>
          <a:off x="892810" y="3335020"/>
          <a:ext cx="10437495" cy="3343275"/>
        </p:xfrm>
        <a:graphic>
          <a:graphicData uri="http://schemas.openxmlformats.org/drawingml/2006/table">
            <a:tbl>
              <a:tblPr firstRow="1">
                <a:tableStyleId>{F096261C-A542-429C-82EA-CC60FEA6DF8D}</a:tableStyleId>
              </a:tblPr>
              <a:tblGrid>
                <a:gridCol w="911860"/>
                <a:gridCol w="1814830"/>
                <a:gridCol w="7710805"/>
              </a:tblGrid>
              <a:tr h="415290">
                <a:tc>
                  <a:txBody>
                    <a:bodyPr/>
                    <a:lstStyle>
                      <a:lvl1pPr eaLnBrk="0" hangingPunct="0">
                        <a:spcBef>
                          <a:spcPct val="20000"/>
                        </a:spcBef>
                        <a:buFont typeface="Wingdings" panose="05000000000000000000" pitchFamily="2" charset="2"/>
                        <a:defRPr sz="2400" b="1">
                          <a:solidFill>
                            <a:schemeClr val="tx1"/>
                          </a:solidFill>
                          <a:latin typeface="Arial" panose="020B0604020202020204" pitchFamily="34" charset="0"/>
                          <a:ea typeface="华文细黑" panose="02010600040101010101" pitchFamily="2" charset="-122"/>
                        </a:defRPr>
                      </a:lvl1pPr>
                      <a:lvl2pPr marL="742950" indent="-285750" eaLnBrk="0" hangingPunct="0">
                        <a:spcBef>
                          <a:spcPct val="20000"/>
                        </a:spcBef>
                        <a:buSzPct val="75000"/>
                        <a:buFont typeface="Wingdings" panose="05000000000000000000" pitchFamily="2" charset="2"/>
                        <a:defRPr sz="2400">
                          <a:solidFill>
                            <a:schemeClr val="tx1"/>
                          </a:solidFill>
                          <a:latin typeface="Arial" panose="020B0604020202020204" pitchFamily="34" charset="0"/>
                          <a:ea typeface="华文细黑" panose="0201060004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华文细黑" panose="02010600040101010101" pitchFamily="2" charset="-122"/>
                        </a:defRPr>
                      </a:lvl3pPr>
                      <a:lvl4pPr marL="1600200" indent="-228600" eaLnBrk="0" hangingPunct="0">
                        <a:spcBef>
                          <a:spcPct val="20000"/>
                        </a:spcBef>
                        <a:defRPr>
                          <a:solidFill>
                            <a:schemeClr val="tx1"/>
                          </a:solidFill>
                          <a:latin typeface="Arial" panose="020B0604020202020204" pitchFamily="34" charset="0"/>
                          <a:ea typeface="华文细黑" panose="02010600040101010101" pitchFamily="2" charset="-122"/>
                        </a:defRPr>
                      </a:lvl4pPr>
                      <a:lvl5pPr marL="2057400" indent="-228600" eaLnBrk="0" hangingPunct="0">
                        <a:spcBef>
                          <a:spcPct val="20000"/>
                        </a:spcBef>
                        <a:buClr>
                          <a:schemeClr val="tx2"/>
                        </a:buClr>
                        <a:defRPr sz="1400">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20000"/>
                        </a:spcBef>
                        <a:spcAft>
                          <a:spcPct val="0"/>
                        </a:spcAft>
                        <a:buClr>
                          <a:schemeClr val="tx2"/>
                        </a:buClr>
                        <a:defRPr sz="1400">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20000"/>
                        </a:spcBef>
                        <a:spcAft>
                          <a:spcPct val="0"/>
                        </a:spcAft>
                        <a:buClr>
                          <a:schemeClr val="tx2"/>
                        </a:buClr>
                        <a:defRPr sz="1400">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20000"/>
                        </a:spcBef>
                        <a:spcAft>
                          <a:spcPct val="0"/>
                        </a:spcAft>
                        <a:buClr>
                          <a:schemeClr val="tx2"/>
                        </a:buClr>
                        <a:defRPr sz="1400">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20000"/>
                        </a:spcBef>
                        <a:spcAft>
                          <a:spcPct val="0"/>
                        </a:spcAft>
                        <a:buClr>
                          <a:schemeClr val="tx2"/>
                        </a:buClr>
                        <a:defRPr sz="1400">
                          <a:solidFill>
                            <a:schemeClr val="tx1"/>
                          </a:solidFill>
                          <a:latin typeface="Arial" panose="020B0604020202020204" pitchFamily="34" charset="0"/>
                          <a:ea typeface="华文细黑" panose="02010600040101010101" pitchFamily="2" charset="-122"/>
                        </a:defRPr>
                      </a:lvl9pPr>
                    </a:lstStyle>
                    <a:p>
                      <a:pPr marL="0" marR="0" lvl="0" indent="0" algn="ctr" defTabSz="914400" rtl="0" eaLnBrk="1" fontAlgn="ctr" latinLnBrk="0" hangingPunct="1">
                        <a:lnSpc>
                          <a:spcPct val="100000"/>
                        </a:lnSpc>
                        <a:spcBef>
                          <a:spcPct val="0"/>
                        </a:spcBef>
                        <a:spcAft>
                          <a:spcPct val="0"/>
                        </a:spcAft>
                        <a:buClrTx/>
                        <a:buSzTx/>
                        <a:buFontTx/>
                        <a:buNone/>
                      </a:pPr>
                      <a:r>
                        <a:rPr kumimoji="0" lang="zh-CN" altLang="en-US" sz="140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rPr>
                        <a:t>错误代码</a:t>
                      </a:r>
                      <a:endParaRPr kumimoji="0" lang="zh-CN" altLang="en-US" sz="140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endParaRPr>
                    </a:p>
                  </a:txBody>
                  <a:tcPr marL="0" marR="0" marT="0" marB="0" anchor="ctr" horzOverflow="overflow"/>
                </a:tc>
                <a:tc>
                  <a:txBody>
                    <a:bodyPr/>
                    <a:lstStyle>
                      <a:lvl1pPr eaLnBrk="0" hangingPunct="0">
                        <a:spcBef>
                          <a:spcPct val="20000"/>
                        </a:spcBef>
                        <a:buFont typeface="Wingdings" panose="05000000000000000000" pitchFamily="2" charset="2"/>
                        <a:defRPr sz="2400" b="1">
                          <a:solidFill>
                            <a:schemeClr val="tx1"/>
                          </a:solidFill>
                          <a:latin typeface="Arial" panose="020B0604020202020204" pitchFamily="34" charset="0"/>
                          <a:ea typeface="华文细黑" panose="02010600040101010101" pitchFamily="2" charset="-122"/>
                        </a:defRPr>
                      </a:lvl1pPr>
                      <a:lvl2pPr marL="742950" indent="-285750" eaLnBrk="0" hangingPunct="0">
                        <a:spcBef>
                          <a:spcPct val="20000"/>
                        </a:spcBef>
                        <a:buSzPct val="75000"/>
                        <a:buFont typeface="Wingdings" panose="05000000000000000000" pitchFamily="2" charset="2"/>
                        <a:defRPr sz="2400">
                          <a:solidFill>
                            <a:schemeClr val="tx1"/>
                          </a:solidFill>
                          <a:latin typeface="Arial" panose="020B0604020202020204" pitchFamily="34" charset="0"/>
                          <a:ea typeface="华文细黑" panose="0201060004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华文细黑" panose="02010600040101010101" pitchFamily="2" charset="-122"/>
                        </a:defRPr>
                      </a:lvl3pPr>
                      <a:lvl4pPr marL="1600200" indent="-228600" eaLnBrk="0" hangingPunct="0">
                        <a:spcBef>
                          <a:spcPct val="20000"/>
                        </a:spcBef>
                        <a:defRPr>
                          <a:solidFill>
                            <a:schemeClr val="tx1"/>
                          </a:solidFill>
                          <a:latin typeface="Arial" panose="020B0604020202020204" pitchFamily="34" charset="0"/>
                          <a:ea typeface="华文细黑" panose="02010600040101010101" pitchFamily="2" charset="-122"/>
                        </a:defRPr>
                      </a:lvl4pPr>
                      <a:lvl5pPr marL="2057400" indent="-228600" eaLnBrk="0" hangingPunct="0">
                        <a:spcBef>
                          <a:spcPct val="20000"/>
                        </a:spcBef>
                        <a:buClr>
                          <a:schemeClr val="tx2"/>
                        </a:buClr>
                        <a:defRPr sz="1400">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20000"/>
                        </a:spcBef>
                        <a:spcAft>
                          <a:spcPct val="0"/>
                        </a:spcAft>
                        <a:buClr>
                          <a:schemeClr val="tx2"/>
                        </a:buClr>
                        <a:defRPr sz="1400">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20000"/>
                        </a:spcBef>
                        <a:spcAft>
                          <a:spcPct val="0"/>
                        </a:spcAft>
                        <a:buClr>
                          <a:schemeClr val="tx2"/>
                        </a:buClr>
                        <a:defRPr sz="1400">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20000"/>
                        </a:spcBef>
                        <a:spcAft>
                          <a:spcPct val="0"/>
                        </a:spcAft>
                        <a:buClr>
                          <a:schemeClr val="tx2"/>
                        </a:buClr>
                        <a:defRPr sz="1400">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20000"/>
                        </a:spcBef>
                        <a:spcAft>
                          <a:spcPct val="0"/>
                        </a:spcAft>
                        <a:buClr>
                          <a:schemeClr val="tx2"/>
                        </a:buClr>
                        <a:defRPr sz="1400">
                          <a:solidFill>
                            <a:schemeClr val="tx1"/>
                          </a:solidFill>
                          <a:latin typeface="Arial" panose="020B0604020202020204" pitchFamily="34" charset="0"/>
                          <a:ea typeface="华文细黑" panose="02010600040101010101" pitchFamily="2" charset="-122"/>
                        </a:defRPr>
                      </a:lvl9pPr>
                    </a:lstStyle>
                    <a:p>
                      <a:pPr marL="0" marR="0" lvl="0" indent="0" algn="ctr" defTabSz="914400" rtl="0" eaLnBrk="1" fontAlgn="ctr" latinLnBrk="0" hangingPunct="1">
                        <a:lnSpc>
                          <a:spcPct val="100000"/>
                        </a:lnSpc>
                        <a:spcBef>
                          <a:spcPct val="0"/>
                        </a:spcBef>
                        <a:spcAft>
                          <a:spcPct val="0"/>
                        </a:spcAft>
                        <a:buClrTx/>
                        <a:buSzTx/>
                        <a:buFontTx/>
                        <a:buNone/>
                      </a:pPr>
                      <a:r>
                        <a:rPr kumimoji="0" lang="zh-CN" altLang="en-US" sz="140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rPr>
                        <a:t>描述</a:t>
                      </a:r>
                      <a:endParaRPr kumimoji="0" lang="zh-CN" altLang="en-US" sz="140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endParaRPr>
                    </a:p>
                  </a:txBody>
                  <a:tcPr marL="0" marR="0" marT="0" marB="0" anchor="ctr" horzOverflow="overflow"/>
                </a:tc>
                <a:tc>
                  <a:txBody>
                    <a:bodyPr/>
                    <a:lstStyle>
                      <a:lvl1pPr eaLnBrk="0" hangingPunct="0">
                        <a:spcBef>
                          <a:spcPct val="20000"/>
                        </a:spcBef>
                        <a:buFont typeface="Wingdings" panose="05000000000000000000" pitchFamily="2" charset="2"/>
                        <a:defRPr sz="2400" b="1">
                          <a:solidFill>
                            <a:schemeClr val="tx1"/>
                          </a:solidFill>
                          <a:latin typeface="Arial" panose="020B0604020202020204" pitchFamily="34" charset="0"/>
                          <a:ea typeface="华文细黑" panose="02010600040101010101" pitchFamily="2" charset="-122"/>
                        </a:defRPr>
                      </a:lvl1pPr>
                      <a:lvl2pPr marL="742950" indent="-285750" eaLnBrk="0" hangingPunct="0">
                        <a:spcBef>
                          <a:spcPct val="20000"/>
                        </a:spcBef>
                        <a:buSzPct val="75000"/>
                        <a:buFont typeface="Wingdings" panose="05000000000000000000" pitchFamily="2" charset="2"/>
                        <a:defRPr sz="2400">
                          <a:solidFill>
                            <a:schemeClr val="tx1"/>
                          </a:solidFill>
                          <a:latin typeface="Arial" panose="020B0604020202020204" pitchFamily="34" charset="0"/>
                          <a:ea typeface="华文细黑" panose="0201060004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华文细黑" panose="02010600040101010101" pitchFamily="2" charset="-122"/>
                        </a:defRPr>
                      </a:lvl3pPr>
                      <a:lvl4pPr marL="1600200" indent="-228600" eaLnBrk="0" hangingPunct="0">
                        <a:spcBef>
                          <a:spcPct val="20000"/>
                        </a:spcBef>
                        <a:defRPr>
                          <a:solidFill>
                            <a:schemeClr val="tx1"/>
                          </a:solidFill>
                          <a:latin typeface="Arial" panose="020B0604020202020204" pitchFamily="34" charset="0"/>
                          <a:ea typeface="华文细黑" panose="02010600040101010101" pitchFamily="2" charset="-122"/>
                        </a:defRPr>
                      </a:lvl4pPr>
                      <a:lvl5pPr marL="2057400" indent="-228600" eaLnBrk="0" hangingPunct="0">
                        <a:spcBef>
                          <a:spcPct val="20000"/>
                        </a:spcBef>
                        <a:buClr>
                          <a:schemeClr val="tx2"/>
                        </a:buClr>
                        <a:defRPr sz="1400">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20000"/>
                        </a:spcBef>
                        <a:spcAft>
                          <a:spcPct val="0"/>
                        </a:spcAft>
                        <a:buClr>
                          <a:schemeClr val="tx2"/>
                        </a:buClr>
                        <a:defRPr sz="1400">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20000"/>
                        </a:spcBef>
                        <a:spcAft>
                          <a:spcPct val="0"/>
                        </a:spcAft>
                        <a:buClr>
                          <a:schemeClr val="tx2"/>
                        </a:buClr>
                        <a:defRPr sz="1400">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20000"/>
                        </a:spcBef>
                        <a:spcAft>
                          <a:spcPct val="0"/>
                        </a:spcAft>
                        <a:buClr>
                          <a:schemeClr val="tx2"/>
                        </a:buClr>
                        <a:defRPr sz="1400">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20000"/>
                        </a:spcBef>
                        <a:spcAft>
                          <a:spcPct val="0"/>
                        </a:spcAft>
                        <a:buClr>
                          <a:schemeClr val="tx2"/>
                        </a:buClr>
                        <a:defRPr sz="1400">
                          <a:solidFill>
                            <a:schemeClr val="tx1"/>
                          </a:solidFill>
                          <a:latin typeface="Arial" panose="020B0604020202020204" pitchFamily="34" charset="0"/>
                          <a:ea typeface="华文细黑" panose="02010600040101010101" pitchFamily="2" charset="-122"/>
                        </a:defRPr>
                      </a:lvl9pPr>
                    </a:lstStyle>
                    <a:p>
                      <a:pPr marL="0" marR="0" lvl="0" indent="0" algn="ctr" defTabSz="914400" rtl="0" eaLnBrk="1" fontAlgn="ctr" latinLnBrk="0" hangingPunct="1">
                        <a:lnSpc>
                          <a:spcPct val="100000"/>
                        </a:lnSpc>
                        <a:spcBef>
                          <a:spcPct val="0"/>
                        </a:spcBef>
                        <a:spcAft>
                          <a:spcPct val="0"/>
                        </a:spcAft>
                        <a:buClrTx/>
                        <a:buSzTx/>
                        <a:buFontTx/>
                        <a:buNone/>
                      </a:pPr>
                      <a:r>
                        <a:rPr kumimoji="0" lang="zh-CN" altLang="en-US" sz="140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rPr>
                        <a:t>出错原因</a:t>
                      </a:r>
                      <a:endParaRPr kumimoji="0" lang="zh-CN" altLang="en-US" sz="140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endParaRPr>
                    </a:p>
                  </a:txBody>
                  <a:tcPr marL="0" marR="0" marT="0" marB="0" anchor="ctr" horzOverflow="overflow"/>
                </a:tc>
              </a:tr>
              <a:tr h="711835">
                <a:tc>
                  <a:txBody>
                    <a:bodyPr/>
                    <a:lstStyle>
                      <a:lvl1pPr eaLnBrk="0" hangingPunct="0">
                        <a:spcBef>
                          <a:spcPct val="20000"/>
                        </a:spcBef>
                        <a:buFont typeface="Wingdings" panose="05000000000000000000" pitchFamily="2" charset="2"/>
                        <a:defRPr sz="2400" b="1">
                          <a:solidFill>
                            <a:schemeClr val="tx1"/>
                          </a:solidFill>
                          <a:latin typeface="Arial" panose="020B0604020202020204" pitchFamily="34" charset="0"/>
                          <a:ea typeface="华文细黑" panose="02010600040101010101" pitchFamily="2" charset="-122"/>
                        </a:defRPr>
                      </a:lvl1pPr>
                      <a:lvl2pPr marL="742950" indent="-285750" eaLnBrk="0" hangingPunct="0">
                        <a:spcBef>
                          <a:spcPct val="20000"/>
                        </a:spcBef>
                        <a:buSzPct val="75000"/>
                        <a:buFont typeface="Wingdings" panose="05000000000000000000" pitchFamily="2" charset="2"/>
                        <a:defRPr sz="2400">
                          <a:solidFill>
                            <a:schemeClr val="tx1"/>
                          </a:solidFill>
                          <a:latin typeface="Arial" panose="020B0604020202020204" pitchFamily="34" charset="0"/>
                          <a:ea typeface="华文细黑" panose="0201060004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华文细黑" panose="02010600040101010101" pitchFamily="2" charset="-122"/>
                        </a:defRPr>
                      </a:lvl3pPr>
                      <a:lvl4pPr marL="1600200" indent="-228600" eaLnBrk="0" hangingPunct="0">
                        <a:spcBef>
                          <a:spcPct val="20000"/>
                        </a:spcBef>
                        <a:defRPr>
                          <a:solidFill>
                            <a:schemeClr val="tx1"/>
                          </a:solidFill>
                          <a:latin typeface="Arial" panose="020B0604020202020204" pitchFamily="34" charset="0"/>
                          <a:ea typeface="华文细黑" panose="02010600040101010101" pitchFamily="2" charset="-122"/>
                        </a:defRPr>
                      </a:lvl4pPr>
                      <a:lvl5pPr marL="2057400" indent="-228600" eaLnBrk="0" hangingPunct="0">
                        <a:spcBef>
                          <a:spcPct val="20000"/>
                        </a:spcBef>
                        <a:buClr>
                          <a:schemeClr val="tx2"/>
                        </a:buClr>
                        <a:defRPr sz="1400">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20000"/>
                        </a:spcBef>
                        <a:spcAft>
                          <a:spcPct val="0"/>
                        </a:spcAft>
                        <a:buClr>
                          <a:schemeClr val="tx2"/>
                        </a:buClr>
                        <a:defRPr sz="1400">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20000"/>
                        </a:spcBef>
                        <a:spcAft>
                          <a:spcPct val="0"/>
                        </a:spcAft>
                        <a:buClr>
                          <a:schemeClr val="tx2"/>
                        </a:buClr>
                        <a:defRPr sz="1400">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20000"/>
                        </a:spcBef>
                        <a:spcAft>
                          <a:spcPct val="0"/>
                        </a:spcAft>
                        <a:buClr>
                          <a:schemeClr val="tx2"/>
                        </a:buClr>
                        <a:defRPr sz="1400">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20000"/>
                        </a:spcBef>
                        <a:spcAft>
                          <a:spcPct val="0"/>
                        </a:spcAft>
                        <a:buClr>
                          <a:schemeClr val="tx2"/>
                        </a:buClr>
                        <a:defRPr sz="1400">
                          <a:solidFill>
                            <a:schemeClr val="tx1"/>
                          </a:solidFill>
                          <a:latin typeface="Arial" panose="020B0604020202020204" pitchFamily="34" charset="0"/>
                          <a:ea typeface="华文细黑" panose="02010600040101010101" pitchFamily="2" charset="-122"/>
                        </a:defRPr>
                      </a:lvl9pPr>
                    </a:lstStyle>
                    <a:p>
                      <a:pPr marL="0" marR="0" lvl="0" indent="0" algn="ctr" defTabSz="914400" rtl="0" eaLnBrk="1" fontAlgn="ctr" latinLnBrk="0" hangingPunct="1">
                        <a:lnSpc>
                          <a:spcPct val="100000"/>
                        </a:lnSpc>
                        <a:spcBef>
                          <a:spcPct val="0"/>
                        </a:spcBef>
                        <a:spcAft>
                          <a:spcPct val="0"/>
                        </a:spcAft>
                        <a:buClrTx/>
                        <a:buSzTx/>
                        <a:buFontTx/>
                        <a:buNone/>
                      </a:pPr>
                      <a:r>
                        <a:rPr kumimoji="0" lang="en-US" altLang="zh-CN" sz="1400" b="1" u="none" strike="noStrike" cap="none" normalizeH="0" baseline="0">
                          <a:ln>
                            <a:noFill/>
                          </a:ln>
                          <a:effectLst/>
                          <a:latin typeface="微软雅黑" panose="020B0503020204020204" pitchFamily="34" charset="-122"/>
                          <a:ea typeface="微软雅黑" panose="020B0503020204020204" pitchFamily="34" charset="-122"/>
                        </a:rPr>
                        <a:t>1</a:t>
                      </a:r>
                      <a:endParaRPr kumimoji="0" lang="en-US" altLang="zh-CN" sz="1400" b="1" u="none" strike="noStrike" cap="none" normalizeH="0" baseline="0">
                        <a:ln>
                          <a:noFill/>
                        </a:ln>
                        <a:effectLst/>
                        <a:latin typeface="微软雅黑" panose="020B0503020204020204" pitchFamily="34" charset="-122"/>
                        <a:ea typeface="微软雅黑" panose="020B0503020204020204" pitchFamily="34" charset="-122"/>
                      </a:endParaRPr>
                    </a:p>
                  </a:txBody>
                  <a:tcPr marL="0" marR="0" marT="0" marB="0" anchor="ctr" horzOverflow="overflow"/>
                </a:tc>
                <a:tc>
                  <a:txBody>
                    <a:bodyPr/>
                    <a:lstStyle>
                      <a:lvl1pPr eaLnBrk="0" hangingPunct="0">
                        <a:spcBef>
                          <a:spcPct val="20000"/>
                        </a:spcBef>
                        <a:buFont typeface="Wingdings" panose="05000000000000000000" pitchFamily="2" charset="2"/>
                        <a:defRPr sz="2400" b="1">
                          <a:solidFill>
                            <a:schemeClr val="tx1"/>
                          </a:solidFill>
                          <a:latin typeface="Arial" panose="020B0604020202020204" pitchFamily="34" charset="0"/>
                          <a:ea typeface="华文细黑" panose="02010600040101010101" pitchFamily="2" charset="-122"/>
                        </a:defRPr>
                      </a:lvl1pPr>
                      <a:lvl2pPr marL="742950" indent="-285750" eaLnBrk="0" hangingPunct="0">
                        <a:spcBef>
                          <a:spcPct val="20000"/>
                        </a:spcBef>
                        <a:buSzPct val="75000"/>
                        <a:buFont typeface="Wingdings" panose="05000000000000000000" pitchFamily="2" charset="2"/>
                        <a:defRPr sz="2400">
                          <a:solidFill>
                            <a:schemeClr val="tx1"/>
                          </a:solidFill>
                          <a:latin typeface="Arial" panose="020B0604020202020204" pitchFamily="34" charset="0"/>
                          <a:ea typeface="华文细黑" panose="0201060004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华文细黑" panose="02010600040101010101" pitchFamily="2" charset="-122"/>
                        </a:defRPr>
                      </a:lvl3pPr>
                      <a:lvl4pPr marL="1600200" indent="-228600" eaLnBrk="0" hangingPunct="0">
                        <a:spcBef>
                          <a:spcPct val="20000"/>
                        </a:spcBef>
                        <a:defRPr>
                          <a:solidFill>
                            <a:schemeClr val="tx1"/>
                          </a:solidFill>
                          <a:latin typeface="Arial" panose="020B0604020202020204" pitchFamily="34" charset="0"/>
                          <a:ea typeface="华文细黑" panose="02010600040101010101" pitchFamily="2" charset="-122"/>
                        </a:defRPr>
                      </a:lvl4pPr>
                      <a:lvl5pPr marL="2057400" indent="-228600" eaLnBrk="0" hangingPunct="0">
                        <a:spcBef>
                          <a:spcPct val="20000"/>
                        </a:spcBef>
                        <a:buClr>
                          <a:schemeClr val="tx2"/>
                        </a:buClr>
                        <a:defRPr sz="1400">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20000"/>
                        </a:spcBef>
                        <a:spcAft>
                          <a:spcPct val="0"/>
                        </a:spcAft>
                        <a:buClr>
                          <a:schemeClr val="tx2"/>
                        </a:buClr>
                        <a:defRPr sz="1400">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20000"/>
                        </a:spcBef>
                        <a:spcAft>
                          <a:spcPct val="0"/>
                        </a:spcAft>
                        <a:buClr>
                          <a:schemeClr val="tx2"/>
                        </a:buClr>
                        <a:defRPr sz="1400">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20000"/>
                        </a:spcBef>
                        <a:spcAft>
                          <a:spcPct val="0"/>
                        </a:spcAft>
                        <a:buClr>
                          <a:schemeClr val="tx2"/>
                        </a:buClr>
                        <a:defRPr sz="1400">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20000"/>
                        </a:spcBef>
                        <a:spcAft>
                          <a:spcPct val="0"/>
                        </a:spcAft>
                        <a:buClr>
                          <a:schemeClr val="tx2"/>
                        </a:buClr>
                        <a:defRPr sz="1400">
                          <a:solidFill>
                            <a:schemeClr val="tx1"/>
                          </a:solidFill>
                          <a:latin typeface="Arial" panose="020B0604020202020204" pitchFamily="34" charset="0"/>
                          <a:ea typeface="华文细黑" panose="02010600040101010101" pitchFamily="2" charset="-122"/>
                        </a:defRPr>
                      </a:lvl9pPr>
                    </a:lstStyle>
                    <a:p>
                      <a:pPr marL="0" marR="0" lvl="0" indent="0" algn="l" defTabSz="914400" rtl="0" eaLnBrk="1" fontAlgn="ctr" latinLnBrk="0" hangingPunct="1">
                        <a:lnSpc>
                          <a:spcPct val="100000"/>
                        </a:lnSpc>
                        <a:spcBef>
                          <a:spcPct val="0"/>
                        </a:spcBef>
                        <a:spcAft>
                          <a:spcPct val="0"/>
                        </a:spcAft>
                        <a:buClrTx/>
                        <a:buSzTx/>
                        <a:buFontTx/>
                        <a:buNone/>
                      </a:pPr>
                      <a:r>
                        <a:rPr kumimoji="0" lang="zh-CN" altLang="en-US" sz="1400" b="1" u="none" strike="noStrike" cap="none" normalizeH="0" baseline="0" dirty="0">
                          <a:ln>
                            <a:noFill/>
                          </a:ln>
                          <a:effectLst/>
                          <a:latin typeface="微软雅黑" panose="020B0503020204020204" pitchFamily="34" charset="-122"/>
                          <a:ea typeface="微软雅黑" panose="020B0503020204020204" pitchFamily="34" charset="-122"/>
                        </a:rPr>
                        <a:t>主键唯一性错误</a:t>
                      </a:r>
                      <a:endParaRPr kumimoji="0" lang="zh-CN" altLang="en-US" sz="1400" b="1" u="none" strike="noStrike" cap="none" normalizeH="0" baseline="0" dirty="0">
                        <a:ln>
                          <a:noFill/>
                        </a:ln>
                        <a:effectLst/>
                        <a:latin typeface="微软雅黑" panose="020B0503020204020204" pitchFamily="34" charset="-122"/>
                        <a:ea typeface="微软雅黑" panose="020B0503020204020204" pitchFamily="34" charset="-122"/>
                      </a:endParaRPr>
                    </a:p>
                  </a:txBody>
                  <a:tcPr marL="0" marR="0" marT="0" marB="0" anchor="ctr" horzOverflow="overflow"/>
                </a:tc>
                <a:tc>
                  <a:txBody>
                    <a:bodyPr/>
                    <a:lstStyle>
                      <a:lvl1pPr eaLnBrk="0" hangingPunct="0">
                        <a:spcBef>
                          <a:spcPct val="20000"/>
                        </a:spcBef>
                        <a:buFont typeface="Wingdings" panose="05000000000000000000" pitchFamily="2" charset="2"/>
                        <a:defRPr sz="2400" b="1">
                          <a:solidFill>
                            <a:schemeClr val="tx1"/>
                          </a:solidFill>
                          <a:latin typeface="Arial" panose="020B0604020202020204" pitchFamily="34" charset="0"/>
                          <a:ea typeface="华文细黑" panose="02010600040101010101" pitchFamily="2" charset="-122"/>
                        </a:defRPr>
                      </a:lvl1pPr>
                      <a:lvl2pPr marL="742950" indent="-285750" eaLnBrk="0" hangingPunct="0">
                        <a:spcBef>
                          <a:spcPct val="20000"/>
                        </a:spcBef>
                        <a:buSzPct val="75000"/>
                        <a:buFont typeface="Wingdings" panose="05000000000000000000" pitchFamily="2" charset="2"/>
                        <a:defRPr sz="2400">
                          <a:solidFill>
                            <a:schemeClr val="tx1"/>
                          </a:solidFill>
                          <a:latin typeface="Arial" panose="020B0604020202020204" pitchFamily="34" charset="0"/>
                          <a:ea typeface="华文细黑" panose="0201060004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华文细黑" panose="02010600040101010101" pitchFamily="2" charset="-122"/>
                        </a:defRPr>
                      </a:lvl3pPr>
                      <a:lvl4pPr marL="1600200" indent="-228600" eaLnBrk="0" hangingPunct="0">
                        <a:spcBef>
                          <a:spcPct val="20000"/>
                        </a:spcBef>
                        <a:defRPr>
                          <a:solidFill>
                            <a:schemeClr val="tx1"/>
                          </a:solidFill>
                          <a:latin typeface="Arial" panose="020B0604020202020204" pitchFamily="34" charset="0"/>
                          <a:ea typeface="华文细黑" panose="02010600040101010101" pitchFamily="2" charset="-122"/>
                        </a:defRPr>
                      </a:lvl4pPr>
                      <a:lvl5pPr marL="2057400" indent="-228600" eaLnBrk="0" hangingPunct="0">
                        <a:spcBef>
                          <a:spcPct val="20000"/>
                        </a:spcBef>
                        <a:buClr>
                          <a:schemeClr val="tx2"/>
                        </a:buClr>
                        <a:defRPr sz="1400">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20000"/>
                        </a:spcBef>
                        <a:spcAft>
                          <a:spcPct val="0"/>
                        </a:spcAft>
                        <a:buClr>
                          <a:schemeClr val="tx2"/>
                        </a:buClr>
                        <a:defRPr sz="1400">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20000"/>
                        </a:spcBef>
                        <a:spcAft>
                          <a:spcPct val="0"/>
                        </a:spcAft>
                        <a:buClr>
                          <a:schemeClr val="tx2"/>
                        </a:buClr>
                        <a:defRPr sz="1400">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20000"/>
                        </a:spcBef>
                        <a:spcAft>
                          <a:spcPct val="0"/>
                        </a:spcAft>
                        <a:buClr>
                          <a:schemeClr val="tx2"/>
                        </a:buClr>
                        <a:defRPr sz="1400">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20000"/>
                        </a:spcBef>
                        <a:spcAft>
                          <a:spcPct val="0"/>
                        </a:spcAft>
                        <a:buClr>
                          <a:schemeClr val="tx2"/>
                        </a:buClr>
                        <a:defRPr sz="1400">
                          <a:solidFill>
                            <a:schemeClr val="tx1"/>
                          </a:solidFill>
                          <a:latin typeface="Arial" panose="020B0604020202020204" pitchFamily="34" charset="0"/>
                          <a:ea typeface="华文细黑" panose="02010600040101010101" pitchFamily="2" charset="-122"/>
                        </a:defRPr>
                      </a:lvl9pPr>
                    </a:lstStyle>
                    <a:p>
                      <a:pPr marL="0" marR="0" lvl="0" indent="0" algn="l" defTabSz="914400" rtl="0" eaLnBrk="1" fontAlgn="ctr" latinLnBrk="0" hangingPunct="1">
                        <a:lnSpc>
                          <a:spcPct val="100000"/>
                        </a:lnSpc>
                        <a:spcBef>
                          <a:spcPct val="0"/>
                        </a:spcBef>
                        <a:spcAft>
                          <a:spcPct val="0"/>
                        </a:spcAft>
                        <a:buClrTx/>
                        <a:buSzTx/>
                        <a:buFontTx/>
                        <a:buNone/>
                      </a:pPr>
                      <a:r>
                        <a:rPr kumimoji="0" lang="zh-CN" altLang="en-US" sz="1200" b="0" u="none" strike="noStrike" cap="none" normalizeH="0" baseline="0" dirty="0">
                          <a:ln>
                            <a:noFill/>
                          </a:ln>
                          <a:effectLst/>
                          <a:latin typeface="微软雅黑" panose="020B0503020204020204" pitchFamily="34" charset="-122"/>
                          <a:ea typeface="微软雅黑" panose="020B0503020204020204" pitchFamily="34" charset="-122"/>
                          <a:cs typeface="微软雅黑" panose="020B0503020204020204" pitchFamily="34" charset="-122"/>
                        </a:rPr>
                        <a:t>（</a:t>
                      </a:r>
                      <a:r>
                        <a:rPr kumimoji="0" lang="en-US" altLang="zh-CN" sz="1200" b="0" u="none" strike="noStrike" cap="none" normalizeH="0" baseline="0" dirty="0">
                          <a:ln>
                            <a:noFill/>
                          </a:ln>
                          <a:effectLst/>
                          <a:latin typeface="微软雅黑" panose="020B0503020204020204" pitchFamily="34" charset="-122"/>
                          <a:ea typeface="微软雅黑" panose="020B0503020204020204" pitchFamily="34" charset="-122"/>
                          <a:cs typeface="微软雅黑" panose="020B0503020204020204" pitchFamily="34" charset="-122"/>
                        </a:rPr>
                        <a:t>1</a:t>
                      </a:r>
                      <a:r>
                        <a:rPr kumimoji="0" lang="zh-CN" altLang="en-US" sz="1200" b="0" u="none" strike="noStrike" cap="none" normalizeH="0" baseline="0" dirty="0">
                          <a:ln>
                            <a:noFill/>
                          </a:ln>
                          <a:effectLst/>
                          <a:latin typeface="微软雅黑" panose="020B0503020204020204" pitchFamily="34" charset="-122"/>
                          <a:ea typeface="微软雅黑" panose="020B0503020204020204" pitchFamily="34" charset="-122"/>
                          <a:cs typeface="微软雅黑" panose="020B0503020204020204" pitchFamily="34" charset="-122"/>
                        </a:rPr>
                        <a:t>）本次上传的该接口单元中的主键字段取值不唯一；</a:t>
                      </a:r>
                      <a:br>
                        <a:rPr kumimoji="0" lang="zh-CN" altLang="en-US" sz="1200" b="0" u="none" strike="noStrike" cap="none" normalizeH="0" baseline="0" dirty="0">
                          <a:ln>
                            <a:noFill/>
                          </a:ln>
                          <a:effectLst/>
                          <a:latin typeface="微软雅黑" panose="020B0503020204020204" pitchFamily="34" charset="-122"/>
                          <a:ea typeface="微软雅黑" panose="020B0503020204020204" pitchFamily="34" charset="-122"/>
                          <a:cs typeface="微软雅黑" panose="020B0503020204020204" pitchFamily="34" charset="-122"/>
                        </a:rPr>
                      </a:br>
                      <a:r>
                        <a:rPr kumimoji="0" lang="zh-CN" altLang="en-US" sz="1200" b="0" u="none" strike="noStrike" cap="none" normalizeH="0" baseline="0" dirty="0">
                          <a:ln>
                            <a:noFill/>
                          </a:ln>
                          <a:effectLst/>
                          <a:latin typeface="微软雅黑" panose="020B0503020204020204" pitchFamily="34" charset="-122"/>
                          <a:ea typeface="微软雅黑" panose="020B0503020204020204" pitchFamily="34" charset="-122"/>
                          <a:cs typeface="微软雅黑" panose="020B0503020204020204" pitchFamily="34" charset="-122"/>
                        </a:rPr>
                        <a:t>（</a:t>
                      </a:r>
                      <a:r>
                        <a:rPr kumimoji="0" lang="en-US" altLang="zh-CN" sz="1200" b="0" u="none" strike="noStrike" cap="none" normalizeH="0" baseline="0" dirty="0">
                          <a:ln>
                            <a:noFill/>
                          </a:ln>
                          <a:effectLst/>
                          <a:latin typeface="微软雅黑" panose="020B0503020204020204" pitchFamily="34" charset="-122"/>
                          <a:ea typeface="微软雅黑" panose="020B0503020204020204" pitchFamily="34" charset="-122"/>
                          <a:cs typeface="微软雅黑" panose="020B0503020204020204" pitchFamily="34" charset="-122"/>
                        </a:rPr>
                        <a:t>2</a:t>
                      </a:r>
                      <a:r>
                        <a:rPr kumimoji="0" lang="zh-CN" altLang="en-US" sz="1200" b="0" u="none" strike="noStrike" cap="none" normalizeH="0" baseline="0" dirty="0">
                          <a:ln>
                            <a:noFill/>
                          </a:ln>
                          <a:effectLst/>
                          <a:latin typeface="微软雅黑" panose="020B0503020204020204" pitchFamily="34" charset="-122"/>
                          <a:ea typeface="微软雅黑" panose="020B0503020204020204" pitchFamily="34" charset="-122"/>
                          <a:cs typeface="微软雅黑" panose="020B0503020204020204" pitchFamily="34" charset="-122"/>
                        </a:rPr>
                        <a:t>）对于抽取方式为“新增”的接口单元：除（</a:t>
                      </a:r>
                      <a:r>
                        <a:rPr kumimoji="0" lang="en-US" altLang="zh-CN" sz="1200" b="0" u="none" strike="noStrike" cap="none" normalizeH="0" baseline="0" dirty="0">
                          <a:ln>
                            <a:noFill/>
                          </a:ln>
                          <a:effectLst/>
                          <a:latin typeface="微软雅黑" panose="020B0503020204020204" pitchFamily="34" charset="-122"/>
                          <a:ea typeface="微软雅黑" panose="020B0503020204020204" pitchFamily="34" charset="-122"/>
                          <a:cs typeface="微软雅黑" panose="020B0503020204020204" pitchFamily="34" charset="-122"/>
                        </a:rPr>
                        <a:t>1</a:t>
                      </a:r>
                      <a:r>
                        <a:rPr kumimoji="0" lang="zh-CN" altLang="en-US" sz="1200" b="0" u="none" strike="noStrike" cap="none" normalizeH="0" baseline="0" dirty="0">
                          <a:ln>
                            <a:noFill/>
                          </a:ln>
                          <a:effectLst/>
                          <a:latin typeface="微软雅黑" panose="020B0503020204020204" pitchFamily="34" charset="-122"/>
                          <a:ea typeface="微软雅黑" panose="020B0503020204020204" pitchFamily="34" charset="-122"/>
                          <a:cs typeface="微软雅黑" panose="020B0503020204020204" pitchFamily="34" charset="-122"/>
                        </a:rPr>
                        <a:t>）外，本次上传的该接口单元中的主键字段取值与历史加载过的数据取值重复。</a:t>
                      </a:r>
                      <a:br>
                        <a:rPr kumimoji="0" lang="zh-CN" altLang="en-US" sz="1200" b="0" u="none" strike="noStrike" cap="none" normalizeH="0" baseline="0" dirty="0">
                          <a:ln>
                            <a:noFill/>
                          </a:ln>
                          <a:effectLst/>
                          <a:latin typeface="微软雅黑" panose="020B0503020204020204" pitchFamily="34" charset="-122"/>
                          <a:ea typeface="微软雅黑" panose="020B0503020204020204" pitchFamily="34" charset="-122"/>
                          <a:cs typeface="微软雅黑" panose="020B0503020204020204" pitchFamily="34" charset="-122"/>
                        </a:rPr>
                      </a:br>
                      <a:r>
                        <a:rPr kumimoji="0" lang="zh-CN" altLang="en-US" sz="1200" b="0" u="none" strike="noStrike" cap="none" normalizeH="0" baseline="0" dirty="0">
                          <a:ln>
                            <a:noFill/>
                          </a:ln>
                          <a:effectLst/>
                          <a:latin typeface="微软雅黑" panose="020B0503020204020204" pitchFamily="34" charset="-122"/>
                          <a:ea typeface="微软雅黑" panose="020B0503020204020204" pitchFamily="34" charset="-122"/>
                          <a:cs typeface="微软雅黑" panose="020B0503020204020204" pitchFamily="34" charset="-122"/>
                        </a:rPr>
                        <a:t>注：主键唯一性的检查包括单一主键检查和联合主键检查。</a:t>
                      </a:r>
                      <a:endParaRPr kumimoji="0" lang="zh-CN" altLang="en-US" sz="1200" b="0" u="none" strike="noStrike" cap="none" normalizeH="0" baseline="0" dirty="0">
                        <a:ln>
                          <a:noFill/>
                        </a:ln>
                        <a:effectLst/>
                        <a:latin typeface="微软雅黑" panose="020B0503020204020204" pitchFamily="34" charset="-122"/>
                        <a:ea typeface="微软雅黑" panose="020B0503020204020204" pitchFamily="34" charset="-122"/>
                        <a:cs typeface="微软雅黑" panose="020B0503020204020204" pitchFamily="34" charset="-122"/>
                      </a:endParaRPr>
                    </a:p>
                  </a:txBody>
                  <a:tcPr marL="0" marR="0" marT="0" marB="0" anchor="ctr" horzOverflow="overflow"/>
                </a:tc>
              </a:tr>
              <a:tr h="355600">
                <a:tc>
                  <a:txBody>
                    <a:bodyPr/>
                    <a:lstStyle>
                      <a:lvl1pPr eaLnBrk="0" hangingPunct="0">
                        <a:spcBef>
                          <a:spcPct val="20000"/>
                        </a:spcBef>
                        <a:buFont typeface="Wingdings" panose="05000000000000000000" pitchFamily="2" charset="2"/>
                        <a:defRPr sz="2400" b="1">
                          <a:solidFill>
                            <a:schemeClr val="tx1"/>
                          </a:solidFill>
                          <a:latin typeface="Arial" panose="020B0604020202020204" pitchFamily="34" charset="0"/>
                          <a:ea typeface="华文细黑" panose="02010600040101010101" pitchFamily="2" charset="-122"/>
                        </a:defRPr>
                      </a:lvl1pPr>
                      <a:lvl2pPr marL="742950" indent="-285750" eaLnBrk="0" hangingPunct="0">
                        <a:spcBef>
                          <a:spcPct val="20000"/>
                        </a:spcBef>
                        <a:buSzPct val="75000"/>
                        <a:buFont typeface="Wingdings" panose="05000000000000000000" pitchFamily="2" charset="2"/>
                        <a:defRPr sz="2400">
                          <a:solidFill>
                            <a:schemeClr val="tx1"/>
                          </a:solidFill>
                          <a:latin typeface="Arial" panose="020B0604020202020204" pitchFamily="34" charset="0"/>
                          <a:ea typeface="华文细黑" panose="0201060004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华文细黑" panose="02010600040101010101" pitchFamily="2" charset="-122"/>
                        </a:defRPr>
                      </a:lvl3pPr>
                      <a:lvl4pPr marL="1600200" indent="-228600" eaLnBrk="0" hangingPunct="0">
                        <a:spcBef>
                          <a:spcPct val="20000"/>
                        </a:spcBef>
                        <a:defRPr>
                          <a:solidFill>
                            <a:schemeClr val="tx1"/>
                          </a:solidFill>
                          <a:latin typeface="Arial" panose="020B0604020202020204" pitchFamily="34" charset="0"/>
                          <a:ea typeface="华文细黑" panose="02010600040101010101" pitchFamily="2" charset="-122"/>
                        </a:defRPr>
                      </a:lvl4pPr>
                      <a:lvl5pPr marL="2057400" indent="-228600" eaLnBrk="0" hangingPunct="0">
                        <a:spcBef>
                          <a:spcPct val="20000"/>
                        </a:spcBef>
                        <a:buClr>
                          <a:schemeClr val="tx2"/>
                        </a:buClr>
                        <a:defRPr sz="1400">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20000"/>
                        </a:spcBef>
                        <a:spcAft>
                          <a:spcPct val="0"/>
                        </a:spcAft>
                        <a:buClr>
                          <a:schemeClr val="tx2"/>
                        </a:buClr>
                        <a:defRPr sz="1400">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20000"/>
                        </a:spcBef>
                        <a:spcAft>
                          <a:spcPct val="0"/>
                        </a:spcAft>
                        <a:buClr>
                          <a:schemeClr val="tx2"/>
                        </a:buClr>
                        <a:defRPr sz="1400">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20000"/>
                        </a:spcBef>
                        <a:spcAft>
                          <a:spcPct val="0"/>
                        </a:spcAft>
                        <a:buClr>
                          <a:schemeClr val="tx2"/>
                        </a:buClr>
                        <a:defRPr sz="1400">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20000"/>
                        </a:spcBef>
                        <a:spcAft>
                          <a:spcPct val="0"/>
                        </a:spcAft>
                        <a:buClr>
                          <a:schemeClr val="tx2"/>
                        </a:buClr>
                        <a:defRPr sz="1400">
                          <a:solidFill>
                            <a:schemeClr val="tx1"/>
                          </a:solidFill>
                          <a:latin typeface="Arial" panose="020B0604020202020204" pitchFamily="34" charset="0"/>
                          <a:ea typeface="华文细黑" panose="02010600040101010101" pitchFamily="2" charset="-122"/>
                        </a:defRPr>
                      </a:lvl9pPr>
                    </a:lstStyle>
                    <a:p>
                      <a:pPr marL="0" marR="0" lvl="0" indent="0" algn="ctr" defTabSz="914400" rtl="0" eaLnBrk="1" fontAlgn="ctr" latinLnBrk="0" hangingPunct="1">
                        <a:lnSpc>
                          <a:spcPct val="100000"/>
                        </a:lnSpc>
                        <a:spcBef>
                          <a:spcPct val="0"/>
                        </a:spcBef>
                        <a:spcAft>
                          <a:spcPct val="0"/>
                        </a:spcAft>
                        <a:buClrTx/>
                        <a:buSzTx/>
                        <a:buFontTx/>
                        <a:buNone/>
                      </a:pPr>
                      <a:r>
                        <a:rPr kumimoji="0" lang="en-US" altLang="zh-CN" sz="1400" b="1" u="none" strike="noStrike" cap="none" normalizeH="0" baseline="0">
                          <a:ln>
                            <a:noFill/>
                          </a:ln>
                          <a:effectLst/>
                          <a:latin typeface="微软雅黑" panose="020B0503020204020204" pitchFamily="34" charset="-122"/>
                          <a:ea typeface="微软雅黑" panose="020B0503020204020204" pitchFamily="34" charset="-122"/>
                        </a:rPr>
                        <a:t>2</a:t>
                      </a:r>
                      <a:endParaRPr kumimoji="0" lang="en-US" altLang="zh-CN" sz="1400" b="1" u="none" strike="noStrike" cap="none" normalizeH="0" baseline="0">
                        <a:ln>
                          <a:noFill/>
                        </a:ln>
                        <a:effectLst/>
                        <a:latin typeface="微软雅黑" panose="020B0503020204020204" pitchFamily="34" charset="-122"/>
                        <a:ea typeface="微软雅黑" panose="020B0503020204020204" pitchFamily="34" charset="-122"/>
                      </a:endParaRPr>
                    </a:p>
                  </a:txBody>
                  <a:tcPr marL="0" marR="0" marT="0" marB="0" anchor="ctr" horzOverflow="overflow"/>
                </a:tc>
                <a:tc>
                  <a:txBody>
                    <a:bodyPr/>
                    <a:lstStyle>
                      <a:lvl1pPr eaLnBrk="0" hangingPunct="0">
                        <a:spcBef>
                          <a:spcPct val="20000"/>
                        </a:spcBef>
                        <a:buFont typeface="Wingdings" panose="05000000000000000000" pitchFamily="2" charset="2"/>
                        <a:defRPr sz="2400" b="1">
                          <a:solidFill>
                            <a:schemeClr val="tx1"/>
                          </a:solidFill>
                          <a:latin typeface="Arial" panose="020B0604020202020204" pitchFamily="34" charset="0"/>
                          <a:ea typeface="华文细黑" panose="02010600040101010101" pitchFamily="2" charset="-122"/>
                        </a:defRPr>
                      </a:lvl1pPr>
                      <a:lvl2pPr marL="742950" indent="-285750" eaLnBrk="0" hangingPunct="0">
                        <a:spcBef>
                          <a:spcPct val="20000"/>
                        </a:spcBef>
                        <a:buSzPct val="75000"/>
                        <a:buFont typeface="Wingdings" panose="05000000000000000000" pitchFamily="2" charset="2"/>
                        <a:defRPr sz="2400">
                          <a:solidFill>
                            <a:schemeClr val="tx1"/>
                          </a:solidFill>
                          <a:latin typeface="Arial" panose="020B0604020202020204" pitchFamily="34" charset="0"/>
                          <a:ea typeface="华文细黑" panose="0201060004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华文细黑" panose="02010600040101010101" pitchFamily="2" charset="-122"/>
                        </a:defRPr>
                      </a:lvl3pPr>
                      <a:lvl4pPr marL="1600200" indent="-228600" eaLnBrk="0" hangingPunct="0">
                        <a:spcBef>
                          <a:spcPct val="20000"/>
                        </a:spcBef>
                        <a:defRPr>
                          <a:solidFill>
                            <a:schemeClr val="tx1"/>
                          </a:solidFill>
                          <a:latin typeface="Arial" panose="020B0604020202020204" pitchFamily="34" charset="0"/>
                          <a:ea typeface="华文细黑" panose="02010600040101010101" pitchFamily="2" charset="-122"/>
                        </a:defRPr>
                      </a:lvl4pPr>
                      <a:lvl5pPr marL="2057400" indent="-228600" eaLnBrk="0" hangingPunct="0">
                        <a:spcBef>
                          <a:spcPct val="20000"/>
                        </a:spcBef>
                        <a:buClr>
                          <a:schemeClr val="tx2"/>
                        </a:buClr>
                        <a:defRPr sz="1400">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20000"/>
                        </a:spcBef>
                        <a:spcAft>
                          <a:spcPct val="0"/>
                        </a:spcAft>
                        <a:buClr>
                          <a:schemeClr val="tx2"/>
                        </a:buClr>
                        <a:defRPr sz="1400">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20000"/>
                        </a:spcBef>
                        <a:spcAft>
                          <a:spcPct val="0"/>
                        </a:spcAft>
                        <a:buClr>
                          <a:schemeClr val="tx2"/>
                        </a:buClr>
                        <a:defRPr sz="1400">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20000"/>
                        </a:spcBef>
                        <a:spcAft>
                          <a:spcPct val="0"/>
                        </a:spcAft>
                        <a:buClr>
                          <a:schemeClr val="tx2"/>
                        </a:buClr>
                        <a:defRPr sz="1400">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20000"/>
                        </a:spcBef>
                        <a:spcAft>
                          <a:spcPct val="0"/>
                        </a:spcAft>
                        <a:buClr>
                          <a:schemeClr val="tx2"/>
                        </a:buClr>
                        <a:defRPr sz="1400">
                          <a:solidFill>
                            <a:schemeClr val="tx1"/>
                          </a:solidFill>
                          <a:latin typeface="Arial" panose="020B0604020202020204" pitchFamily="34" charset="0"/>
                          <a:ea typeface="华文细黑" panose="02010600040101010101" pitchFamily="2" charset="-122"/>
                        </a:defRPr>
                      </a:lvl9pPr>
                    </a:lstStyle>
                    <a:p>
                      <a:pPr marL="0" marR="0" lvl="0" indent="0" algn="l" defTabSz="914400" rtl="0" eaLnBrk="1" fontAlgn="ctr" latinLnBrk="0" hangingPunct="1">
                        <a:lnSpc>
                          <a:spcPct val="100000"/>
                        </a:lnSpc>
                        <a:spcBef>
                          <a:spcPct val="0"/>
                        </a:spcBef>
                        <a:spcAft>
                          <a:spcPct val="0"/>
                        </a:spcAft>
                        <a:buClrTx/>
                        <a:buSzTx/>
                        <a:buFontTx/>
                        <a:buNone/>
                      </a:pPr>
                      <a:r>
                        <a:rPr kumimoji="0" lang="zh-CN" altLang="en-US" sz="1400" b="1" u="none" strike="noStrike" cap="none" normalizeH="0" baseline="0">
                          <a:ln>
                            <a:noFill/>
                          </a:ln>
                          <a:effectLst/>
                          <a:latin typeface="微软雅黑" panose="020B0503020204020204" pitchFamily="34" charset="-122"/>
                          <a:ea typeface="微软雅黑" panose="020B0503020204020204" pitchFamily="34" charset="-122"/>
                        </a:rPr>
                        <a:t>外键约束错误</a:t>
                      </a:r>
                      <a:endParaRPr kumimoji="0" lang="zh-CN" altLang="en-US" sz="1400" b="1" u="none" strike="noStrike" cap="none" normalizeH="0" baseline="0">
                        <a:ln>
                          <a:noFill/>
                        </a:ln>
                        <a:effectLst/>
                        <a:latin typeface="微软雅黑" panose="020B0503020204020204" pitchFamily="34" charset="-122"/>
                        <a:ea typeface="微软雅黑" panose="020B0503020204020204" pitchFamily="34" charset="-122"/>
                      </a:endParaRPr>
                    </a:p>
                  </a:txBody>
                  <a:tcPr marL="0" marR="0" marT="0" marB="0" anchor="ctr" horzOverflow="overflow"/>
                </a:tc>
                <a:tc>
                  <a:txBody>
                    <a:bodyPr/>
                    <a:lstStyle>
                      <a:lvl1pPr eaLnBrk="0" hangingPunct="0">
                        <a:spcBef>
                          <a:spcPct val="20000"/>
                        </a:spcBef>
                        <a:buFont typeface="Wingdings" panose="05000000000000000000" pitchFamily="2" charset="2"/>
                        <a:defRPr sz="2400" b="1">
                          <a:solidFill>
                            <a:schemeClr val="tx1"/>
                          </a:solidFill>
                          <a:latin typeface="Arial" panose="020B0604020202020204" pitchFamily="34" charset="0"/>
                          <a:ea typeface="华文细黑" panose="02010600040101010101" pitchFamily="2" charset="-122"/>
                        </a:defRPr>
                      </a:lvl1pPr>
                      <a:lvl2pPr marL="742950" indent="-285750" eaLnBrk="0" hangingPunct="0">
                        <a:spcBef>
                          <a:spcPct val="20000"/>
                        </a:spcBef>
                        <a:buSzPct val="75000"/>
                        <a:buFont typeface="Wingdings" panose="05000000000000000000" pitchFamily="2" charset="2"/>
                        <a:defRPr sz="2400">
                          <a:solidFill>
                            <a:schemeClr val="tx1"/>
                          </a:solidFill>
                          <a:latin typeface="Arial" panose="020B0604020202020204" pitchFamily="34" charset="0"/>
                          <a:ea typeface="华文细黑" panose="0201060004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华文细黑" panose="02010600040101010101" pitchFamily="2" charset="-122"/>
                        </a:defRPr>
                      </a:lvl3pPr>
                      <a:lvl4pPr marL="1600200" indent="-228600" eaLnBrk="0" hangingPunct="0">
                        <a:spcBef>
                          <a:spcPct val="20000"/>
                        </a:spcBef>
                        <a:defRPr>
                          <a:solidFill>
                            <a:schemeClr val="tx1"/>
                          </a:solidFill>
                          <a:latin typeface="Arial" panose="020B0604020202020204" pitchFamily="34" charset="0"/>
                          <a:ea typeface="华文细黑" panose="02010600040101010101" pitchFamily="2" charset="-122"/>
                        </a:defRPr>
                      </a:lvl4pPr>
                      <a:lvl5pPr marL="2057400" indent="-228600" eaLnBrk="0" hangingPunct="0">
                        <a:spcBef>
                          <a:spcPct val="20000"/>
                        </a:spcBef>
                        <a:buClr>
                          <a:schemeClr val="tx2"/>
                        </a:buClr>
                        <a:defRPr sz="1400">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20000"/>
                        </a:spcBef>
                        <a:spcAft>
                          <a:spcPct val="0"/>
                        </a:spcAft>
                        <a:buClr>
                          <a:schemeClr val="tx2"/>
                        </a:buClr>
                        <a:defRPr sz="1400">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20000"/>
                        </a:spcBef>
                        <a:spcAft>
                          <a:spcPct val="0"/>
                        </a:spcAft>
                        <a:buClr>
                          <a:schemeClr val="tx2"/>
                        </a:buClr>
                        <a:defRPr sz="1400">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20000"/>
                        </a:spcBef>
                        <a:spcAft>
                          <a:spcPct val="0"/>
                        </a:spcAft>
                        <a:buClr>
                          <a:schemeClr val="tx2"/>
                        </a:buClr>
                        <a:defRPr sz="1400">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20000"/>
                        </a:spcBef>
                        <a:spcAft>
                          <a:spcPct val="0"/>
                        </a:spcAft>
                        <a:buClr>
                          <a:schemeClr val="tx2"/>
                        </a:buClr>
                        <a:defRPr sz="1400">
                          <a:solidFill>
                            <a:schemeClr val="tx1"/>
                          </a:solidFill>
                          <a:latin typeface="Arial" panose="020B0604020202020204" pitchFamily="34" charset="0"/>
                          <a:ea typeface="华文细黑" panose="02010600040101010101" pitchFamily="2" charset="-122"/>
                        </a:defRPr>
                      </a:lvl9pPr>
                    </a:lstStyle>
                    <a:p>
                      <a:pPr marL="0" marR="0" lvl="0" indent="0" algn="l" defTabSz="914400" rtl="0" eaLnBrk="1" fontAlgn="ctr" latinLnBrk="0" hangingPunct="1">
                        <a:lnSpc>
                          <a:spcPct val="100000"/>
                        </a:lnSpc>
                        <a:spcBef>
                          <a:spcPct val="0"/>
                        </a:spcBef>
                        <a:spcAft>
                          <a:spcPct val="0"/>
                        </a:spcAft>
                        <a:buClrTx/>
                        <a:buSzTx/>
                        <a:buFontTx/>
                        <a:buNone/>
                      </a:pPr>
                      <a:r>
                        <a:rPr kumimoji="0" lang="zh-CN" altLang="en-US" sz="1200" b="0" u="none" strike="noStrike" cap="none" normalizeH="0" baseline="0">
                          <a:ln>
                            <a:noFill/>
                          </a:ln>
                          <a:effectLst/>
                          <a:latin typeface="微软雅黑" panose="020B0503020204020204" pitchFamily="34" charset="-122"/>
                          <a:ea typeface="微软雅黑" panose="020B0503020204020204" pitchFamily="34" charset="-122"/>
                        </a:rPr>
                        <a:t>本次上传的该接口单元中的被检字段的取值，不在被引用的接口单元标识字段取值中（包括当日上传和历史加载的）。</a:t>
                      </a:r>
                      <a:endParaRPr kumimoji="0" lang="zh-CN" altLang="en-US" sz="1200" b="0" u="none" strike="noStrike" cap="none" normalizeH="0" baseline="0">
                        <a:ln>
                          <a:noFill/>
                        </a:ln>
                        <a:effectLst/>
                        <a:latin typeface="微软雅黑" panose="020B0503020204020204" pitchFamily="34" charset="-122"/>
                        <a:ea typeface="微软雅黑" panose="020B0503020204020204" pitchFamily="34" charset="-122"/>
                      </a:endParaRPr>
                    </a:p>
                  </a:txBody>
                  <a:tcPr marL="0" marR="0" marT="0" marB="0" anchor="ctr" horzOverflow="overflow"/>
                </a:tc>
              </a:tr>
              <a:tr h="259080">
                <a:tc>
                  <a:txBody>
                    <a:bodyPr/>
                    <a:lstStyle>
                      <a:lvl1pPr eaLnBrk="0" hangingPunct="0">
                        <a:spcBef>
                          <a:spcPct val="20000"/>
                        </a:spcBef>
                        <a:buFont typeface="Wingdings" panose="05000000000000000000" pitchFamily="2" charset="2"/>
                        <a:defRPr sz="2400" b="1">
                          <a:solidFill>
                            <a:schemeClr val="tx1"/>
                          </a:solidFill>
                          <a:latin typeface="Arial" panose="020B0604020202020204" pitchFamily="34" charset="0"/>
                          <a:ea typeface="华文细黑" panose="02010600040101010101" pitchFamily="2" charset="-122"/>
                        </a:defRPr>
                      </a:lvl1pPr>
                      <a:lvl2pPr marL="742950" indent="-285750" eaLnBrk="0" hangingPunct="0">
                        <a:spcBef>
                          <a:spcPct val="20000"/>
                        </a:spcBef>
                        <a:buSzPct val="75000"/>
                        <a:buFont typeface="Wingdings" panose="05000000000000000000" pitchFamily="2" charset="2"/>
                        <a:defRPr sz="2400">
                          <a:solidFill>
                            <a:schemeClr val="tx1"/>
                          </a:solidFill>
                          <a:latin typeface="Arial" panose="020B0604020202020204" pitchFamily="34" charset="0"/>
                          <a:ea typeface="华文细黑" panose="0201060004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华文细黑" panose="02010600040101010101" pitchFamily="2" charset="-122"/>
                        </a:defRPr>
                      </a:lvl3pPr>
                      <a:lvl4pPr marL="1600200" indent="-228600" eaLnBrk="0" hangingPunct="0">
                        <a:spcBef>
                          <a:spcPct val="20000"/>
                        </a:spcBef>
                        <a:defRPr>
                          <a:solidFill>
                            <a:schemeClr val="tx1"/>
                          </a:solidFill>
                          <a:latin typeface="Arial" panose="020B0604020202020204" pitchFamily="34" charset="0"/>
                          <a:ea typeface="华文细黑" panose="02010600040101010101" pitchFamily="2" charset="-122"/>
                        </a:defRPr>
                      </a:lvl4pPr>
                      <a:lvl5pPr marL="2057400" indent="-228600" eaLnBrk="0" hangingPunct="0">
                        <a:spcBef>
                          <a:spcPct val="20000"/>
                        </a:spcBef>
                        <a:buClr>
                          <a:schemeClr val="tx2"/>
                        </a:buClr>
                        <a:defRPr sz="1400">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20000"/>
                        </a:spcBef>
                        <a:spcAft>
                          <a:spcPct val="0"/>
                        </a:spcAft>
                        <a:buClr>
                          <a:schemeClr val="tx2"/>
                        </a:buClr>
                        <a:defRPr sz="1400">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20000"/>
                        </a:spcBef>
                        <a:spcAft>
                          <a:spcPct val="0"/>
                        </a:spcAft>
                        <a:buClr>
                          <a:schemeClr val="tx2"/>
                        </a:buClr>
                        <a:defRPr sz="1400">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20000"/>
                        </a:spcBef>
                        <a:spcAft>
                          <a:spcPct val="0"/>
                        </a:spcAft>
                        <a:buClr>
                          <a:schemeClr val="tx2"/>
                        </a:buClr>
                        <a:defRPr sz="1400">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20000"/>
                        </a:spcBef>
                        <a:spcAft>
                          <a:spcPct val="0"/>
                        </a:spcAft>
                        <a:buClr>
                          <a:schemeClr val="tx2"/>
                        </a:buClr>
                        <a:defRPr sz="1400">
                          <a:solidFill>
                            <a:schemeClr val="tx1"/>
                          </a:solidFill>
                          <a:latin typeface="Arial" panose="020B0604020202020204" pitchFamily="34" charset="0"/>
                          <a:ea typeface="华文细黑" panose="02010600040101010101" pitchFamily="2" charset="-122"/>
                        </a:defRPr>
                      </a:lvl9pPr>
                    </a:lstStyle>
                    <a:p>
                      <a:pPr marL="0" marR="0" lvl="0" indent="0" algn="ctr" defTabSz="914400" rtl="0" eaLnBrk="1" fontAlgn="ctr" latinLnBrk="0" hangingPunct="1">
                        <a:lnSpc>
                          <a:spcPct val="100000"/>
                        </a:lnSpc>
                        <a:spcBef>
                          <a:spcPct val="0"/>
                        </a:spcBef>
                        <a:spcAft>
                          <a:spcPct val="0"/>
                        </a:spcAft>
                        <a:buClrTx/>
                        <a:buSzTx/>
                        <a:buFontTx/>
                        <a:buNone/>
                      </a:pPr>
                      <a:r>
                        <a:rPr kumimoji="0" lang="en-US" altLang="zh-CN" sz="1400" b="1" u="none" strike="noStrike" cap="none" normalizeH="0" baseline="0">
                          <a:ln>
                            <a:noFill/>
                          </a:ln>
                          <a:effectLst/>
                          <a:latin typeface="微软雅黑" panose="020B0503020204020204" pitchFamily="34" charset="-122"/>
                          <a:ea typeface="微软雅黑" panose="020B0503020204020204" pitchFamily="34" charset="-122"/>
                        </a:rPr>
                        <a:t>3</a:t>
                      </a:r>
                      <a:endParaRPr kumimoji="0" lang="en-US" altLang="zh-CN" sz="1400" b="1" u="none" strike="noStrike" cap="none" normalizeH="0" baseline="0">
                        <a:ln>
                          <a:noFill/>
                        </a:ln>
                        <a:effectLst/>
                        <a:latin typeface="微软雅黑" panose="020B0503020204020204" pitchFamily="34" charset="-122"/>
                        <a:ea typeface="微软雅黑" panose="020B0503020204020204" pitchFamily="34" charset="-122"/>
                      </a:endParaRPr>
                    </a:p>
                  </a:txBody>
                  <a:tcPr marL="0" marR="0" marT="0" marB="0" anchor="ctr" horzOverflow="overflow"/>
                </a:tc>
                <a:tc>
                  <a:txBody>
                    <a:bodyPr/>
                    <a:lstStyle>
                      <a:lvl1pPr eaLnBrk="0" hangingPunct="0">
                        <a:spcBef>
                          <a:spcPct val="20000"/>
                        </a:spcBef>
                        <a:buFont typeface="Wingdings" panose="05000000000000000000" pitchFamily="2" charset="2"/>
                        <a:defRPr sz="2400" b="1">
                          <a:solidFill>
                            <a:schemeClr val="tx1"/>
                          </a:solidFill>
                          <a:latin typeface="Arial" panose="020B0604020202020204" pitchFamily="34" charset="0"/>
                          <a:ea typeface="华文细黑" panose="02010600040101010101" pitchFamily="2" charset="-122"/>
                        </a:defRPr>
                      </a:lvl1pPr>
                      <a:lvl2pPr marL="742950" indent="-285750" eaLnBrk="0" hangingPunct="0">
                        <a:spcBef>
                          <a:spcPct val="20000"/>
                        </a:spcBef>
                        <a:buSzPct val="75000"/>
                        <a:buFont typeface="Wingdings" panose="05000000000000000000" pitchFamily="2" charset="2"/>
                        <a:defRPr sz="2400">
                          <a:solidFill>
                            <a:schemeClr val="tx1"/>
                          </a:solidFill>
                          <a:latin typeface="Arial" panose="020B0604020202020204" pitchFamily="34" charset="0"/>
                          <a:ea typeface="华文细黑" panose="0201060004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华文细黑" panose="02010600040101010101" pitchFamily="2" charset="-122"/>
                        </a:defRPr>
                      </a:lvl3pPr>
                      <a:lvl4pPr marL="1600200" indent="-228600" eaLnBrk="0" hangingPunct="0">
                        <a:spcBef>
                          <a:spcPct val="20000"/>
                        </a:spcBef>
                        <a:defRPr>
                          <a:solidFill>
                            <a:schemeClr val="tx1"/>
                          </a:solidFill>
                          <a:latin typeface="Arial" panose="020B0604020202020204" pitchFamily="34" charset="0"/>
                          <a:ea typeface="华文细黑" panose="02010600040101010101" pitchFamily="2" charset="-122"/>
                        </a:defRPr>
                      </a:lvl4pPr>
                      <a:lvl5pPr marL="2057400" indent="-228600" eaLnBrk="0" hangingPunct="0">
                        <a:spcBef>
                          <a:spcPct val="20000"/>
                        </a:spcBef>
                        <a:buClr>
                          <a:schemeClr val="tx2"/>
                        </a:buClr>
                        <a:defRPr sz="1400">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20000"/>
                        </a:spcBef>
                        <a:spcAft>
                          <a:spcPct val="0"/>
                        </a:spcAft>
                        <a:buClr>
                          <a:schemeClr val="tx2"/>
                        </a:buClr>
                        <a:defRPr sz="1400">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20000"/>
                        </a:spcBef>
                        <a:spcAft>
                          <a:spcPct val="0"/>
                        </a:spcAft>
                        <a:buClr>
                          <a:schemeClr val="tx2"/>
                        </a:buClr>
                        <a:defRPr sz="1400">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20000"/>
                        </a:spcBef>
                        <a:spcAft>
                          <a:spcPct val="0"/>
                        </a:spcAft>
                        <a:buClr>
                          <a:schemeClr val="tx2"/>
                        </a:buClr>
                        <a:defRPr sz="1400">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20000"/>
                        </a:spcBef>
                        <a:spcAft>
                          <a:spcPct val="0"/>
                        </a:spcAft>
                        <a:buClr>
                          <a:schemeClr val="tx2"/>
                        </a:buClr>
                        <a:defRPr sz="1400">
                          <a:solidFill>
                            <a:schemeClr val="tx1"/>
                          </a:solidFill>
                          <a:latin typeface="Arial" panose="020B0604020202020204" pitchFamily="34" charset="0"/>
                          <a:ea typeface="华文细黑" panose="02010600040101010101" pitchFamily="2" charset="-122"/>
                        </a:defRPr>
                      </a:lvl9pPr>
                    </a:lstStyle>
                    <a:p>
                      <a:pPr marL="0" marR="0" lvl="0" indent="0" algn="l" defTabSz="914400" rtl="0" eaLnBrk="1" fontAlgn="ctr" latinLnBrk="0" hangingPunct="1">
                        <a:lnSpc>
                          <a:spcPct val="100000"/>
                        </a:lnSpc>
                        <a:spcBef>
                          <a:spcPct val="0"/>
                        </a:spcBef>
                        <a:spcAft>
                          <a:spcPct val="0"/>
                        </a:spcAft>
                        <a:buClrTx/>
                        <a:buSzTx/>
                        <a:buFontTx/>
                        <a:buNone/>
                      </a:pPr>
                      <a:r>
                        <a:rPr kumimoji="0" lang="zh-CN" altLang="en-US" sz="1400" b="1" u="none" strike="noStrike" cap="none" normalizeH="0" baseline="0">
                          <a:ln>
                            <a:noFill/>
                          </a:ln>
                          <a:effectLst/>
                          <a:latin typeface="微软雅黑" panose="020B0503020204020204" pitchFamily="34" charset="-122"/>
                          <a:ea typeface="微软雅黑" panose="020B0503020204020204" pitchFamily="34" charset="-122"/>
                        </a:rPr>
                        <a:t>编码规范性错误</a:t>
                      </a:r>
                      <a:endParaRPr kumimoji="0" lang="zh-CN" altLang="en-US" sz="1400" b="1" u="none" strike="noStrike" cap="none" normalizeH="0" baseline="0">
                        <a:ln>
                          <a:noFill/>
                        </a:ln>
                        <a:effectLst/>
                        <a:latin typeface="微软雅黑" panose="020B0503020204020204" pitchFamily="34" charset="-122"/>
                        <a:ea typeface="微软雅黑" panose="020B0503020204020204" pitchFamily="34" charset="-122"/>
                      </a:endParaRPr>
                    </a:p>
                  </a:txBody>
                  <a:tcPr marL="0" marR="0" marT="0" marB="0" anchor="ctr" horzOverflow="overflow"/>
                </a:tc>
                <a:tc>
                  <a:txBody>
                    <a:bodyPr/>
                    <a:lstStyle>
                      <a:lvl1pPr eaLnBrk="0" hangingPunct="0">
                        <a:spcBef>
                          <a:spcPct val="20000"/>
                        </a:spcBef>
                        <a:buFont typeface="Wingdings" panose="05000000000000000000" pitchFamily="2" charset="2"/>
                        <a:defRPr sz="2400" b="1">
                          <a:solidFill>
                            <a:schemeClr val="tx1"/>
                          </a:solidFill>
                          <a:latin typeface="Arial" panose="020B0604020202020204" pitchFamily="34" charset="0"/>
                          <a:ea typeface="华文细黑" panose="02010600040101010101" pitchFamily="2" charset="-122"/>
                        </a:defRPr>
                      </a:lvl1pPr>
                      <a:lvl2pPr marL="742950" indent="-285750" eaLnBrk="0" hangingPunct="0">
                        <a:spcBef>
                          <a:spcPct val="20000"/>
                        </a:spcBef>
                        <a:buSzPct val="75000"/>
                        <a:buFont typeface="Wingdings" panose="05000000000000000000" pitchFamily="2" charset="2"/>
                        <a:defRPr sz="2400">
                          <a:solidFill>
                            <a:schemeClr val="tx1"/>
                          </a:solidFill>
                          <a:latin typeface="Arial" panose="020B0604020202020204" pitchFamily="34" charset="0"/>
                          <a:ea typeface="华文细黑" panose="0201060004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华文细黑" panose="02010600040101010101" pitchFamily="2" charset="-122"/>
                        </a:defRPr>
                      </a:lvl3pPr>
                      <a:lvl4pPr marL="1600200" indent="-228600" eaLnBrk="0" hangingPunct="0">
                        <a:spcBef>
                          <a:spcPct val="20000"/>
                        </a:spcBef>
                        <a:defRPr>
                          <a:solidFill>
                            <a:schemeClr val="tx1"/>
                          </a:solidFill>
                          <a:latin typeface="Arial" panose="020B0604020202020204" pitchFamily="34" charset="0"/>
                          <a:ea typeface="华文细黑" panose="02010600040101010101" pitchFamily="2" charset="-122"/>
                        </a:defRPr>
                      </a:lvl4pPr>
                      <a:lvl5pPr marL="2057400" indent="-228600" eaLnBrk="0" hangingPunct="0">
                        <a:spcBef>
                          <a:spcPct val="20000"/>
                        </a:spcBef>
                        <a:buClr>
                          <a:schemeClr val="tx2"/>
                        </a:buClr>
                        <a:defRPr sz="1400">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20000"/>
                        </a:spcBef>
                        <a:spcAft>
                          <a:spcPct val="0"/>
                        </a:spcAft>
                        <a:buClr>
                          <a:schemeClr val="tx2"/>
                        </a:buClr>
                        <a:defRPr sz="1400">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20000"/>
                        </a:spcBef>
                        <a:spcAft>
                          <a:spcPct val="0"/>
                        </a:spcAft>
                        <a:buClr>
                          <a:schemeClr val="tx2"/>
                        </a:buClr>
                        <a:defRPr sz="1400">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20000"/>
                        </a:spcBef>
                        <a:spcAft>
                          <a:spcPct val="0"/>
                        </a:spcAft>
                        <a:buClr>
                          <a:schemeClr val="tx2"/>
                        </a:buClr>
                        <a:defRPr sz="1400">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20000"/>
                        </a:spcBef>
                        <a:spcAft>
                          <a:spcPct val="0"/>
                        </a:spcAft>
                        <a:buClr>
                          <a:schemeClr val="tx2"/>
                        </a:buClr>
                        <a:defRPr sz="1400">
                          <a:solidFill>
                            <a:schemeClr val="tx1"/>
                          </a:solidFill>
                          <a:latin typeface="Arial" panose="020B0604020202020204" pitchFamily="34" charset="0"/>
                          <a:ea typeface="华文细黑" panose="02010600040101010101" pitchFamily="2" charset="-122"/>
                        </a:defRPr>
                      </a:lvl9pPr>
                    </a:lstStyle>
                    <a:p>
                      <a:pPr marL="0" marR="0" lvl="0" indent="0" algn="l" defTabSz="914400" rtl="0" eaLnBrk="1" fontAlgn="ctr" latinLnBrk="0" hangingPunct="1">
                        <a:lnSpc>
                          <a:spcPct val="100000"/>
                        </a:lnSpc>
                        <a:spcBef>
                          <a:spcPct val="0"/>
                        </a:spcBef>
                        <a:spcAft>
                          <a:spcPct val="0"/>
                        </a:spcAft>
                        <a:buClrTx/>
                        <a:buSzTx/>
                        <a:buFontTx/>
                        <a:buNone/>
                      </a:pPr>
                      <a:r>
                        <a:rPr kumimoji="0" lang="zh-CN" altLang="en-US" sz="1200" b="0" u="none" strike="noStrike" cap="none" normalizeH="0" baseline="0" dirty="0">
                          <a:ln>
                            <a:noFill/>
                          </a:ln>
                          <a:effectLst/>
                          <a:latin typeface="微软雅黑" panose="020B0503020204020204" pitchFamily="34" charset="-122"/>
                          <a:ea typeface="微软雅黑" panose="020B0503020204020204" pitchFamily="34" charset="-122"/>
                        </a:rPr>
                        <a:t>本次上传的该接口单元中的被检字段的取值，不在维度规范编码取值中。</a:t>
                      </a:r>
                      <a:endParaRPr kumimoji="0" lang="zh-CN" altLang="en-US" sz="1200" b="0" u="none" strike="noStrike" cap="none" normalizeH="0" baseline="0" dirty="0">
                        <a:ln>
                          <a:noFill/>
                        </a:ln>
                        <a:effectLst/>
                        <a:latin typeface="微软雅黑" panose="020B0503020204020204" pitchFamily="34" charset="-122"/>
                        <a:ea typeface="微软雅黑" panose="020B0503020204020204" pitchFamily="34" charset="-122"/>
                      </a:endParaRPr>
                    </a:p>
                  </a:txBody>
                  <a:tcPr marL="0" marR="0" marT="0" marB="0" anchor="ctr" horzOverflow="overflow"/>
                </a:tc>
              </a:tr>
              <a:tr h="1067435">
                <a:tc>
                  <a:txBody>
                    <a:bodyPr/>
                    <a:lstStyle>
                      <a:lvl1pPr eaLnBrk="0" hangingPunct="0">
                        <a:spcBef>
                          <a:spcPct val="20000"/>
                        </a:spcBef>
                        <a:buFont typeface="Wingdings" panose="05000000000000000000" pitchFamily="2" charset="2"/>
                        <a:defRPr sz="2400" b="1">
                          <a:solidFill>
                            <a:schemeClr val="tx1"/>
                          </a:solidFill>
                          <a:latin typeface="Arial" panose="020B0604020202020204" pitchFamily="34" charset="0"/>
                          <a:ea typeface="华文细黑" panose="02010600040101010101" pitchFamily="2" charset="-122"/>
                        </a:defRPr>
                      </a:lvl1pPr>
                      <a:lvl2pPr marL="742950" indent="-285750" eaLnBrk="0" hangingPunct="0">
                        <a:spcBef>
                          <a:spcPct val="20000"/>
                        </a:spcBef>
                        <a:buSzPct val="75000"/>
                        <a:buFont typeface="Wingdings" panose="05000000000000000000" pitchFamily="2" charset="2"/>
                        <a:defRPr sz="2400">
                          <a:solidFill>
                            <a:schemeClr val="tx1"/>
                          </a:solidFill>
                          <a:latin typeface="Arial" panose="020B0604020202020204" pitchFamily="34" charset="0"/>
                          <a:ea typeface="华文细黑" panose="0201060004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华文细黑" panose="02010600040101010101" pitchFamily="2" charset="-122"/>
                        </a:defRPr>
                      </a:lvl3pPr>
                      <a:lvl4pPr marL="1600200" indent="-228600" eaLnBrk="0" hangingPunct="0">
                        <a:spcBef>
                          <a:spcPct val="20000"/>
                        </a:spcBef>
                        <a:defRPr>
                          <a:solidFill>
                            <a:schemeClr val="tx1"/>
                          </a:solidFill>
                          <a:latin typeface="Arial" panose="020B0604020202020204" pitchFamily="34" charset="0"/>
                          <a:ea typeface="华文细黑" panose="02010600040101010101" pitchFamily="2" charset="-122"/>
                        </a:defRPr>
                      </a:lvl4pPr>
                      <a:lvl5pPr marL="2057400" indent="-228600" eaLnBrk="0" hangingPunct="0">
                        <a:spcBef>
                          <a:spcPct val="20000"/>
                        </a:spcBef>
                        <a:buClr>
                          <a:schemeClr val="tx2"/>
                        </a:buClr>
                        <a:defRPr sz="1400">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20000"/>
                        </a:spcBef>
                        <a:spcAft>
                          <a:spcPct val="0"/>
                        </a:spcAft>
                        <a:buClr>
                          <a:schemeClr val="tx2"/>
                        </a:buClr>
                        <a:defRPr sz="1400">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20000"/>
                        </a:spcBef>
                        <a:spcAft>
                          <a:spcPct val="0"/>
                        </a:spcAft>
                        <a:buClr>
                          <a:schemeClr val="tx2"/>
                        </a:buClr>
                        <a:defRPr sz="1400">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20000"/>
                        </a:spcBef>
                        <a:spcAft>
                          <a:spcPct val="0"/>
                        </a:spcAft>
                        <a:buClr>
                          <a:schemeClr val="tx2"/>
                        </a:buClr>
                        <a:defRPr sz="1400">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20000"/>
                        </a:spcBef>
                        <a:spcAft>
                          <a:spcPct val="0"/>
                        </a:spcAft>
                        <a:buClr>
                          <a:schemeClr val="tx2"/>
                        </a:buClr>
                        <a:defRPr sz="1400">
                          <a:solidFill>
                            <a:schemeClr val="tx1"/>
                          </a:solidFill>
                          <a:latin typeface="Arial" panose="020B0604020202020204" pitchFamily="34" charset="0"/>
                          <a:ea typeface="华文细黑" panose="02010600040101010101" pitchFamily="2" charset="-122"/>
                        </a:defRPr>
                      </a:lvl9pPr>
                    </a:lstStyle>
                    <a:p>
                      <a:pPr marL="0" marR="0" lvl="0" indent="0" algn="ctr" defTabSz="914400" rtl="0" eaLnBrk="1" fontAlgn="ctr" latinLnBrk="0" hangingPunct="1">
                        <a:lnSpc>
                          <a:spcPct val="100000"/>
                        </a:lnSpc>
                        <a:spcBef>
                          <a:spcPct val="0"/>
                        </a:spcBef>
                        <a:spcAft>
                          <a:spcPct val="0"/>
                        </a:spcAft>
                        <a:buClrTx/>
                        <a:buSzTx/>
                        <a:buFontTx/>
                        <a:buNone/>
                      </a:pPr>
                      <a:r>
                        <a:rPr kumimoji="0" lang="en-US" altLang="zh-CN" sz="1400" b="1" u="none" strike="noStrike" cap="none" normalizeH="0" baseline="0">
                          <a:ln>
                            <a:noFill/>
                          </a:ln>
                          <a:effectLst/>
                          <a:latin typeface="微软雅黑" panose="020B0503020204020204" pitchFamily="34" charset="-122"/>
                          <a:ea typeface="微软雅黑" panose="020B0503020204020204" pitchFamily="34" charset="-122"/>
                        </a:rPr>
                        <a:t>4</a:t>
                      </a:r>
                      <a:endParaRPr kumimoji="0" lang="en-US" altLang="zh-CN" sz="1400" b="1" u="none" strike="noStrike" cap="none" normalizeH="0" baseline="0">
                        <a:ln>
                          <a:noFill/>
                        </a:ln>
                        <a:effectLst/>
                        <a:latin typeface="微软雅黑" panose="020B0503020204020204" pitchFamily="34" charset="-122"/>
                        <a:ea typeface="微软雅黑" panose="020B0503020204020204" pitchFamily="34" charset="-122"/>
                      </a:endParaRPr>
                    </a:p>
                  </a:txBody>
                  <a:tcPr marL="0" marR="0" marT="0" marB="0" anchor="ctr" horzOverflow="overflow"/>
                </a:tc>
                <a:tc>
                  <a:txBody>
                    <a:bodyPr/>
                    <a:lstStyle>
                      <a:lvl1pPr eaLnBrk="0" hangingPunct="0">
                        <a:spcBef>
                          <a:spcPct val="20000"/>
                        </a:spcBef>
                        <a:buFont typeface="Wingdings" panose="05000000000000000000" pitchFamily="2" charset="2"/>
                        <a:defRPr sz="2400" b="1">
                          <a:solidFill>
                            <a:schemeClr val="tx1"/>
                          </a:solidFill>
                          <a:latin typeface="Arial" panose="020B0604020202020204" pitchFamily="34" charset="0"/>
                          <a:ea typeface="华文细黑" panose="02010600040101010101" pitchFamily="2" charset="-122"/>
                        </a:defRPr>
                      </a:lvl1pPr>
                      <a:lvl2pPr marL="742950" indent="-285750" eaLnBrk="0" hangingPunct="0">
                        <a:spcBef>
                          <a:spcPct val="20000"/>
                        </a:spcBef>
                        <a:buSzPct val="75000"/>
                        <a:buFont typeface="Wingdings" panose="05000000000000000000" pitchFamily="2" charset="2"/>
                        <a:defRPr sz="2400">
                          <a:solidFill>
                            <a:schemeClr val="tx1"/>
                          </a:solidFill>
                          <a:latin typeface="Arial" panose="020B0604020202020204" pitchFamily="34" charset="0"/>
                          <a:ea typeface="华文细黑" panose="0201060004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华文细黑" panose="02010600040101010101" pitchFamily="2" charset="-122"/>
                        </a:defRPr>
                      </a:lvl3pPr>
                      <a:lvl4pPr marL="1600200" indent="-228600" eaLnBrk="0" hangingPunct="0">
                        <a:spcBef>
                          <a:spcPct val="20000"/>
                        </a:spcBef>
                        <a:defRPr>
                          <a:solidFill>
                            <a:schemeClr val="tx1"/>
                          </a:solidFill>
                          <a:latin typeface="Arial" panose="020B0604020202020204" pitchFamily="34" charset="0"/>
                          <a:ea typeface="华文细黑" panose="02010600040101010101" pitchFamily="2" charset="-122"/>
                        </a:defRPr>
                      </a:lvl4pPr>
                      <a:lvl5pPr marL="2057400" indent="-228600" eaLnBrk="0" hangingPunct="0">
                        <a:spcBef>
                          <a:spcPct val="20000"/>
                        </a:spcBef>
                        <a:buClr>
                          <a:schemeClr val="tx2"/>
                        </a:buClr>
                        <a:defRPr sz="1400">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20000"/>
                        </a:spcBef>
                        <a:spcAft>
                          <a:spcPct val="0"/>
                        </a:spcAft>
                        <a:buClr>
                          <a:schemeClr val="tx2"/>
                        </a:buClr>
                        <a:defRPr sz="1400">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20000"/>
                        </a:spcBef>
                        <a:spcAft>
                          <a:spcPct val="0"/>
                        </a:spcAft>
                        <a:buClr>
                          <a:schemeClr val="tx2"/>
                        </a:buClr>
                        <a:defRPr sz="1400">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20000"/>
                        </a:spcBef>
                        <a:spcAft>
                          <a:spcPct val="0"/>
                        </a:spcAft>
                        <a:buClr>
                          <a:schemeClr val="tx2"/>
                        </a:buClr>
                        <a:defRPr sz="1400">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20000"/>
                        </a:spcBef>
                        <a:spcAft>
                          <a:spcPct val="0"/>
                        </a:spcAft>
                        <a:buClr>
                          <a:schemeClr val="tx2"/>
                        </a:buClr>
                        <a:defRPr sz="1400">
                          <a:solidFill>
                            <a:schemeClr val="tx1"/>
                          </a:solidFill>
                          <a:latin typeface="Arial" panose="020B0604020202020204" pitchFamily="34" charset="0"/>
                          <a:ea typeface="华文细黑" panose="02010600040101010101" pitchFamily="2" charset="-122"/>
                        </a:defRPr>
                      </a:lvl9pPr>
                    </a:lstStyle>
                    <a:p>
                      <a:pPr marL="0" marR="0" lvl="0" indent="0" algn="l" defTabSz="914400" rtl="0" eaLnBrk="1" fontAlgn="ctr" latinLnBrk="0" hangingPunct="1">
                        <a:lnSpc>
                          <a:spcPct val="100000"/>
                        </a:lnSpc>
                        <a:spcBef>
                          <a:spcPct val="0"/>
                        </a:spcBef>
                        <a:spcAft>
                          <a:spcPct val="0"/>
                        </a:spcAft>
                        <a:buClrTx/>
                        <a:buSzTx/>
                        <a:buFontTx/>
                        <a:buNone/>
                      </a:pPr>
                      <a:r>
                        <a:rPr kumimoji="0" lang="zh-CN" altLang="en-US" sz="1400" b="1" u="none" strike="noStrike" cap="none" normalizeH="0" baseline="0">
                          <a:ln>
                            <a:noFill/>
                          </a:ln>
                          <a:effectLst/>
                          <a:latin typeface="微软雅黑" panose="020B0503020204020204" pitchFamily="34" charset="-122"/>
                          <a:ea typeface="微软雅黑" panose="020B0503020204020204" pitchFamily="34" charset="-122"/>
                        </a:rPr>
                        <a:t>数据类型或格式错误</a:t>
                      </a:r>
                      <a:endParaRPr kumimoji="0" lang="zh-CN" altLang="en-US" sz="1400" b="1" u="none" strike="noStrike" cap="none" normalizeH="0" baseline="0">
                        <a:ln>
                          <a:noFill/>
                        </a:ln>
                        <a:effectLst/>
                        <a:latin typeface="微软雅黑" panose="020B0503020204020204" pitchFamily="34" charset="-122"/>
                        <a:ea typeface="微软雅黑" panose="020B0503020204020204" pitchFamily="34" charset="-122"/>
                      </a:endParaRPr>
                    </a:p>
                  </a:txBody>
                  <a:tcPr marL="0" marR="0" marT="0" marB="0" anchor="ctr" horzOverflow="overflow"/>
                </a:tc>
                <a:tc>
                  <a:txBody>
                    <a:bodyPr/>
                    <a:lstStyle>
                      <a:lvl1pPr eaLnBrk="0" hangingPunct="0">
                        <a:spcBef>
                          <a:spcPct val="20000"/>
                        </a:spcBef>
                        <a:buFont typeface="Wingdings" panose="05000000000000000000" pitchFamily="2" charset="2"/>
                        <a:defRPr sz="2400" b="1">
                          <a:solidFill>
                            <a:schemeClr val="tx1"/>
                          </a:solidFill>
                          <a:latin typeface="Arial" panose="020B0604020202020204" pitchFamily="34" charset="0"/>
                          <a:ea typeface="华文细黑" panose="02010600040101010101" pitchFamily="2" charset="-122"/>
                        </a:defRPr>
                      </a:lvl1pPr>
                      <a:lvl2pPr marL="742950" indent="-285750" eaLnBrk="0" hangingPunct="0">
                        <a:spcBef>
                          <a:spcPct val="20000"/>
                        </a:spcBef>
                        <a:buSzPct val="75000"/>
                        <a:buFont typeface="Wingdings" panose="05000000000000000000" pitchFamily="2" charset="2"/>
                        <a:defRPr sz="2400">
                          <a:solidFill>
                            <a:schemeClr val="tx1"/>
                          </a:solidFill>
                          <a:latin typeface="Arial" panose="020B0604020202020204" pitchFamily="34" charset="0"/>
                          <a:ea typeface="华文细黑" panose="0201060004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华文细黑" panose="02010600040101010101" pitchFamily="2" charset="-122"/>
                        </a:defRPr>
                      </a:lvl3pPr>
                      <a:lvl4pPr marL="1600200" indent="-228600" eaLnBrk="0" hangingPunct="0">
                        <a:spcBef>
                          <a:spcPct val="20000"/>
                        </a:spcBef>
                        <a:defRPr>
                          <a:solidFill>
                            <a:schemeClr val="tx1"/>
                          </a:solidFill>
                          <a:latin typeface="Arial" panose="020B0604020202020204" pitchFamily="34" charset="0"/>
                          <a:ea typeface="华文细黑" panose="02010600040101010101" pitchFamily="2" charset="-122"/>
                        </a:defRPr>
                      </a:lvl4pPr>
                      <a:lvl5pPr marL="2057400" indent="-228600" eaLnBrk="0" hangingPunct="0">
                        <a:spcBef>
                          <a:spcPct val="20000"/>
                        </a:spcBef>
                        <a:buClr>
                          <a:schemeClr val="tx2"/>
                        </a:buClr>
                        <a:defRPr sz="1400">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20000"/>
                        </a:spcBef>
                        <a:spcAft>
                          <a:spcPct val="0"/>
                        </a:spcAft>
                        <a:buClr>
                          <a:schemeClr val="tx2"/>
                        </a:buClr>
                        <a:defRPr sz="1400">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20000"/>
                        </a:spcBef>
                        <a:spcAft>
                          <a:spcPct val="0"/>
                        </a:spcAft>
                        <a:buClr>
                          <a:schemeClr val="tx2"/>
                        </a:buClr>
                        <a:defRPr sz="1400">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20000"/>
                        </a:spcBef>
                        <a:spcAft>
                          <a:spcPct val="0"/>
                        </a:spcAft>
                        <a:buClr>
                          <a:schemeClr val="tx2"/>
                        </a:buClr>
                        <a:defRPr sz="1400">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20000"/>
                        </a:spcBef>
                        <a:spcAft>
                          <a:spcPct val="0"/>
                        </a:spcAft>
                        <a:buClr>
                          <a:schemeClr val="tx2"/>
                        </a:buClr>
                        <a:defRPr sz="1400">
                          <a:solidFill>
                            <a:schemeClr val="tx1"/>
                          </a:solidFill>
                          <a:latin typeface="Arial" panose="020B0604020202020204" pitchFamily="34" charset="0"/>
                          <a:ea typeface="华文细黑" panose="02010600040101010101" pitchFamily="2" charset="-122"/>
                        </a:defRPr>
                      </a:lvl9pPr>
                    </a:lstStyle>
                    <a:p>
                      <a:pPr marL="0" marR="0" lvl="0" indent="0" algn="l" defTabSz="914400" rtl="0" eaLnBrk="1" fontAlgn="ctr" latinLnBrk="0" hangingPunct="1">
                        <a:lnSpc>
                          <a:spcPct val="100000"/>
                        </a:lnSpc>
                        <a:spcBef>
                          <a:spcPct val="0"/>
                        </a:spcBef>
                        <a:spcAft>
                          <a:spcPct val="0"/>
                        </a:spcAft>
                        <a:buClrTx/>
                        <a:buSzTx/>
                        <a:buFontTx/>
                        <a:buNone/>
                      </a:pPr>
                      <a:r>
                        <a:rPr kumimoji="0" lang="zh-CN" altLang="en-US" sz="1200" b="0" u="none" strike="noStrike" cap="none" normalizeH="0" baseline="0">
                          <a:ln>
                            <a:noFill/>
                          </a:ln>
                          <a:effectLst/>
                          <a:latin typeface="微软雅黑" panose="020B0503020204020204" pitchFamily="34" charset="-122"/>
                          <a:ea typeface="微软雅黑" panose="020B0503020204020204" pitchFamily="34" charset="-122"/>
                          <a:cs typeface="微软雅黑" panose="020B0503020204020204" pitchFamily="34" charset="-122"/>
                        </a:rPr>
                        <a:t>本次上传的该接口单元中的被检字段的取值不符合接口规范的定义。</a:t>
                      </a:r>
                      <a:br>
                        <a:rPr kumimoji="0" lang="zh-CN" altLang="en-US" sz="1200" b="0" u="none" strike="noStrike" cap="none" normalizeH="0" baseline="0">
                          <a:ln>
                            <a:noFill/>
                          </a:ln>
                          <a:effectLst/>
                          <a:latin typeface="微软雅黑" panose="020B0503020204020204" pitchFamily="34" charset="-122"/>
                          <a:ea typeface="微软雅黑" panose="020B0503020204020204" pitchFamily="34" charset="-122"/>
                          <a:cs typeface="微软雅黑" panose="020B0503020204020204" pitchFamily="34" charset="-122"/>
                        </a:rPr>
                      </a:br>
                      <a:r>
                        <a:rPr kumimoji="0" lang="zh-CN" altLang="en-US" sz="1200" b="0" u="none" strike="noStrike" cap="none" normalizeH="0" baseline="0">
                          <a:ln>
                            <a:noFill/>
                          </a:ln>
                          <a:effectLst/>
                          <a:latin typeface="微软雅黑" panose="020B0503020204020204" pitchFamily="34" charset="-122"/>
                          <a:ea typeface="微软雅黑" panose="020B0503020204020204" pitchFamily="34" charset="-122"/>
                          <a:cs typeface="微软雅黑" panose="020B0503020204020204" pitchFamily="34" charset="-122"/>
                        </a:rPr>
                        <a:t>（</a:t>
                      </a:r>
                      <a:r>
                        <a:rPr kumimoji="0" lang="en-US" altLang="zh-CN" sz="1200" b="0" u="none" strike="noStrike" cap="none" normalizeH="0" baseline="0">
                          <a:ln>
                            <a:noFill/>
                          </a:ln>
                          <a:effectLst/>
                          <a:latin typeface="微软雅黑" panose="020B0503020204020204" pitchFamily="34" charset="-122"/>
                          <a:ea typeface="微软雅黑" panose="020B0503020204020204" pitchFamily="34" charset="-122"/>
                          <a:cs typeface="微软雅黑" panose="020B0503020204020204" pitchFamily="34" charset="-122"/>
                        </a:rPr>
                        <a:t>1</a:t>
                      </a:r>
                      <a:r>
                        <a:rPr kumimoji="0" lang="zh-CN" altLang="en-US" sz="1200" b="0" u="none" strike="noStrike" cap="none" normalizeH="0" baseline="0">
                          <a:ln>
                            <a:noFill/>
                          </a:ln>
                          <a:effectLst/>
                          <a:latin typeface="微软雅黑" panose="020B0503020204020204" pitchFamily="34" charset="-122"/>
                          <a:ea typeface="微软雅黑" panose="020B0503020204020204" pitchFamily="34" charset="-122"/>
                          <a:cs typeface="微软雅黑" panose="020B0503020204020204" pitchFamily="34" charset="-122"/>
                        </a:rPr>
                        <a:t>）数值类型字段取值不是数值型；</a:t>
                      </a:r>
                      <a:br>
                        <a:rPr kumimoji="0" lang="zh-CN" altLang="en-US" sz="1200" b="0" u="none" strike="noStrike" cap="none" normalizeH="0" baseline="0">
                          <a:ln>
                            <a:noFill/>
                          </a:ln>
                          <a:effectLst/>
                          <a:latin typeface="微软雅黑" panose="020B0503020204020204" pitchFamily="34" charset="-122"/>
                          <a:ea typeface="微软雅黑" panose="020B0503020204020204" pitchFamily="34" charset="-122"/>
                          <a:cs typeface="微软雅黑" panose="020B0503020204020204" pitchFamily="34" charset="-122"/>
                        </a:rPr>
                      </a:br>
                      <a:r>
                        <a:rPr kumimoji="0" lang="zh-CN" altLang="en-US" sz="1200" b="0" u="none" strike="noStrike" cap="none" normalizeH="0" baseline="0">
                          <a:ln>
                            <a:noFill/>
                          </a:ln>
                          <a:effectLst/>
                          <a:latin typeface="微软雅黑" panose="020B0503020204020204" pitchFamily="34" charset="-122"/>
                          <a:ea typeface="微软雅黑" panose="020B0503020204020204" pitchFamily="34" charset="-122"/>
                          <a:cs typeface="微软雅黑" panose="020B0503020204020204" pitchFamily="34" charset="-122"/>
                        </a:rPr>
                        <a:t>（</a:t>
                      </a:r>
                      <a:r>
                        <a:rPr kumimoji="0" lang="en-US" altLang="zh-CN" sz="1200" b="0" u="none" strike="noStrike" cap="none" normalizeH="0" baseline="0">
                          <a:ln>
                            <a:noFill/>
                          </a:ln>
                          <a:effectLst/>
                          <a:latin typeface="微软雅黑" panose="020B0503020204020204" pitchFamily="34" charset="-122"/>
                          <a:ea typeface="微软雅黑" panose="020B0503020204020204" pitchFamily="34" charset="-122"/>
                          <a:cs typeface="微软雅黑" panose="020B0503020204020204" pitchFamily="34" charset="-122"/>
                        </a:rPr>
                        <a:t>2</a:t>
                      </a:r>
                      <a:r>
                        <a:rPr kumimoji="0" lang="zh-CN" altLang="en-US" sz="1200" b="0" u="none" strike="noStrike" cap="none" normalizeH="0" baseline="0">
                          <a:ln>
                            <a:noFill/>
                          </a:ln>
                          <a:effectLst/>
                          <a:latin typeface="微软雅黑" panose="020B0503020204020204" pitchFamily="34" charset="-122"/>
                          <a:ea typeface="微软雅黑" panose="020B0503020204020204" pitchFamily="34" charset="-122"/>
                          <a:cs typeface="微软雅黑" panose="020B0503020204020204" pitchFamily="34" charset="-122"/>
                        </a:rPr>
                        <a:t>）日期字段取值格式不是</a:t>
                      </a:r>
                      <a:r>
                        <a:rPr kumimoji="0" lang="en-US" altLang="zh-CN" sz="1200" b="0" u="none" strike="noStrike" cap="none" normalizeH="0" baseline="0">
                          <a:ln>
                            <a:noFill/>
                          </a:ln>
                          <a:effectLst/>
                          <a:latin typeface="微软雅黑" panose="020B0503020204020204" pitchFamily="34" charset="-122"/>
                          <a:ea typeface="微软雅黑" panose="020B0503020204020204" pitchFamily="34" charset="-122"/>
                          <a:cs typeface="微软雅黑" panose="020B0503020204020204" pitchFamily="34" charset="-122"/>
                        </a:rPr>
                        <a:t>YYYYMMDD</a:t>
                      </a:r>
                      <a:r>
                        <a:rPr kumimoji="0" lang="zh-CN" altLang="en-US" sz="1200" b="0" u="none" strike="noStrike" cap="none" normalizeH="0" baseline="0">
                          <a:ln>
                            <a:noFill/>
                          </a:ln>
                          <a:effectLst/>
                          <a:latin typeface="微软雅黑" panose="020B0503020204020204" pitchFamily="34" charset="-122"/>
                          <a:ea typeface="微软雅黑" panose="020B0503020204020204" pitchFamily="34" charset="-122"/>
                          <a:cs typeface="微软雅黑" panose="020B0503020204020204" pitchFamily="34" charset="-122"/>
                        </a:rPr>
                        <a:t>；</a:t>
                      </a:r>
                      <a:br>
                        <a:rPr kumimoji="0" lang="zh-CN" altLang="en-US" sz="1200" b="0" u="none" strike="noStrike" cap="none" normalizeH="0" baseline="0">
                          <a:ln>
                            <a:noFill/>
                          </a:ln>
                          <a:effectLst/>
                          <a:latin typeface="微软雅黑" panose="020B0503020204020204" pitchFamily="34" charset="-122"/>
                          <a:ea typeface="微软雅黑" panose="020B0503020204020204" pitchFamily="34" charset="-122"/>
                          <a:cs typeface="微软雅黑" panose="020B0503020204020204" pitchFamily="34" charset="-122"/>
                        </a:rPr>
                      </a:br>
                      <a:r>
                        <a:rPr kumimoji="0" lang="zh-CN" altLang="en-US" sz="1200" b="0" u="none" strike="noStrike" cap="none" normalizeH="0" baseline="0">
                          <a:ln>
                            <a:noFill/>
                          </a:ln>
                          <a:effectLst/>
                          <a:latin typeface="微软雅黑" panose="020B0503020204020204" pitchFamily="34" charset="-122"/>
                          <a:ea typeface="微软雅黑" panose="020B0503020204020204" pitchFamily="34" charset="-122"/>
                          <a:cs typeface="微软雅黑" panose="020B0503020204020204" pitchFamily="34" charset="-122"/>
                        </a:rPr>
                        <a:t>（</a:t>
                      </a:r>
                      <a:r>
                        <a:rPr kumimoji="0" lang="en-US" altLang="zh-CN" sz="1200" b="0" u="none" strike="noStrike" cap="none" normalizeH="0" baseline="0">
                          <a:ln>
                            <a:noFill/>
                          </a:ln>
                          <a:effectLst/>
                          <a:latin typeface="微软雅黑" panose="020B0503020204020204" pitchFamily="34" charset="-122"/>
                          <a:ea typeface="微软雅黑" panose="020B0503020204020204" pitchFamily="34" charset="-122"/>
                          <a:cs typeface="微软雅黑" panose="020B0503020204020204" pitchFamily="34" charset="-122"/>
                        </a:rPr>
                        <a:t>3</a:t>
                      </a:r>
                      <a:r>
                        <a:rPr kumimoji="0" lang="zh-CN" altLang="en-US" sz="1200" b="0" u="none" strike="noStrike" cap="none" normalizeH="0" baseline="0">
                          <a:ln>
                            <a:noFill/>
                          </a:ln>
                          <a:effectLst/>
                          <a:latin typeface="微软雅黑" panose="020B0503020204020204" pitchFamily="34" charset="-122"/>
                          <a:ea typeface="微软雅黑" panose="020B0503020204020204" pitchFamily="34" charset="-122"/>
                          <a:cs typeface="微软雅黑" panose="020B0503020204020204" pitchFamily="34" charset="-122"/>
                        </a:rPr>
                        <a:t>）日期字段取值虽然格式是</a:t>
                      </a:r>
                      <a:r>
                        <a:rPr kumimoji="0" lang="en-US" altLang="zh-CN" sz="1200" b="0" u="none" strike="noStrike" cap="none" normalizeH="0" baseline="0">
                          <a:ln>
                            <a:noFill/>
                          </a:ln>
                          <a:effectLst/>
                          <a:latin typeface="微软雅黑" panose="020B0503020204020204" pitchFamily="34" charset="-122"/>
                          <a:ea typeface="微软雅黑" panose="020B0503020204020204" pitchFamily="34" charset="-122"/>
                          <a:cs typeface="微软雅黑" panose="020B0503020204020204" pitchFamily="34" charset="-122"/>
                        </a:rPr>
                        <a:t>YYYYMMDD</a:t>
                      </a:r>
                      <a:r>
                        <a:rPr kumimoji="0" lang="zh-CN" altLang="en-US" sz="1200" b="0" u="none" strike="noStrike" cap="none" normalizeH="0" baseline="0">
                          <a:ln>
                            <a:noFill/>
                          </a:ln>
                          <a:effectLst/>
                          <a:latin typeface="微软雅黑" panose="020B0503020204020204" pitchFamily="34" charset="-122"/>
                          <a:ea typeface="微软雅黑" panose="020B0503020204020204" pitchFamily="34" charset="-122"/>
                          <a:cs typeface="微软雅黑" panose="020B0503020204020204" pitchFamily="34" charset="-122"/>
                        </a:rPr>
                        <a:t>，但不符合规范中定义；</a:t>
                      </a:r>
                      <a:br>
                        <a:rPr kumimoji="0" lang="zh-CN" altLang="en-US" sz="1200" b="0" u="none" strike="noStrike" cap="none" normalizeH="0" baseline="0">
                          <a:ln>
                            <a:noFill/>
                          </a:ln>
                          <a:effectLst/>
                          <a:latin typeface="微软雅黑" panose="020B0503020204020204" pitchFamily="34" charset="-122"/>
                          <a:ea typeface="微软雅黑" panose="020B0503020204020204" pitchFamily="34" charset="-122"/>
                          <a:cs typeface="微软雅黑" panose="020B0503020204020204" pitchFamily="34" charset="-122"/>
                        </a:rPr>
                      </a:br>
                      <a:r>
                        <a:rPr kumimoji="0" lang="zh-CN" altLang="en-US" sz="1200" b="0" u="none" strike="noStrike" cap="none" normalizeH="0" baseline="0">
                          <a:ln>
                            <a:noFill/>
                          </a:ln>
                          <a:effectLst/>
                          <a:latin typeface="微软雅黑" panose="020B0503020204020204" pitchFamily="34" charset="-122"/>
                          <a:ea typeface="微软雅黑" panose="020B0503020204020204" pitchFamily="34" charset="-122"/>
                          <a:cs typeface="微软雅黑" panose="020B0503020204020204" pitchFamily="34" charset="-122"/>
                        </a:rPr>
                        <a:t>（</a:t>
                      </a:r>
                      <a:r>
                        <a:rPr kumimoji="0" lang="en-US" altLang="zh-CN" sz="1200" b="0" u="none" strike="noStrike" cap="none" normalizeH="0" baseline="0">
                          <a:ln>
                            <a:noFill/>
                          </a:ln>
                          <a:effectLst/>
                          <a:latin typeface="微软雅黑" panose="020B0503020204020204" pitchFamily="34" charset="-122"/>
                          <a:ea typeface="微软雅黑" panose="020B0503020204020204" pitchFamily="34" charset="-122"/>
                          <a:cs typeface="微软雅黑" panose="020B0503020204020204" pitchFamily="34" charset="-122"/>
                        </a:rPr>
                        <a:t>4</a:t>
                      </a:r>
                      <a:r>
                        <a:rPr kumimoji="0" lang="zh-CN" altLang="en-US" sz="1200" b="0" u="none" strike="noStrike" cap="none" normalizeH="0" baseline="0">
                          <a:ln>
                            <a:noFill/>
                          </a:ln>
                          <a:effectLst/>
                          <a:latin typeface="微软雅黑" panose="020B0503020204020204" pitchFamily="34" charset="-122"/>
                          <a:ea typeface="微软雅黑" panose="020B0503020204020204" pitchFamily="34" charset="-122"/>
                          <a:cs typeface="微软雅黑" panose="020B0503020204020204" pitchFamily="34" charset="-122"/>
                        </a:rPr>
                        <a:t>）月份字段取值格式不是</a:t>
                      </a:r>
                      <a:r>
                        <a:rPr kumimoji="0" lang="en-US" altLang="zh-CN" sz="1200" b="0" u="none" strike="noStrike" cap="none" normalizeH="0" baseline="0">
                          <a:ln>
                            <a:noFill/>
                          </a:ln>
                          <a:effectLst/>
                          <a:latin typeface="微软雅黑" panose="020B0503020204020204" pitchFamily="34" charset="-122"/>
                          <a:ea typeface="微软雅黑" panose="020B0503020204020204" pitchFamily="34" charset="-122"/>
                          <a:cs typeface="微软雅黑" panose="020B0503020204020204" pitchFamily="34" charset="-122"/>
                        </a:rPr>
                        <a:t>YYYYMM</a:t>
                      </a:r>
                      <a:br>
                        <a:rPr kumimoji="0" lang="en-US" altLang="zh-CN" sz="1200" b="0" u="none" strike="noStrike" cap="none" normalizeH="0" baseline="0">
                          <a:ln>
                            <a:noFill/>
                          </a:ln>
                          <a:effectLst/>
                          <a:latin typeface="微软雅黑" panose="020B0503020204020204" pitchFamily="34" charset="-122"/>
                          <a:ea typeface="微软雅黑" panose="020B0503020204020204" pitchFamily="34" charset="-122"/>
                          <a:cs typeface="微软雅黑" panose="020B0503020204020204" pitchFamily="34" charset="-122"/>
                        </a:rPr>
                      </a:br>
                      <a:r>
                        <a:rPr kumimoji="0" lang="zh-CN" altLang="en-US" sz="1200" b="0" u="none" strike="noStrike" cap="none" normalizeH="0" baseline="0">
                          <a:ln>
                            <a:noFill/>
                          </a:ln>
                          <a:effectLst/>
                          <a:latin typeface="微软雅黑" panose="020B0503020204020204" pitchFamily="34" charset="-122"/>
                          <a:ea typeface="微软雅黑" panose="020B0503020204020204" pitchFamily="34" charset="-122"/>
                          <a:cs typeface="微软雅黑" panose="020B0503020204020204" pitchFamily="34" charset="-122"/>
                        </a:rPr>
                        <a:t>（</a:t>
                      </a:r>
                      <a:r>
                        <a:rPr kumimoji="0" lang="en-US" altLang="zh-CN" sz="1200" b="0" u="none" strike="noStrike" cap="none" normalizeH="0" baseline="0">
                          <a:ln>
                            <a:noFill/>
                          </a:ln>
                          <a:effectLst/>
                          <a:latin typeface="微软雅黑" panose="020B0503020204020204" pitchFamily="34" charset="-122"/>
                          <a:ea typeface="微软雅黑" panose="020B0503020204020204" pitchFamily="34" charset="-122"/>
                          <a:cs typeface="微软雅黑" panose="020B0503020204020204" pitchFamily="34" charset="-122"/>
                        </a:rPr>
                        <a:t>5</a:t>
                      </a:r>
                      <a:r>
                        <a:rPr kumimoji="0" lang="zh-CN" altLang="en-US" sz="1200" b="0" u="none" strike="noStrike" cap="none" normalizeH="0" baseline="0">
                          <a:ln>
                            <a:noFill/>
                          </a:ln>
                          <a:effectLst/>
                          <a:latin typeface="微软雅黑" panose="020B0503020204020204" pitchFamily="34" charset="-122"/>
                          <a:ea typeface="微软雅黑" panose="020B0503020204020204" pitchFamily="34" charset="-122"/>
                          <a:cs typeface="微软雅黑" panose="020B0503020204020204" pitchFamily="34" charset="-122"/>
                        </a:rPr>
                        <a:t>）时间字段取值格式不是</a:t>
                      </a:r>
                      <a:r>
                        <a:rPr kumimoji="0" lang="en-US" altLang="zh-CN" sz="1200" b="0" u="none" strike="noStrike" cap="none" normalizeH="0" baseline="0">
                          <a:ln>
                            <a:noFill/>
                          </a:ln>
                          <a:effectLst/>
                          <a:latin typeface="微软雅黑" panose="020B0503020204020204" pitchFamily="34" charset="-122"/>
                          <a:ea typeface="微软雅黑" panose="020B0503020204020204" pitchFamily="34" charset="-122"/>
                          <a:cs typeface="微软雅黑" panose="020B0503020204020204" pitchFamily="34" charset="-122"/>
                        </a:rPr>
                        <a:t>HHMMSS</a:t>
                      </a:r>
                      <a:endParaRPr kumimoji="0" lang="en-US" altLang="zh-CN" sz="1200" b="0" u="none" strike="noStrike" cap="none" normalizeH="0" baseline="0">
                        <a:ln>
                          <a:noFill/>
                        </a:ln>
                        <a:effectLst/>
                        <a:latin typeface="微软雅黑" panose="020B0503020204020204" pitchFamily="34" charset="-122"/>
                        <a:ea typeface="微软雅黑" panose="020B0503020204020204" pitchFamily="34" charset="-122"/>
                        <a:cs typeface="微软雅黑" panose="020B0503020204020204" pitchFamily="34" charset="-122"/>
                      </a:endParaRPr>
                    </a:p>
                  </a:txBody>
                  <a:tcPr marL="0" marR="0" marT="0" marB="0" anchor="ctr" horzOverflow="overflow"/>
                </a:tc>
              </a:tr>
              <a:tr h="534035">
                <a:tc>
                  <a:txBody>
                    <a:bodyPr/>
                    <a:lstStyle>
                      <a:lvl1pPr eaLnBrk="0" hangingPunct="0">
                        <a:spcBef>
                          <a:spcPct val="20000"/>
                        </a:spcBef>
                        <a:buFont typeface="Wingdings" panose="05000000000000000000" pitchFamily="2" charset="2"/>
                        <a:defRPr sz="2400" b="1">
                          <a:solidFill>
                            <a:schemeClr val="tx1"/>
                          </a:solidFill>
                          <a:latin typeface="Arial" panose="020B0604020202020204" pitchFamily="34" charset="0"/>
                          <a:ea typeface="华文细黑" panose="02010600040101010101" pitchFamily="2" charset="-122"/>
                        </a:defRPr>
                      </a:lvl1pPr>
                      <a:lvl2pPr marL="742950" indent="-285750" eaLnBrk="0" hangingPunct="0">
                        <a:spcBef>
                          <a:spcPct val="20000"/>
                        </a:spcBef>
                        <a:buSzPct val="75000"/>
                        <a:buFont typeface="Wingdings" panose="05000000000000000000" pitchFamily="2" charset="2"/>
                        <a:defRPr sz="2400">
                          <a:solidFill>
                            <a:schemeClr val="tx1"/>
                          </a:solidFill>
                          <a:latin typeface="Arial" panose="020B0604020202020204" pitchFamily="34" charset="0"/>
                          <a:ea typeface="华文细黑" panose="0201060004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华文细黑" panose="02010600040101010101" pitchFamily="2" charset="-122"/>
                        </a:defRPr>
                      </a:lvl3pPr>
                      <a:lvl4pPr marL="1600200" indent="-228600" eaLnBrk="0" hangingPunct="0">
                        <a:spcBef>
                          <a:spcPct val="20000"/>
                        </a:spcBef>
                        <a:defRPr>
                          <a:solidFill>
                            <a:schemeClr val="tx1"/>
                          </a:solidFill>
                          <a:latin typeface="Arial" panose="020B0604020202020204" pitchFamily="34" charset="0"/>
                          <a:ea typeface="华文细黑" panose="02010600040101010101" pitchFamily="2" charset="-122"/>
                        </a:defRPr>
                      </a:lvl4pPr>
                      <a:lvl5pPr marL="2057400" indent="-228600" eaLnBrk="0" hangingPunct="0">
                        <a:spcBef>
                          <a:spcPct val="20000"/>
                        </a:spcBef>
                        <a:buClr>
                          <a:schemeClr val="tx2"/>
                        </a:buClr>
                        <a:defRPr sz="1400">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20000"/>
                        </a:spcBef>
                        <a:spcAft>
                          <a:spcPct val="0"/>
                        </a:spcAft>
                        <a:buClr>
                          <a:schemeClr val="tx2"/>
                        </a:buClr>
                        <a:defRPr sz="1400">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20000"/>
                        </a:spcBef>
                        <a:spcAft>
                          <a:spcPct val="0"/>
                        </a:spcAft>
                        <a:buClr>
                          <a:schemeClr val="tx2"/>
                        </a:buClr>
                        <a:defRPr sz="1400">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20000"/>
                        </a:spcBef>
                        <a:spcAft>
                          <a:spcPct val="0"/>
                        </a:spcAft>
                        <a:buClr>
                          <a:schemeClr val="tx2"/>
                        </a:buClr>
                        <a:defRPr sz="1400">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20000"/>
                        </a:spcBef>
                        <a:spcAft>
                          <a:spcPct val="0"/>
                        </a:spcAft>
                        <a:buClr>
                          <a:schemeClr val="tx2"/>
                        </a:buClr>
                        <a:defRPr sz="1400">
                          <a:solidFill>
                            <a:schemeClr val="tx1"/>
                          </a:solidFill>
                          <a:latin typeface="Arial" panose="020B0604020202020204" pitchFamily="34" charset="0"/>
                          <a:ea typeface="华文细黑" panose="02010600040101010101" pitchFamily="2" charset="-122"/>
                        </a:defRPr>
                      </a:lvl9pPr>
                    </a:lstStyle>
                    <a:p>
                      <a:pPr marL="0" marR="0" lvl="0" indent="0" algn="ctr" defTabSz="914400" rtl="0" eaLnBrk="1" fontAlgn="ctr" latinLnBrk="0" hangingPunct="1">
                        <a:lnSpc>
                          <a:spcPct val="100000"/>
                        </a:lnSpc>
                        <a:spcBef>
                          <a:spcPct val="0"/>
                        </a:spcBef>
                        <a:spcAft>
                          <a:spcPct val="0"/>
                        </a:spcAft>
                        <a:buClrTx/>
                        <a:buSzTx/>
                        <a:buFontTx/>
                        <a:buNone/>
                      </a:pPr>
                      <a:r>
                        <a:rPr kumimoji="0" lang="en-US" altLang="zh-CN" sz="1400" b="1" u="none" strike="noStrike" cap="none" normalizeH="0" baseline="0">
                          <a:ln>
                            <a:noFill/>
                          </a:ln>
                          <a:effectLst/>
                          <a:latin typeface="微软雅黑" panose="020B0503020204020204" pitchFamily="34" charset="-122"/>
                          <a:ea typeface="微软雅黑" panose="020B0503020204020204" pitchFamily="34" charset="-122"/>
                        </a:rPr>
                        <a:t>5</a:t>
                      </a:r>
                      <a:endParaRPr kumimoji="0" lang="en-US" altLang="zh-CN" sz="1400" b="1" u="none" strike="noStrike" cap="none" normalizeH="0" baseline="0">
                        <a:ln>
                          <a:noFill/>
                        </a:ln>
                        <a:effectLst/>
                        <a:latin typeface="微软雅黑" panose="020B0503020204020204" pitchFamily="34" charset="-122"/>
                        <a:ea typeface="微软雅黑" panose="020B0503020204020204" pitchFamily="34" charset="-122"/>
                      </a:endParaRPr>
                    </a:p>
                  </a:txBody>
                  <a:tcPr marL="0" marR="0" marT="0" marB="0" anchor="ctr" horzOverflow="overflow"/>
                </a:tc>
                <a:tc>
                  <a:txBody>
                    <a:bodyPr/>
                    <a:lstStyle>
                      <a:lvl1pPr eaLnBrk="0" hangingPunct="0">
                        <a:spcBef>
                          <a:spcPct val="20000"/>
                        </a:spcBef>
                        <a:buFont typeface="Wingdings" panose="05000000000000000000" pitchFamily="2" charset="2"/>
                        <a:defRPr sz="2400" b="1">
                          <a:solidFill>
                            <a:schemeClr val="tx1"/>
                          </a:solidFill>
                          <a:latin typeface="Arial" panose="020B0604020202020204" pitchFamily="34" charset="0"/>
                          <a:ea typeface="华文细黑" panose="02010600040101010101" pitchFamily="2" charset="-122"/>
                        </a:defRPr>
                      </a:lvl1pPr>
                      <a:lvl2pPr marL="742950" indent="-285750" eaLnBrk="0" hangingPunct="0">
                        <a:spcBef>
                          <a:spcPct val="20000"/>
                        </a:spcBef>
                        <a:buSzPct val="75000"/>
                        <a:buFont typeface="Wingdings" panose="05000000000000000000" pitchFamily="2" charset="2"/>
                        <a:defRPr sz="2400">
                          <a:solidFill>
                            <a:schemeClr val="tx1"/>
                          </a:solidFill>
                          <a:latin typeface="Arial" panose="020B0604020202020204" pitchFamily="34" charset="0"/>
                          <a:ea typeface="华文细黑" panose="0201060004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华文细黑" panose="02010600040101010101" pitchFamily="2" charset="-122"/>
                        </a:defRPr>
                      </a:lvl3pPr>
                      <a:lvl4pPr marL="1600200" indent="-228600" eaLnBrk="0" hangingPunct="0">
                        <a:spcBef>
                          <a:spcPct val="20000"/>
                        </a:spcBef>
                        <a:defRPr>
                          <a:solidFill>
                            <a:schemeClr val="tx1"/>
                          </a:solidFill>
                          <a:latin typeface="Arial" panose="020B0604020202020204" pitchFamily="34" charset="0"/>
                          <a:ea typeface="华文细黑" panose="02010600040101010101" pitchFamily="2" charset="-122"/>
                        </a:defRPr>
                      </a:lvl4pPr>
                      <a:lvl5pPr marL="2057400" indent="-228600" eaLnBrk="0" hangingPunct="0">
                        <a:spcBef>
                          <a:spcPct val="20000"/>
                        </a:spcBef>
                        <a:buClr>
                          <a:schemeClr val="tx2"/>
                        </a:buClr>
                        <a:defRPr sz="1400">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20000"/>
                        </a:spcBef>
                        <a:spcAft>
                          <a:spcPct val="0"/>
                        </a:spcAft>
                        <a:buClr>
                          <a:schemeClr val="tx2"/>
                        </a:buClr>
                        <a:defRPr sz="1400">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20000"/>
                        </a:spcBef>
                        <a:spcAft>
                          <a:spcPct val="0"/>
                        </a:spcAft>
                        <a:buClr>
                          <a:schemeClr val="tx2"/>
                        </a:buClr>
                        <a:defRPr sz="1400">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20000"/>
                        </a:spcBef>
                        <a:spcAft>
                          <a:spcPct val="0"/>
                        </a:spcAft>
                        <a:buClr>
                          <a:schemeClr val="tx2"/>
                        </a:buClr>
                        <a:defRPr sz="1400">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20000"/>
                        </a:spcBef>
                        <a:spcAft>
                          <a:spcPct val="0"/>
                        </a:spcAft>
                        <a:buClr>
                          <a:schemeClr val="tx2"/>
                        </a:buClr>
                        <a:defRPr sz="1400">
                          <a:solidFill>
                            <a:schemeClr val="tx1"/>
                          </a:solidFill>
                          <a:latin typeface="Arial" panose="020B0604020202020204" pitchFamily="34" charset="0"/>
                          <a:ea typeface="华文细黑" panose="02010600040101010101" pitchFamily="2" charset="-122"/>
                        </a:defRPr>
                      </a:lvl9pPr>
                    </a:lstStyle>
                    <a:p>
                      <a:pPr marL="0" marR="0" lvl="0" indent="0" algn="l" defTabSz="914400" rtl="0" eaLnBrk="1" fontAlgn="ctr" latinLnBrk="0" hangingPunct="1">
                        <a:lnSpc>
                          <a:spcPct val="100000"/>
                        </a:lnSpc>
                        <a:spcBef>
                          <a:spcPct val="0"/>
                        </a:spcBef>
                        <a:spcAft>
                          <a:spcPct val="0"/>
                        </a:spcAft>
                        <a:buClrTx/>
                        <a:buSzTx/>
                        <a:buFontTx/>
                        <a:buNone/>
                      </a:pPr>
                      <a:r>
                        <a:rPr kumimoji="0" lang="zh-CN" altLang="en-US" sz="1400" b="1" u="none" strike="noStrike" cap="none" normalizeH="0" baseline="0">
                          <a:ln>
                            <a:noFill/>
                          </a:ln>
                          <a:effectLst/>
                          <a:latin typeface="微软雅黑" panose="020B0503020204020204" pitchFamily="34" charset="-122"/>
                          <a:ea typeface="微软雅黑" panose="020B0503020204020204" pitchFamily="34" charset="-122"/>
                        </a:rPr>
                        <a:t>数据值域错误</a:t>
                      </a:r>
                      <a:endParaRPr kumimoji="0" lang="zh-CN" altLang="en-US" sz="1400" b="1" u="none" strike="noStrike" cap="none" normalizeH="0" baseline="0">
                        <a:ln>
                          <a:noFill/>
                        </a:ln>
                        <a:effectLst/>
                        <a:latin typeface="微软雅黑" panose="020B0503020204020204" pitchFamily="34" charset="-122"/>
                        <a:ea typeface="微软雅黑" panose="020B0503020204020204" pitchFamily="34" charset="-122"/>
                      </a:endParaRPr>
                    </a:p>
                  </a:txBody>
                  <a:tcPr marL="0" marR="0" marT="0" marB="0" anchor="ctr" horzOverflow="overflow"/>
                </a:tc>
                <a:tc>
                  <a:txBody>
                    <a:bodyPr/>
                    <a:lstStyle>
                      <a:lvl1pPr eaLnBrk="0" hangingPunct="0">
                        <a:spcBef>
                          <a:spcPct val="20000"/>
                        </a:spcBef>
                        <a:buFont typeface="Wingdings" panose="05000000000000000000" pitchFamily="2" charset="2"/>
                        <a:defRPr sz="2400" b="1">
                          <a:solidFill>
                            <a:schemeClr val="tx1"/>
                          </a:solidFill>
                          <a:latin typeface="Arial" panose="020B0604020202020204" pitchFamily="34" charset="0"/>
                          <a:ea typeface="华文细黑" panose="02010600040101010101" pitchFamily="2" charset="-122"/>
                        </a:defRPr>
                      </a:lvl1pPr>
                      <a:lvl2pPr marL="742950" indent="-285750" eaLnBrk="0" hangingPunct="0">
                        <a:spcBef>
                          <a:spcPct val="20000"/>
                        </a:spcBef>
                        <a:buSzPct val="75000"/>
                        <a:buFont typeface="Wingdings" panose="05000000000000000000" pitchFamily="2" charset="2"/>
                        <a:defRPr sz="2400">
                          <a:solidFill>
                            <a:schemeClr val="tx1"/>
                          </a:solidFill>
                          <a:latin typeface="Arial" panose="020B0604020202020204" pitchFamily="34" charset="0"/>
                          <a:ea typeface="华文细黑" panose="0201060004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华文细黑" panose="02010600040101010101" pitchFamily="2" charset="-122"/>
                        </a:defRPr>
                      </a:lvl3pPr>
                      <a:lvl4pPr marL="1600200" indent="-228600" eaLnBrk="0" hangingPunct="0">
                        <a:spcBef>
                          <a:spcPct val="20000"/>
                        </a:spcBef>
                        <a:defRPr>
                          <a:solidFill>
                            <a:schemeClr val="tx1"/>
                          </a:solidFill>
                          <a:latin typeface="Arial" panose="020B0604020202020204" pitchFamily="34" charset="0"/>
                          <a:ea typeface="华文细黑" panose="02010600040101010101" pitchFamily="2" charset="-122"/>
                        </a:defRPr>
                      </a:lvl4pPr>
                      <a:lvl5pPr marL="2057400" indent="-228600" eaLnBrk="0" hangingPunct="0">
                        <a:spcBef>
                          <a:spcPct val="20000"/>
                        </a:spcBef>
                        <a:buClr>
                          <a:schemeClr val="tx2"/>
                        </a:buClr>
                        <a:defRPr sz="1400">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20000"/>
                        </a:spcBef>
                        <a:spcAft>
                          <a:spcPct val="0"/>
                        </a:spcAft>
                        <a:buClr>
                          <a:schemeClr val="tx2"/>
                        </a:buClr>
                        <a:defRPr sz="1400">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20000"/>
                        </a:spcBef>
                        <a:spcAft>
                          <a:spcPct val="0"/>
                        </a:spcAft>
                        <a:buClr>
                          <a:schemeClr val="tx2"/>
                        </a:buClr>
                        <a:defRPr sz="1400">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20000"/>
                        </a:spcBef>
                        <a:spcAft>
                          <a:spcPct val="0"/>
                        </a:spcAft>
                        <a:buClr>
                          <a:schemeClr val="tx2"/>
                        </a:buClr>
                        <a:defRPr sz="1400">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20000"/>
                        </a:spcBef>
                        <a:spcAft>
                          <a:spcPct val="0"/>
                        </a:spcAft>
                        <a:buClr>
                          <a:schemeClr val="tx2"/>
                        </a:buClr>
                        <a:defRPr sz="1400">
                          <a:solidFill>
                            <a:schemeClr val="tx1"/>
                          </a:solidFill>
                          <a:latin typeface="Arial" panose="020B0604020202020204" pitchFamily="34" charset="0"/>
                          <a:ea typeface="华文细黑" panose="02010600040101010101" pitchFamily="2" charset="-122"/>
                        </a:defRPr>
                      </a:lvl9pPr>
                    </a:lstStyle>
                    <a:p>
                      <a:pPr marL="0" marR="0" lvl="0" indent="0" algn="l" defTabSz="914400" rtl="0" eaLnBrk="1" fontAlgn="ctr" latinLnBrk="0" hangingPunct="1">
                        <a:lnSpc>
                          <a:spcPct val="100000"/>
                        </a:lnSpc>
                        <a:spcBef>
                          <a:spcPct val="0"/>
                        </a:spcBef>
                        <a:spcAft>
                          <a:spcPct val="0"/>
                        </a:spcAft>
                        <a:buClrTx/>
                        <a:buSzTx/>
                        <a:buFontTx/>
                        <a:buNone/>
                      </a:pPr>
                      <a:r>
                        <a:rPr kumimoji="0" lang="zh-CN" altLang="en-US" sz="1200" b="0" u="none" strike="noStrike" cap="none" normalizeH="0" baseline="0" dirty="0">
                          <a:ln>
                            <a:noFill/>
                          </a:ln>
                          <a:effectLst/>
                          <a:latin typeface="微软雅黑" panose="020B0503020204020204" pitchFamily="34" charset="-122"/>
                          <a:ea typeface="微软雅黑" panose="020B0503020204020204" pitchFamily="34" charset="-122"/>
                          <a:cs typeface="微软雅黑" panose="020B0503020204020204" pitchFamily="34" charset="-122"/>
                        </a:rPr>
                        <a:t>本次上传的该接口单元中的被检字段的取值不符合接口规范的定义。</a:t>
                      </a:r>
                      <a:br>
                        <a:rPr kumimoji="0" lang="zh-CN" altLang="en-US" sz="1200" b="0" u="none" strike="noStrike" cap="none" normalizeH="0" baseline="0" dirty="0">
                          <a:ln>
                            <a:noFill/>
                          </a:ln>
                          <a:effectLst/>
                          <a:latin typeface="微软雅黑" panose="020B0503020204020204" pitchFamily="34" charset="-122"/>
                          <a:ea typeface="微软雅黑" panose="020B0503020204020204" pitchFamily="34" charset="-122"/>
                          <a:cs typeface="微软雅黑" panose="020B0503020204020204" pitchFamily="34" charset="-122"/>
                        </a:rPr>
                      </a:br>
                      <a:r>
                        <a:rPr kumimoji="0" lang="zh-CN" altLang="en-US" sz="1200" b="0" u="none" strike="noStrike" cap="none" normalizeH="0" baseline="0" dirty="0">
                          <a:ln>
                            <a:noFill/>
                          </a:ln>
                          <a:effectLst/>
                          <a:latin typeface="微软雅黑" panose="020B0503020204020204" pitchFamily="34" charset="-122"/>
                          <a:ea typeface="微软雅黑" panose="020B0503020204020204" pitchFamily="34" charset="-122"/>
                          <a:cs typeface="微软雅黑" panose="020B0503020204020204" pitchFamily="34" charset="-122"/>
                        </a:rPr>
                        <a:t>（</a:t>
                      </a:r>
                      <a:r>
                        <a:rPr kumimoji="0" lang="en-US" altLang="zh-CN" sz="1200" b="0" u="none" strike="noStrike" cap="none" normalizeH="0" baseline="0" dirty="0">
                          <a:ln>
                            <a:noFill/>
                          </a:ln>
                          <a:effectLst/>
                          <a:latin typeface="微软雅黑" panose="020B0503020204020204" pitchFamily="34" charset="-122"/>
                          <a:ea typeface="微软雅黑" panose="020B0503020204020204" pitchFamily="34" charset="-122"/>
                          <a:cs typeface="微软雅黑" panose="020B0503020204020204" pitchFamily="34" charset="-122"/>
                        </a:rPr>
                        <a:t>1</a:t>
                      </a:r>
                      <a:r>
                        <a:rPr kumimoji="0" lang="zh-CN" altLang="en-US" sz="1200" b="0" u="none" strike="noStrike" cap="none" normalizeH="0" baseline="0" dirty="0">
                          <a:ln>
                            <a:noFill/>
                          </a:ln>
                          <a:effectLst/>
                          <a:latin typeface="微软雅黑" panose="020B0503020204020204" pitchFamily="34" charset="-122"/>
                          <a:ea typeface="微软雅黑" panose="020B0503020204020204" pitchFamily="34" charset="-122"/>
                          <a:cs typeface="微软雅黑" panose="020B0503020204020204" pitchFamily="34" charset="-122"/>
                        </a:rPr>
                        <a:t>）字段取值不在规范定义的取值之内；</a:t>
                      </a:r>
                      <a:br>
                        <a:rPr kumimoji="0" lang="zh-CN" altLang="en-US" sz="1200" b="0" u="none" strike="noStrike" cap="none" normalizeH="0" baseline="0" dirty="0">
                          <a:ln>
                            <a:noFill/>
                          </a:ln>
                          <a:effectLst/>
                          <a:latin typeface="微软雅黑" panose="020B0503020204020204" pitchFamily="34" charset="-122"/>
                          <a:ea typeface="微软雅黑" panose="020B0503020204020204" pitchFamily="34" charset="-122"/>
                          <a:cs typeface="微软雅黑" panose="020B0503020204020204" pitchFamily="34" charset="-122"/>
                        </a:rPr>
                      </a:br>
                      <a:r>
                        <a:rPr kumimoji="0" lang="zh-CN" altLang="en-US" sz="1200" b="0" u="none" strike="noStrike" cap="none" normalizeH="0" baseline="0" dirty="0">
                          <a:ln>
                            <a:noFill/>
                          </a:ln>
                          <a:effectLst/>
                          <a:latin typeface="微软雅黑" panose="020B0503020204020204" pitchFamily="34" charset="-122"/>
                          <a:ea typeface="微软雅黑" panose="020B0503020204020204" pitchFamily="34" charset="-122"/>
                          <a:cs typeface="微软雅黑" panose="020B0503020204020204" pitchFamily="34" charset="-122"/>
                        </a:rPr>
                        <a:t>（</a:t>
                      </a:r>
                      <a:r>
                        <a:rPr kumimoji="0" lang="en-US" altLang="zh-CN" sz="1200" b="0" u="none" strike="noStrike" cap="none" normalizeH="0" baseline="0" dirty="0">
                          <a:ln>
                            <a:noFill/>
                          </a:ln>
                          <a:effectLst/>
                          <a:latin typeface="微软雅黑" panose="020B0503020204020204" pitchFamily="34" charset="-122"/>
                          <a:ea typeface="微软雅黑" panose="020B0503020204020204" pitchFamily="34" charset="-122"/>
                          <a:cs typeface="微软雅黑" panose="020B0503020204020204" pitchFamily="34" charset="-122"/>
                        </a:rPr>
                        <a:t>2</a:t>
                      </a:r>
                      <a:r>
                        <a:rPr kumimoji="0" lang="zh-CN" altLang="en-US" sz="1200" b="0" u="none" strike="noStrike" cap="none" normalizeH="0" baseline="0" dirty="0">
                          <a:ln>
                            <a:noFill/>
                          </a:ln>
                          <a:effectLst/>
                          <a:latin typeface="微软雅黑" panose="020B0503020204020204" pitchFamily="34" charset="-122"/>
                          <a:ea typeface="微软雅黑" panose="020B0503020204020204" pitchFamily="34" charset="-122"/>
                          <a:cs typeface="微软雅黑" panose="020B0503020204020204" pitchFamily="34" charset="-122"/>
                        </a:rPr>
                        <a:t>）字段取值范围错误</a:t>
                      </a:r>
                      <a:endParaRPr kumimoji="0" lang="zh-CN" altLang="en-US" sz="1200" b="0" u="none" strike="noStrike" cap="none" normalizeH="0" baseline="0" dirty="0">
                        <a:ln>
                          <a:noFill/>
                        </a:ln>
                        <a:effectLst/>
                        <a:latin typeface="微软雅黑" panose="020B0503020204020204" pitchFamily="34" charset="-122"/>
                        <a:ea typeface="微软雅黑" panose="020B0503020204020204" pitchFamily="34" charset="-122"/>
                        <a:cs typeface="微软雅黑" panose="020B0503020204020204" pitchFamily="34" charset="-122"/>
                      </a:endParaRPr>
                    </a:p>
                  </a:txBody>
                  <a:tcPr marL="0" marR="0" marT="0" marB="0" anchor="ctr" horzOverflow="overflow"/>
                </a:tc>
              </a:tr>
            </a:tbl>
          </a:graphicData>
        </a:graphic>
      </p:graphicFrame>
      <p:sp>
        <p:nvSpPr>
          <p:cNvPr id="8" name="梯形 7"/>
          <p:cNvSpPr/>
          <p:nvPr>
            <p:custDataLst>
              <p:tags r:id="rId3"/>
            </p:custDataLst>
          </p:nvPr>
        </p:nvSpPr>
        <p:spPr>
          <a:xfrm rot="8233786">
            <a:off x="9682202" y="121482"/>
            <a:ext cx="387816" cy="356632"/>
          </a:xfrm>
          <a:prstGeom prst="trapezoid">
            <a:avLst/>
          </a:prstGeom>
          <a:solidFill>
            <a:schemeClr val="accent2">
              <a:alpha val="5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9" name="Rectangle 17"/>
          <p:cNvSpPr>
            <a:spLocks noChangeArrowheads="1"/>
          </p:cNvSpPr>
          <p:nvPr>
            <p:custDataLst>
              <p:tags r:id="rId4"/>
            </p:custDataLst>
          </p:nvPr>
        </p:nvSpPr>
        <p:spPr bwMode="auto">
          <a:xfrm>
            <a:off x="951156" y="1124491"/>
            <a:ext cx="8232576" cy="428404"/>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nchor="ctr">
            <a:normAutofit/>
          </a:bodyPr>
          <a:lstStyle/>
          <a:p>
            <a:pPr eaLnBrk="0" hangingPunct="0"/>
            <a:r>
              <a:rPr lang="zh-CN" altLang="en-US" sz="1600" b="1" dirty="0">
                <a:solidFill>
                  <a:schemeClr val="bg2">
                    <a:lumMod val="50000"/>
                  </a:schemeClr>
                </a:solidFill>
                <a:latin typeface="微软雅黑" panose="020B0503020204020204" pitchFamily="34" charset="-122"/>
                <a:ea typeface="微软雅黑" panose="020B0503020204020204" pitchFamily="34" charset="-122"/>
              </a:rPr>
              <a:t>数据质量业务规则示例</a:t>
            </a:r>
            <a:endParaRPr lang="zh-CN" altLang="en-US" sz="1600" b="1" dirty="0">
              <a:solidFill>
                <a:schemeClr val="bg2">
                  <a:lumMod val="50000"/>
                </a:schemeClr>
              </a:solidFill>
              <a:latin typeface="微软雅黑" panose="020B0503020204020204" pitchFamily="34" charset="-122"/>
              <a:ea typeface="微软雅黑" panose="020B0503020204020204" pitchFamily="34" charset="-122"/>
            </a:endParaRPr>
          </a:p>
        </p:txBody>
      </p:sp>
      <p:sp>
        <p:nvSpPr>
          <p:cNvPr id="12" name="矩形 11"/>
          <p:cNvSpPr/>
          <p:nvPr>
            <p:custDataLst>
              <p:tags r:id="rId5"/>
            </p:custDataLst>
          </p:nvPr>
        </p:nvSpPr>
        <p:spPr bwMode="auto">
          <a:xfrm>
            <a:off x="951230" y="1481455"/>
            <a:ext cx="10364470" cy="1228090"/>
          </a:xfrm>
          <a:prstGeom prst="rect">
            <a:avLst/>
          </a:prstGeom>
          <a:noFill/>
          <a:ln w="9525" cap="flat" cmpd="sng" algn="ctr">
            <a:solidFill>
              <a:schemeClr val="accent3">
                <a:lumMod val="60000"/>
                <a:lumOff val="40000"/>
              </a:schemeClr>
            </a:solidFill>
            <a:prstDash val="solid"/>
            <a:round/>
            <a:headEnd type="none" w="med" len="med"/>
            <a:tailEnd type="none" w="med" len="med"/>
          </a:ln>
          <a:effectLst/>
        </p:spPr>
        <p:txBody>
          <a:bodyPr vert="horz" wrap="square" lIns="91440" tIns="45720" rIns="91440" bIns="45720" numCol="1" rtlCol="0" anchor="t" anchorCtr="0" compatLnSpc="1">
            <a:normAutofit/>
          </a:bodyPr>
          <a:lstStyle/>
          <a:p>
            <a:pPr marL="285750" indent="-285750">
              <a:lnSpc>
                <a:spcPct val="200000"/>
              </a:lnSpc>
              <a:buFont typeface="Wingdings" panose="05000000000000000000" pitchFamily="2" charset="2"/>
              <a:buChar char="ü"/>
            </a:pPr>
            <a:r>
              <a:rPr lang="en-US" altLang="zh-CN" sz="12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VIP</a:t>
            </a:r>
            <a:r>
              <a:rPr lang="zh-CN" altLang="zh-CN" sz="12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客户生日的时候发送问候短信</a:t>
            </a:r>
            <a:r>
              <a:rPr lang="zh-CN" altLang="en-US" sz="12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：出生日期、手机号是必选项，客户等级要有相关参考数据支持。</a:t>
            </a:r>
            <a:endParaRPr lang="zh-CN" altLang="zh-CN" sz="12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nSpc>
                <a:spcPct val="200000"/>
              </a:lnSpc>
              <a:buFont typeface="Wingdings" panose="05000000000000000000" pitchFamily="2" charset="2"/>
              <a:buChar char="ü"/>
            </a:pPr>
            <a:r>
              <a:rPr lang="zh-CN" altLang="zh-CN" sz="12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连续两年不出险的保单优惠</a:t>
            </a:r>
            <a:r>
              <a:rPr lang="en-US" altLang="zh-CN" sz="12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30%</a:t>
            </a:r>
            <a:r>
              <a:rPr lang="zh-CN" altLang="en-US" sz="12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：保单生效时间是必选项。两年内订单的优惠幅度不能高于</a:t>
            </a:r>
            <a:r>
              <a:rPr lang="en-US" altLang="zh-CN" sz="12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30%</a:t>
            </a:r>
            <a:endParaRPr lang="zh-CN" altLang="zh-CN" sz="12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nSpc>
                <a:spcPct val="200000"/>
              </a:lnSpc>
              <a:buFont typeface="Wingdings" panose="05000000000000000000" pitchFamily="2" charset="2"/>
              <a:buChar char="ü"/>
            </a:pPr>
            <a:r>
              <a:rPr lang="zh-CN" altLang="zh-CN" sz="12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可以为供应链上下游的零售企业提供</a:t>
            </a:r>
            <a:r>
              <a:rPr lang="en-US" altLang="zh-CN" sz="12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30</a:t>
            </a:r>
            <a:r>
              <a:rPr lang="zh-CN" altLang="zh-CN" sz="12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万以下的贷款</a:t>
            </a:r>
            <a:r>
              <a:rPr lang="zh-CN" altLang="en-US" sz="12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：是否是自己上下游的企业，贷款额度区间的控制</a:t>
            </a:r>
            <a:endParaRPr lang="zh-CN" altLang="en-US" sz="12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3" name="Rectangle 17"/>
          <p:cNvSpPr>
            <a:spLocks noChangeArrowheads="1"/>
          </p:cNvSpPr>
          <p:nvPr>
            <p:custDataLst>
              <p:tags r:id="rId6"/>
            </p:custDataLst>
          </p:nvPr>
        </p:nvSpPr>
        <p:spPr bwMode="auto">
          <a:xfrm>
            <a:off x="911401" y="2924744"/>
            <a:ext cx="8232576" cy="428404"/>
          </a:xfrm>
          <a:prstGeom prst="rect">
            <a:avLst/>
          </a:prstGeom>
          <a:solidFill>
            <a:schemeClr val="accent1"/>
          </a:solidFill>
          <a:ln>
            <a:noFill/>
          </a:ln>
        </p:spPr>
        <p:txBody>
          <a:bodyPr wrap="square" anchor="ctr">
            <a:normAutofit/>
          </a:bodyPr>
          <a:lstStyle/>
          <a:p>
            <a:pPr lvl="0" algn="l" eaLnBrk="0" hangingPunct="0">
              <a:buClrTx/>
              <a:buSzTx/>
              <a:buFontTx/>
            </a:pPr>
            <a:r>
              <a:rPr lang="zh-CN" altLang="en-US" sz="1600" b="1" dirty="0">
                <a:solidFill>
                  <a:schemeClr val="bg2">
                    <a:lumMod val="50000"/>
                  </a:schemeClr>
                </a:solidFill>
                <a:latin typeface="微软雅黑" panose="020B0503020204020204" pitchFamily="34" charset="-122"/>
                <a:ea typeface="微软雅黑" panose="020B0503020204020204" pitchFamily="34" charset="-122"/>
                <a:sym typeface="+mn-ea"/>
              </a:rPr>
              <a:t>数据质量技术规则示例</a:t>
            </a:r>
            <a:endParaRPr lang="zh-CN" altLang="en-US" sz="1600" b="1" dirty="0">
              <a:solidFill>
                <a:schemeClr val="bg2">
                  <a:lumMod val="50000"/>
                </a:schemeClr>
              </a:solidFill>
              <a:latin typeface="微软雅黑" panose="020B0503020204020204" pitchFamily="34" charset="-122"/>
              <a:ea typeface="微软雅黑" panose="020B0503020204020204" pitchFamily="34" charset="-122"/>
              <a:sym typeface="+mn-ea"/>
            </a:endParaRPr>
          </a:p>
        </p:txBody>
      </p:sp>
      <p:sp>
        <p:nvSpPr>
          <p:cNvPr id="16" name="标题 15"/>
          <p:cNvSpPr>
            <a:spLocks noGrp="1"/>
          </p:cNvSpPr>
          <p:nvPr>
            <p:ph type="title"/>
            <p:custDataLst>
              <p:tags r:id="rId7"/>
            </p:custDataLst>
          </p:nvPr>
        </p:nvSpPr>
        <p:spPr/>
        <p:txBody>
          <a:bodyPr vert="horz" lIns="91440" tIns="45720" rIns="91440" bIns="45720" rtlCol="0" anchor="ctr">
            <a:normAutofit/>
          </a:bodyPr>
          <a:p>
            <a:pPr lvl="0" algn="l">
              <a:buClrTx/>
              <a:buSzTx/>
              <a:buFontTx/>
            </a:pPr>
            <a:r>
              <a:rPr lang="zh-CN" altLang="en-US" smtClean="0">
                <a:sym typeface="+mn-ea"/>
              </a:rPr>
              <a:t>示例：数据质量规则</a:t>
            </a:r>
            <a:endParaRPr lang="zh-CN" altLang="en-US" smtClean="0">
              <a:sym typeface="+mn-ea"/>
            </a:endParaRPr>
          </a:p>
        </p:txBody>
      </p:sp>
      <p:sp>
        <p:nvSpPr>
          <p:cNvPr id="60" name="矩形 59"/>
          <p:cNvSpPr/>
          <p:nvPr/>
        </p:nvSpPr>
        <p:spPr>
          <a:xfrm rot="1560000">
            <a:off x="9606280" y="1360805"/>
            <a:ext cx="2160270" cy="417195"/>
          </a:xfrm>
          <a:prstGeom prst="rect">
            <a:avLst/>
          </a:prstGeom>
          <a:solidFill>
            <a:srgbClr val="C0000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600" b="1">
                <a:latin typeface="微软雅黑" panose="020B0503020204020204" pitchFamily="34" charset="-122"/>
                <a:ea typeface="微软雅黑" panose="020B0503020204020204" pitchFamily="34" charset="-122"/>
              </a:rPr>
              <a:t>示例</a:t>
            </a:r>
            <a:endParaRPr lang="zh-CN" altLang="en-US" sz="1600" b="1">
              <a:latin typeface="微软雅黑" panose="020B0503020204020204" pitchFamily="34" charset="-122"/>
              <a:ea typeface="微软雅黑" panose="020B0503020204020204" pitchFamily="34" charset="-122"/>
            </a:endParaRPr>
          </a:p>
        </p:txBody>
      </p:sp>
      <p:sp>
        <p:nvSpPr>
          <p:cNvPr id="19" name="矩形 18"/>
          <p:cNvSpPr/>
          <p:nvPr/>
        </p:nvSpPr>
        <p:spPr>
          <a:xfrm rot="1560000">
            <a:off x="9462135" y="3088640"/>
            <a:ext cx="2160270" cy="417195"/>
          </a:xfrm>
          <a:prstGeom prst="rect">
            <a:avLst/>
          </a:prstGeom>
          <a:solidFill>
            <a:srgbClr val="C0000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600" b="1">
                <a:latin typeface="微软雅黑" panose="020B0503020204020204" pitchFamily="34" charset="-122"/>
                <a:ea typeface="微软雅黑" panose="020B0503020204020204" pitchFamily="34" charset="-122"/>
              </a:rPr>
              <a:t>示例</a:t>
            </a:r>
            <a:endParaRPr lang="zh-CN" altLang="en-US" sz="1600" b="1">
              <a:latin typeface="微软雅黑" panose="020B0503020204020204" pitchFamily="34" charset="-122"/>
              <a:ea typeface="微软雅黑" panose="020B0503020204020204" pitchFamily="34" charset="-122"/>
            </a:endParaRPr>
          </a:p>
        </p:txBody>
      </p:sp>
    </p:spTree>
    <p:custDataLst>
      <p:tags r:id="rId8"/>
    </p:custData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custDataLst>
              <p:tags r:id="rId1"/>
            </p:custDataLst>
          </p:nvPr>
        </p:nvSpPr>
        <p:spPr>
          <a:xfrm>
            <a:off x="854710" y="1219200"/>
            <a:ext cx="10640695" cy="5105400"/>
          </a:xfrm>
          <a:prstGeom prst="rect">
            <a:avLst/>
          </a:prstGeom>
          <a:noFill/>
          <a:ln>
            <a:noFill/>
          </a:ln>
        </p:spPr>
        <p:txBody>
          <a:bodyPr vert="horz" wrap="square" lIns="91440" tIns="45720" rIns="91440" bIns="45720" numCol="1" anchor="t" anchorCtr="0" compatLnSpc="1">
            <a:normAutofit/>
          </a:bodyPr>
          <a:lstStyle>
            <a:lvl1pPr marL="342900" indent="-342900" algn="l" rtl="0" eaLnBrk="1" fontAlgn="base" hangingPunct="1">
              <a:spcBef>
                <a:spcPct val="20000"/>
              </a:spcBef>
              <a:spcAft>
                <a:spcPct val="0"/>
              </a:spcAft>
              <a:buClr>
                <a:schemeClr val="tx1"/>
              </a:buClr>
              <a:buFont typeface="Wingdings" panose="05000000000000000000" pitchFamily="2" charset="2"/>
              <a:buChar char="v"/>
              <a:defRPr sz="2000" b="1">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defRPr>
            </a:lvl1pPr>
            <a:lvl2pPr marL="742950" indent="-285750" algn="l" rtl="0" eaLnBrk="1" fontAlgn="base" hangingPunct="1">
              <a:spcBef>
                <a:spcPct val="20000"/>
              </a:spcBef>
              <a:spcAft>
                <a:spcPct val="0"/>
              </a:spcAft>
              <a:buFont typeface="Wingdings" panose="05000000000000000000" pitchFamily="2" charset="2"/>
              <a:buChar char="§"/>
              <a:defRPr sz="2000">
                <a:solidFill>
                  <a:schemeClr val="bg1">
                    <a:lumMod val="50000"/>
                  </a:schemeClr>
                </a:solidFill>
                <a:latin typeface="微软雅黑" panose="020B0503020204020204" pitchFamily="34" charset="-122"/>
                <a:ea typeface="微软雅黑" panose="020B0503020204020204" pitchFamily="34" charset="-122"/>
              </a:defRPr>
            </a:lvl2pPr>
            <a:lvl3pPr marL="1143000" indent="-228600" algn="l" rtl="0" eaLnBrk="1" fontAlgn="base" hangingPunct="1">
              <a:spcBef>
                <a:spcPct val="20000"/>
              </a:spcBef>
              <a:spcAft>
                <a:spcPct val="0"/>
              </a:spcAft>
              <a:buChar char="•"/>
              <a:defRPr sz="1800">
                <a:solidFill>
                  <a:schemeClr val="bg1">
                    <a:lumMod val="50000"/>
                  </a:schemeClr>
                </a:solidFill>
                <a:latin typeface="微软雅黑" panose="020B0503020204020204" pitchFamily="34" charset="-122"/>
                <a:ea typeface="微软雅黑" panose="020B0503020204020204" pitchFamily="34" charset="-122"/>
              </a:defRPr>
            </a:lvl3pPr>
            <a:lvl4pPr marL="1600200" indent="-228600" algn="l" rtl="0" eaLnBrk="1" fontAlgn="base" hangingPunct="1">
              <a:spcBef>
                <a:spcPct val="20000"/>
              </a:spcBef>
              <a:spcAft>
                <a:spcPct val="0"/>
              </a:spcAft>
              <a:buChar char="–"/>
              <a:defRPr sz="1600">
                <a:solidFill>
                  <a:schemeClr val="bg1">
                    <a:lumMod val="50000"/>
                  </a:schemeClr>
                </a:solidFill>
                <a:latin typeface="微软雅黑" panose="020B0503020204020204" pitchFamily="34" charset="-122"/>
                <a:ea typeface="微软雅黑" panose="020B0503020204020204" pitchFamily="34" charset="-122"/>
              </a:defRPr>
            </a:lvl4pPr>
            <a:lvl5pPr marL="2057400" indent="-228600" algn="l" rtl="0" eaLnBrk="1" fontAlgn="base" hangingPunct="1">
              <a:spcBef>
                <a:spcPct val="20000"/>
              </a:spcBef>
              <a:spcAft>
                <a:spcPct val="0"/>
              </a:spcAft>
              <a:buChar char="»"/>
              <a:defRPr sz="1600">
                <a:solidFill>
                  <a:schemeClr val="bg1">
                    <a:lumMod val="50000"/>
                  </a:schemeClr>
                </a:solidFill>
                <a:latin typeface="微软雅黑" panose="020B0503020204020204" pitchFamily="34" charset="-122"/>
                <a:ea typeface="微软雅黑" panose="020B0503020204020204" pitchFamily="34" charset="-122"/>
              </a:defRPr>
            </a:lvl5pPr>
            <a:lvl6pPr marL="2514600" indent="-228600" algn="l" rtl="0" eaLnBrk="1" fontAlgn="base" hangingPunct="1">
              <a:spcBef>
                <a:spcPct val="20000"/>
              </a:spcBef>
              <a:spcAft>
                <a:spcPct val="0"/>
              </a:spcAft>
              <a:buChar char="»"/>
              <a:defRPr sz="2000">
                <a:solidFill>
                  <a:schemeClr val="tx1"/>
                </a:solidFill>
                <a:latin typeface="Arial" panose="020B0604020202020204" pitchFamily="34" charset="0"/>
              </a:defRPr>
            </a:lvl6pPr>
            <a:lvl7pPr marL="2971800" indent="-228600" algn="l" rtl="0" eaLnBrk="1" fontAlgn="base" hangingPunct="1">
              <a:spcBef>
                <a:spcPct val="20000"/>
              </a:spcBef>
              <a:spcAft>
                <a:spcPct val="0"/>
              </a:spcAft>
              <a:buChar char="»"/>
              <a:defRPr sz="2000">
                <a:solidFill>
                  <a:schemeClr val="tx1"/>
                </a:solidFill>
                <a:latin typeface="Arial" panose="020B0604020202020204" pitchFamily="34" charset="0"/>
              </a:defRPr>
            </a:lvl7pPr>
            <a:lvl8pPr marL="3429000" indent="-228600" algn="l" rtl="0" eaLnBrk="1" fontAlgn="base" hangingPunct="1">
              <a:spcBef>
                <a:spcPct val="20000"/>
              </a:spcBef>
              <a:spcAft>
                <a:spcPct val="0"/>
              </a:spcAft>
              <a:buChar char="»"/>
              <a:defRPr sz="2000">
                <a:solidFill>
                  <a:schemeClr val="tx1"/>
                </a:solidFill>
                <a:latin typeface="Arial" panose="020B0604020202020204" pitchFamily="34" charset="0"/>
              </a:defRPr>
            </a:lvl8pPr>
            <a:lvl9pPr marL="3886200" indent="-228600" algn="l" rtl="0" eaLnBrk="1" fontAlgn="base" hangingPunct="1">
              <a:spcBef>
                <a:spcPct val="20000"/>
              </a:spcBef>
              <a:spcAft>
                <a:spcPct val="0"/>
              </a:spcAft>
              <a:buChar char="»"/>
              <a:defRPr sz="2000">
                <a:solidFill>
                  <a:schemeClr val="tx1"/>
                </a:solidFill>
                <a:latin typeface="Arial" panose="020B0604020202020204" pitchFamily="34" charset="0"/>
              </a:defRPr>
            </a:lvl9pPr>
          </a:lstStyle>
          <a:p>
            <a:pPr>
              <a:lnSpc>
                <a:spcPct val="150000"/>
              </a:lnSpc>
            </a:pPr>
            <a:r>
              <a:rPr lang="zh-CN" altLang="en-US" sz="2300" dirty="0">
                <a:solidFill>
                  <a:schemeClr val="tx1"/>
                </a:solidFill>
                <a:latin typeface="+mn-lt"/>
                <a:ea typeface="+mn-ea"/>
              </a:rPr>
              <a:t>主数据是</a:t>
            </a:r>
            <a:r>
              <a:rPr lang="zh-CN" altLang="en-US" sz="2300" b="1" dirty="0">
                <a:solidFill>
                  <a:srgbClr val="C00000"/>
                </a:solidFill>
                <a:latin typeface="+mn-lt"/>
                <a:ea typeface="+mn-ea"/>
              </a:rPr>
              <a:t>关于关键业务实体的权威的、最准确的数据</a:t>
            </a:r>
            <a:r>
              <a:rPr lang="zh-CN" altLang="en-US" sz="2300" dirty="0">
                <a:solidFill>
                  <a:schemeClr val="tx1"/>
                </a:solidFill>
                <a:latin typeface="+mn-lt"/>
                <a:ea typeface="+mn-ea"/>
              </a:rPr>
              <a:t>。主数据值被认为是“黄金”数据。</a:t>
            </a:r>
            <a:endParaRPr lang="en-US" altLang="zh-CN" sz="2300" dirty="0">
              <a:solidFill>
                <a:schemeClr val="tx1"/>
              </a:solidFill>
              <a:latin typeface="+mn-lt"/>
              <a:ea typeface="+mn-ea"/>
            </a:endParaRPr>
          </a:p>
          <a:p>
            <a:pPr lvl="1">
              <a:lnSpc>
                <a:spcPct val="150000"/>
              </a:lnSpc>
            </a:pPr>
            <a:r>
              <a:rPr lang="zh-CN" altLang="en-US" sz="2300" dirty="0">
                <a:solidFill>
                  <a:schemeClr val="tx1"/>
                </a:solidFill>
                <a:latin typeface="+mn-lt"/>
                <a:ea typeface="+mn-ea"/>
              </a:rPr>
              <a:t>当事人</a:t>
            </a:r>
            <a:r>
              <a:rPr lang="en-US" altLang="zh-CN" sz="2300" dirty="0">
                <a:solidFill>
                  <a:schemeClr val="tx1"/>
                </a:solidFill>
                <a:latin typeface="+mn-lt"/>
                <a:ea typeface="+mn-ea"/>
              </a:rPr>
              <a:t>(Parties)</a:t>
            </a:r>
            <a:r>
              <a:rPr lang="zh-CN" altLang="en-US" sz="2300" dirty="0">
                <a:solidFill>
                  <a:schemeClr val="tx1"/>
                </a:solidFill>
                <a:latin typeface="+mn-lt"/>
                <a:ea typeface="+mn-ea"/>
              </a:rPr>
              <a:t>：用户画像；</a:t>
            </a:r>
            <a:endParaRPr lang="en-US" altLang="zh-CN" sz="2300" dirty="0">
              <a:solidFill>
                <a:schemeClr val="tx1"/>
              </a:solidFill>
              <a:latin typeface="+mn-lt"/>
              <a:ea typeface="+mn-ea"/>
            </a:endParaRPr>
          </a:p>
          <a:p>
            <a:pPr lvl="1">
              <a:lnSpc>
                <a:spcPct val="150000"/>
              </a:lnSpc>
            </a:pPr>
            <a:r>
              <a:rPr lang="zh-CN" altLang="en-US" sz="2300" dirty="0">
                <a:solidFill>
                  <a:schemeClr val="tx1"/>
                </a:solidFill>
                <a:latin typeface="+mn-lt"/>
                <a:ea typeface="+mn-ea"/>
              </a:rPr>
              <a:t>产品</a:t>
            </a:r>
            <a:r>
              <a:rPr lang="en-US" altLang="zh-CN" sz="2300" dirty="0">
                <a:solidFill>
                  <a:schemeClr val="tx1"/>
                </a:solidFill>
                <a:latin typeface="+mn-lt"/>
                <a:ea typeface="+mn-ea"/>
              </a:rPr>
              <a:t>(Products)</a:t>
            </a:r>
            <a:r>
              <a:rPr lang="zh-CN" altLang="en-US" sz="2300" dirty="0">
                <a:solidFill>
                  <a:schemeClr val="tx1"/>
                </a:solidFill>
                <a:latin typeface="+mn-lt"/>
                <a:ea typeface="+mn-ea"/>
              </a:rPr>
              <a:t>：统一产品</a:t>
            </a:r>
            <a:r>
              <a:rPr lang="en-US" altLang="zh-CN" sz="2300" dirty="0">
                <a:solidFill>
                  <a:schemeClr val="tx1"/>
                </a:solidFill>
                <a:latin typeface="+mn-lt"/>
                <a:ea typeface="+mn-ea"/>
              </a:rPr>
              <a:t>SKU</a:t>
            </a:r>
            <a:r>
              <a:rPr lang="zh-CN" altLang="en-US" sz="2300" dirty="0">
                <a:solidFill>
                  <a:schemeClr val="tx1"/>
                </a:solidFill>
                <a:latin typeface="+mn-lt"/>
                <a:ea typeface="+mn-ea"/>
              </a:rPr>
              <a:t>；</a:t>
            </a:r>
            <a:endParaRPr lang="en-US" altLang="zh-CN" sz="2300" dirty="0">
              <a:solidFill>
                <a:schemeClr val="tx1"/>
              </a:solidFill>
              <a:latin typeface="+mn-lt"/>
              <a:ea typeface="+mn-ea"/>
            </a:endParaRPr>
          </a:p>
          <a:p>
            <a:pPr lvl="1">
              <a:lnSpc>
                <a:spcPct val="150000"/>
              </a:lnSpc>
            </a:pPr>
            <a:r>
              <a:rPr lang="zh-CN" altLang="en-US" sz="2300" dirty="0">
                <a:solidFill>
                  <a:schemeClr val="tx1"/>
                </a:solidFill>
                <a:latin typeface="+mn-lt"/>
                <a:ea typeface="+mn-ea"/>
              </a:rPr>
              <a:t>财务结构</a:t>
            </a:r>
            <a:r>
              <a:rPr lang="en-US" altLang="zh-CN" sz="2300" dirty="0">
                <a:solidFill>
                  <a:schemeClr val="tx1"/>
                </a:solidFill>
                <a:latin typeface="+mn-lt"/>
                <a:ea typeface="+mn-ea"/>
              </a:rPr>
              <a:t>(Financial structures)</a:t>
            </a:r>
            <a:r>
              <a:rPr lang="zh-CN" altLang="en-US" sz="2300" dirty="0">
                <a:solidFill>
                  <a:schemeClr val="tx1"/>
                </a:solidFill>
                <a:latin typeface="+mn-lt"/>
                <a:ea typeface="+mn-ea"/>
              </a:rPr>
              <a:t>：会计科目；</a:t>
            </a:r>
            <a:endParaRPr lang="en-US" altLang="zh-CN" sz="2300" dirty="0">
              <a:solidFill>
                <a:schemeClr val="tx1"/>
              </a:solidFill>
              <a:latin typeface="+mn-lt"/>
              <a:ea typeface="+mn-ea"/>
            </a:endParaRPr>
          </a:p>
          <a:p>
            <a:pPr lvl="1">
              <a:lnSpc>
                <a:spcPct val="150000"/>
              </a:lnSpc>
            </a:pPr>
            <a:r>
              <a:rPr lang="zh-CN" altLang="en-US" sz="2300" dirty="0">
                <a:solidFill>
                  <a:schemeClr val="tx1"/>
                </a:solidFill>
                <a:latin typeface="+mn-lt"/>
                <a:ea typeface="+mn-ea"/>
              </a:rPr>
              <a:t>位置</a:t>
            </a:r>
            <a:r>
              <a:rPr lang="en-US" altLang="zh-CN" sz="2300" dirty="0">
                <a:solidFill>
                  <a:schemeClr val="tx1"/>
                </a:solidFill>
                <a:latin typeface="+mn-lt"/>
                <a:ea typeface="+mn-ea"/>
              </a:rPr>
              <a:t>(Locations)</a:t>
            </a:r>
            <a:r>
              <a:rPr lang="zh-CN" altLang="en-US" sz="2300" dirty="0">
                <a:solidFill>
                  <a:schemeClr val="tx1"/>
                </a:solidFill>
                <a:latin typeface="+mn-lt"/>
                <a:ea typeface="+mn-ea"/>
              </a:rPr>
              <a:t>：省、城市、地址等。</a:t>
            </a:r>
            <a:endParaRPr lang="en-US" altLang="zh-CN" sz="2300" dirty="0">
              <a:solidFill>
                <a:schemeClr val="tx1"/>
              </a:solidFill>
              <a:latin typeface="+mn-lt"/>
              <a:ea typeface="+mn-ea"/>
            </a:endParaRPr>
          </a:p>
          <a:p>
            <a:pPr>
              <a:lnSpc>
                <a:spcPct val="150000"/>
              </a:lnSpc>
            </a:pPr>
            <a:r>
              <a:rPr lang="zh-CN" altLang="en-US" sz="2700" dirty="0">
                <a:solidFill>
                  <a:schemeClr val="tx1"/>
                </a:solidFill>
                <a:latin typeface="+mn-lt"/>
                <a:ea typeface="+mn-ea"/>
              </a:rPr>
              <a:t>确保多系统的数据一致性</a:t>
            </a:r>
            <a:endParaRPr lang="zh-CN" altLang="en-US" sz="2700" dirty="0">
              <a:solidFill>
                <a:schemeClr val="tx1"/>
              </a:solidFill>
              <a:latin typeface="+mn-lt"/>
              <a:ea typeface="+mn-ea"/>
            </a:endParaRPr>
          </a:p>
        </p:txBody>
      </p:sp>
      <p:sp>
        <p:nvSpPr>
          <p:cNvPr id="2" name="灯片编号占位符 4"/>
          <p:cNvSpPr>
            <a:spLocks noGrp="1"/>
          </p:cNvSpPr>
          <p:nvPr>
            <p:custDataLst>
              <p:tags r:id="rId2"/>
            </p:custDataLst>
          </p:nvPr>
        </p:nvSpPr>
        <p:spPr>
          <a:xfrm>
            <a:off x="10134600" y="6607175"/>
            <a:ext cx="533400" cy="244475"/>
          </a:xfrm>
          <a:prstGeom prst="rect">
            <a:avLst/>
          </a:prstGeom>
        </p:spPr>
        <p:txBody>
          <a:bodyPr vert="horz" lIns="91440" tIns="45720" rIns="91440" bIns="45720" rtlCol="0" anchor="ctr"/>
          <a:lstStyle>
            <a:defPPr>
              <a:defRPr lang="zh-CN"/>
            </a:defPPr>
            <a:lvl1pPr marL="0" algn="l" defTabSz="914400" rtl="0" eaLnBrk="1" latinLnBrk="0" hangingPunct="1">
              <a:defRPr lang="en-US" altLang="zh-CN" sz="1000" kern="1200" baseline="0" smtClean="0">
                <a:solidFill>
                  <a:srgbClr val="666666"/>
                </a:solidFill>
                <a:latin typeface="微软雅黑" panose="020B0503020204020204" pitchFamily="34" charset="-122"/>
                <a:ea typeface="微软雅黑" panose="020B0503020204020204" pitchFamily="34" charset="-122"/>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874E8E66-71D6-45D4-A3A2-5B086109405E}" type="slidenum">
              <a:rPr lang="en-US" altLang="zh-CN" smtClean="0">
                <a:solidFill>
                  <a:schemeClr val="tx1"/>
                </a:solidFill>
              </a:rPr>
            </a:fld>
            <a:endParaRPr lang="en-US" altLang="zh-CN" dirty="0" smtClean="0">
              <a:solidFill>
                <a:schemeClr val="tx1"/>
              </a:solidFill>
            </a:endParaRPr>
          </a:p>
        </p:txBody>
      </p:sp>
      <p:sp>
        <p:nvSpPr>
          <p:cNvPr id="7" name="梯形 6"/>
          <p:cNvSpPr/>
          <p:nvPr>
            <p:custDataLst>
              <p:tags r:id="rId3"/>
            </p:custDataLst>
          </p:nvPr>
        </p:nvSpPr>
        <p:spPr>
          <a:xfrm rot="20486602">
            <a:off x="10080293" y="715673"/>
            <a:ext cx="387816" cy="356632"/>
          </a:xfrm>
          <a:prstGeom prst="trapezoid">
            <a:avLst/>
          </a:prstGeom>
          <a:solidFill>
            <a:schemeClr val="accent1">
              <a:alpha val="5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3" name="标题 12"/>
          <p:cNvSpPr>
            <a:spLocks noGrp="1"/>
          </p:cNvSpPr>
          <p:nvPr>
            <p:ph type="title"/>
            <p:custDataLst>
              <p:tags r:id="rId4"/>
            </p:custDataLst>
          </p:nvPr>
        </p:nvSpPr>
        <p:spPr/>
        <p:txBody>
          <a:bodyPr vert="horz" lIns="91440" tIns="45720" rIns="91440" bIns="45720" rtlCol="0" anchor="ctr">
            <a:normAutofit/>
          </a:bodyPr>
          <a:p>
            <a:pPr lvl="0" algn="l">
              <a:buClrTx/>
              <a:buSzTx/>
              <a:buFontTx/>
            </a:pPr>
            <a:r>
              <a:rPr lang="zh-CN" altLang="en-US" smtClean="0">
                <a:sym typeface="+mn-ea"/>
              </a:rPr>
              <a:t>主数据管理</a:t>
            </a:r>
            <a:endParaRPr lang="zh-CN" altLang="en-US" smtClean="0">
              <a:sym typeface="+mn-ea"/>
            </a:endParaRPr>
          </a:p>
        </p:txBody>
      </p:sp>
    </p:spTree>
    <p:custDataLst>
      <p:tags r:id="rId5"/>
    </p:custData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custDataLst>
              <p:tags r:id="rId1"/>
            </p:custDataLst>
          </p:nvPr>
        </p:nvSpPr>
        <p:spPr/>
        <p:txBody>
          <a:bodyPr vert="horz" lIns="91440" tIns="45720" rIns="91440" bIns="45720" rtlCol="0" anchor="ctr">
            <a:normAutofit/>
          </a:bodyPr>
          <a:p>
            <a:pPr lvl="0" algn="l">
              <a:buClrTx/>
              <a:buSzTx/>
              <a:buFontTx/>
            </a:pPr>
            <a:r>
              <a:rPr lang="zh-CN" altLang="en-US" smtClean="0">
                <a:sym typeface="+mn-ea"/>
              </a:rPr>
              <a:t>主数据示例：客户数据</a:t>
            </a:r>
            <a:endParaRPr lang="zh-CN" altLang="en-US" smtClean="0">
              <a:sym typeface="+mn-ea"/>
            </a:endParaRPr>
          </a:p>
        </p:txBody>
      </p:sp>
      <p:graphicFrame>
        <p:nvGraphicFramePr>
          <p:cNvPr id="12" name="Group 3"/>
          <p:cNvGraphicFramePr>
            <a:graphicFrameLocks noGrp="1"/>
          </p:cNvGraphicFramePr>
          <p:nvPr/>
        </p:nvGraphicFramePr>
        <p:xfrm>
          <a:off x="617855" y="2339250"/>
          <a:ext cx="1176501" cy="1461361"/>
        </p:xfrm>
        <a:graphic>
          <a:graphicData uri="http://schemas.openxmlformats.org/drawingml/2006/table">
            <a:tbl>
              <a:tblPr/>
              <a:tblGrid>
                <a:gridCol w="1176501"/>
              </a:tblGrid>
              <a:tr h="316826">
                <a:tc>
                  <a:txBody>
                    <a:bodyPr/>
                    <a:lstStyle>
                      <a:lvl1pPr marL="0" algn="l" defTabSz="914400" rtl="0" eaLnBrk="1" latinLnBrk="0" hangingPunct="1">
                        <a:spcBef>
                          <a:spcPct val="25000"/>
                        </a:spcBef>
                        <a:spcAft>
                          <a:spcPct val="15000"/>
                        </a:spcAft>
                        <a:buClr>
                          <a:schemeClr val="accent1"/>
                        </a:buClr>
                        <a:defRPr sz="1600" kern="1200">
                          <a:solidFill>
                            <a:schemeClr val="tx1"/>
                          </a:solidFill>
                          <a:latin typeface="Arial" panose="020B0604020202020204" pitchFamily="34" charset="0"/>
                          <a:cs typeface="Arial" panose="020B0604020202020204" pitchFamily="34" charset="0"/>
                        </a:defRPr>
                      </a:lvl1pPr>
                      <a:lvl2pPr marL="465455" indent="-8255" algn="l" defTabSz="914400" rtl="0" eaLnBrk="1" latinLnBrk="0" hangingPunct="1">
                        <a:spcBef>
                          <a:spcPct val="15000"/>
                        </a:spcBef>
                        <a:spcAft>
                          <a:spcPct val="15000"/>
                        </a:spcAft>
                        <a:buClr>
                          <a:schemeClr val="accent1"/>
                        </a:buClr>
                        <a:buFont typeface="Webdings" panose="05030102010509060703" pitchFamily="18" charset="2"/>
                        <a:defRPr sz="1400" kern="1200">
                          <a:solidFill>
                            <a:schemeClr val="tx1"/>
                          </a:solidFill>
                          <a:latin typeface="Arial" panose="020B0604020202020204" pitchFamily="34" charset="0"/>
                          <a:cs typeface="Arial" panose="020B0604020202020204" pitchFamily="34" charset="0"/>
                        </a:defRPr>
                      </a:lvl2pPr>
                      <a:lvl3pPr marL="914400" algn="l" defTabSz="914400" rtl="0" eaLnBrk="1" latinLnBrk="0" hangingPunct="1">
                        <a:spcBef>
                          <a:spcPct val="15000"/>
                        </a:spcBef>
                        <a:spcAft>
                          <a:spcPct val="15000"/>
                        </a:spcAft>
                        <a:buClr>
                          <a:schemeClr val="accent1"/>
                        </a:buClr>
                        <a:defRPr sz="1400" kern="1200">
                          <a:solidFill>
                            <a:schemeClr val="tx1"/>
                          </a:solidFill>
                          <a:latin typeface="Arial" panose="020B0604020202020204" pitchFamily="34" charset="0"/>
                          <a:cs typeface="Arial" panose="020B0604020202020204" pitchFamily="34" charset="0"/>
                        </a:defRPr>
                      </a:lvl3pPr>
                      <a:lvl4pPr marL="1371600" algn="l" defTabSz="914400" rtl="0" eaLnBrk="1" latinLnBrk="0" hangingPunct="1">
                        <a:spcBef>
                          <a:spcPct val="15000"/>
                        </a:spcBef>
                        <a:spcAft>
                          <a:spcPct val="15000"/>
                        </a:spcAft>
                        <a:buClr>
                          <a:schemeClr val="accent1"/>
                        </a:buClr>
                        <a:buFont typeface="Arial" panose="020B0604020202020204" pitchFamily="34" charset="0"/>
                        <a:defRPr sz="1400" kern="1200">
                          <a:solidFill>
                            <a:schemeClr val="tx1"/>
                          </a:solidFill>
                          <a:latin typeface="Arial" panose="020B0604020202020204" pitchFamily="34" charset="0"/>
                          <a:cs typeface="Arial" panose="020B0604020202020204" pitchFamily="34" charset="0"/>
                        </a:defRPr>
                      </a:lvl4pPr>
                      <a:lvl5pPr marL="1828800" algn="l" defTabSz="914400" rtl="0" eaLnBrk="1" latinLnBrk="0" hangingPunct="1">
                        <a:spcBef>
                          <a:spcPct val="15000"/>
                        </a:spcBef>
                        <a:spcAft>
                          <a:spcPct val="15000"/>
                        </a:spcAft>
                        <a:buClr>
                          <a:schemeClr val="accent1"/>
                        </a:buClr>
                        <a:buFont typeface="Arial" panose="020B0604020202020204" pitchFamily="34" charset="0"/>
                        <a:defRPr sz="1400" kern="1200">
                          <a:solidFill>
                            <a:schemeClr val="tx1"/>
                          </a:solidFill>
                          <a:latin typeface="Arial" panose="020B0604020202020204" pitchFamily="34" charset="0"/>
                          <a:cs typeface="Arial" panose="020B0604020202020204" pitchFamily="34" charset="0"/>
                        </a:defRPr>
                      </a:lvl5pPr>
                      <a:lvl6pPr marL="2286000" algn="l" defTabSz="914400" rtl="0" eaLnBrk="1" fontAlgn="base" latinLnBrk="0" hangingPunct="1">
                        <a:spcBef>
                          <a:spcPct val="15000"/>
                        </a:spcBef>
                        <a:spcAft>
                          <a:spcPct val="15000"/>
                        </a:spcAft>
                        <a:buClr>
                          <a:schemeClr val="accent1"/>
                        </a:buClr>
                        <a:buFont typeface="Arial" panose="020B0604020202020204" pitchFamily="34" charset="0"/>
                        <a:defRPr sz="1400" kern="1200">
                          <a:solidFill>
                            <a:schemeClr val="tx1"/>
                          </a:solidFill>
                          <a:latin typeface="Arial" panose="020B0604020202020204" pitchFamily="34" charset="0"/>
                          <a:cs typeface="Arial" panose="020B0604020202020204" pitchFamily="34" charset="0"/>
                        </a:defRPr>
                      </a:lvl6pPr>
                      <a:lvl7pPr marL="2743200" algn="l" defTabSz="914400" rtl="0" eaLnBrk="1" fontAlgn="base" latinLnBrk="0" hangingPunct="1">
                        <a:spcBef>
                          <a:spcPct val="15000"/>
                        </a:spcBef>
                        <a:spcAft>
                          <a:spcPct val="15000"/>
                        </a:spcAft>
                        <a:buClr>
                          <a:schemeClr val="accent1"/>
                        </a:buClr>
                        <a:buFont typeface="Arial" panose="020B0604020202020204" pitchFamily="34" charset="0"/>
                        <a:defRPr sz="1400" kern="1200">
                          <a:solidFill>
                            <a:schemeClr val="tx1"/>
                          </a:solidFill>
                          <a:latin typeface="Arial" panose="020B0604020202020204" pitchFamily="34" charset="0"/>
                          <a:cs typeface="Arial" panose="020B0604020202020204" pitchFamily="34" charset="0"/>
                        </a:defRPr>
                      </a:lvl7pPr>
                      <a:lvl8pPr marL="3200400" algn="l" defTabSz="914400" rtl="0" eaLnBrk="1" fontAlgn="base" latinLnBrk="0" hangingPunct="1">
                        <a:spcBef>
                          <a:spcPct val="15000"/>
                        </a:spcBef>
                        <a:spcAft>
                          <a:spcPct val="15000"/>
                        </a:spcAft>
                        <a:buClr>
                          <a:schemeClr val="accent1"/>
                        </a:buClr>
                        <a:buFont typeface="Arial" panose="020B0604020202020204" pitchFamily="34" charset="0"/>
                        <a:defRPr sz="1400" kern="1200">
                          <a:solidFill>
                            <a:schemeClr val="tx1"/>
                          </a:solidFill>
                          <a:latin typeface="Arial" panose="020B0604020202020204" pitchFamily="34" charset="0"/>
                          <a:cs typeface="Arial" panose="020B0604020202020204" pitchFamily="34" charset="0"/>
                        </a:defRPr>
                      </a:lvl8pPr>
                      <a:lvl9pPr marL="3657600" algn="l" defTabSz="914400" rtl="0" eaLnBrk="1" fontAlgn="base" latinLnBrk="0" hangingPunct="1">
                        <a:spcBef>
                          <a:spcPct val="15000"/>
                        </a:spcBef>
                        <a:spcAft>
                          <a:spcPct val="15000"/>
                        </a:spcAft>
                        <a:buClr>
                          <a:schemeClr val="accent1"/>
                        </a:buClr>
                        <a:buFont typeface="Arial" panose="020B0604020202020204" pitchFamily="34" charset="0"/>
                        <a:defRPr sz="1400" kern="12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25000"/>
                        </a:spcBef>
                        <a:spcAft>
                          <a:spcPct val="15000"/>
                        </a:spcAft>
                        <a:buClr>
                          <a:schemeClr val="accent1"/>
                        </a:buClr>
                        <a:buSzTx/>
                        <a:buFont typeface="Wingdings" panose="05000000000000000000" pitchFamily="2" charset="2"/>
                        <a:buNone/>
                      </a:pPr>
                      <a:r>
                        <a:rPr kumimoji="0" lang="en-US" altLang="zh-CN" sz="1000" b="0"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Internet Commerce</a:t>
                      </a:r>
                      <a:endParaRPr kumimoji="0" lang="en-US" altLang="zh-CN" sz="1000" b="0"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Arial" panose="020B0604020202020204" pitchFamily="34" charset="0"/>
                      </a:endParaRPr>
                    </a:p>
                  </a:txBody>
                  <a:tcPr marL="45720" marR="45720" horzOverflow="overflow">
                    <a:lnL w="12700" cap="flat" cmpd="sng" algn="ctr">
                      <a:solidFill>
                        <a:srgbClr val="DDDDDD"/>
                      </a:solidFill>
                      <a:prstDash val="solid"/>
                      <a:round/>
                      <a:headEnd type="none" w="sm" len="sm"/>
                      <a:tailEnd type="none" w="sm" len="sm"/>
                    </a:lnL>
                    <a:lnR w="12700" cap="flat" cmpd="sng" algn="ctr">
                      <a:solidFill>
                        <a:srgbClr val="DDDDDD"/>
                      </a:solidFill>
                      <a:prstDash val="solid"/>
                      <a:round/>
                      <a:headEnd type="none" w="sm" len="sm"/>
                      <a:tailEnd type="none" w="sm" len="sm"/>
                    </a:lnR>
                    <a:lnT w="12700" cap="flat" cmpd="sng" algn="ctr">
                      <a:solidFill>
                        <a:srgbClr val="DDDDDD"/>
                      </a:solidFill>
                      <a:prstDash val="solid"/>
                      <a:round/>
                      <a:headEnd type="none" w="sm" len="sm"/>
                      <a:tailEnd type="none" w="sm" len="sm"/>
                    </a:lnT>
                    <a:lnB w="12700" cap="flat" cmpd="sng" algn="ctr">
                      <a:solidFill>
                        <a:srgbClr val="DDDDDD"/>
                      </a:solidFill>
                      <a:prstDash val="solid"/>
                      <a:round/>
                      <a:headEnd type="none" w="sm" len="sm"/>
                      <a:tailEnd type="none" w="sm" len="sm"/>
                    </a:lnB>
                    <a:lnTlToBr>
                      <a:noFill/>
                    </a:lnTlToBr>
                    <a:lnBlToTr>
                      <a:noFill/>
                    </a:lnBlToTr>
                    <a:solidFill>
                      <a:srgbClr val="F2CA7F"/>
                    </a:solidFill>
                  </a:tcPr>
                </a:tc>
              </a:tr>
              <a:tr h="1144535">
                <a:tc>
                  <a:txBody>
                    <a:bodyPr/>
                    <a:lstStyle>
                      <a:lvl1pPr marL="116205" indent="-116205" algn="l" defTabSz="914400" rtl="0" eaLnBrk="1" latinLnBrk="0" hangingPunct="1">
                        <a:spcBef>
                          <a:spcPct val="25000"/>
                        </a:spcBef>
                        <a:spcAft>
                          <a:spcPct val="15000"/>
                        </a:spcAft>
                        <a:buClr>
                          <a:schemeClr val="accent1"/>
                        </a:buClr>
                        <a:defRPr sz="1600" kern="1200">
                          <a:solidFill>
                            <a:schemeClr val="tx1"/>
                          </a:solidFill>
                          <a:latin typeface="Arial" panose="020B0604020202020204" pitchFamily="34" charset="0"/>
                          <a:cs typeface="Arial" panose="020B0604020202020204" pitchFamily="34" charset="0"/>
                        </a:defRPr>
                      </a:lvl1pPr>
                      <a:lvl2pPr marL="290830" indent="-173355" algn="l" defTabSz="914400" rtl="0" eaLnBrk="1" latinLnBrk="0" hangingPunct="1">
                        <a:spcBef>
                          <a:spcPct val="15000"/>
                        </a:spcBef>
                        <a:spcAft>
                          <a:spcPct val="15000"/>
                        </a:spcAft>
                        <a:buClr>
                          <a:schemeClr val="accent1"/>
                        </a:buClr>
                        <a:buFont typeface="Webdings" panose="05030102010509060703" pitchFamily="18" charset="2"/>
                        <a:defRPr sz="1400" kern="1200">
                          <a:solidFill>
                            <a:schemeClr val="tx1"/>
                          </a:solidFill>
                          <a:latin typeface="Arial" panose="020B0604020202020204" pitchFamily="34" charset="0"/>
                          <a:cs typeface="Arial" panose="020B0604020202020204" pitchFamily="34" charset="0"/>
                        </a:defRPr>
                      </a:lvl2pPr>
                      <a:lvl3pPr marL="914400" algn="l" defTabSz="914400" rtl="0" eaLnBrk="1" latinLnBrk="0" hangingPunct="1">
                        <a:spcBef>
                          <a:spcPct val="15000"/>
                        </a:spcBef>
                        <a:spcAft>
                          <a:spcPct val="15000"/>
                        </a:spcAft>
                        <a:buClr>
                          <a:schemeClr val="accent1"/>
                        </a:buClr>
                        <a:defRPr sz="1400" kern="1200">
                          <a:solidFill>
                            <a:schemeClr val="tx1"/>
                          </a:solidFill>
                          <a:latin typeface="Arial" panose="020B0604020202020204" pitchFamily="34" charset="0"/>
                          <a:cs typeface="Arial" panose="020B0604020202020204" pitchFamily="34" charset="0"/>
                        </a:defRPr>
                      </a:lvl3pPr>
                      <a:lvl4pPr marL="1371600" algn="l" defTabSz="914400" rtl="0" eaLnBrk="1" latinLnBrk="0" hangingPunct="1">
                        <a:spcBef>
                          <a:spcPct val="15000"/>
                        </a:spcBef>
                        <a:spcAft>
                          <a:spcPct val="15000"/>
                        </a:spcAft>
                        <a:buClr>
                          <a:schemeClr val="accent1"/>
                        </a:buClr>
                        <a:buFont typeface="Arial" panose="020B0604020202020204" pitchFamily="34" charset="0"/>
                        <a:defRPr sz="1400" kern="1200">
                          <a:solidFill>
                            <a:schemeClr val="tx1"/>
                          </a:solidFill>
                          <a:latin typeface="Arial" panose="020B0604020202020204" pitchFamily="34" charset="0"/>
                          <a:cs typeface="Arial" panose="020B0604020202020204" pitchFamily="34" charset="0"/>
                        </a:defRPr>
                      </a:lvl4pPr>
                      <a:lvl5pPr marL="1828800" algn="l" defTabSz="914400" rtl="0" eaLnBrk="1" latinLnBrk="0" hangingPunct="1">
                        <a:spcBef>
                          <a:spcPct val="15000"/>
                        </a:spcBef>
                        <a:spcAft>
                          <a:spcPct val="15000"/>
                        </a:spcAft>
                        <a:buClr>
                          <a:schemeClr val="accent1"/>
                        </a:buClr>
                        <a:buFont typeface="Arial" panose="020B0604020202020204" pitchFamily="34" charset="0"/>
                        <a:defRPr sz="1400" kern="1200">
                          <a:solidFill>
                            <a:schemeClr val="tx1"/>
                          </a:solidFill>
                          <a:latin typeface="Arial" panose="020B0604020202020204" pitchFamily="34" charset="0"/>
                          <a:cs typeface="Arial" panose="020B0604020202020204" pitchFamily="34" charset="0"/>
                        </a:defRPr>
                      </a:lvl5pPr>
                      <a:lvl6pPr marL="2286000" algn="l" defTabSz="914400" rtl="0" eaLnBrk="1" fontAlgn="base" latinLnBrk="0" hangingPunct="1">
                        <a:spcBef>
                          <a:spcPct val="15000"/>
                        </a:spcBef>
                        <a:spcAft>
                          <a:spcPct val="15000"/>
                        </a:spcAft>
                        <a:buClr>
                          <a:schemeClr val="accent1"/>
                        </a:buClr>
                        <a:buFont typeface="Arial" panose="020B0604020202020204" pitchFamily="34" charset="0"/>
                        <a:defRPr sz="1400" kern="1200">
                          <a:solidFill>
                            <a:schemeClr val="tx1"/>
                          </a:solidFill>
                          <a:latin typeface="Arial" panose="020B0604020202020204" pitchFamily="34" charset="0"/>
                          <a:cs typeface="Arial" panose="020B0604020202020204" pitchFamily="34" charset="0"/>
                        </a:defRPr>
                      </a:lvl6pPr>
                      <a:lvl7pPr marL="2743200" algn="l" defTabSz="914400" rtl="0" eaLnBrk="1" fontAlgn="base" latinLnBrk="0" hangingPunct="1">
                        <a:spcBef>
                          <a:spcPct val="15000"/>
                        </a:spcBef>
                        <a:spcAft>
                          <a:spcPct val="15000"/>
                        </a:spcAft>
                        <a:buClr>
                          <a:schemeClr val="accent1"/>
                        </a:buClr>
                        <a:buFont typeface="Arial" panose="020B0604020202020204" pitchFamily="34" charset="0"/>
                        <a:defRPr sz="1400" kern="1200">
                          <a:solidFill>
                            <a:schemeClr val="tx1"/>
                          </a:solidFill>
                          <a:latin typeface="Arial" panose="020B0604020202020204" pitchFamily="34" charset="0"/>
                          <a:cs typeface="Arial" panose="020B0604020202020204" pitchFamily="34" charset="0"/>
                        </a:defRPr>
                      </a:lvl7pPr>
                      <a:lvl8pPr marL="3200400" algn="l" defTabSz="914400" rtl="0" eaLnBrk="1" fontAlgn="base" latinLnBrk="0" hangingPunct="1">
                        <a:spcBef>
                          <a:spcPct val="15000"/>
                        </a:spcBef>
                        <a:spcAft>
                          <a:spcPct val="15000"/>
                        </a:spcAft>
                        <a:buClr>
                          <a:schemeClr val="accent1"/>
                        </a:buClr>
                        <a:buFont typeface="Arial" panose="020B0604020202020204" pitchFamily="34" charset="0"/>
                        <a:defRPr sz="1400" kern="1200">
                          <a:solidFill>
                            <a:schemeClr val="tx1"/>
                          </a:solidFill>
                          <a:latin typeface="Arial" panose="020B0604020202020204" pitchFamily="34" charset="0"/>
                          <a:cs typeface="Arial" panose="020B0604020202020204" pitchFamily="34" charset="0"/>
                        </a:defRPr>
                      </a:lvl8pPr>
                      <a:lvl9pPr marL="3657600" algn="l" defTabSz="914400" rtl="0" eaLnBrk="1" fontAlgn="base" latinLnBrk="0" hangingPunct="1">
                        <a:spcBef>
                          <a:spcPct val="15000"/>
                        </a:spcBef>
                        <a:spcAft>
                          <a:spcPct val="15000"/>
                        </a:spcAft>
                        <a:buClr>
                          <a:schemeClr val="accent1"/>
                        </a:buClr>
                        <a:buFont typeface="Arial" panose="020B0604020202020204" pitchFamily="34" charset="0"/>
                        <a:defRPr sz="1400" kern="1200">
                          <a:solidFill>
                            <a:schemeClr val="tx1"/>
                          </a:solidFill>
                          <a:latin typeface="Arial" panose="020B0604020202020204" pitchFamily="34" charset="0"/>
                          <a:cs typeface="Arial" panose="020B0604020202020204" pitchFamily="34" charset="0"/>
                        </a:defRPr>
                      </a:lvl9pPr>
                    </a:lstStyle>
                    <a:p>
                      <a:pPr marL="116205" marR="0" lvl="0" indent="-116205" algn="ctr" defTabSz="914400" rtl="0" eaLnBrk="1" fontAlgn="base" latinLnBrk="0" hangingPunct="1">
                        <a:lnSpc>
                          <a:spcPct val="90000"/>
                        </a:lnSpc>
                        <a:spcBef>
                          <a:spcPct val="25000"/>
                        </a:spcBef>
                        <a:spcAft>
                          <a:spcPct val="15000"/>
                        </a:spcAft>
                        <a:buClr>
                          <a:schemeClr val="accent1"/>
                        </a:buClr>
                        <a:buSzTx/>
                        <a:buFont typeface="Wingdings" panose="05000000000000000000" pitchFamily="2" charset="2"/>
                        <a:buNone/>
                      </a:pPr>
                      <a:r>
                        <a:rPr kumimoji="0" lang="en-US" altLang="zh-CN" sz="7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Michael Johnson</a:t>
                      </a:r>
                      <a:endParaRPr kumimoji="0" lang="en-US" altLang="zh-CN" sz="7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Arial" panose="020B0604020202020204" pitchFamily="34" charset="0"/>
                      </a:endParaRPr>
                    </a:p>
                    <a:p>
                      <a:pPr marL="116205" marR="0" lvl="0" indent="-116205" algn="ctr" defTabSz="914400" rtl="0" eaLnBrk="1" fontAlgn="base" latinLnBrk="0" hangingPunct="1">
                        <a:lnSpc>
                          <a:spcPct val="90000"/>
                        </a:lnSpc>
                        <a:spcBef>
                          <a:spcPct val="25000"/>
                        </a:spcBef>
                        <a:spcAft>
                          <a:spcPct val="15000"/>
                        </a:spcAft>
                        <a:buClr>
                          <a:schemeClr val="accent1"/>
                        </a:buClr>
                        <a:buSzTx/>
                        <a:buFont typeface="Wingdings" panose="05000000000000000000" pitchFamily="2" charset="2"/>
                        <a:buNone/>
                      </a:pPr>
                      <a:r>
                        <a:rPr kumimoji="0" lang="en-US" altLang="zh-CN" sz="7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User id :</a:t>
                      </a:r>
                      <a:r>
                        <a:rPr kumimoji="0" lang="en-US" altLang="zh-CN" sz="700" b="1" i="0" u="none" strike="noStrike" cap="none" normalizeH="0" baseline="0" dirty="0" err="1">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mjohnson</a:t>
                      </a:r>
                      <a:endParaRPr kumimoji="0" lang="en-US" altLang="zh-CN" sz="7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Arial" panose="020B0604020202020204" pitchFamily="34" charset="0"/>
                      </a:endParaRPr>
                    </a:p>
                    <a:p>
                      <a:pPr marL="116205" marR="0" lvl="0" indent="-116205" algn="ctr" defTabSz="914400" rtl="0" eaLnBrk="1" fontAlgn="base" latinLnBrk="0" hangingPunct="1">
                        <a:lnSpc>
                          <a:spcPct val="90000"/>
                        </a:lnSpc>
                        <a:spcBef>
                          <a:spcPct val="25000"/>
                        </a:spcBef>
                        <a:spcAft>
                          <a:spcPct val="15000"/>
                        </a:spcAft>
                        <a:buClr>
                          <a:schemeClr val="accent1"/>
                        </a:buClr>
                        <a:buSzTx/>
                        <a:buFont typeface="Wingdings" panose="05000000000000000000" pitchFamily="2" charset="2"/>
                        <a:buNone/>
                      </a:pPr>
                      <a:r>
                        <a:rPr kumimoji="0" lang="en-US" altLang="zh-CN" sz="7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JP Morgan</a:t>
                      </a:r>
                      <a:endParaRPr kumimoji="0" lang="en-US" altLang="zh-CN" sz="7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Arial" panose="020B0604020202020204" pitchFamily="34" charset="0"/>
                      </a:endParaRPr>
                    </a:p>
                    <a:p>
                      <a:pPr marL="116205" marR="0" lvl="0" indent="-116205" algn="ctr" defTabSz="914400" rtl="0" eaLnBrk="1" fontAlgn="base" latinLnBrk="0" hangingPunct="1">
                        <a:lnSpc>
                          <a:spcPct val="90000"/>
                        </a:lnSpc>
                        <a:spcBef>
                          <a:spcPct val="25000"/>
                        </a:spcBef>
                        <a:spcAft>
                          <a:spcPct val="15000"/>
                        </a:spcAft>
                        <a:buClr>
                          <a:schemeClr val="accent1"/>
                        </a:buClr>
                        <a:buSzTx/>
                        <a:buFont typeface="Wingdings" panose="05000000000000000000" pitchFamily="2" charset="2"/>
                        <a:buNone/>
                      </a:pPr>
                      <a:r>
                        <a:rPr kumimoji="0" lang="en-US" altLang="zh-CN" sz="7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Mobile:012234</a:t>
                      </a:r>
                      <a:endParaRPr kumimoji="0" lang="en-US" altLang="zh-CN" sz="7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Arial" panose="020B0604020202020204" pitchFamily="34" charset="0"/>
                      </a:endParaRPr>
                    </a:p>
                    <a:p>
                      <a:pPr marL="116205" marR="0" lvl="0" indent="-116205" algn="ctr" defTabSz="914400" rtl="0" eaLnBrk="1" fontAlgn="base" latinLnBrk="0" hangingPunct="1">
                        <a:lnSpc>
                          <a:spcPct val="90000"/>
                        </a:lnSpc>
                        <a:spcBef>
                          <a:spcPct val="25000"/>
                        </a:spcBef>
                        <a:spcAft>
                          <a:spcPct val="15000"/>
                        </a:spcAft>
                        <a:buClr>
                          <a:schemeClr val="accent1"/>
                        </a:buClr>
                        <a:buSzTx/>
                        <a:buFont typeface="Wingdings" panose="05000000000000000000" pitchFamily="2" charset="2"/>
                        <a:buNone/>
                        <a:defRPr/>
                      </a:pPr>
                      <a:r>
                        <a:rPr kumimoji="0" lang="en-US" altLang="zh-CN" sz="7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Address:270 West St</a:t>
                      </a:r>
                      <a:endParaRPr kumimoji="0" lang="en-US" altLang="zh-CN" sz="7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Arial" panose="020B0604020202020204" pitchFamily="34" charset="0"/>
                      </a:endParaRPr>
                    </a:p>
                    <a:p>
                      <a:pPr marL="116205" marR="0" lvl="0" indent="-116205" algn="ctr" defTabSz="914400" rtl="0" eaLnBrk="1" fontAlgn="base" latinLnBrk="0" hangingPunct="1">
                        <a:lnSpc>
                          <a:spcPct val="90000"/>
                        </a:lnSpc>
                        <a:spcBef>
                          <a:spcPct val="25000"/>
                        </a:spcBef>
                        <a:spcAft>
                          <a:spcPct val="15000"/>
                        </a:spcAft>
                        <a:buClr>
                          <a:schemeClr val="accent1"/>
                        </a:buClr>
                        <a:buSzTx/>
                        <a:buFont typeface="Wingdings" panose="05000000000000000000" pitchFamily="2" charset="2"/>
                        <a:buNone/>
                      </a:pPr>
                      <a:r>
                        <a:rPr kumimoji="0" lang="en-US" altLang="zh-CN" sz="7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NY</a:t>
                      </a:r>
                      <a:endParaRPr kumimoji="0" lang="en-US" altLang="zh-CN" sz="7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Arial" panose="020B0604020202020204" pitchFamily="34" charset="0"/>
                      </a:endParaRPr>
                    </a:p>
                  </a:txBody>
                  <a:tcPr marL="45720" marR="45720" horzOverflow="overflow">
                    <a:lnL w="12700" cap="flat" cmpd="sng" algn="ctr">
                      <a:solidFill>
                        <a:srgbClr val="DDDDDD"/>
                      </a:solidFill>
                      <a:prstDash val="solid"/>
                      <a:round/>
                      <a:headEnd type="none" w="sm" len="sm"/>
                      <a:tailEnd type="none" w="sm" len="sm"/>
                    </a:lnL>
                    <a:lnR w="12700" cap="flat" cmpd="sng" algn="ctr">
                      <a:solidFill>
                        <a:srgbClr val="DDDDDD"/>
                      </a:solidFill>
                      <a:prstDash val="solid"/>
                      <a:round/>
                      <a:headEnd type="none" w="sm" len="sm"/>
                      <a:tailEnd type="none" w="sm" len="sm"/>
                    </a:lnR>
                    <a:lnT w="12700" cap="flat" cmpd="sng" algn="ctr">
                      <a:solidFill>
                        <a:srgbClr val="DDDDDD"/>
                      </a:solidFill>
                      <a:prstDash val="solid"/>
                      <a:round/>
                      <a:headEnd type="none" w="sm" len="sm"/>
                      <a:tailEnd type="none" w="sm" len="sm"/>
                    </a:lnT>
                    <a:lnB w="12700" cap="flat" cmpd="sng" algn="ctr">
                      <a:solidFill>
                        <a:srgbClr val="DDDDDD"/>
                      </a:solidFill>
                      <a:prstDash val="solid"/>
                      <a:round/>
                      <a:headEnd type="none" w="sm" len="sm"/>
                      <a:tailEnd type="none" w="sm" len="sm"/>
                    </a:lnB>
                    <a:lnTlToBr>
                      <a:noFill/>
                    </a:lnTlToBr>
                    <a:lnBlToTr>
                      <a:noFill/>
                    </a:lnBlToTr>
                    <a:solidFill>
                      <a:srgbClr val="F2CA7F"/>
                    </a:solidFill>
                  </a:tcPr>
                </a:tc>
              </a:tr>
            </a:tbl>
          </a:graphicData>
        </a:graphic>
      </p:graphicFrame>
      <p:graphicFrame>
        <p:nvGraphicFramePr>
          <p:cNvPr id="13" name="Group 11"/>
          <p:cNvGraphicFramePr>
            <a:graphicFrameLocks noGrp="1"/>
          </p:cNvGraphicFramePr>
          <p:nvPr/>
        </p:nvGraphicFramePr>
        <p:xfrm>
          <a:off x="2423160" y="2339401"/>
          <a:ext cx="1176501" cy="1436627"/>
        </p:xfrm>
        <a:graphic>
          <a:graphicData uri="http://schemas.openxmlformats.org/drawingml/2006/table">
            <a:tbl>
              <a:tblPr/>
              <a:tblGrid>
                <a:gridCol w="1176501"/>
              </a:tblGrid>
              <a:tr h="249848">
                <a:tc>
                  <a:txBody>
                    <a:bodyPr/>
                    <a:lstStyle>
                      <a:lvl1pPr marL="0" algn="l" defTabSz="914400" rtl="0" eaLnBrk="1" latinLnBrk="0" hangingPunct="1">
                        <a:spcBef>
                          <a:spcPct val="25000"/>
                        </a:spcBef>
                        <a:spcAft>
                          <a:spcPct val="15000"/>
                        </a:spcAft>
                        <a:buClr>
                          <a:schemeClr val="accent1"/>
                        </a:buClr>
                        <a:defRPr sz="1600" kern="1200">
                          <a:solidFill>
                            <a:schemeClr val="tx1"/>
                          </a:solidFill>
                          <a:latin typeface="Arial" panose="020B0604020202020204" pitchFamily="34" charset="0"/>
                          <a:cs typeface="Arial" panose="020B0604020202020204" pitchFamily="34" charset="0"/>
                        </a:defRPr>
                      </a:lvl1pPr>
                      <a:lvl2pPr marL="465455" indent="-8255" algn="l" defTabSz="914400" rtl="0" eaLnBrk="1" latinLnBrk="0" hangingPunct="1">
                        <a:spcBef>
                          <a:spcPct val="15000"/>
                        </a:spcBef>
                        <a:spcAft>
                          <a:spcPct val="15000"/>
                        </a:spcAft>
                        <a:buClr>
                          <a:schemeClr val="accent1"/>
                        </a:buClr>
                        <a:buFont typeface="Webdings" panose="05030102010509060703" pitchFamily="18" charset="2"/>
                        <a:defRPr sz="1400" kern="1200">
                          <a:solidFill>
                            <a:schemeClr val="tx1"/>
                          </a:solidFill>
                          <a:latin typeface="Arial" panose="020B0604020202020204" pitchFamily="34" charset="0"/>
                          <a:cs typeface="Arial" panose="020B0604020202020204" pitchFamily="34" charset="0"/>
                        </a:defRPr>
                      </a:lvl2pPr>
                      <a:lvl3pPr marL="914400" algn="l" defTabSz="914400" rtl="0" eaLnBrk="1" latinLnBrk="0" hangingPunct="1">
                        <a:spcBef>
                          <a:spcPct val="15000"/>
                        </a:spcBef>
                        <a:spcAft>
                          <a:spcPct val="15000"/>
                        </a:spcAft>
                        <a:buClr>
                          <a:schemeClr val="accent1"/>
                        </a:buClr>
                        <a:defRPr sz="1400" kern="1200">
                          <a:solidFill>
                            <a:schemeClr val="tx1"/>
                          </a:solidFill>
                          <a:latin typeface="Arial" panose="020B0604020202020204" pitchFamily="34" charset="0"/>
                          <a:cs typeface="Arial" panose="020B0604020202020204" pitchFamily="34" charset="0"/>
                        </a:defRPr>
                      </a:lvl3pPr>
                      <a:lvl4pPr marL="1371600" algn="l" defTabSz="914400" rtl="0" eaLnBrk="1" latinLnBrk="0" hangingPunct="1">
                        <a:spcBef>
                          <a:spcPct val="15000"/>
                        </a:spcBef>
                        <a:spcAft>
                          <a:spcPct val="15000"/>
                        </a:spcAft>
                        <a:buClr>
                          <a:schemeClr val="accent1"/>
                        </a:buClr>
                        <a:buFont typeface="Arial" panose="020B0604020202020204" pitchFamily="34" charset="0"/>
                        <a:defRPr sz="1400" kern="1200">
                          <a:solidFill>
                            <a:schemeClr val="tx1"/>
                          </a:solidFill>
                          <a:latin typeface="Arial" panose="020B0604020202020204" pitchFamily="34" charset="0"/>
                          <a:cs typeface="Arial" panose="020B0604020202020204" pitchFamily="34" charset="0"/>
                        </a:defRPr>
                      </a:lvl4pPr>
                      <a:lvl5pPr marL="1828800" algn="l" defTabSz="914400" rtl="0" eaLnBrk="1" latinLnBrk="0" hangingPunct="1">
                        <a:spcBef>
                          <a:spcPct val="15000"/>
                        </a:spcBef>
                        <a:spcAft>
                          <a:spcPct val="15000"/>
                        </a:spcAft>
                        <a:buClr>
                          <a:schemeClr val="accent1"/>
                        </a:buClr>
                        <a:buFont typeface="Arial" panose="020B0604020202020204" pitchFamily="34" charset="0"/>
                        <a:defRPr sz="1400" kern="1200">
                          <a:solidFill>
                            <a:schemeClr val="tx1"/>
                          </a:solidFill>
                          <a:latin typeface="Arial" panose="020B0604020202020204" pitchFamily="34" charset="0"/>
                          <a:cs typeface="Arial" panose="020B0604020202020204" pitchFamily="34" charset="0"/>
                        </a:defRPr>
                      </a:lvl5pPr>
                      <a:lvl6pPr marL="2286000" algn="l" defTabSz="914400" rtl="0" eaLnBrk="1" fontAlgn="base" latinLnBrk="0" hangingPunct="1">
                        <a:spcBef>
                          <a:spcPct val="15000"/>
                        </a:spcBef>
                        <a:spcAft>
                          <a:spcPct val="15000"/>
                        </a:spcAft>
                        <a:buClr>
                          <a:schemeClr val="accent1"/>
                        </a:buClr>
                        <a:buFont typeface="Arial" panose="020B0604020202020204" pitchFamily="34" charset="0"/>
                        <a:defRPr sz="1400" kern="1200">
                          <a:solidFill>
                            <a:schemeClr val="tx1"/>
                          </a:solidFill>
                          <a:latin typeface="Arial" panose="020B0604020202020204" pitchFamily="34" charset="0"/>
                          <a:cs typeface="Arial" panose="020B0604020202020204" pitchFamily="34" charset="0"/>
                        </a:defRPr>
                      </a:lvl6pPr>
                      <a:lvl7pPr marL="2743200" algn="l" defTabSz="914400" rtl="0" eaLnBrk="1" fontAlgn="base" latinLnBrk="0" hangingPunct="1">
                        <a:spcBef>
                          <a:spcPct val="15000"/>
                        </a:spcBef>
                        <a:spcAft>
                          <a:spcPct val="15000"/>
                        </a:spcAft>
                        <a:buClr>
                          <a:schemeClr val="accent1"/>
                        </a:buClr>
                        <a:buFont typeface="Arial" panose="020B0604020202020204" pitchFamily="34" charset="0"/>
                        <a:defRPr sz="1400" kern="1200">
                          <a:solidFill>
                            <a:schemeClr val="tx1"/>
                          </a:solidFill>
                          <a:latin typeface="Arial" panose="020B0604020202020204" pitchFamily="34" charset="0"/>
                          <a:cs typeface="Arial" panose="020B0604020202020204" pitchFamily="34" charset="0"/>
                        </a:defRPr>
                      </a:lvl7pPr>
                      <a:lvl8pPr marL="3200400" algn="l" defTabSz="914400" rtl="0" eaLnBrk="1" fontAlgn="base" latinLnBrk="0" hangingPunct="1">
                        <a:spcBef>
                          <a:spcPct val="15000"/>
                        </a:spcBef>
                        <a:spcAft>
                          <a:spcPct val="15000"/>
                        </a:spcAft>
                        <a:buClr>
                          <a:schemeClr val="accent1"/>
                        </a:buClr>
                        <a:buFont typeface="Arial" panose="020B0604020202020204" pitchFamily="34" charset="0"/>
                        <a:defRPr sz="1400" kern="1200">
                          <a:solidFill>
                            <a:schemeClr val="tx1"/>
                          </a:solidFill>
                          <a:latin typeface="Arial" panose="020B0604020202020204" pitchFamily="34" charset="0"/>
                          <a:cs typeface="Arial" panose="020B0604020202020204" pitchFamily="34" charset="0"/>
                        </a:defRPr>
                      </a:lvl8pPr>
                      <a:lvl9pPr marL="3657600" algn="l" defTabSz="914400" rtl="0" eaLnBrk="1" fontAlgn="base" latinLnBrk="0" hangingPunct="1">
                        <a:spcBef>
                          <a:spcPct val="15000"/>
                        </a:spcBef>
                        <a:spcAft>
                          <a:spcPct val="15000"/>
                        </a:spcAft>
                        <a:buClr>
                          <a:schemeClr val="accent1"/>
                        </a:buClr>
                        <a:buFont typeface="Arial" panose="020B0604020202020204" pitchFamily="34" charset="0"/>
                        <a:defRPr sz="1400" kern="12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25000"/>
                        </a:spcBef>
                        <a:spcAft>
                          <a:spcPct val="15000"/>
                        </a:spcAft>
                        <a:buClr>
                          <a:schemeClr val="accent1"/>
                        </a:buClr>
                        <a:buSzTx/>
                        <a:buFont typeface="Wingdings" panose="05000000000000000000" pitchFamily="2" charset="2"/>
                        <a:buNone/>
                      </a:pPr>
                      <a:r>
                        <a:rPr kumimoji="0" lang="en-US" altLang="zh-CN" sz="1000" b="0"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ERP</a:t>
                      </a:r>
                      <a:endParaRPr kumimoji="0" lang="en-US" altLang="zh-CN" sz="1000" b="0"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Arial" panose="020B0604020202020204" pitchFamily="34" charset="0"/>
                      </a:endParaRPr>
                    </a:p>
                  </a:txBody>
                  <a:tcPr marL="45720" marR="45720" horzOverflow="overflow">
                    <a:lnL w="12700" cap="flat" cmpd="sng" algn="ctr">
                      <a:solidFill>
                        <a:srgbClr val="DDDDDD"/>
                      </a:solidFill>
                      <a:prstDash val="solid"/>
                      <a:round/>
                      <a:headEnd type="none" w="sm" len="sm"/>
                      <a:tailEnd type="none" w="sm" len="sm"/>
                    </a:lnL>
                    <a:lnR w="12700" cap="flat" cmpd="sng" algn="ctr">
                      <a:solidFill>
                        <a:srgbClr val="DDDDDD"/>
                      </a:solidFill>
                      <a:prstDash val="solid"/>
                      <a:round/>
                      <a:headEnd type="none" w="sm" len="sm"/>
                      <a:tailEnd type="none" w="sm" len="sm"/>
                    </a:lnR>
                    <a:lnT w="12700" cap="flat" cmpd="sng" algn="ctr">
                      <a:solidFill>
                        <a:srgbClr val="DDDDDD"/>
                      </a:solidFill>
                      <a:prstDash val="solid"/>
                      <a:round/>
                      <a:headEnd type="none" w="sm" len="sm"/>
                      <a:tailEnd type="none" w="sm" len="sm"/>
                    </a:lnT>
                    <a:lnB w="12700" cap="flat" cmpd="sng" algn="ctr">
                      <a:solidFill>
                        <a:srgbClr val="DDDDDD"/>
                      </a:solidFill>
                      <a:prstDash val="solid"/>
                      <a:round/>
                      <a:headEnd type="none" w="sm" len="sm"/>
                      <a:tailEnd type="none" w="sm" len="sm"/>
                    </a:lnB>
                    <a:lnTlToBr>
                      <a:noFill/>
                    </a:lnTlToBr>
                    <a:lnBlToTr>
                      <a:noFill/>
                    </a:lnBlToTr>
                    <a:solidFill>
                      <a:srgbClr val="F2CA7F"/>
                    </a:solidFill>
                  </a:tcPr>
                </a:tc>
              </a:tr>
              <a:tr h="1186779">
                <a:tc>
                  <a:txBody>
                    <a:bodyPr/>
                    <a:lstStyle>
                      <a:lvl1pPr marL="116205" indent="-116205" algn="l" defTabSz="914400" rtl="0" eaLnBrk="1" latinLnBrk="0" hangingPunct="1">
                        <a:spcBef>
                          <a:spcPct val="25000"/>
                        </a:spcBef>
                        <a:spcAft>
                          <a:spcPct val="15000"/>
                        </a:spcAft>
                        <a:buClr>
                          <a:schemeClr val="accent1"/>
                        </a:buClr>
                        <a:defRPr sz="1600" kern="1200">
                          <a:solidFill>
                            <a:schemeClr val="tx1"/>
                          </a:solidFill>
                          <a:latin typeface="Arial" panose="020B0604020202020204" pitchFamily="34" charset="0"/>
                          <a:cs typeface="Arial" panose="020B0604020202020204" pitchFamily="34" charset="0"/>
                        </a:defRPr>
                      </a:lvl1pPr>
                      <a:lvl2pPr marL="290830" indent="-173355" algn="l" defTabSz="914400" rtl="0" eaLnBrk="1" latinLnBrk="0" hangingPunct="1">
                        <a:spcBef>
                          <a:spcPct val="15000"/>
                        </a:spcBef>
                        <a:spcAft>
                          <a:spcPct val="15000"/>
                        </a:spcAft>
                        <a:buClr>
                          <a:schemeClr val="accent1"/>
                        </a:buClr>
                        <a:buFont typeface="Webdings" panose="05030102010509060703" pitchFamily="18" charset="2"/>
                        <a:defRPr sz="1400" kern="1200">
                          <a:solidFill>
                            <a:schemeClr val="tx1"/>
                          </a:solidFill>
                          <a:latin typeface="Arial" panose="020B0604020202020204" pitchFamily="34" charset="0"/>
                          <a:cs typeface="Arial" panose="020B0604020202020204" pitchFamily="34" charset="0"/>
                        </a:defRPr>
                      </a:lvl2pPr>
                      <a:lvl3pPr marL="914400" algn="l" defTabSz="914400" rtl="0" eaLnBrk="1" latinLnBrk="0" hangingPunct="1">
                        <a:spcBef>
                          <a:spcPct val="15000"/>
                        </a:spcBef>
                        <a:spcAft>
                          <a:spcPct val="15000"/>
                        </a:spcAft>
                        <a:buClr>
                          <a:schemeClr val="accent1"/>
                        </a:buClr>
                        <a:defRPr sz="1400" kern="1200">
                          <a:solidFill>
                            <a:schemeClr val="tx1"/>
                          </a:solidFill>
                          <a:latin typeface="Arial" panose="020B0604020202020204" pitchFamily="34" charset="0"/>
                          <a:cs typeface="Arial" panose="020B0604020202020204" pitchFamily="34" charset="0"/>
                        </a:defRPr>
                      </a:lvl3pPr>
                      <a:lvl4pPr marL="1371600" algn="l" defTabSz="914400" rtl="0" eaLnBrk="1" latinLnBrk="0" hangingPunct="1">
                        <a:spcBef>
                          <a:spcPct val="15000"/>
                        </a:spcBef>
                        <a:spcAft>
                          <a:spcPct val="15000"/>
                        </a:spcAft>
                        <a:buClr>
                          <a:schemeClr val="accent1"/>
                        </a:buClr>
                        <a:buFont typeface="Arial" panose="020B0604020202020204" pitchFamily="34" charset="0"/>
                        <a:defRPr sz="1400" kern="1200">
                          <a:solidFill>
                            <a:schemeClr val="tx1"/>
                          </a:solidFill>
                          <a:latin typeface="Arial" panose="020B0604020202020204" pitchFamily="34" charset="0"/>
                          <a:cs typeface="Arial" panose="020B0604020202020204" pitchFamily="34" charset="0"/>
                        </a:defRPr>
                      </a:lvl4pPr>
                      <a:lvl5pPr marL="1828800" algn="l" defTabSz="914400" rtl="0" eaLnBrk="1" latinLnBrk="0" hangingPunct="1">
                        <a:spcBef>
                          <a:spcPct val="15000"/>
                        </a:spcBef>
                        <a:spcAft>
                          <a:spcPct val="15000"/>
                        </a:spcAft>
                        <a:buClr>
                          <a:schemeClr val="accent1"/>
                        </a:buClr>
                        <a:buFont typeface="Arial" panose="020B0604020202020204" pitchFamily="34" charset="0"/>
                        <a:defRPr sz="1400" kern="1200">
                          <a:solidFill>
                            <a:schemeClr val="tx1"/>
                          </a:solidFill>
                          <a:latin typeface="Arial" panose="020B0604020202020204" pitchFamily="34" charset="0"/>
                          <a:cs typeface="Arial" panose="020B0604020202020204" pitchFamily="34" charset="0"/>
                        </a:defRPr>
                      </a:lvl5pPr>
                      <a:lvl6pPr marL="2286000" algn="l" defTabSz="914400" rtl="0" eaLnBrk="1" fontAlgn="base" latinLnBrk="0" hangingPunct="1">
                        <a:spcBef>
                          <a:spcPct val="15000"/>
                        </a:spcBef>
                        <a:spcAft>
                          <a:spcPct val="15000"/>
                        </a:spcAft>
                        <a:buClr>
                          <a:schemeClr val="accent1"/>
                        </a:buClr>
                        <a:buFont typeface="Arial" panose="020B0604020202020204" pitchFamily="34" charset="0"/>
                        <a:defRPr sz="1400" kern="1200">
                          <a:solidFill>
                            <a:schemeClr val="tx1"/>
                          </a:solidFill>
                          <a:latin typeface="Arial" panose="020B0604020202020204" pitchFamily="34" charset="0"/>
                          <a:cs typeface="Arial" panose="020B0604020202020204" pitchFamily="34" charset="0"/>
                        </a:defRPr>
                      </a:lvl6pPr>
                      <a:lvl7pPr marL="2743200" algn="l" defTabSz="914400" rtl="0" eaLnBrk="1" fontAlgn="base" latinLnBrk="0" hangingPunct="1">
                        <a:spcBef>
                          <a:spcPct val="15000"/>
                        </a:spcBef>
                        <a:spcAft>
                          <a:spcPct val="15000"/>
                        </a:spcAft>
                        <a:buClr>
                          <a:schemeClr val="accent1"/>
                        </a:buClr>
                        <a:buFont typeface="Arial" panose="020B0604020202020204" pitchFamily="34" charset="0"/>
                        <a:defRPr sz="1400" kern="1200">
                          <a:solidFill>
                            <a:schemeClr val="tx1"/>
                          </a:solidFill>
                          <a:latin typeface="Arial" panose="020B0604020202020204" pitchFamily="34" charset="0"/>
                          <a:cs typeface="Arial" panose="020B0604020202020204" pitchFamily="34" charset="0"/>
                        </a:defRPr>
                      </a:lvl7pPr>
                      <a:lvl8pPr marL="3200400" algn="l" defTabSz="914400" rtl="0" eaLnBrk="1" fontAlgn="base" latinLnBrk="0" hangingPunct="1">
                        <a:spcBef>
                          <a:spcPct val="15000"/>
                        </a:spcBef>
                        <a:spcAft>
                          <a:spcPct val="15000"/>
                        </a:spcAft>
                        <a:buClr>
                          <a:schemeClr val="accent1"/>
                        </a:buClr>
                        <a:buFont typeface="Arial" panose="020B0604020202020204" pitchFamily="34" charset="0"/>
                        <a:defRPr sz="1400" kern="1200">
                          <a:solidFill>
                            <a:schemeClr val="tx1"/>
                          </a:solidFill>
                          <a:latin typeface="Arial" panose="020B0604020202020204" pitchFamily="34" charset="0"/>
                          <a:cs typeface="Arial" panose="020B0604020202020204" pitchFamily="34" charset="0"/>
                        </a:defRPr>
                      </a:lvl8pPr>
                      <a:lvl9pPr marL="3657600" algn="l" defTabSz="914400" rtl="0" eaLnBrk="1" fontAlgn="base" latinLnBrk="0" hangingPunct="1">
                        <a:spcBef>
                          <a:spcPct val="15000"/>
                        </a:spcBef>
                        <a:spcAft>
                          <a:spcPct val="15000"/>
                        </a:spcAft>
                        <a:buClr>
                          <a:schemeClr val="accent1"/>
                        </a:buClr>
                        <a:buFont typeface="Arial" panose="020B0604020202020204" pitchFamily="34" charset="0"/>
                        <a:defRPr sz="1400" kern="1200">
                          <a:solidFill>
                            <a:schemeClr val="tx1"/>
                          </a:solidFill>
                          <a:latin typeface="Arial" panose="020B0604020202020204" pitchFamily="34" charset="0"/>
                          <a:cs typeface="Arial" panose="020B0604020202020204" pitchFamily="34" charset="0"/>
                        </a:defRPr>
                      </a:lvl9pPr>
                    </a:lstStyle>
                    <a:p>
                      <a:pPr marL="116205" marR="0" lvl="0" indent="-116205" algn="ctr" defTabSz="914400" rtl="0" eaLnBrk="1" fontAlgn="base" latinLnBrk="0" hangingPunct="1">
                        <a:lnSpc>
                          <a:spcPct val="90000"/>
                        </a:lnSpc>
                        <a:spcBef>
                          <a:spcPct val="25000"/>
                        </a:spcBef>
                        <a:spcAft>
                          <a:spcPct val="15000"/>
                        </a:spcAft>
                        <a:buClr>
                          <a:schemeClr val="accent1"/>
                        </a:buClr>
                        <a:buSzTx/>
                        <a:buFont typeface="Wingdings" panose="05000000000000000000" pitchFamily="2" charset="2"/>
                        <a:buNone/>
                      </a:pPr>
                      <a:r>
                        <a:rPr kumimoji="0" lang="en-US" altLang="zh-CN" sz="7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JP Morgan, USA</a:t>
                      </a:r>
                      <a:endParaRPr kumimoji="0" lang="en-US" altLang="zh-CN" sz="7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Arial" panose="020B0604020202020204" pitchFamily="34" charset="0"/>
                      </a:endParaRPr>
                    </a:p>
                    <a:p>
                      <a:pPr marL="116205" marR="0" lvl="0" indent="-116205" algn="ctr" defTabSz="914400" rtl="0" eaLnBrk="1" fontAlgn="base" latinLnBrk="0" hangingPunct="1">
                        <a:lnSpc>
                          <a:spcPct val="90000"/>
                        </a:lnSpc>
                        <a:spcBef>
                          <a:spcPct val="25000"/>
                        </a:spcBef>
                        <a:spcAft>
                          <a:spcPct val="15000"/>
                        </a:spcAft>
                        <a:buClr>
                          <a:schemeClr val="accent1"/>
                        </a:buClr>
                        <a:buSzTx/>
                        <a:buFont typeface="Wingdings" panose="05000000000000000000" pitchFamily="2" charset="2"/>
                        <a:buNone/>
                      </a:pPr>
                      <a:r>
                        <a:rPr kumimoji="0" lang="en-US" altLang="zh-CN" sz="700" b="1" i="0" u="none" strike="noStrike" cap="none" normalizeH="0" baseline="0" dirty="0" err="1">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Cust</a:t>
                      </a:r>
                      <a:r>
                        <a:rPr kumimoji="0" lang="en-US" altLang="zh-CN" sz="7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 ID : JP003</a:t>
                      </a:r>
                      <a:endParaRPr kumimoji="0" lang="en-US" altLang="zh-CN" sz="7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Arial" panose="020B0604020202020204" pitchFamily="34" charset="0"/>
                      </a:endParaRPr>
                    </a:p>
                    <a:p>
                      <a:pPr marL="116205" marR="0" lvl="0" indent="-116205" algn="ctr" defTabSz="914400" rtl="0" eaLnBrk="1" fontAlgn="base" latinLnBrk="0" hangingPunct="1">
                        <a:lnSpc>
                          <a:spcPct val="90000"/>
                        </a:lnSpc>
                        <a:spcBef>
                          <a:spcPct val="25000"/>
                        </a:spcBef>
                        <a:spcAft>
                          <a:spcPct val="15000"/>
                        </a:spcAft>
                        <a:buClr>
                          <a:schemeClr val="accent1"/>
                        </a:buClr>
                        <a:buSzTx/>
                        <a:buFont typeface="Wingdings" panose="05000000000000000000" pitchFamily="2" charset="2"/>
                        <a:buNone/>
                      </a:pPr>
                      <a:r>
                        <a:rPr kumimoji="0" lang="en-US" altLang="zh-CN" sz="7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Credit card:*****</a:t>
                      </a:r>
                      <a:endParaRPr kumimoji="0" lang="en-US" altLang="zh-CN" sz="7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Arial" panose="020B0604020202020204" pitchFamily="34" charset="0"/>
                      </a:endParaRPr>
                    </a:p>
                    <a:p>
                      <a:pPr marL="116205" marR="0" lvl="0" indent="-116205" algn="ctr" defTabSz="914400" rtl="0" eaLnBrk="1" fontAlgn="base" latinLnBrk="0" hangingPunct="1">
                        <a:lnSpc>
                          <a:spcPct val="90000"/>
                        </a:lnSpc>
                        <a:spcBef>
                          <a:spcPct val="25000"/>
                        </a:spcBef>
                        <a:spcAft>
                          <a:spcPct val="15000"/>
                        </a:spcAft>
                        <a:buClr>
                          <a:schemeClr val="accent1"/>
                        </a:buClr>
                        <a:buSzTx/>
                        <a:buFont typeface="Wingdings" panose="05000000000000000000" pitchFamily="2" charset="2"/>
                        <a:buNone/>
                      </a:pPr>
                      <a:r>
                        <a:rPr kumimoji="0" lang="en-US" altLang="zh-CN" sz="7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Age:27</a:t>
                      </a:r>
                      <a:endParaRPr kumimoji="0" lang="en-US" altLang="zh-CN" sz="7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Arial" panose="020B0604020202020204" pitchFamily="34" charset="0"/>
                      </a:endParaRPr>
                    </a:p>
                    <a:p>
                      <a:pPr marL="116205" marR="0" lvl="0" indent="-116205" algn="ctr" defTabSz="914400" rtl="0" eaLnBrk="1" fontAlgn="base" latinLnBrk="0" hangingPunct="1">
                        <a:lnSpc>
                          <a:spcPct val="90000"/>
                        </a:lnSpc>
                        <a:spcBef>
                          <a:spcPct val="25000"/>
                        </a:spcBef>
                        <a:spcAft>
                          <a:spcPct val="15000"/>
                        </a:spcAft>
                        <a:buClr>
                          <a:schemeClr val="accent1"/>
                        </a:buClr>
                        <a:buSzTx/>
                        <a:buFont typeface="Wingdings" panose="05000000000000000000" pitchFamily="2" charset="2"/>
                        <a:buNone/>
                      </a:pPr>
                      <a:r>
                        <a:rPr kumimoji="0" lang="en-US" altLang="zh-CN" sz="700" b="1" i="0" u="none" strike="noStrike" cap="none" normalizeH="0" baseline="0" dirty="0" err="1">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Job:engineer</a:t>
                      </a:r>
                      <a:endParaRPr kumimoji="0" lang="en-US" altLang="zh-CN" sz="7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Arial" panose="020B0604020202020204" pitchFamily="34" charset="0"/>
                      </a:endParaRPr>
                    </a:p>
                    <a:p>
                      <a:pPr marL="116205" marR="0" lvl="0" indent="-116205" algn="ctr" defTabSz="914400" rtl="0" eaLnBrk="1" fontAlgn="base" latinLnBrk="0" hangingPunct="1">
                        <a:lnSpc>
                          <a:spcPct val="90000"/>
                        </a:lnSpc>
                        <a:spcBef>
                          <a:spcPct val="25000"/>
                        </a:spcBef>
                        <a:spcAft>
                          <a:spcPct val="15000"/>
                        </a:spcAft>
                        <a:buClr>
                          <a:schemeClr val="accent1"/>
                        </a:buClr>
                        <a:buSzTx/>
                        <a:buFont typeface="Wingdings" panose="05000000000000000000" pitchFamily="2" charset="2"/>
                        <a:buNone/>
                      </a:pPr>
                      <a:endParaRPr kumimoji="0" lang="en-US" altLang="zh-CN" sz="7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Arial" panose="020B0604020202020204" pitchFamily="34" charset="0"/>
                      </a:endParaRPr>
                    </a:p>
                    <a:p>
                      <a:pPr marL="116205" marR="0" lvl="0" indent="-116205" algn="ctr" defTabSz="914400" rtl="0" eaLnBrk="1" fontAlgn="base" latinLnBrk="0" hangingPunct="1">
                        <a:lnSpc>
                          <a:spcPct val="90000"/>
                        </a:lnSpc>
                        <a:spcBef>
                          <a:spcPct val="25000"/>
                        </a:spcBef>
                        <a:spcAft>
                          <a:spcPct val="15000"/>
                        </a:spcAft>
                        <a:buClr>
                          <a:schemeClr val="accent1"/>
                        </a:buClr>
                        <a:buSzTx/>
                        <a:buFont typeface="Wingdings" panose="05000000000000000000" pitchFamily="2" charset="2"/>
                        <a:buNone/>
                      </a:pPr>
                      <a:endParaRPr kumimoji="0" lang="en-US" altLang="zh-CN" sz="700" b="1" i="0" u="none" strike="noStrike" kern="1200" cap="none" normalizeH="0" baseline="0" dirty="0">
                        <a:ln>
                          <a:noFill/>
                        </a:ln>
                        <a:solidFill>
                          <a:schemeClr val="tx1"/>
                        </a:solidFill>
                        <a:effectLst/>
                        <a:latin typeface="Arial" panose="020B0604020202020204" pitchFamily="34" charset="0"/>
                        <a:ea typeface="宋体" panose="02010600030101010101" pitchFamily="2" charset="-122"/>
                        <a:cs typeface="Arial" panose="020B0604020202020204" pitchFamily="34" charset="0"/>
                      </a:endParaRPr>
                    </a:p>
                    <a:p>
                      <a:pPr marL="116205" marR="0" lvl="0" indent="-116205" algn="ctr" defTabSz="914400" rtl="0" eaLnBrk="1" fontAlgn="base" latinLnBrk="0" hangingPunct="1">
                        <a:lnSpc>
                          <a:spcPct val="90000"/>
                        </a:lnSpc>
                        <a:spcBef>
                          <a:spcPct val="25000"/>
                        </a:spcBef>
                        <a:spcAft>
                          <a:spcPct val="15000"/>
                        </a:spcAft>
                        <a:buClr>
                          <a:schemeClr val="accent1"/>
                        </a:buClr>
                        <a:buSzTx/>
                        <a:buFont typeface="Wingdings" panose="05000000000000000000" pitchFamily="2" charset="2"/>
                        <a:buNone/>
                      </a:pPr>
                      <a:endParaRPr kumimoji="0" lang="en-US" altLang="zh-CN" sz="7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Arial" panose="020B0604020202020204" pitchFamily="34" charset="0"/>
                      </a:endParaRPr>
                    </a:p>
                  </a:txBody>
                  <a:tcPr marL="45720" marR="45720" horzOverflow="overflow">
                    <a:lnL w="12700" cap="flat" cmpd="sng" algn="ctr">
                      <a:solidFill>
                        <a:srgbClr val="DDDDDD"/>
                      </a:solidFill>
                      <a:prstDash val="solid"/>
                      <a:round/>
                      <a:headEnd type="none" w="sm" len="sm"/>
                      <a:tailEnd type="none" w="sm" len="sm"/>
                    </a:lnL>
                    <a:lnR w="12700" cap="flat" cmpd="sng" algn="ctr">
                      <a:solidFill>
                        <a:srgbClr val="DDDDDD"/>
                      </a:solidFill>
                      <a:prstDash val="solid"/>
                      <a:round/>
                      <a:headEnd type="none" w="sm" len="sm"/>
                      <a:tailEnd type="none" w="sm" len="sm"/>
                    </a:lnR>
                    <a:lnT w="12700" cap="flat" cmpd="sng" algn="ctr">
                      <a:solidFill>
                        <a:srgbClr val="DDDDDD"/>
                      </a:solidFill>
                      <a:prstDash val="solid"/>
                      <a:round/>
                      <a:headEnd type="none" w="sm" len="sm"/>
                      <a:tailEnd type="none" w="sm" len="sm"/>
                    </a:lnT>
                    <a:lnB w="12700" cap="flat" cmpd="sng" algn="ctr">
                      <a:solidFill>
                        <a:srgbClr val="DDDDDD"/>
                      </a:solidFill>
                      <a:prstDash val="solid"/>
                      <a:round/>
                      <a:headEnd type="none" w="sm" len="sm"/>
                      <a:tailEnd type="none" w="sm" len="sm"/>
                    </a:lnB>
                    <a:lnTlToBr>
                      <a:noFill/>
                    </a:lnTlToBr>
                    <a:lnBlToTr>
                      <a:noFill/>
                    </a:lnBlToTr>
                    <a:solidFill>
                      <a:srgbClr val="F2CA7F"/>
                    </a:solidFill>
                  </a:tcPr>
                </a:tc>
              </a:tr>
            </a:tbl>
          </a:graphicData>
        </a:graphic>
      </p:graphicFrame>
      <p:graphicFrame>
        <p:nvGraphicFramePr>
          <p:cNvPr id="14" name="Group 19"/>
          <p:cNvGraphicFramePr>
            <a:graphicFrameLocks noGrp="1"/>
          </p:cNvGraphicFramePr>
          <p:nvPr/>
        </p:nvGraphicFramePr>
        <p:xfrm>
          <a:off x="4469130" y="2332332"/>
          <a:ext cx="1176501" cy="1458120"/>
        </p:xfrm>
        <a:graphic>
          <a:graphicData uri="http://schemas.openxmlformats.org/drawingml/2006/table">
            <a:tbl>
              <a:tblPr/>
              <a:tblGrid>
                <a:gridCol w="1176501"/>
              </a:tblGrid>
              <a:tr h="358004">
                <a:tc>
                  <a:txBody>
                    <a:bodyPr/>
                    <a:lstStyle>
                      <a:lvl1pPr marL="0" algn="l" defTabSz="914400" rtl="0" eaLnBrk="1" latinLnBrk="0" hangingPunct="1">
                        <a:spcBef>
                          <a:spcPct val="25000"/>
                        </a:spcBef>
                        <a:spcAft>
                          <a:spcPct val="15000"/>
                        </a:spcAft>
                        <a:buClr>
                          <a:schemeClr val="accent1"/>
                        </a:buClr>
                        <a:defRPr sz="1600" kern="1200">
                          <a:solidFill>
                            <a:schemeClr val="tx1"/>
                          </a:solidFill>
                          <a:latin typeface="Arial" panose="020B0604020202020204" pitchFamily="34" charset="0"/>
                          <a:cs typeface="Arial" panose="020B0604020202020204" pitchFamily="34" charset="0"/>
                        </a:defRPr>
                      </a:lvl1pPr>
                      <a:lvl2pPr marL="465455" indent="-8255" algn="l" defTabSz="914400" rtl="0" eaLnBrk="1" latinLnBrk="0" hangingPunct="1">
                        <a:spcBef>
                          <a:spcPct val="15000"/>
                        </a:spcBef>
                        <a:spcAft>
                          <a:spcPct val="15000"/>
                        </a:spcAft>
                        <a:buClr>
                          <a:schemeClr val="accent1"/>
                        </a:buClr>
                        <a:buFont typeface="Webdings" panose="05030102010509060703" pitchFamily="18" charset="2"/>
                        <a:defRPr sz="1400" kern="1200">
                          <a:solidFill>
                            <a:schemeClr val="tx1"/>
                          </a:solidFill>
                          <a:latin typeface="Arial" panose="020B0604020202020204" pitchFamily="34" charset="0"/>
                          <a:cs typeface="Arial" panose="020B0604020202020204" pitchFamily="34" charset="0"/>
                        </a:defRPr>
                      </a:lvl2pPr>
                      <a:lvl3pPr marL="914400" algn="l" defTabSz="914400" rtl="0" eaLnBrk="1" latinLnBrk="0" hangingPunct="1">
                        <a:spcBef>
                          <a:spcPct val="15000"/>
                        </a:spcBef>
                        <a:spcAft>
                          <a:spcPct val="15000"/>
                        </a:spcAft>
                        <a:buClr>
                          <a:schemeClr val="accent1"/>
                        </a:buClr>
                        <a:defRPr sz="1400" kern="1200">
                          <a:solidFill>
                            <a:schemeClr val="tx1"/>
                          </a:solidFill>
                          <a:latin typeface="Arial" panose="020B0604020202020204" pitchFamily="34" charset="0"/>
                          <a:cs typeface="Arial" panose="020B0604020202020204" pitchFamily="34" charset="0"/>
                        </a:defRPr>
                      </a:lvl3pPr>
                      <a:lvl4pPr marL="1371600" algn="l" defTabSz="914400" rtl="0" eaLnBrk="1" latinLnBrk="0" hangingPunct="1">
                        <a:spcBef>
                          <a:spcPct val="15000"/>
                        </a:spcBef>
                        <a:spcAft>
                          <a:spcPct val="15000"/>
                        </a:spcAft>
                        <a:buClr>
                          <a:schemeClr val="accent1"/>
                        </a:buClr>
                        <a:buFont typeface="Arial" panose="020B0604020202020204" pitchFamily="34" charset="0"/>
                        <a:defRPr sz="1400" kern="1200">
                          <a:solidFill>
                            <a:schemeClr val="tx1"/>
                          </a:solidFill>
                          <a:latin typeface="Arial" panose="020B0604020202020204" pitchFamily="34" charset="0"/>
                          <a:cs typeface="Arial" panose="020B0604020202020204" pitchFamily="34" charset="0"/>
                        </a:defRPr>
                      </a:lvl4pPr>
                      <a:lvl5pPr marL="1828800" algn="l" defTabSz="914400" rtl="0" eaLnBrk="1" latinLnBrk="0" hangingPunct="1">
                        <a:spcBef>
                          <a:spcPct val="15000"/>
                        </a:spcBef>
                        <a:spcAft>
                          <a:spcPct val="15000"/>
                        </a:spcAft>
                        <a:buClr>
                          <a:schemeClr val="accent1"/>
                        </a:buClr>
                        <a:buFont typeface="Arial" panose="020B0604020202020204" pitchFamily="34" charset="0"/>
                        <a:defRPr sz="1400" kern="1200">
                          <a:solidFill>
                            <a:schemeClr val="tx1"/>
                          </a:solidFill>
                          <a:latin typeface="Arial" panose="020B0604020202020204" pitchFamily="34" charset="0"/>
                          <a:cs typeface="Arial" panose="020B0604020202020204" pitchFamily="34" charset="0"/>
                        </a:defRPr>
                      </a:lvl5pPr>
                      <a:lvl6pPr marL="2286000" algn="l" defTabSz="914400" rtl="0" eaLnBrk="1" fontAlgn="base" latinLnBrk="0" hangingPunct="1">
                        <a:spcBef>
                          <a:spcPct val="15000"/>
                        </a:spcBef>
                        <a:spcAft>
                          <a:spcPct val="15000"/>
                        </a:spcAft>
                        <a:buClr>
                          <a:schemeClr val="accent1"/>
                        </a:buClr>
                        <a:buFont typeface="Arial" panose="020B0604020202020204" pitchFamily="34" charset="0"/>
                        <a:defRPr sz="1400" kern="1200">
                          <a:solidFill>
                            <a:schemeClr val="tx1"/>
                          </a:solidFill>
                          <a:latin typeface="Arial" panose="020B0604020202020204" pitchFamily="34" charset="0"/>
                          <a:cs typeface="Arial" panose="020B0604020202020204" pitchFamily="34" charset="0"/>
                        </a:defRPr>
                      </a:lvl6pPr>
                      <a:lvl7pPr marL="2743200" algn="l" defTabSz="914400" rtl="0" eaLnBrk="1" fontAlgn="base" latinLnBrk="0" hangingPunct="1">
                        <a:spcBef>
                          <a:spcPct val="15000"/>
                        </a:spcBef>
                        <a:spcAft>
                          <a:spcPct val="15000"/>
                        </a:spcAft>
                        <a:buClr>
                          <a:schemeClr val="accent1"/>
                        </a:buClr>
                        <a:buFont typeface="Arial" panose="020B0604020202020204" pitchFamily="34" charset="0"/>
                        <a:defRPr sz="1400" kern="1200">
                          <a:solidFill>
                            <a:schemeClr val="tx1"/>
                          </a:solidFill>
                          <a:latin typeface="Arial" panose="020B0604020202020204" pitchFamily="34" charset="0"/>
                          <a:cs typeface="Arial" panose="020B0604020202020204" pitchFamily="34" charset="0"/>
                        </a:defRPr>
                      </a:lvl7pPr>
                      <a:lvl8pPr marL="3200400" algn="l" defTabSz="914400" rtl="0" eaLnBrk="1" fontAlgn="base" latinLnBrk="0" hangingPunct="1">
                        <a:spcBef>
                          <a:spcPct val="15000"/>
                        </a:spcBef>
                        <a:spcAft>
                          <a:spcPct val="15000"/>
                        </a:spcAft>
                        <a:buClr>
                          <a:schemeClr val="accent1"/>
                        </a:buClr>
                        <a:buFont typeface="Arial" panose="020B0604020202020204" pitchFamily="34" charset="0"/>
                        <a:defRPr sz="1400" kern="1200">
                          <a:solidFill>
                            <a:schemeClr val="tx1"/>
                          </a:solidFill>
                          <a:latin typeface="Arial" panose="020B0604020202020204" pitchFamily="34" charset="0"/>
                          <a:cs typeface="Arial" panose="020B0604020202020204" pitchFamily="34" charset="0"/>
                        </a:defRPr>
                      </a:lvl8pPr>
                      <a:lvl9pPr marL="3657600" algn="l" defTabSz="914400" rtl="0" eaLnBrk="1" fontAlgn="base" latinLnBrk="0" hangingPunct="1">
                        <a:spcBef>
                          <a:spcPct val="15000"/>
                        </a:spcBef>
                        <a:spcAft>
                          <a:spcPct val="15000"/>
                        </a:spcAft>
                        <a:buClr>
                          <a:schemeClr val="accent1"/>
                        </a:buClr>
                        <a:buFont typeface="Arial" panose="020B0604020202020204" pitchFamily="34" charset="0"/>
                        <a:defRPr sz="1400" kern="12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25000"/>
                        </a:spcBef>
                        <a:spcAft>
                          <a:spcPct val="15000"/>
                        </a:spcAft>
                        <a:buClr>
                          <a:schemeClr val="accent1"/>
                        </a:buClr>
                        <a:buSzTx/>
                        <a:buFont typeface="Wingdings" panose="05000000000000000000" pitchFamily="2" charset="2"/>
                        <a:buNone/>
                      </a:pPr>
                      <a:r>
                        <a:rPr kumimoji="0" lang="en-US" altLang="zh-CN" sz="1000" b="0"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Customer Service</a:t>
                      </a:r>
                      <a:endParaRPr kumimoji="0" lang="en-US" altLang="zh-CN" sz="1000" b="0"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Arial" panose="020B0604020202020204" pitchFamily="34" charset="0"/>
                      </a:endParaRPr>
                    </a:p>
                  </a:txBody>
                  <a:tcPr marL="45720" marR="45720" horzOverflow="overflow">
                    <a:lnL w="12700" cap="flat" cmpd="sng" algn="ctr">
                      <a:solidFill>
                        <a:srgbClr val="DDDDDD"/>
                      </a:solidFill>
                      <a:prstDash val="solid"/>
                      <a:round/>
                      <a:headEnd type="none" w="sm" len="sm"/>
                      <a:tailEnd type="none" w="sm" len="sm"/>
                    </a:lnL>
                    <a:lnR w="12700" cap="flat" cmpd="sng" algn="ctr">
                      <a:solidFill>
                        <a:srgbClr val="DDDDDD"/>
                      </a:solidFill>
                      <a:prstDash val="solid"/>
                      <a:round/>
                      <a:headEnd type="none" w="sm" len="sm"/>
                      <a:tailEnd type="none" w="sm" len="sm"/>
                    </a:lnR>
                    <a:lnT w="12700" cap="flat" cmpd="sng" algn="ctr">
                      <a:solidFill>
                        <a:srgbClr val="DDDDDD"/>
                      </a:solidFill>
                      <a:prstDash val="solid"/>
                      <a:round/>
                      <a:headEnd type="none" w="sm" len="sm"/>
                      <a:tailEnd type="none" w="sm" len="sm"/>
                    </a:lnT>
                    <a:lnB w="12700" cap="flat" cmpd="sng" algn="ctr">
                      <a:solidFill>
                        <a:srgbClr val="DDDDDD"/>
                      </a:solidFill>
                      <a:prstDash val="solid"/>
                      <a:round/>
                      <a:headEnd type="none" w="sm" len="sm"/>
                      <a:tailEnd type="none" w="sm" len="sm"/>
                    </a:lnB>
                    <a:lnTlToBr>
                      <a:noFill/>
                    </a:lnTlToBr>
                    <a:lnBlToTr>
                      <a:noFill/>
                    </a:lnBlToTr>
                    <a:solidFill>
                      <a:srgbClr val="F2CA7F"/>
                    </a:solidFill>
                  </a:tcPr>
                </a:tc>
              </a:tr>
              <a:tr h="1100116">
                <a:tc>
                  <a:txBody>
                    <a:bodyPr/>
                    <a:lstStyle>
                      <a:lvl1pPr marL="116205" indent="-116205" algn="l" defTabSz="914400" rtl="0" eaLnBrk="1" latinLnBrk="0" hangingPunct="1">
                        <a:spcBef>
                          <a:spcPct val="25000"/>
                        </a:spcBef>
                        <a:spcAft>
                          <a:spcPct val="15000"/>
                        </a:spcAft>
                        <a:buClr>
                          <a:schemeClr val="accent1"/>
                        </a:buClr>
                        <a:defRPr sz="1600" kern="1200">
                          <a:solidFill>
                            <a:schemeClr val="tx1"/>
                          </a:solidFill>
                          <a:latin typeface="Arial" panose="020B0604020202020204" pitchFamily="34" charset="0"/>
                          <a:cs typeface="Arial" panose="020B0604020202020204" pitchFamily="34" charset="0"/>
                        </a:defRPr>
                      </a:lvl1pPr>
                      <a:lvl2pPr marL="290830" indent="-173355" algn="l" defTabSz="914400" rtl="0" eaLnBrk="1" latinLnBrk="0" hangingPunct="1">
                        <a:spcBef>
                          <a:spcPct val="15000"/>
                        </a:spcBef>
                        <a:spcAft>
                          <a:spcPct val="15000"/>
                        </a:spcAft>
                        <a:buClr>
                          <a:schemeClr val="accent1"/>
                        </a:buClr>
                        <a:buFont typeface="Webdings" panose="05030102010509060703" pitchFamily="18" charset="2"/>
                        <a:defRPr sz="1400" kern="1200">
                          <a:solidFill>
                            <a:schemeClr val="tx1"/>
                          </a:solidFill>
                          <a:latin typeface="Arial" panose="020B0604020202020204" pitchFamily="34" charset="0"/>
                          <a:cs typeface="Arial" panose="020B0604020202020204" pitchFamily="34" charset="0"/>
                        </a:defRPr>
                      </a:lvl2pPr>
                      <a:lvl3pPr marL="914400" algn="l" defTabSz="914400" rtl="0" eaLnBrk="1" latinLnBrk="0" hangingPunct="1">
                        <a:spcBef>
                          <a:spcPct val="15000"/>
                        </a:spcBef>
                        <a:spcAft>
                          <a:spcPct val="15000"/>
                        </a:spcAft>
                        <a:buClr>
                          <a:schemeClr val="accent1"/>
                        </a:buClr>
                        <a:defRPr sz="1400" kern="1200">
                          <a:solidFill>
                            <a:schemeClr val="tx1"/>
                          </a:solidFill>
                          <a:latin typeface="Arial" panose="020B0604020202020204" pitchFamily="34" charset="0"/>
                          <a:cs typeface="Arial" panose="020B0604020202020204" pitchFamily="34" charset="0"/>
                        </a:defRPr>
                      </a:lvl3pPr>
                      <a:lvl4pPr marL="1371600" algn="l" defTabSz="914400" rtl="0" eaLnBrk="1" latinLnBrk="0" hangingPunct="1">
                        <a:spcBef>
                          <a:spcPct val="15000"/>
                        </a:spcBef>
                        <a:spcAft>
                          <a:spcPct val="15000"/>
                        </a:spcAft>
                        <a:buClr>
                          <a:schemeClr val="accent1"/>
                        </a:buClr>
                        <a:buFont typeface="Arial" panose="020B0604020202020204" pitchFamily="34" charset="0"/>
                        <a:defRPr sz="1400" kern="1200">
                          <a:solidFill>
                            <a:schemeClr val="tx1"/>
                          </a:solidFill>
                          <a:latin typeface="Arial" panose="020B0604020202020204" pitchFamily="34" charset="0"/>
                          <a:cs typeface="Arial" panose="020B0604020202020204" pitchFamily="34" charset="0"/>
                        </a:defRPr>
                      </a:lvl4pPr>
                      <a:lvl5pPr marL="1828800" algn="l" defTabSz="914400" rtl="0" eaLnBrk="1" latinLnBrk="0" hangingPunct="1">
                        <a:spcBef>
                          <a:spcPct val="15000"/>
                        </a:spcBef>
                        <a:spcAft>
                          <a:spcPct val="15000"/>
                        </a:spcAft>
                        <a:buClr>
                          <a:schemeClr val="accent1"/>
                        </a:buClr>
                        <a:buFont typeface="Arial" panose="020B0604020202020204" pitchFamily="34" charset="0"/>
                        <a:defRPr sz="1400" kern="1200">
                          <a:solidFill>
                            <a:schemeClr val="tx1"/>
                          </a:solidFill>
                          <a:latin typeface="Arial" panose="020B0604020202020204" pitchFamily="34" charset="0"/>
                          <a:cs typeface="Arial" panose="020B0604020202020204" pitchFamily="34" charset="0"/>
                        </a:defRPr>
                      </a:lvl5pPr>
                      <a:lvl6pPr marL="2286000" algn="l" defTabSz="914400" rtl="0" eaLnBrk="1" fontAlgn="base" latinLnBrk="0" hangingPunct="1">
                        <a:spcBef>
                          <a:spcPct val="15000"/>
                        </a:spcBef>
                        <a:spcAft>
                          <a:spcPct val="15000"/>
                        </a:spcAft>
                        <a:buClr>
                          <a:schemeClr val="accent1"/>
                        </a:buClr>
                        <a:buFont typeface="Arial" panose="020B0604020202020204" pitchFamily="34" charset="0"/>
                        <a:defRPr sz="1400" kern="1200">
                          <a:solidFill>
                            <a:schemeClr val="tx1"/>
                          </a:solidFill>
                          <a:latin typeface="Arial" panose="020B0604020202020204" pitchFamily="34" charset="0"/>
                          <a:cs typeface="Arial" panose="020B0604020202020204" pitchFamily="34" charset="0"/>
                        </a:defRPr>
                      </a:lvl6pPr>
                      <a:lvl7pPr marL="2743200" algn="l" defTabSz="914400" rtl="0" eaLnBrk="1" fontAlgn="base" latinLnBrk="0" hangingPunct="1">
                        <a:spcBef>
                          <a:spcPct val="15000"/>
                        </a:spcBef>
                        <a:spcAft>
                          <a:spcPct val="15000"/>
                        </a:spcAft>
                        <a:buClr>
                          <a:schemeClr val="accent1"/>
                        </a:buClr>
                        <a:buFont typeface="Arial" panose="020B0604020202020204" pitchFamily="34" charset="0"/>
                        <a:defRPr sz="1400" kern="1200">
                          <a:solidFill>
                            <a:schemeClr val="tx1"/>
                          </a:solidFill>
                          <a:latin typeface="Arial" panose="020B0604020202020204" pitchFamily="34" charset="0"/>
                          <a:cs typeface="Arial" panose="020B0604020202020204" pitchFamily="34" charset="0"/>
                        </a:defRPr>
                      </a:lvl7pPr>
                      <a:lvl8pPr marL="3200400" algn="l" defTabSz="914400" rtl="0" eaLnBrk="1" fontAlgn="base" latinLnBrk="0" hangingPunct="1">
                        <a:spcBef>
                          <a:spcPct val="15000"/>
                        </a:spcBef>
                        <a:spcAft>
                          <a:spcPct val="15000"/>
                        </a:spcAft>
                        <a:buClr>
                          <a:schemeClr val="accent1"/>
                        </a:buClr>
                        <a:buFont typeface="Arial" panose="020B0604020202020204" pitchFamily="34" charset="0"/>
                        <a:defRPr sz="1400" kern="1200">
                          <a:solidFill>
                            <a:schemeClr val="tx1"/>
                          </a:solidFill>
                          <a:latin typeface="Arial" panose="020B0604020202020204" pitchFamily="34" charset="0"/>
                          <a:cs typeface="Arial" panose="020B0604020202020204" pitchFamily="34" charset="0"/>
                        </a:defRPr>
                      </a:lvl8pPr>
                      <a:lvl9pPr marL="3657600" algn="l" defTabSz="914400" rtl="0" eaLnBrk="1" fontAlgn="base" latinLnBrk="0" hangingPunct="1">
                        <a:spcBef>
                          <a:spcPct val="15000"/>
                        </a:spcBef>
                        <a:spcAft>
                          <a:spcPct val="15000"/>
                        </a:spcAft>
                        <a:buClr>
                          <a:schemeClr val="accent1"/>
                        </a:buClr>
                        <a:buFont typeface="Arial" panose="020B0604020202020204" pitchFamily="34" charset="0"/>
                        <a:defRPr sz="1400" kern="1200">
                          <a:solidFill>
                            <a:schemeClr val="tx1"/>
                          </a:solidFill>
                          <a:latin typeface="Arial" panose="020B0604020202020204" pitchFamily="34" charset="0"/>
                          <a:cs typeface="Arial" panose="020B0604020202020204" pitchFamily="34" charset="0"/>
                        </a:defRPr>
                      </a:lvl9pPr>
                    </a:lstStyle>
                    <a:p>
                      <a:pPr marL="116205" marR="0" lvl="0" indent="-116205" algn="ctr" defTabSz="914400" rtl="0" eaLnBrk="1" fontAlgn="base" latinLnBrk="0" hangingPunct="1">
                        <a:lnSpc>
                          <a:spcPct val="90000"/>
                        </a:lnSpc>
                        <a:spcBef>
                          <a:spcPct val="25000"/>
                        </a:spcBef>
                        <a:spcAft>
                          <a:spcPct val="15000"/>
                        </a:spcAft>
                        <a:buClr>
                          <a:schemeClr val="accent1"/>
                        </a:buClr>
                        <a:buSzTx/>
                        <a:buFont typeface="Wingdings" panose="05000000000000000000" pitchFamily="2" charset="2"/>
                        <a:buNone/>
                      </a:pPr>
                      <a:r>
                        <a:rPr kumimoji="0" lang="en-US" altLang="zh-CN" sz="7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Mike Johnson</a:t>
                      </a:r>
                      <a:endParaRPr kumimoji="0" lang="en-US" altLang="zh-CN" sz="7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Arial" panose="020B0604020202020204" pitchFamily="34" charset="0"/>
                      </a:endParaRPr>
                    </a:p>
                    <a:p>
                      <a:pPr marL="116205" marR="0" lvl="0" indent="-116205" algn="ctr" defTabSz="914400" rtl="0" eaLnBrk="1" fontAlgn="base" latinLnBrk="0" hangingPunct="1">
                        <a:lnSpc>
                          <a:spcPct val="90000"/>
                        </a:lnSpc>
                        <a:spcBef>
                          <a:spcPct val="25000"/>
                        </a:spcBef>
                        <a:spcAft>
                          <a:spcPct val="15000"/>
                        </a:spcAft>
                        <a:buClr>
                          <a:schemeClr val="accent1"/>
                        </a:buClr>
                        <a:buSzTx/>
                        <a:buFont typeface="Wingdings" panose="05000000000000000000" pitchFamily="2" charset="2"/>
                        <a:buNone/>
                      </a:pPr>
                      <a:r>
                        <a:rPr kumimoji="0" lang="en-US" altLang="zh-CN" sz="7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JP Morgan Chase</a:t>
                      </a:r>
                      <a:endParaRPr kumimoji="0" lang="en-US" altLang="zh-CN" sz="7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Arial" panose="020B0604020202020204" pitchFamily="34" charset="0"/>
                      </a:endParaRPr>
                    </a:p>
                    <a:p>
                      <a:pPr marL="116205" marR="0" lvl="0" indent="-116205" algn="ctr" defTabSz="914400" rtl="0" eaLnBrk="1" fontAlgn="base" latinLnBrk="0" hangingPunct="1">
                        <a:lnSpc>
                          <a:spcPct val="90000"/>
                        </a:lnSpc>
                        <a:spcBef>
                          <a:spcPct val="25000"/>
                        </a:spcBef>
                        <a:spcAft>
                          <a:spcPct val="15000"/>
                        </a:spcAft>
                        <a:buClr>
                          <a:schemeClr val="accent1"/>
                        </a:buClr>
                        <a:buSzTx/>
                        <a:buFont typeface="Wingdings" panose="05000000000000000000" pitchFamily="2" charset="2"/>
                        <a:buNone/>
                      </a:pPr>
                      <a:r>
                        <a:rPr kumimoji="0" lang="en-US" altLang="zh-CN" sz="7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Last Interaction: 4/11/03  (product not received)</a:t>
                      </a:r>
                      <a:endParaRPr kumimoji="0" lang="en-US" altLang="zh-CN" sz="7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Arial" panose="020B0604020202020204" pitchFamily="34" charset="0"/>
                      </a:endParaRPr>
                    </a:p>
                  </a:txBody>
                  <a:tcPr marL="45720" marR="45720" horzOverflow="overflow">
                    <a:lnL w="12700" cap="flat" cmpd="sng" algn="ctr">
                      <a:solidFill>
                        <a:srgbClr val="DDDDDD"/>
                      </a:solidFill>
                      <a:prstDash val="solid"/>
                      <a:round/>
                      <a:headEnd type="none" w="sm" len="sm"/>
                      <a:tailEnd type="none" w="sm" len="sm"/>
                    </a:lnL>
                    <a:lnR w="12700" cap="flat" cmpd="sng" algn="ctr">
                      <a:solidFill>
                        <a:srgbClr val="DDDDDD"/>
                      </a:solidFill>
                      <a:prstDash val="solid"/>
                      <a:round/>
                      <a:headEnd type="none" w="sm" len="sm"/>
                      <a:tailEnd type="none" w="sm" len="sm"/>
                    </a:lnR>
                    <a:lnT w="12700" cap="flat" cmpd="sng" algn="ctr">
                      <a:solidFill>
                        <a:srgbClr val="DDDDDD"/>
                      </a:solidFill>
                      <a:prstDash val="solid"/>
                      <a:round/>
                      <a:headEnd type="none" w="sm" len="sm"/>
                      <a:tailEnd type="none" w="sm" len="sm"/>
                    </a:lnT>
                    <a:lnB w="12700" cap="flat" cmpd="sng" algn="ctr">
                      <a:solidFill>
                        <a:srgbClr val="DDDDDD"/>
                      </a:solidFill>
                      <a:prstDash val="solid"/>
                      <a:round/>
                      <a:headEnd type="none" w="sm" len="sm"/>
                      <a:tailEnd type="none" w="sm" len="sm"/>
                    </a:lnB>
                    <a:lnTlToBr>
                      <a:noFill/>
                    </a:lnTlToBr>
                    <a:lnBlToTr>
                      <a:noFill/>
                    </a:lnBlToTr>
                    <a:solidFill>
                      <a:srgbClr val="F2CA7F"/>
                    </a:solidFill>
                  </a:tcPr>
                </a:tc>
              </a:tr>
            </a:tbl>
          </a:graphicData>
        </a:graphic>
      </p:graphicFrame>
      <p:graphicFrame>
        <p:nvGraphicFramePr>
          <p:cNvPr id="15" name="Group 27"/>
          <p:cNvGraphicFramePr>
            <a:graphicFrameLocks noGrp="1"/>
          </p:cNvGraphicFramePr>
          <p:nvPr/>
        </p:nvGraphicFramePr>
        <p:xfrm>
          <a:off x="6525260" y="2349794"/>
          <a:ext cx="1176501" cy="1462883"/>
        </p:xfrm>
        <a:graphic>
          <a:graphicData uri="http://schemas.openxmlformats.org/drawingml/2006/table">
            <a:tbl>
              <a:tblPr/>
              <a:tblGrid>
                <a:gridCol w="1176501"/>
              </a:tblGrid>
              <a:tr h="359173">
                <a:tc>
                  <a:txBody>
                    <a:bodyPr/>
                    <a:lstStyle>
                      <a:lvl1pPr marL="0" algn="l" defTabSz="914400" rtl="0" eaLnBrk="1" latinLnBrk="0" hangingPunct="1">
                        <a:spcBef>
                          <a:spcPct val="25000"/>
                        </a:spcBef>
                        <a:spcAft>
                          <a:spcPct val="15000"/>
                        </a:spcAft>
                        <a:buClr>
                          <a:schemeClr val="accent1"/>
                        </a:buClr>
                        <a:defRPr sz="1600" kern="1200">
                          <a:solidFill>
                            <a:schemeClr val="tx1"/>
                          </a:solidFill>
                          <a:latin typeface="Arial" panose="020B0604020202020204" pitchFamily="34" charset="0"/>
                          <a:cs typeface="Arial" panose="020B0604020202020204" pitchFamily="34" charset="0"/>
                        </a:defRPr>
                      </a:lvl1pPr>
                      <a:lvl2pPr marL="465455" indent="-8255" algn="l" defTabSz="914400" rtl="0" eaLnBrk="1" latinLnBrk="0" hangingPunct="1">
                        <a:spcBef>
                          <a:spcPct val="15000"/>
                        </a:spcBef>
                        <a:spcAft>
                          <a:spcPct val="15000"/>
                        </a:spcAft>
                        <a:buClr>
                          <a:schemeClr val="accent1"/>
                        </a:buClr>
                        <a:buFont typeface="Webdings" panose="05030102010509060703" pitchFamily="18" charset="2"/>
                        <a:defRPr sz="1400" kern="1200">
                          <a:solidFill>
                            <a:schemeClr val="tx1"/>
                          </a:solidFill>
                          <a:latin typeface="Arial" panose="020B0604020202020204" pitchFamily="34" charset="0"/>
                          <a:cs typeface="Arial" panose="020B0604020202020204" pitchFamily="34" charset="0"/>
                        </a:defRPr>
                      </a:lvl2pPr>
                      <a:lvl3pPr marL="914400" algn="l" defTabSz="914400" rtl="0" eaLnBrk="1" latinLnBrk="0" hangingPunct="1">
                        <a:spcBef>
                          <a:spcPct val="15000"/>
                        </a:spcBef>
                        <a:spcAft>
                          <a:spcPct val="15000"/>
                        </a:spcAft>
                        <a:buClr>
                          <a:schemeClr val="accent1"/>
                        </a:buClr>
                        <a:defRPr sz="1400" kern="1200">
                          <a:solidFill>
                            <a:schemeClr val="tx1"/>
                          </a:solidFill>
                          <a:latin typeface="Arial" panose="020B0604020202020204" pitchFamily="34" charset="0"/>
                          <a:cs typeface="Arial" panose="020B0604020202020204" pitchFamily="34" charset="0"/>
                        </a:defRPr>
                      </a:lvl3pPr>
                      <a:lvl4pPr marL="1371600" algn="l" defTabSz="914400" rtl="0" eaLnBrk="1" latinLnBrk="0" hangingPunct="1">
                        <a:spcBef>
                          <a:spcPct val="15000"/>
                        </a:spcBef>
                        <a:spcAft>
                          <a:spcPct val="15000"/>
                        </a:spcAft>
                        <a:buClr>
                          <a:schemeClr val="accent1"/>
                        </a:buClr>
                        <a:buFont typeface="Arial" panose="020B0604020202020204" pitchFamily="34" charset="0"/>
                        <a:defRPr sz="1400" kern="1200">
                          <a:solidFill>
                            <a:schemeClr val="tx1"/>
                          </a:solidFill>
                          <a:latin typeface="Arial" panose="020B0604020202020204" pitchFamily="34" charset="0"/>
                          <a:cs typeface="Arial" panose="020B0604020202020204" pitchFamily="34" charset="0"/>
                        </a:defRPr>
                      </a:lvl4pPr>
                      <a:lvl5pPr marL="1828800" algn="l" defTabSz="914400" rtl="0" eaLnBrk="1" latinLnBrk="0" hangingPunct="1">
                        <a:spcBef>
                          <a:spcPct val="15000"/>
                        </a:spcBef>
                        <a:spcAft>
                          <a:spcPct val="15000"/>
                        </a:spcAft>
                        <a:buClr>
                          <a:schemeClr val="accent1"/>
                        </a:buClr>
                        <a:buFont typeface="Arial" panose="020B0604020202020204" pitchFamily="34" charset="0"/>
                        <a:defRPr sz="1400" kern="1200">
                          <a:solidFill>
                            <a:schemeClr val="tx1"/>
                          </a:solidFill>
                          <a:latin typeface="Arial" panose="020B0604020202020204" pitchFamily="34" charset="0"/>
                          <a:cs typeface="Arial" panose="020B0604020202020204" pitchFamily="34" charset="0"/>
                        </a:defRPr>
                      </a:lvl5pPr>
                      <a:lvl6pPr marL="2286000" algn="l" defTabSz="914400" rtl="0" eaLnBrk="1" fontAlgn="base" latinLnBrk="0" hangingPunct="1">
                        <a:spcBef>
                          <a:spcPct val="15000"/>
                        </a:spcBef>
                        <a:spcAft>
                          <a:spcPct val="15000"/>
                        </a:spcAft>
                        <a:buClr>
                          <a:schemeClr val="accent1"/>
                        </a:buClr>
                        <a:buFont typeface="Arial" panose="020B0604020202020204" pitchFamily="34" charset="0"/>
                        <a:defRPr sz="1400" kern="1200">
                          <a:solidFill>
                            <a:schemeClr val="tx1"/>
                          </a:solidFill>
                          <a:latin typeface="Arial" panose="020B0604020202020204" pitchFamily="34" charset="0"/>
                          <a:cs typeface="Arial" panose="020B0604020202020204" pitchFamily="34" charset="0"/>
                        </a:defRPr>
                      </a:lvl6pPr>
                      <a:lvl7pPr marL="2743200" algn="l" defTabSz="914400" rtl="0" eaLnBrk="1" fontAlgn="base" latinLnBrk="0" hangingPunct="1">
                        <a:spcBef>
                          <a:spcPct val="15000"/>
                        </a:spcBef>
                        <a:spcAft>
                          <a:spcPct val="15000"/>
                        </a:spcAft>
                        <a:buClr>
                          <a:schemeClr val="accent1"/>
                        </a:buClr>
                        <a:buFont typeface="Arial" panose="020B0604020202020204" pitchFamily="34" charset="0"/>
                        <a:defRPr sz="1400" kern="1200">
                          <a:solidFill>
                            <a:schemeClr val="tx1"/>
                          </a:solidFill>
                          <a:latin typeface="Arial" panose="020B0604020202020204" pitchFamily="34" charset="0"/>
                          <a:cs typeface="Arial" panose="020B0604020202020204" pitchFamily="34" charset="0"/>
                        </a:defRPr>
                      </a:lvl7pPr>
                      <a:lvl8pPr marL="3200400" algn="l" defTabSz="914400" rtl="0" eaLnBrk="1" fontAlgn="base" latinLnBrk="0" hangingPunct="1">
                        <a:spcBef>
                          <a:spcPct val="15000"/>
                        </a:spcBef>
                        <a:spcAft>
                          <a:spcPct val="15000"/>
                        </a:spcAft>
                        <a:buClr>
                          <a:schemeClr val="accent1"/>
                        </a:buClr>
                        <a:buFont typeface="Arial" panose="020B0604020202020204" pitchFamily="34" charset="0"/>
                        <a:defRPr sz="1400" kern="1200">
                          <a:solidFill>
                            <a:schemeClr val="tx1"/>
                          </a:solidFill>
                          <a:latin typeface="Arial" panose="020B0604020202020204" pitchFamily="34" charset="0"/>
                          <a:cs typeface="Arial" panose="020B0604020202020204" pitchFamily="34" charset="0"/>
                        </a:defRPr>
                      </a:lvl8pPr>
                      <a:lvl9pPr marL="3657600" algn="l" defTabSz="914400" rtl="0" eaLnBrk="1" fontAlgn="base" latinLnBrk="0" hangingPunct="1">
                        <a:spcBef>
                          <a:spcPct val="15000"/>
                        </a:spcBef>
                        <a:spcAft>
                          <a:spcPct val="15000"/>
                        </a:spcAft>
                        <a:buClr>
                          <a:schemeClr val="accent1"/>
                        </a:buClr>
                        <a:buFont typeface="Arial" panose="020B0604020202020204" pitchFamily="34" charset="0"/>
                        <a:defRPr sz="1400" kern="12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25000"/>
                        </a:spcBef>
                        <a:spcAft>
                          <a:spcPct val="15000"/>
                        </a:spcAft>
                        <a:buClr>
                          <a:schemeClr val="accent1"/>
                        </a:buClr>
                        <a:buSzTx/>
                        <a:buFont typeface="Wingdings" panose="05000000000000000000" pitchFamily="2" charset="2"/>
                        <a:buNone/>
                      </a:pPr>
                      <a:r>
                        <a:rPr kumimoji="0" lang="en-US" altLang="zh-CN" sz="1000" b="0"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Purchasing</a:t>
                      </a:r>
                      <a:endParaRPr kumimoji="0" lang="en-US" altLang="zh-CN" sz="1000" b="0"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Arial" panose="020B0604020202020204" pitchFamily="34" charset="0"/>
                      </a:endParaRPr>
                    </a:p>
                  </a:txBody>
                  <a:tcPr marL="45720" marR="45720" horzOverflow="overflow">
                    <a:lnL w="12700" cap="flat" cmpd="sng" algn="ctr">
                      <a:solidFill>
                        <a:srgbClr val="DDDDDD"/>
                      </a:solidFill>
                      <a:prstDash val="solid"/>
                      <a:round/>
                      <a:headEnd type="none" w="sm" len="sm"/>
                      <a:tailEnd type="none" w="sm" len="sm"/>
                    </a:lnL>
                    <a:lnR w="12700" cap="flat" cmpd="sng" algn="ctr">
                      <a:solidFill>
                        <a:srgbClr val="DDDDDD"/>
                      </a:solidFill>
                      <a:prstDash val="solid"/>
                      <a:round/>
                      <a:headEnd type="none" w="sm" len="sm"/>
                      <a:tailEnd type="none" w="sm" len="sm"/>
                    </a:lnR>
                    <a:lnT w="12700" cap="flat" cmpd="sng" algn="ctr">
                      <a:solidFill>
                        <a:srgbClr val="DDDDDD"/>
                      </a:solidFill>
                      <a:prstDash val="solid"/>
                      <a:round/>
                      <a:headEnd type="none" w="sm" len="sm"/>
                      <a:tailEnd type="none" w="sm" len="sm"/>
                    </a:lnT>
                    <a:lnB w="12700" cap="flat" cmpd="sng" algn="ctr">
                      <a:solidFill>
                        <a:srgbClr val="DDDDDD"/>
                      </a:solidFill>
                      <a:prstDash val="solid"/>
                      <a:round/>
                      <a:headEnd type="none" w="sm" len="sm"/>
                      <a:tailEnd type="none" w="sm" len="sm"/>
                    </a:lnB>
                    <a:lnTlToBr>
                      <a:noFill/>
                    </a:lnTlToBr>
                    <a:lnBlToTr>
                      <a:noFill/>
                    </a:lnBlToTr>
                    <a:solidFill>
                      <a:srgbClr val="F2CA7F"/>
                    </a:solidFill>
                  </a:tcPr>
                </a:tc>
              </a:tr>
              <a:tr h="1103710">
                <a:tc>
                  <a:txBody>
                    <a:bodyPr/>
                    <a:lstStyle>
                      <a:lvl1pPr marL="116205" indent="-116205" algn="l" defTabSz="914400" rtl="0" eaLnBrk="1" latinLnBrk="0" hangingPunct="1">
                        <a:spcBef>
                          <a:spcPct val="25000"/>
                        </a:spcBef>
                        <a:spcAft>
                          <a:spcPct val="15000"/>
                        </a:spcAft>
                        <a:buClr>
                          <a:schemeClr val="accent1"/>
                        </a:buClr>
                        <a:defRPr sz="1600" kern="1200">
                          <a:solidFill>
                            <a:schemeClr val="tx1"/>
                          </a:solidFill>
                          <a:latin typeface="Arial" panose="020B0604020202020204" pitchFamily="34" charset="0"/>
                          <a:cs typeface="Arial" panose="020B0604020202020204" pitchFamily="34" charset="0"/>
                        </a:defRPr>
                      </a:lvl1pPr>
                      <a:lvl2pPr marL="290830" indent="-173355" algn="l" defTabSz="914400" rtl="0" eaLnBrk="1" latinLnBrk="0" hangingPunct="1">
                        <a:spcBef>
                          <a:spcPct val="15000"/>
                        </a:spcBef>
                        <a:spcAft>
                          <a:spcPct val="15000"/>
                        </a:spcAft>
                        <a:buClr>
                          <a:schemeClr val="accent1"/>
                        </a:buClr>
                        <a:buFont typeface="Webdings" panose="05030102010509060703" pitchFamily="18" charset="2"/>
                        <a:defRPr sz="1400" kern="1200">
                          <a:solidFill>
                            <a:schemeClr val="tx1"/>
                          </a:solidFill>
                          <a:latin typeface="Arial" panose="020B0604020202020204" pitchFamily="34" charset="0"/>
                          <a:cs typeface="Arial" panose="020B0604020202020204" pitchFamily="34" charset="0"/>
                        </a:defRPr>
                      </a:lvl2pPr>
                      <a:lvl3pPr marL="914400" algn="l" defTabSz="914400" rtl="0" eaLnBrk="1" latinLnBrk="0" hangingPunct="1">
                        <a:spcBef>
                          <a:spcPct val="15000"/>
                        </a:spcBef>
                        <a:spcAft>
                          <a:spcPct val="15000"/>
                        </a:spcAft>
                        <a:buClr>
                          <a:schemeClr val="accent1"/>
                        </a:buClr>
                        <a:defRPr sz="1400" kern="1200">
                          <a:solidFill>
                            <a:schemeClr val="tx1"/>
                          </a:solidFill>
                          <a:latin typeface="Arial" panose="020B0604020202020204" pitchFamily="34" charset="0"/>
                          <a:cs typeface="Arial" panose="020B0604020202020204" pitchFamily="34" charset="0"/>
                        </a:defRPr>
                      </a:lvl3pPr>
                      <a:lvl4pPr marL="1371600" algn="l" defTabSz="914400" rtl="0" eaLnBrk="1" latinLnBrk="0" hangingPunct="1">
                        <a:spcBef>
                          <a:spcPct val="15000"/>
                        </a:spcBef>
                        <a:spcAft>
                          <a:spcPct val="15000"/>
                        </a:spcAft>
                        <a:buClr>
                          <a:schemeClr val="accent1"/>
                        </a:buClr>
                        <a:buFont typeface="Arial" panose="020B0604020202020204" pitchFamily="34" charset="0"/>
                        <a:defRPr sz="1400" kern="1200">
                          <a:solidFill>
                            <a:schemeClr val="tx1"/>
                          </a:solidFill>
                          <a:latin typeface="Arial" panose="020B0604020202020204" pitchFamily="34" charset="0"/>
                          <a:cs typeface="Arial" panose="020B0604020202020204" pitchFamily="34" charset="0"/>
                        </a:defRPr>
                      </a:lvl4pPr>
                      <a:lvl5pPr marL="1828800" algn="l" defTabSz="914400" rtl="0" eaLnBrk="1" latinLnBrk="0" hangingPunct="1">
                        <a:spcBef>
                          <a:spcPct val="15000"/>
                        </a:spcBef>
                        <a:spcAft>
                          <a:spcPct val="15000"/>
                        </a:spcAft>
                        <a:buClr>
                          <a:schemeClr val="accent1"/>
                        </a:buClr>
                        <a:buFont typeface="Arial" panose="020B0604020202020204" pitchFamily="34" charset="0"/>
                        <a:defRPr sz="1400" kern="1200">
                          <a:solidFill>
                            <a:schemeClr val="tx1"/>
                          </a:solidFill>
                          <a:latin typeface="Arial" panose="020B0604020202020204" pitchFamily="34" charset="0"/>
                          <a:cs typeface="Arial" panose="020B0604020202020204" pitchFamily="34" charset="0"/>
                        </a:defRPr>
                      </a:lvl5pPr>
                      <a:lvl6pPr marL="2286000" algn="l" defTabSz="914400" rtl="0" eaLnBrk="1" fontAlgn="base" latinLnBrk="0" hangingPunct="1">
                        <a:spcBef>
                          <a:spcPct val="15000"/>
                        </a:spcBef>
                        <a:spcAft>
                          <a:spcPct val="15000"/>
                        </a:spcAft>
                        <a:buClr>
                          <a:schemeClr val="accent1"/>
                        </a:buClr>
                        <a:buFont typeface="Arial" panose="020B0604020202020204" pitchFamily="34" charset="0"/>
                        <a:defRPr sz="1400" kern="1200">
                          <a:solidFill>
                            <a:schemeClr val="tx1"/>
                          </a:solidFill>
                          <a:latin typeface="Arial" panose="020B0604020202020204" pitchFamily="34" charset="0"/>
                          <a:cs typeface="Arial" panose="020B0604020202020204" pitchFamily="34" charset="0"/>
                        </a:defRPr>
                      </a:lvl6pPr>
                      <a:lvl7pPr marL="2743200" algn="l" defTabSz="914400" rtl="0" eaLnBrk="1" fontAlgn="base" latinLnBrk="0" hangingPunct="1">
                        <a:spcBef>
                          <a:spcPct val="15000"/>
                        </a:spcBef>
                        <a:spcAft>
                          <a:spcPct val="15000"/>
                        </a:spcAft>
                        <a:buClr>
                          <a:schemeClr val="accent1"/>
                        </a:buClr>
                        <a:buFont typeface="Arial" panose="020B0604020202020204" pitchFamily="34" charset="0"/>
                        <a:defRPr sz="1400" kern="1200">
                          <a:solidFill>
                            <a:schemeClr val="tx1"/>
                          </a:solidFill>
                          <a:latin typeface="Arial" panose="020B0604020202020204" pitchFamily="34" charset="0"/>
                          <a:cs typeface="Arial" panose="020B0604020202020204" pitchFamily="34" charset="0"/>
                        </a:defRPr>
                      </a:lvl7pPr>
                      <a:lvl8pPr marL="3200400" algn="l" defTabSz="914400" rtl="0" eaLnBrk="1" fontAlgn="base" latinLnBrk="0" hangingPunct="1">
                        <a:spcBef>
                          <a:spcPct val="15000"/>
                        </a:spcBef>
                        <a:spcAft>
                          <a:spcPct val="15000"/>
                        </a:spcAft>
                        <a:buClr>
                          <a:schemeClr val="accent1"/>
                        </a:buClr>
                        <a:buFont typeface="Arial" panose="020B0604020202020204" pitchFamily="34" charset="0"/>
                        <a:defRPr sz="1400" kern="1200">
                          <a:solidFill>
                            <a:schemeClr val="tx1"/>
                          </a:solidFill>
                          <a:latin typeface="Arial" panose="020B0604020202020204" pitchFamily="34" charset="0"/>
                          <a:cs typeface="Arial" panose="020B0604020202020204" pitchFamily="34" charset="0"/>
                        </a:defRPr>
                      </a:lvl8pPr>
                      <a:lvl9pPr marL="3657600" algn="l" defTabSz="914400" rtl="0" eaLnBrk="1" fontAlgn="base" latinLnBrk="0" hangingPunct="1">
                        <a:spcBef>
                          <a:spcPct val="15000"/>
                        </a:spcBef>
                        <a:spcAft>
                          <a:spcPct val="15000"/>
                        </a:spcAft>
                        <a:buClr>
                          <a:schemeClr val="accent1"/>
                        </a:buClr>
                        <a:buFont typeface="Arial" panose="020B0604020202020204" pitchFamily="34" charset="0"/>
                        <a:defRPr sz="1400" kern="1200">
                          <a:solidFill>
                            <a:schemeClr val="tx1"/>
                          </a:solidFill>
                          <a:latin typeface="Arial" panose="020B0604020202020204" pitchFamily="34" charset="0"/>
                          <a:cs typeface="Arial" panose="020B0604020202020204" pitchFamily="34" charset="0"/>
                        </a:defRPr>
                      </a:lvl9pPr>
                    </a:lstStyle>
                    <a:p>
                      <a:pPr marL="116205" marR="0" lvl="0" indent="-116205" algn="ctr" defTabSz="914400" rtl="0" eaLnBrk="1" fontAlgn="base" latinLnBrk="0" hangingPunct="1">
                        <a:lnSpc>
                          <a:spcPct val="90000"/>
                        </a:lnSpc>
                        <a:spcBef>
                          <a:spcPct val="25000"/>
                        </a:spcBef>
                        <a:spcAft>
                          <a:spcPct val="15000"/>
                        </a:spcAft>
                        <a:buClr>
                          <a:schemeClr val="accent1"/>
                        </a:buClr>
                        <a:buSzTx/>
                        <a:buFont typeface="Wingdings" panose="05000000000000000000" pitchFamily="2" charset="2"/>
                        <a:buNone/>
                      </a:pPr>
                      <a:r>
                        <a:rPr kumimoji="0" lang="en-US" altLang="zh-CN" sz="7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JP Morgan &amp; Chase</a:t>
                      </a:r>
                      <a:endParaRPr kumimoji="0" lang="en-US" altLang="zh-CN" sz="7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Arial" panose="020B0604020202020204" pitchFamily="34" charset="0"/>
                      </a:endParaRPr>
                    </a:p>
                    <a:p>
                      <a:pPr marL="116205" marR="0" lvl="0" indent="-116205" algn="ctr" defTabSz="914400" rtl="0" eaLnBrk="1" fontAlgn="base" latinLnBrk="0" hangingPunct="1">
                        <a:lnSpc>
                          <a:spcPct val="90000"/>
                        </a:lnSpc>
                        <a:spcBef>
                          <a:spcPct val="25000"/>
                        </a:spcBef>
                        <a:spcAft>
                          <a:spcPct val="15000"/>
                        </a:spcAft>
                        <a:buClr>
                          <a:schemeClr val="accent1"/>
                        </a:buClr>
                        <a:buSzTx/>
                        <a:buFont typeface="Wingdings" panose="05000000000000000000" pitchFamily="2" charset="2"/>
                        <a:buNone/>
                      </a:pPr>
                      <a:r>
                        <a:rPr kumimoji="0" lang="en-US" altLang="zh-CN" sz="7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Contact : Michael A Johnson, CIO</a:t>
                      </a:r>
                      <a:endParaRPr kumimoji="0" lang="en-US" altLang="zh-CN" sz="7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Arial" panose="020B0604020202020204" pitchFamily="34" charset="0"/>
                      </a:endParaRPr>
                    </a:p>
                    <a:p>
                      <a:pPr marL="116205" marR="0" lvl="0" indent="-116205" algn="ctr" defTabSz="914400" rtl="0" eaLnBrk="1" fontAlgn="base" latinLnBrk="0" hangingPunct="1">
                        <a:lnSpc>
                          <a:spcPct val="90000"/>
                        </a:lnSpc>
                        <a:spcBef>
                          <a:spcPct val="25000"/>
                        </a:spcBef>
                        <a:spcAft>
                          <a:spcPct val="15000"/>
                        </a:spcAft>
                        <a:buClr>
                          <a:schemeClr val="accent1"/>
                        </a:buClr>
                        <a:buSzTx/>
                        <a:buFont typeface="Wingdings" panose="05000000000000000000" pitchFamily="2" charset="2"/>
                        <a:buNone/>
                      </a:pPr>
                      <a:r>
                        <a:rPr kumimoji="0" lang="en-US" altLang="zh-CN" sz="7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270 West St</a:t>
                      </a:r>
                      <a:endParaRPr kumimoji="0" lang="en-US" altLang="zh-CN" sz="7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Arial" panose="020B0604020202020204" pitchFamily="34" charset="0"/>
                      </a:endParaRPr>
                    </a:p>
                    <a:p>
                      <a:pPr marL="116205" marR="0" lvl="0" indent="-116205" algn="ctr" defTabSz="914400" rtl="0" eaLnBrk="1" fontAlgn="base" latinLnBrk="0" hangingPunct="1">
                        <a:lnSpc>
                          <a:spcPct val="90000"/>
                        </a:lnSpc>
                        <a:spcBef>
                          <a:spcPct val="25000"/>
                        </a:spcBef>
                        <a:spcAft>
                          <a:spcPct val="15000"/>
                        </a:spcAft>
                        <a:buClr>
                          <a:schemeClr val="accent1"/>
                        </a:buClr>
                        <a:buSzTx/>
                        <a:buFont typeface="Wingdings" panose="05000000000000000000" pitchFamily="2" charset="2"/>
                        <a:buNone/>
                      </a:pPr>
                      <a:r>
                        <a:rPr kumimoji="0" lang="en-US" altLang="zh-CN" sz="7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NY</a:t>
                      </a:r>
                      <a:endParaRPr kumimoji="0" lang="en-US" altLang="zh-CN" sz="7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Arial" panose="020B0604020202020204" pitchFamily="34" charset="0"/>
                      </a:endParaRPr>
                    </a:p>
                  </a:txBody>
                  <a:tcPr marL="45720" marR="45720" horzOverflow="overflow">
                    <a:lnL w="12700" cap="flat" cmpd="sng" algn="ctr">
                      <a:solidFill>
                        <a:srgbClr val="DDDDDD"/>
                      </a:solidFill>
                      <a:prstDash val="solid"/>
                      <a:round/>
                      <a:headEnd type="none" w="sm" len="sm"/>
                      <a:tailEnd type="none" w="sm" len="sm"/>
                    </a:lnL>
                    <a:lnR w="12700" cap="flat" cmpd="sng" algn="ctr">
                      <a:solidFill>
                        <a:srgbClr val="DDDDDD"/>
                      </a:solidFill>
                      <a:prstDash val="solid"/>
                      <a:round/>
                      <a:headEnd type="none" w="sm" len="sm"/>
                      <a:tailEnd type="none" w="sm" len="sm"/>
                    </a:lnR>
                    <a:lnT w="12700" cap="flat" cmpd="sng" algn="ctr">
                      <a:solidFill>
                        <a:srgbClr val="DDDDDD"/>
                      </a:solidFill>
                      <a:prstDash val="solid"/>
                      <a:round/>
                      <a:headEnd type="none" w="sm" len="sm"/>
                      <a:tailEnd type="none" w="sm" len="sm"/>
                    </a:lnT>
                    <a:lnB w="12700" cap="flat" cmpd="sng" algn="ctr">
                      <a:solidFill>
                        <a:srgbClr val="DDDDDD"/>
                      </a:solidFill>
                      <a:prstDash val="solid"/>
                      <a:round/>
                      <a:headEnd type="none" w="sm" len="sm"/>
                      <a:tailEnd type="none" w="sm" len="sm"/>
                    </a:lnB>
                    <a:lnTlToBr>
                      <a:noFill/>
                    </a:lnTlToBr>
                    <a:lnBlToTr>
                      <a:noFill/>
                    </a:lnBlToTr>
                    <a:solidFill>
                      <a:srgbClr val="F2CA7F"/>
                    </a:solidFill>
                  </a:tcPr>
                </a:tc>
              </a:tr>
            </a:tbl>
          </a:graphicData>
        </a:graphic>
      </p:graphicFrame>
      <p:graphicFrame>
        <p:nvGraphicFramePr>
          <p:cNvPr id="16" name="Group 35"/>
          <p:cNvGraphicFramePr>
            <a:graphicFrameLocks noGrp="1"/>
          </p:cNvGraphicFramePr>
          <p:nvPr/>
        </p:nvGraphicFramePr>
        <p:xfrm>
          <a:off x="8472170" y="2349477"/>
          <a:ext cx="1176501" cy="1458120"/>
        </p:xfrm>
        <a:graphic>
          <a:graphicData uri="http://schemas.openxmlformats.org/drawingml/2006/table">
            <a:tbl>
              <a:tblPr/>
              <a:tblGrid>
                <a:gridCol w="1176501"/>
              </a:tblGrid>
              <a:tr h="358004">
                <a:tc>
                  <a:txBody>
                    <a:bodyPr/>
                    <a:lstStyle>
                      <a:lvl1pPr marL="0" algn="l" defTabSz="914400" rtl="0" eaLnBrk="1" latinLnBrk="0" hangingPunct="1">
                        <a:spcBef>
                          <a:spcPct val="25000"/>
                        </a:spcBef>
                        <a:spcAft>
                          <a:spcPct val="15000"/>
                        </a:spcAft>
                        <a:buClr>
                          <a:schemeClr val="accent1"/>
                        </a:buClr>
                        <a:defRPr sz="1600" kern="1200">
                          <a:solidFill>
                            <a:schemeClr val="tx1"/>
                          </a:solidFill>
                          <a:latin typeface="Arial" panose="020B0604020202020204" pitchFamily="34" charset="0"/>
                          <a:cs typeface="Arial" panose="020B0604020202020204" pitchFamily="34" charset="0"/>
                        </a:defRPr>
                      </a:lvl1pPr>
                      <a:lvl2pPr marL="465455" indent="-8255" algn="l" defTabSz="914400" rtl="0" eaLnBrk="1" latinLnBrk="0" hangingPunct="1">
                        <a:spcBef>
                          <a:spcPct val="15000"/>
                        </a:spcBef>
                        <a:spcAft>
                          <a:spcPct val="15000"/>
                        </a:spcAft>
                        <a:buClr>
                          <a:schemeClr val="accent1"/>
                        </a:buClr>
                        <a:buFont typeface="Webdings" panose="05030102010509060703" pitchFamily="18" charset="2"/>
                        <a:defRPr sz="1400" kern="1200">
                          <a:solidFill>
                            <a:schemeClr val="tx1"/>
                          </a:solidFill>
                          <a:latin typeface="Arial" panose="020B0604020202020204" pitchFamily="34" charset="0"/>
                          <a:cs typeface="Arial" panose="020B0604020202020204" pitchFamily="34" charset="0"/>
                        </a:defRPr>
                      </a:lvl2pPr>
                      <a:lvl3pPr marL="914400" algn="l" defTabSz="914400" rtl="0" eaLnBrk="1" latinLnBrk="0" hangingPunct="1">
                        <a:spcBef>
                          <a:spcPct val="15000"/>
                        </a:spcBef>
                        <a:spcAft>
                          <a:spcPct val="15000"/>
                        </a:spcAft>
                        <a:buClr>
                          <a:schemeClr val="accent1"/>
                        </a:buClr>
                        <a:defRPr sz="1400" kern="1200">
                          <a:solidFill>
                            <a:schemeClr val="tx1"/>
                          </a:solidFill>
                          <a:latin typeface="Arial" panose="020B0604020202020204" pitchFamily="34" charset="0"/>
                          <a:cs typeface="Arial" panose="020B0604020202020204" pitchFamily="34" charset="0"/>
                        </a:defRPr>
                      </a:lvl3pPr>
                      <a:lvl4pPr marL="1371600" algn="l" defTabSz="914400" rtl="0" eaLnBrk="1" latinLnBrk="0" hangingPunct="1">
                        <a:spcBef>
                          <a:spcPct val="15000"/>
                        </a:spcBef>
                        <a:spcAft>
                          <a:spcPct val="15000"/>
                        </a:spcAft>
                        <a:buClr>
                          <a:schemeClr val="accent1"/>
                        </a:buClr>
                        <a:buFont typeface="Arial" panose="020B0604020202020204" pitchFamily="34" charset="0"/>
                        <a:defRPr sz="1400" kern="1200">
                          <a:solidFill>
                            <a:schemeClr val="tx1"/>
                          </a:solidFill>
                          <a:latin typeface="Arial" panose="020B0604020202020204" pitchFamily="34" charset="0"/>
                          <a:cs typeface="Arial" panose="020B0604020202020204" pitchFamily="34" charset="0"/>
                        </a:defRPr>
                      </a:lvl4pPr>
                      <a:lvl5pPr marL="1828800" algn="l" defTabSz="914400" rtl="0" eaLnBrk="1" latinLnBrk="0" hangingPunct="1">
                        <a:spcBef>
                          <a:spcPct val="15000"/>
                        </a:spcBef>
                        <a:spcAft>
                          <a:spcPct val="15000"/>
                        </a:spcAft>
                        <a:buClr>
                          <a:schemeClr val="accent1"/>
                        </a:buClr>
                        <a:buFont typeface="Arial" panose="020B0604020202020204" pitchFamily="34" charset="0"/>
                        <a:defRPr sz="1400" kern="1200">
                          <a:solidFill>
                            <a:schemeClr val="tx1"/>
                          </a:solidFill>
                          <a:latin typeface="Arial" panose="020B0604020202020204" pitchFamily="34" charset="0"/>
                          <a:cs typeface="Arial" panose="020B0604020202020204" pitchFamily="34" charset="0"/>
                        </a:defRPr>
                      </a:lvl5pPr>
                      <a:lvl6pPr marL="2286000" algn="l" defTabSz="914400" rtl="0" eaLnBrk="1" fontAlgn="base" latinLnBrk="0" hangingPunct="1">
                        <a:spcBef>
                          <a:spcPct val="15000"/>
                        </a:spcBef>
                        <a:spcAft>
                          <a:spcPct val="15000"/>
                        </a:spcAft>
                        <a:buClr>
                          <a:schemeClr val="accent1"/>
                        </a:buClr>
                        <a:buFont typeface="Arial" panose="020B0604020202020204" pitchFamily="34" charset="0"/>
                        <a:defRPr sz="1400" kern="1200">
                          <a:solidFill>
                            <a:schemeClr val="tx1"/>
                          </a:solidFill>
                          <a:latin typeface="Arial" panose="020B0604020202020204" pitchFamily="34" charset="0"/>
                          <a:cs typeface="Arial" panose="020B0604020202020204" pitchFamily="34" charset="0"/>
                        </a:defRPr>
                      </a:lvl6pPr>
                      <a:lvl7pPr marL="2743200" algn="l" defTabSz="914400" rtl="0" eaLnBrk="1" fontAlgn="base" latinLnBrk="0" hangingPunct="1">
                        <a:spcBef>
                          <a:spcPct val="15000"/>
                        </a:spcBef>
                        <a:spcAft>
                          <a:spcPct val="15000"/>
                        </a:spcAft>
                        <a:buClr>
                          <a:schemeClr val="accent1"/>
                        </a:buClr>
                        <a:buFont typeface="Arial" panose="020B0604020202020204" pitchFamily="34" charset="0"/>
                        <a:defRPr sz="1400" kern="1200">
                          <a:solidFill>
                            <a:schemeClr val="tx1"/>
                          </a:solidFill>
                          <a:latin typeface="Arial" panose="020B0604020202020204" pitchFamily="34" charset="0"/>
                          <a:cs typeface="Arial" panose="020B0604020202020204" pitchFamily="34" charset="0"/>
                        </a:defRPr>
                      </a:lvl7pPr>
                      <a:lvl8pPr marL="3200400" algn="l" defTabSz="914400" rtl="0" eaLnBrk="1" fontAlgn="base" latinLnBrk="0" hangingPunct="1">
                        <a:spcBef>
                          <a:spcPct val="15000"/>
                        </a:spcBef>
                        <a:spcAft>
                          <a:spcPct val="15000"/>
                        </a:spcAft>
                        <a:buClr>
                          <a:schemeClr val="accent1"/>
                        </a:buClr>
                        <a:buFont typeface="Arial" panose="020B0604020202020204" pitchFamily="34" charset="0"/>
                        <a:defRPr sz="1400" kern="1200">
                          <a:solidFill>
                            <a:schemeClr val="tx1"/>
                          </a:solidFill>
                          <a:latin typeface="Arial" panose="020B0604020202020204" pitchFamily="34" charset="0"/>
                          <a:cs typeface="Arial" panose="020B0604020202020204" pitchFamily="34" charset="0"/>
                        </a:defRPr>
                      </a:lvl8pPr>
                      <a:lvl9pPr marL="3657600" algn="l" defTabSz="914400" rtl="0" eaLnBrk="1" fontAlgn="base" latinLnBrk="0" hangingPunct="1">
                        <a:spcBef>
                          <a:spcPct val="15000"/>
                        </a:spcBef>
                        <a:spcAft>
                          <a:spcPct val="15000"/>
                        </a:spcAft>
                        <a:buClr>
                          <a:schemeClr val="accent1"/>
                        </a:buClr>
                        <a:buFont typeface="Arial" panose="020B0604020202020204" pitchFamily="34" charset="0"/>
                        <a:defRPr sz="1400" kern="12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25000"/>
                        </a:spcBef>
                        <a:spcAft>
                          <a:spcPct val="15000"/>
                        </a:spcAft>
                        <a:buClr>
                          <a:schemeClr val="accent1"/>
                        </a:buClr>
                        <a:buSzTx/>
                        <a:buFont typeface="Wingdings" panose="05000000000000000000" pitchFamily="2" charset="2"/>
                        <a:buNone/>
                      </a:pPr>
                      <a:r>
                        <a:rPr kumimoji="0" lang="en-US" altLang="zh-CN" sz="1000" b="0"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Portal</a:t>
                      </a:r>
                      <a:endParaRPr kumimoji="0" lang="en-US" altLang="zh-CN" sz="1000" b="0"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Arial" panose="020B0604020202020204" pitchFamily="34" charset="0"/>
                      </a:endParaRPr>
                    </a:p>
                  </a:txBody>
                  <a:tcPr marL="45720" marR="45720" horzOverflow="overflow">
                    <a:lnL w="12700" cap="flat" cmpd="sng" algn="ctr">
                      <a:solidFill>
                        <a:srgbClr val="DDDDDD"/>
                      </a:solidFill>
                      <a:prstDash val="solid"/>
                      <a:round/>
                      <a:headEnd type="none" w="sm" len="sm"/>
                      <a:tailEnd type="none" w="sm" len="sm"/>
                    </a:lnL>
                    <a:lnR w="12700" cap="flat" cmpd="sng" algn="ctr">
                      <a:solidFill>
                        <a:srgbClr val="DDDDDD"/>
                      </a:solidFill>
                      <a:prstDash val="solid"/>
                      <a:round/>
                      <a:headEnd type="none" w="sm" len="sm"/>
                      <a:tailEnd type="none" w="sm" len="sm"/>
                    </a:lnR>
                    <a:lnT w="12700" cap="flat" cmpd="sng" algn="ctr">
                      <a:solidFill>
                        <a:srgbClr val="DDDDDD"/>
                      </a:solidFill>
                      <a:prstDash val="solid"/>
                      <a:round/>
                      <a:headEnd type="none" w="sm" len="sm"/>
                      <a:tailEnd type="none" w="sm" len="sm"/>
                    </a:lnT>
                    <a:lnB w="12700" cap="flat" cmpd="sng" algn="ctr">
                      <a:solidFill>
                        <a:srgbClr val="DDDDDD"/>
                      </a:solidFill>
                      <a:prstDash val="solid"/>
                      <a:round/>
                      <a:headEnd type="none" w="sm" len="sm"/>
                      <a:tailEnd type="none" w="sm" len="sm"/>
                    </a:lnB>
                    <a:lnTlToBr>
                      <a:noFill/>
                    </a:lnTlToBr>
                    <a:lnBlToTr>
                      <a:noFill/>
                    </a:lnBlToTr>
                    <a:solidFill>
                      <a:srgbClr val="F2CA7F"/>
                    </a:solidFill>
                  </a:tcPr>
                </a:tc>
              </a:tr>
              <a:tr h="1100116">
                <a:tc>
                  <a:txBody>
                    <a:bodyPr/>
                    <a:lstStyle>
                      <a:lvl1pPr marL="116205" indent="-116205" algn="l" defTabSz="914400" rtl="0" eaLnBrk="1" latinLnBrk="0" hangingPunct="1">
                        <a:spcBef>
                          <a:spcPct val="25000"/>
                        </a:spcBef>
                        <a:spcAft>
                          <a:spcPct val="15000"/>
                        </a:spcAft>
                        <a:buClr>
                          <a:schemeClr val="accent1"/>
                        </a:buClr>
                        <a:defRPr sz="1600" kern="1200">
                          <a:solidFill>
                            <a:schemeClr val="tx1"/>
                          </a:solidFill>
                          <a:latin typeface="Arial" panose="020B0604020202020204" pitchFamily="34" charset="0"/>
                          <a:cs typeface="Arial" panose="020B0604020202020204" pitchFamily="34" charset="0"/>
                        </a:defRPr>
                      </a:lvl1pPr>
                      <a:lvl2pPr marL="290830" indent="-173355" algn="l" defTabSz="914400" rtl="0" eaLnBrk="1" latinLnBrk="0" hangingPunct="1">
                        <a:spcBef>
                          <a:spcPct val="15000"/>
                        </a:spcBef>
                        <a:spcAft>
                          <a:spcPct val="15000"/>
                        </a:spcAft>
                        <a:buClr>
                          <a:schemeClr val="accent1"/>
                        </a:buClr>
                        <a:buFont typeface="Webdings" panose="05030102010509060703" pitchFamily="18" charset="2"/>
                        <a:defRPr sz="1400" kern="1200">
                          <a:solidFill>
                            <a:schemeClr val="tx1"/>
                          </a:solidFill>
                          <a:latin typeface="Arial" panose="020B0604020202020204" pitchFamily="34" charset="0"/>
                          <a:cs typeface="Arial" panose="020B0604020202020204" pitchFamily="34" charset="0"/>
                        </a:defRPr>
                      </a:lvl2pPr>
                      <a:lvl3pPr marL="914400" algn="l" defTabSz="914400" rtl="0" eaLnBrk="1" latinLnBrk="0" hangingPunct="1">
                        <a:spcBef>
                          <a:spcPct val="15000"/>
                        </a:spcBef>
                        <a:spcAft>
                          <a:spcPct val="15000"/>
                        </a:spcAft>
                        <a:buClr>
                          <a:schemeClr val="accent1"/>
                        </a:buClr>
                        <a:defRPr sz="1400" kern="1200">
                          <a:solidFill>
                            <a:schemeClr val="tx1"/>
                          </a:solidFill>
                          <a:latin typeface="Arial" panose="020B0604020202020204" pitchFamily="34" charset="0"/>
                          <a:cs typeface="Arial" panose="020B0604020202020204" pitchFamily="34" charset="0"/>
                        </a:defRPr>
                      </a:lvl3pPr>
                      <a:lvl4pPr marL="1371600" algn="l" defTabSz="914400" rtl="0" eaLnBrk="1" latinLnBrk="0" hangingPunct="1">
                        <a:spcBef>
                          <a:spcPct val="15000"/>
                        </a:spcBef>
                        <a:spcAft>
                          <a:spcPct val="15000"/>
                        </a:spcAft>
                        <a:buClr>
                          <a:schemeClr val="accent1"/>
                        </a:buClr>
                        <a:buFont typeface="Arial" panose="020B0604020202020204" pitchFamily="34" charset="0"/>
                        <a:defRPr sz="1400" kern="1200">
                          <a:solidFill>
                            <a:schemeClr val="tx1"/>
                          </a:solidFill>
                          <a:latin typeface="Arial" panose="020B0604020202020204" pitchFamily="34" charset="0"/>
                          <a:cs typeface="Arial" panose="020B0604020202020204" pitchFamily="34" charset="0"/>
                        </a:defRPr>
                      </a:lvl4pPr>
                      <a:lvl5pPr marL="1828800" algn="l" defTabSz="914400" rtl="0" eaLnBrk="1" latinLnBrk="0" hangingPunct="1">
                        <a:spcBef>
                          <a:spcPct val="15000"/>
                        </a:spcBef>
                        <a:spcAft>
                          <a:spcPct val="15000"/>
                        </a:spcAft>
                        <a:buClr>
                          <a:schemeClr val="accent1"/>
                        </a:buClr>
                        <a:buFont typeface="Arial" panose="020B0604020202020204" pitchFamily="34" charset="0"/>
                        <a:defRPr sz="1400" kern="1200">
                          <a:solidFill>
                            <a:schemeClr val="tx1"/>
                          </a:solidFill>
                          <a:latin typeface="Arial" panose="020B0604020202020204" pitchFamily="34" charset="0"/>
                          <a:cs typeface="Arial" panose="020B0604020202020204" pitchFamily="34" charset="0"/>
                        </a:defRPr>
                      </a:lvl5pPr>
                      <a:lvl6pPr marL="2286000" algn="l" defTabSz="914400" rtl="0" eaLnBrk="1" fontAlgn="base" latinLnBrk="0" hangingPunct="1">
                        <a:spcBef>
                          <a:spcPct val="15000"/>
                        </a:spcBef>
                        <a:spcAft>
                          <a:spcPct val="15000"/>
                        </a:spcAft>
                        <a:buClr>
                          <a:schemeClr val="accent1"/>
                        </a:buClr>
                        <a:buFont typeface="Arial" panose="020B0604020202020204" pitchFamily="34" charset="0"/>
                        <a:defRPr sz="1400" kern="1200">
                          <a:solidFill>
                            <a:schemeClr val="tx1"/>
                          </a:solidFill>
                          <a:latin typeface="Arial" panose="020B0604020202020204" pitchFamily="34" charset="0"/>
                          <a:cs typeface="Arial" panose="020B0604020202020204" pitchFamily="34" charset="0"/>
                        </a:defRPr>
                      </a:lvl6pPr>
                      <a:lvl7pPr marL="2743200" algn="l" defTabSz="914400" rtl="0" eaLnBrk="1" fontAlgn="base" latinLnBrk="0" hangingPunct="1">
                        <a:spcBef>
                          <a:spcPct val="15000"/>
                        </a:spcBef>
                        <a:spcAft>
                          <a:spcPct val="15000"/>
                        </a:spcAft>
                        <a:buClr>
                          <a:schemeClr val="accent1"/>
                        </a:buClr>
                        <a:buFont typeface="Arial" panose="020B0604020202020204" pitchFamily="34" charset="0"/>
                        <a:defRPr sz="1400" kern="1200">
                          <a:solidFill>
                            <a:schemeClr val="tx1"/>
                          </a:solidFill>
                          <a:latin typeface="Arial" panose="020B0604020202020204" pitchFamily="34" charset="0"/>
                          <a:cs typeface="Arial" panose="020B0604020202020204" pitchFamily="34" charset="0"/>
                        </a:defRPr>
                      </a:lvl7pPr>
                      <a:lvl8pPr marL="3200400" algn="l" defTabSz="914400" rtl="0" eaLnBrk="1" fontAlgn="base" latinLnBrk="0" hangingPunct="1">
                        <a:spcBef>
                          <a:spcPct val="15000"/>
                        </a:spcBef>
                        <a:spcAft>
                          <a:spcPct val="15000"/>
                        </a:spcAft>
                        <a:buClr>
                          <a:schemeClr val="accent1"/>
                        </a:buClr>
                        <a:buFont typeface="Arial" panose="020B0604020202020204" pitchFamily="34" charset="0"/>
                        <a:defRPr sz="1400" kern="1200">
                          <a:solidFill>
                            <a:schemeClr val="tx1"/>
                          </a:solidFill>
                          <a:latin typeface="Arial" panose="020B0604020202020204" pitchFamily="34" charset="0"/>
                          <a:cs typeface="Arial" panose="020B0604020202020204" pitchFamily="34" charset="0"/>
                        </a:defRPr>
                      </a:lvl8pPr>
                      <a:lvl9pPr marL="3657600" algn="l" defTabSz="914400" rtl="0" eaLnBrk="1" fontAlgn="base" latinLnBrk="0" hangingPunct="1">
                        <a:spcBef>
                          <a:spcPct val="15000"/>
                        </a:spcBef>
                        <a:spcAft>
                          <a:spcPct val="15000"/>
                        </a:spcAft>
                        <a:buClr>
                          <a:schemeClr val="accent1"/>
                        </a:buClr>
                        <a:buFont typeface="Arial" panose="020B0604020202020204" pitchFamily="34" charset="0"/>
                        <a:defRPr sz="1400" kern="1200">
                          <a:solidFill>
                            <a:schemeClr val="tx1"/>
                          </a:solidFill>
                          <a:latin typeface="Arial" panose="020B0604020202020204" pitchFamily="34" charset="0"/>
                          <a:cs typeface="Arial" panose="020B0604020202020204" pitchFamily="34" charset="0"/>
                        </a:defRPr>
                      </a:lvl9pPr>
                    </a:lstStyle>
                    <a:p>
                      <a:pPr marL="116205" marR="0" lvl="0" indent="-116205" algn="ctr" defTabSz="914400" rtl="0" eaLnBrk="1" fontAlgn="base" latinLnBrk="0" hangingPunct="1">
                        <a:lnSpc>
                          <a:spcPct val="90000"/>
                        </a:lnSpc>
                        <a:spcBef>
                          <a:spcPct val="25000"/>
                        </a:spcBef>
                        <a:spcAft>
                          <a:spcPct val="15000"/>
                        </a:spcAft>
                        <a:buClr>
                          <a:schemeClr val="accent1"/>
                        </a:buClr>
                        <a:buSzTx/>
                        <a:buFont typeface="Wingdings" panose="05000000000000000000" pitchFamily="2" charset="2"/>
                        <a:buNone/>
                      </a:pPr>
                      <a:r>
                        <a:rPr kumimoji="0" lang="en-US" altLang="zh-CN" sz="7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Michael Johnson</a:t>
                      </a:r>
                      <a:endParaRPr kumimoji="0" lang="en-US" altLang="zh-CN" sz="7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Arial" panose="020B0604020202020204" pitchFamily="34" charset="0"/>
                      </a:endParaRPr>
                    </a:p>
                    <a:p>
                      <a:pPr marL="116205" marR="0" lvl="0" indent="-116205" algn="ctr" defTabSz="914400" rtl="0" eaLnBrk="1" fontAlgn="base" latinLnBrk="0" hangingPunct="1">
                        <a:lnSpc>
                          <a:spcPct val="90000"/>
                        </a:lnSpc>
                        <a:spcBef>
                          <a:spcPct val="25000"/>
                        </a:spcBef>
                        <a:spcAft>
                          <a:spcPct val="15000"/>
                        </a:spcAft>
                        <a:buClr>
                          <a:schemeClr val="accent1"/>
                        </a:buClr>
                        <a:buSzTx/>
                        <a:buFont typeface="Wingdings" panose="05000000000000000000" pitchFamily="2" charset="2"/>
                        <a:buNone/>
                      </a:pPr>
                      <a:r>
                        <a:rPr kumimoji="0" lang="en-US" altLang="zh-CN" sz="7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User ID: </a:t>
                      </a:r>
                      <a:r>
                        <a:rPr kumimoji="0" lang="en-US" altLang="zh-CN" sz="700" b="1" i="0" u="none" strike="noStrike" cap="none" normalizeH="0" baseline="0" dirty="0" err="1">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Mjohnso</a:t>
                      </a:r>
                      <a:endParaRPr kumimoji="0" lang="en-US" altLang="zh-CN" sz="7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Arial" panose="020B0604020202020204" pitchFamily="34" charset="0"/>
                      </a:endParaRPr>
                    </a:p>
                    <a:p>
                      <a:pPr marL="116205" marR="0" lvl="0" indent="-116205" algn="ctr" defTabSz="914400" rtl="0" eaLnBrk="1" fontAlgn="base" latinLnBrk="0" hangingPunct="1">
                        <a:lnSpc>
                          <a:spcPct val="90000"/>
                        </a:lnSpc>
                        <a:spcBef>
                          <a:spcPct val="25000"/>
                        </a:spcBef>
                        <a:spcAft>
                          <a:spcPct val="15000"/>
                        </a:spcAft>
                        <a:buClr>
                          <a:schemeClr val="accent1"/>
                        </a:buClr>
                        <a:buSzTx/>
                        <a:buFont typeface="Wingdings" panose="05000000000000000000" pitchFamily="2" charset="2"/>
                        <a:buNone/>
                      </a:pPr>
                      <a:r>
                        <a:rPr kumimoji="0" lang="en-US" altLang="zh-CN" sz="7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 Personalized access</a:t>
                      </a:r>
                      <a:endParaRPr kumimoji="0" lang="en-US" altLang="zh-CN" sz="7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Arial" panose="020B0604020202020204" pitchFamily="34" charset="0"/>
                      </a:endParaRPr>
                    </a:p>
                    <a:p>
                      <a:pPr marL="116205" marR="0" lvl="0" indent="-116205" algn="ctr" defTabSz="914400" rtl="0" eaLnBrk="1" fontAlgn="base" latinLnBrk="0" hangingPunct="1">
                        <a:lnSpc>
                          <a:spcPct val="90000"/>
                        </a:lnSpc>
                        <a:spcBef>
                          <a:spcPct val="25000"/>
                        </a:spcBef>
                        <a:spcAft>
                          <a:spcPct val="15000"/>
                        </a:spcAft>
                        <a:buClr>
                          <a:schemeClr val="accent1"/>
                        </a:buClr>
                        <a:buSzTx/>
                        <a:buFont typeface="Wingdings" panose="05000000000000000000" pitchFamily="2" charset="2"/>
                        <a:buNone/>
                      </a:pPr>
                      <a:r>
                        <a:rPr kumimoji="0" lang="en-US" altLang="zh-CN" sz="7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 Gold Customer</a:t>
                      </a:r>
                      <a:endParaRPr kumimoji="0" lang="en-US" altLang="zh-CN" sz="7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Arial" panose="020B0604020202020204" pitchFamily="34" charset="0"/>
                      </a:endParaRPr>
                    </a:p>
                    <a:p>
                      <a:pPr marL="116205" marR="0" lvl="0" indent="-116205" algn="ctr" defTabSz="914400" rtl="0" eaLnBrk="1" fontAlgn="base" latinLnBrk="0" hangingPunct="1">
                        <a:lnSpc>
                          <a:spcPct val="90000"/>
                        </a:lnSpc>
                        <a:spcBef>
                          <a:spcPct val="25000"/>
                        </a:spcBef>
                        <a:spcAft>
                          <a:spcPct val="15000"/>
                        </a:spcAft>
                        <a:buClr>
                          <a:schemeClr val="accent1"/>
                        </a:buClr>
                        <a:buSzTx/>
                        <a:buFont typeface="Wingdings" panose="05000000000000000000" pitchFamily="2" charset="2"/>
                        <a:buNone/>
                      </a:pPr>
                      <a:r>
                        <a:rPr kumimoji="0" lang="en-US" altLang="zh-CN" sz="7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 Sub: Newsletter 1</a:t>
                      </a:r>
                      <a:endParaRPr kumimoji="0" lang="en-US" altLang="zh-CN" sz="7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Arial" panose="020B0604020202020204" pitchFamily="34" charset="0"/>
                      </a:endParaRPr>
                    </a:p>
                  </a:txBody>
                  <a:tcPr marL="45720" marR="45720" horzOverflow="overflow">
                    <a:lnL w="12700" cap="flat" cmpd="sng" algn="ctr">
                      <a:solidFill>
                        <a:srgbClr val="DDDDDD"/>
                      </a:solidFill>
                      <a:prstDash val="solid"/>
                      <a:round/>
                      <a:headEnd type="none" w="sm" len="sm"/>
                      <a:tailEnd type="none" w="sm" len="sm"/>
                    </a:lnL>
                    <a:lnR w="12700" cap="flat" cmpd="sng" algn="ctr">
                      <a:solidFill>
                        <a:srgbClr val="DDDDDD"/>
                      </a:solidFill>
                      <a:prstDash val="solid"/>
                      <a:round/>
                      <a:headEnd type="none" w="sm" len="sm"/>
                      <a:tailEnd type="none" w="sm" len="sm"/>
                    </a:lnR>
                    <a:lnT w="12700" cap="flat" cmpd="sng" algn="ctr">
                      <a:solidFill>
                        <a:srgbClr val="DDDDDD"/>
                      </a:solidFill>
                      <a:prstDash val="solid"/>
                      <a:round/>
                      <a:headEnd type="none" w="sm" len="sm"/>
                      <a:tailEnd type="none" w="sm" len="sm"/>
                    </a:lnT>
                    <a:lnB w="12700" cap="flat" cmpd="sng" algn="ctr">
                      <a:solidFill>
                        <a:srgbClr val="DDDDDD"/>
                      </a:solidFill>
                      <a:prstDash val="solid"/>
                      <a:round/>
                      <a:headEnd type="none" w="sm" len="sm"/>
                      <a:tailEnd type="none" w="sm" len="sm"/>
                    </a:lnB>
                    <a:lnTlToBr>
                      <a:noFill/>
                    </a:lnTlToBr>
                    <a:lnBlToTr>
                      <a:noFill/>
                    </a:lnBlToTr>
                    <a:solidFill>
                      <a:srgbClr val="F2CA7F"/>
                    </a:solidFill>
                  </a:tcPr>
                </a:tc>
              </a:tr>
            </a:tbl>
          </a:graphicData>
        </a:graphic>
      </p:graphicFrame>
      <p:graphicFrame>
        <p:nvGraphicFramePr>
          <p:cNvPr id="17" name="Group 43"/>
          <p:cNvGraphicFramePr>
            <a:graphicFrameLocks noGrp="1"/>
          </p:cNvGraphicFramePr>
          <p:nvPr/>
        </p:nvGraphicFramePr>
        <p:xfrm>
          <a:off x="10395585" y="2348957"/>
          <a:ext cx="1176501" cy="1457369"/>
        </p:xfrm>
        <a:graphic>
          <a:graphicData uri="http://schemas.openxmlformats.org/drawingml/2006/table">
            <a:tbl>
              <a:tblPr/>
              <a:tblGrid>
                <a:gridCol w="1176501"/>
              </a:tblGrid>
              <a:tr h="323005">
                <a:tc>
                  <a:txBody>
                    <a:bodyPr/>
                    <a:lstStyle>
                      <a:lvl1pPr marL="0" algn="l" defTabSz="914400" rtl="0" eaLnBrk="1" latinLnBrk="0" hangingPunct="1">
                        <a:spcBef>
                          <a:spcPct val="25000"/>
                        </a:spcBef>
                        <a:spcAft>
                          <a:spcPct val="15000"/>
                        </a:spcAft>
                        <a:buClr>
                          <a:schemeClr val="accent1"/>
                        </a:buClr>
                        <a:defRPr sz="1600" kern="1200">
                          <a:solidFill>
                            <a:schemeClr val="tx1"/>
                          </a:solidFill>
                          <a:latin typeface="Arial" panose="020B0604020202020204" pitchFamily="34" charset="0"/>
                          <a:cs typeface="Arial" panose="020B0604020202020204" pitchFamily="34" charset="0"/>
                        </a:defRPr>
                      </a:lvl1pPr>
                      <a:lvl2pPr marL="465455" indent="-8255" algn="l" defTabSz="914400" rtl="0" eaLnBrk="1" latinLnBrk="0" hangingPunct="1">
                        <a:spcBef>
                          <a:spcPct val="15000"/>
                        </a:spcBef>
                        <a:spcAft>
                          <a:spcPct val="15000"/>
                        </a:spcAft>
                        <a:buClr>
                          <a:schemeClr val="accent1"/>
                        </a:buClr>
                        <a:buFont typeface="Webdings" panose="05030102010509060703" pitchFamily="18" charset="2"/>
                        <a:defRPr sz="1400" kern="1200">
                          <a:solidFill>
                            <a:schemeClr val="tx1"/>
                          </a:solidFill>
                          <a:latin typeface="Arial" panose="020B0604020202020204" pitchFamily="34" charset="0"/>
                          <a:cs typeface="Arial" panose="020B0604020202020204" pitchFamily="34" charset="0"/>
                        </a:defRPr>
                      </a:lvl2pPr>
                      <a:lvl3pPr marL="914400" algn="l" defTabSz="914400" rtl="0" eaLnBrk="1" latinLnBrk="0" hangingPunct="1">
                        <a:spcBef>
                          <a:spcPct val="15000"/>
                        </a:spcBef>
                        <a:spcAft>
                          <a:spcPct val="15000"/>
                        </a:spcAft>
                        <a:buClr>
                          <a:schemeClr val="accent1"/>
                        </a:buClr>
                        <a:defRPr sz="1400" kern="1200">
                          <a:solidFill>
                            <a:schemeClr val="tx1"/>
                          </a:solidFill>
                          <a:latin typeface="Arial" panose="020B0604020202020204" pitchFamily="34" charset="0"/>
                          <a:cs typeface="Arial" panose="020B0604020202020204" pitchFamily="34" charset="0"/>
                        </a:defRPr>
                      </a:lvl3pPr>
                      <a:lvl4pPr marL="1371600" algn="l" defTabSz="914400" rtl="0" eaLnBrk="1" latinLnBrk="0" hangingPunct="1">
                        <a:spcBef>
                          <a:spcPct val="15000"/>
                        </a:spcBef>
                        <a:spcAft>
                          <a:spcPct val="15000"/>
                        </a:spcAft>
                        <a:buClr>
                          <a:schemeClr val="accent1"/>
                        </a:buClr>
                        <a:buFont typeface="Arial" panose="020B0604020202020204" pitchFamily="34" charset="0"/>
                        <a:defRPr sz="1400" kern="1200">
                          <a:solidFill>
                            <a:schemeClr val="tx1"/>
                          </a:solidFill>
                          <a:latin typeface="Arial" panose="020B0604020202020204" pitchFamily="34" charset="0"/>
                          <a:cs typeface="Arial" panose="020B0604020202020204" pitchFamily="34" charset="0"/>
                        </a:defRPr>
                      </a:lvl4pPr>
                      <a:lvl5pPr marL="1828800" algn="l" defTabSz="914400" rtl="0" eaLnBrk="1" latinLnBrk="0" hangingPunct="1">
                        <a:spcBef>
                          <a:spcPct val="15000"/>
                        </a:spcBef>
                        <a:spcAft>
                          <a:spcPct val="15000"/>
                        </a:spcAft>
                        <a:buClr>
                          <a:schemeClr val="accent1"/>
                        </a:buClr>
                        <a:buFont typeface="Arial" panose="020B0604020202020204" pitchFamily="34" charset="0"/>
                        <a:defRPr sz="1400" kern="1200">
                          <a:solidFill>
                            <a:schemeClr val="tx1"/>
                          </a:solidFill>
                          <a:latin typeface="Arial" panose="020B0604020202020204" pitchFamily="34" charset="0"/>
                          <a:cs typeface="Arial" panose="020B0604020202020204" pitchFamily="34" charset="0"/>
                        </a:defRPr>
                      </a:lvl5pPr>
                      <a:lvl6pPr marL="2286000" algn="l" defTabSz="914400" rtl="0" eaLnBrk="1" fontAlgn="base" latinLnBrk="0" hangingPunct="1">
                        <a:spcBef>
                          <a:spcPct val="15000"/>
                        </a:spcBef>
                        <a:spcAft>
                          <a:spcPct val="15000"/>
                        </a:spcAft>
                        <a:buClr>
                          <a:schemeClr val="accent1"/>
                        </a:buClr>
                        <a:buFont typeface="Arial" panose="020B0604020202020204" pitchFamily="34" charset="0"/>
                        <a:defRPr sz="1400" kern="1200">
                          <a:solidFill>
                            <a:schemeClr val="tx1"/>
                          </a:solidFill>
                          <a:latin typeface="Arial" panose="020B0604020202020204" pitchFamily="34" charset="0"/>
                          <a:cs typeface="Arial" panose="020B0604020202020204" pitchFamily="34" charset="0"/>
                        </a:defRPr>
                      </a:lvl6pPr>
                      <a:lvl7pPr marL="2743200" algn="l" defTabSz="914400" rtl="0" eaLnBrk="1" fontAlgn="base" latinLnBrk="0" hangingPunct="1">
                        <a:spcBef>
                          <a:spcPct val="15000"/>
                        </a:spcBef>
                        <a:spcAft>
                          <a:spcPct val="15000"/>
                        </a:spcAft>
                        <a:buClr>
                          <a:schemeClr val="accent1"/>
                        </a:buClr>
                        <a:buFont typeface="Arial" panose="020B0604020202020204" pitchFamily="34" charset="0"/>
                        <a:defRPr sz="1400" kern="1200">
                          <a:solidFill>
                            <a:schemeClr val="tx1"/>
                          </a:solidFill>
                          <a:latin typeface="Arial" panose="020B0604020202020204" pitchFamily="34" charset="0"/>
                          <a:cs typeface="Arial" panose="020B0604020202020204" pitchFamily="34" charset="0"/>
                        </a:defRPr>
                      </a:lvl7pPr>
                      <a:lvl8pPr marL="3200400" algn="l" defTabSz="914400" rtl="0" eaLnBrk="1" fontAlgn="base" latinLnBrk="0" hangingPunct="1">
                        <a:spcBef>
                          <a:spcPct val="15000"/>
                        </a:spcBef>
                        <a:spcAft>
                          <a:spcPct val="15000"/>
                        </a:spcAft>
                        <a:buClr>
                          <a:schemeClr val="accent1"/>
                        </a:buClr>
                        <a:buFont typeface="Arial" panose="020B0604020202020204" pitchFamily="34" charset="0"/>
                        <a:defRPr sz="1400" kern="1200">
                          <a:solidFill>
                            <a:schemeClr val="tx1"/>
                          </a:solidFill>
                          <a:latin typeface="Arial" panose="020B0604020202020204" pitchFamily="34" charset="0"/>
                          <a:cs typeface="Arial" panose="020B0604020202020204" pitchFamily="34" charset="0"/>
                        </a:defRPr>
                      </a:lvl8pPr>
                      <a:lvl9pPr marL="3657600" algn="l" defTabSz="914400" rtl="0" eaLnBrk="1" fontAlgn="base" latinLnBrk="0" hangingPunct="1">
                        <a:spcBef>
                          <a:spcPct val="15000"/>
                        </a:spcBef>
                        <a:spcAft>
                          <a:spcPct val="15000"/>
                        </a:spcAft>
                        <a:buClr>
                          <a:schemeClr val="accent1"/>
                        </a:buClr>
                        <a:buFont typeface="Arial" panose="020B0604020202020204" pitchFamily="34" charset="0"/>
                        <a:defRPr sz="1400" kern="12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80000"/>
                        </a:lnSpc>
                        <a:spcBef>
                          <a:spcPct val="25000"/>
                        </a:spcBef>
                        <a:spcAft>
                          <a:spcPct val="15000"/>
                        </a:spcAft>
                        <a:buClr>
                          <a:schemeClr val="accent1"/>
                        </a:buClr>
                        <a:buSzTx/>
                        <a:buFont typeface="Wingdings" panose="05000000000000000000" pitchFamily="2" charset="2"/>
                        <a:buNone/>
                      </a:pPr>
                      <a:r>
                        <a:rPr kumimoji="0" lang="en-US" altLang="zh-CN" sz="1000" b="0"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Marketing</a:t>
                      </a:r>
                      <a:endParaRPr kumimoji="0" lang="en-US" altLang="zh-CN" sz="1000" b="0"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Arial" panose="020B0604020202020204" pitchFamily="34" charset="0"/>
                      </a:endParaRPr>
                    </a:p>
                  </a:txBody>
                  <a:tcPr marL="45720" marR="45720" horzOverflow="overflow">
                    <a:lnL w="12700" cap="flat" cmpd="sng" algn="ctr">
                      <a:solidFill>
                        <a:srgbClr val="DDDDDD"/>
                      </a:solidFill>
                      <a:prstDash val="solid"/>
                      <a:round/>
                      <a:headEnd type="none" w="sm" len="sm"/>
                      <a:tailEnd type="none" w="sm" len="sm"/>
                    </a:lnL>
                    <a:lnR w="12700" cap="flat" cmpd="sng" algn="ctr">
                      <a:solidFill>
                        <a:srgbClr val="DDDDDD"/>
                      </a:solidFill>
                      <a:prstDash val="solid"/>
                      <a:round/>
                      <a:headEnd type="none" w="sm" len="sm"/>
                      <a:tailEnd type="none" w="sm" len="sm"/>
                    </a:lnR>
                    <a:lnT w="12700" cap="flat" cmpd="sng" algn="ctr">
                      <a:solidFill>
                        <a:srgbClr val="DDDDDD"/>
                      </a:solidFill>
                      <a:prstDash val="solid"/>
                      <a:round/>
                      <a:headEnd type="none" w="sm" len="sm"/>
                      <a:tailEnd type="none" w="sm" len="sm"/>
                    </a:lnT>
                    <a:lnB w="12700" cap="flat" cmpd="sng" algn="ctr">
                      <a:solidFill>
                        <a:srgbClr val="DDDDDD"/>
                      </a:solidFill>
                      <a:prstDash val="solid"/>
                      <a:round/>
                      <a:headEnd type="none" w="sm" len="sm"/>
                      <a:tailEnd type="none" w="sm" len="sm"/>
                    </a:lnB>
                    <a:lnTlToBr>
                      <a:noFill/>
                    </a:lnTlToBr>
                    <a:lnBlToTr>
                      <a:noFill/>
                    </a:lnBlToTr>
                    <a:solidFill>
                      <a:srgbClr val="F2CA7F"/>
                    </a:solidFill>
                  </a:tcPr>
                </a:tc>
              </a:tr>
              <a:tr h="1134364">
                <a:tc>
                  <a:txBody>
                    <a:bodyPr/>
                    <a:lstStyle>
                      <a:lvl1pPr marL="116205" indent="-116205" algn="l" defTabSz="914400" rtl="0" eaLnBrk="1" latinLnBrk="0" hangingPunct="1">
                        <a:spcBef>
                          <a:spcPct val="25000"/>
                        </a:spcBef>
                        <a:spcAft>
                          <a:spcPct val="15000"/>
                        </a:spcAft>
                        <a:buClr>
                          <a:schemeClr val="accent1"/>
                        </a:buClr>
                        <a:defRPr sz="1600" kern="1200">
                          <a:solidFill>
                            <a:schemeClr val="tx1"/>
                          </a:solidFill>
                          <a:latin typeface="Arial" panose="020B0604020202020204" pitchFamily="34" charset="0"/>
                          <a:cs typeface="Arial" panose="020B0604020202020204" pitchFamily="34" charset="0"/>
                        </a:defRPr>
                      </a:lvl1pPr>
                      <a:lvl2pPr marL="290830" indent="-173355" algn="l" defTabSz="914400" rtl="0" eaLnBrk="1" latinLnBrk="0" hangingPunct="1">
                        <a:spcBef>
                          <a:spcPct val="15000"/>
                        </a:spcBef>
                        <a:spcAft>
                          <a:spcPct val="15000"/>
                        </a:spcAft>
                        <a:buClr>
                          <a:schemeClr val="accent1"/>
                        </a:buClr>
                        <a:buFont typeface="Webdings" panose="05030102010509060703" pitchFamily="18" charset="2"/>
                        <a:defRPr sz="1400" kern="1200">
                          <a:solidFill>
                            <a:schemeClr val="tx1"/>
                          </a:solidFill>
                          <a:latin typeface="Arial" panose="020B0604020202020204" pitchFamily="34" charset="0"/>
                          <a:cs typeface="Arial" panose="020B0604020202020204" pitchFamily="34" charset="0"/>
                        </a:defRPr>
                      </a:lvl2pPr>
                      <a:lvl3pPr marL="914400" algn="l" defTabSz="914400" rtl="0" eaLnBrk="1" latinLnBrk="0" hangingPunct="1">
                        <a:spcBef>
                          <a:spcPct val="15000"/>
                        </a:spcBef>
                        <a:spcAft>
                          <a:spcPct val="15000"/>
                        </a:spcAft>
                        <a:buClr>
                          <a:schemeClr val="accent1"/>
                        </a:buClr>
                        <a:defRPr sz="1400" kern="1200">
                          <a:solidFill>
                            <a:schemeClr val="tx1"/>
                          </a:solidFill>
                          <a:latin typeface="Arial" panose="020B0604020202020204" pitchFamily="34" charset="0"/>
                          <a:cs typeface="Arial" panose="020B0604020202020204" pitchFamily="34" charset="0"/>
                        </a:defRPr>
                      </a:lvl3pPr>
                      <a:lvl4pPr marL="1371600" algn="l" defTabSz="914400" rtl="0" eaLnBrk="1" latinLnBrk="0" hangingPunct="1">
                        <a:spcBef>
                          <a:spcPct val="15000"/>
                        </a:spcBef>
                        <a:spcAft>
                          <a:spcPct val="15000"/>
                        </a:spcAft>
                        <a:buClr>
                          <a:schemeClr val="accent1"/>
                        </a:buClr>
                        <a:buFont typeface="Arial" panose="020B0604020202020204" pitchFamily="34" charset="0"/>
                        <a:defRPr sz="1400" kern="1200">
                          <a:solidFill>
                            <a:schemeClr val="tx1"/>
                          </a:solidFill>
                          <a:latin typeface="Arial" panose="020B0604020202020204" pitchFamily="34" charset="0"/>
                          <a:cs typeface="Arial" panose="020B0604020202020204" pitchFamily="34" charset="0"/>
                        </a:defRPr>
                      </a:lvl4pPr>
                      <a:lvl5pPr marL="1828800" algn="l" defTabSz="914400" rtl="0" eaLnBrk="1" latinLnBrk="0" hangingPunct="1">
                        <a:spcBef>
                          <a:spcPct val="15000"/>
                        </a:spcBef>
                        <a:spcAft>
                          <a:spcPct val="15000"/>
                        </a:spcAft>
                        <a:buClr>
                          <a:schemeClr val="accent1"/>
                        </a:buClr>
                        <a:buFont typeface="Arial" panose="020B0604020202020204" pitchFamily="34" charset="0"/>
                        <a:defRPr sz="1400" kern="1200">
                          <a:solidFill>
                            <a:schemeClr val="tx1"/>
                          </a:solidFill>
                          <a:latin typeface="Arial" panose="020B0604020202020204" pitchFamily="34" charset="0"/>
                          <a:cs typeface="Arial" panose="020B0604020202020204" pitchFamily="34" charset="0"/>
                        </a:defRPr>
                      </a:lvl5pPr>
                      <a:lvl6pPr marL="2286000" algn="l" defTabSz="914400" rtl="0" eaLnBrk="1" fontAlgn="base" latinLnBrk="0" hangingPunct="1">
                        <a:spcBef>
                          <a:spcPct val="15000"/>
                        </a:spcBef>
                        <a:spcAft>
                          <a:spcPct val="15000"/>
                        </a:spcAft>
                        <a:buClr>
                          <a:schemeClr val="accent1"/>
                        </a:buClr>
                        <a:buFont typeface="Arial" panose="020B0604020202020204" pitchFamily="34" charset="0"/>
                        <a:defRPr sz="1400" kern="1200">
                          <a:solidFill>
                            <a:schemeClr val="tx1"/>
                          </a:solidFill>
                          <a:latin typeface="Arial" panose="020B0604020202020204" pitchFamily="34" charset="0"/>
                          <a:cs typeface="Arial" panose="020B0604020202020204" pitchFamily="34" charset="0"/>
                        </a:defRPr>
                      </a:lvl6pPr>
                      <a:lvl7pPr marL="2743200" algn="l" defTabSz="914400" rtl="0" eaLnBrk="1" fontAlgn="base" latinLnBrk="0" hangingPunct="1">
                        <a:spcBef>
                          <a:spcPct val="15000"/>
                        </a:spcBef>
                        <a:spcAft>
                          <a:spcPct val="15000"/>
                        </a:spcAft>
                        <a:buClr>
                          <a:schemeClr val="accent1"/>
                        </a:buClr>
                        <a:buFont typeface="Arial" panose="020B0604020202020204" pitchFamily="34" charset="0"/>
                        <a:defRPr sz="1400" kern="1200">
                          <a:solidFill>
                            <a:schemeClr val="tx1"/>
                          </a:solidFill>
                          <a:latin typeface="Arial" panose="020B0604020202020204" pitchFamily="34" charset="0"/>
                          <a:cs typeface="Arial" panose="020B0604020202020204" pitchFamily="34" charset="0"/>
                        </a:defRPr>
                      </a:lvl7pPr>
                      <a:lvl8pPr marL="3200400" algn="l" defTabSz="914400" rtl="0" eaLnBrk="1" fontAlgn="base" latinLnBrk="0" hangingPunct="1">
                        <a:spcBef>
                          <a:spcPct val="15000"/>
                        </a:spcBef>
                        <a:spcAft>
                          <a:spcPct val="15000"/>
                        </a:spcAft>
                        <a:buClr>
                          <a:schemeClr val="accent1"/>
                        </a:buClr>
                        <a:buFont typeface="Arial" panose="020B0604020202020204" pitchFamily="34" charset="0"/>
                        <a:defRPr sz="1400" kern="1200">
                          <a:solidFill>
                            <a:schemeClr val="tx1"/>
                          </a:solidFill>
                          <a:latin typeface="Arial" panose="020B0604020202020204" pitchFamily="34" charset="0"/>
                          <a:cs typeface="Arial" panose="020B0604020202020204" pitchFamily="34" charset="0"/>
                        </a:defRPr>
                      </a:lvl8pPr>
                      <a:lvl9pPr marL="3657600" algn="l" defTabSz="914400" rtl="0" eaLnBrk="1" fontAlgn="base" latinLnBrk="0" hangingPunct="1">
                        <a:spcBef>
                          <a:spcPct val="15000"/>
                        </a:spcBef>
                        <a:spcAft>
                          <a:spcPct val="15000"/>
                        </a:spcAft>
                        <a:buClr>
                          <a:schemeClr val="accent1"/>
                        </a:buClr>
                        <a:buFont typeface="Arial" panose="020B0604020202020204" pitchFamily="34" charset="0"/>
                        <a:defRPr sz="1400" kern="1200">
                          <a:solidFill>
                            <a:schemeClr val="tx1"/>
                          </a:solidFill>
                          <a:latin typeface="Arial" panose="020B0604020202020204" pitchFamily="34" charset="0"/>
                          <a:cs typeface="Arial" panose="020B0604020202020204" pitchFamily="34" charset="0"/>
                        </a:defRPr>
                      </a:lvl9pPr>
                    </a:lstStyle>
                    <a:p>
                      <a:pPr marL="116205" marR="0" lvl="0" indent="-116205" algn="ctr" defTabSz="914400" rtl="0" eaLnBrk="1" fontAlgn="base" latinLnBrk="0" hangingPunct="1">
                        <a:lnSpc>
                          <a:spcPct val="90000"/>
                        </a:lnSpc>
                        <a:spcBef>
                          <a:spcPct val="25000"/>
                        </a:spcBef>
                        <a:spcAft>
                          <a:spcPct val="15000"/>
                        </a:spcAft>
                        <a:buClr>
                          <a:schemeClr val="accent1"/>
                        </a:buClr>
                        <a:buSzTx/>
                        <a:buFont typeface="Wingdings" panose="05000000000000000000" pitchFamily="2" charset="2"/>
                        <a:buNone/>
                      </a:pPr>
                      <a:r>
                        <a:rPr kumimoji="0" lang="en-US" altLang="zh-CN" sz="7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Michael Johnson</a:t>
                      </a:r>
                      <a:endParaRPr kumimoji="0" lang="en-US" altLang="zh-CN" sz="7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Arial" panose="020B0604020202020204" pitchFamily="34" charset="0"/>
                      </a:endParaRPr>
                    </a:p>
                    <a:p>
                      <a:pPr marL="116205" marR="0" lvl="0" indent="-116205" algn="ctr" defTabSz="914400" rtl="0" eaLnBrk="1" fontAlgn="base" latinLnBrk="0" hangingPunct="1">
                        <a:lnSpc>
                          <a:spcPct val="90000"/>
                        </a:lnSpc>
                        <a:spcBef>
                          <a:spcPct val="25000"/>
                        </a:spcBef>
                        <a:spcAft>
                          <a:spcPct val="15000"/>
                        </a:spcAft>
                        <a:buClr>
                          <a:schemeClr val="accent1"/>
                        </a:buClr>
                        <a:buSzTx/>
                        <a:buFont typeface="Wingdings" panose="05000000000000000000" pitchFamily="2" charset="2"/>
                        <a:buNone/>
                      </a:pPr>
                      <a:r>
                        <a:rPr kumimoji="0" lang="en-US" altLang="zh-CN" sz="7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 Opt-Out flag</a:t>
                      </a:r>
                      <a:endParaRPr kumimoji="0" lang="en-US" altLang="zh-CN" sz="7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Arial" panose="020B0604020202020204" pitchFamily="34" charset="0"/>
                      </a:endParaRPr>
                    </a:p>
                    <a:p>
                      <a:pPr marL="116205" marR="0" lvl="0" indent="-116205" algn="ctr" defTabSz="914400" rtl="0" eaLnBrk="1" fontAlgn="base" latinLnBrk="0" hangingPunct="1">
                        <a:lnSpc>
                          <a:spcPct val="90000"/>
                        </a:lnSpc>
                        <a:spcBef>
                          <a:spcPct val="25000"/>
                        </a:spcBef>
                        <a:spcAft>
                          <a:spcPct val="15000"/>
                        </a:spcAft>
                        <a:buClr>
                          <a:schemeClr val="accent1"/>
                        </a:buClr>
                        <a:buSzTx/>
                        <a:buFont typeface="Wingdings" panose="05000000000000000000" pitchFamily="2" charset="2"/>
                        <a:buNone/>
                      </a:pPr>
                      <a:r>
                        <a:rPr kumimoji="0" lang="en-US" altLang="zh-CN" sz="7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 No Promotion flag</a:t>
                      </a:r>
                      <a:endParaRPr kumimoji="0" lang="en-US" altLang="zh-CN" sz="7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Arial" panose="020B0604020202020204" pitchFamily="34" charset="0"/>
                      </a:endParaRPr>
                    </a:p>
                    <a:p>
                      <a:pPr marL="116205" marR="0" lvl="0" indent="-116205" algn="ctr" defTabSz="914400" rtl="0" eaLnBrk="1" fontAlgn="base" latinLnBrk="0" hangingPunct="1">
                        <a:lnSpc>
                          <a:spcPct val="90000"/>
                        </a:lnSpc>
                        <a:spcBef>
                          <a:spcPct val="25000"/>
                        </a:spcBef>
                        <a:spcAft>
                          <a:spcPct val="15000"/>
                        </a:spcAft>
                        <a:buClr>
                          <a:schemeClr val="accent1"/>
                        </a:buClr>
                        <a:buSzTx/>
                        <a:buFont typeface="Wingdings" panose="05000000000000000000" pitchFamily="2" charset="2"/>
                        <a:buNone/>
                      </a:pPr>
                      <a:endParaRPr kumimoji="0" lang="en-US" altLang="zh-CN" sz="700" b="1"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Arial" panose="020B0604020202020204" pitchFamily="34" charset="0"/>
                      </a:endParaRPr>
                    </a:p>
                  </a:txBody>
                  <a:tcPr marL="45720" marR="45720" horzOverflow="overflow">
                    <a:lnL w="12700" cap="flat" cmpd="sng" algn="ctr">
                      <a:solidFill>
                        <a:srgbClr val="DDDDDD"/>
                      </a:solidFill>
                      <a:prstDash val="solid"/>
                      <a:round/>
                      <a:headEnd type="none" w="sm" len="sm"/>
                      <a:tailEnd type="none" w="sm" len="sm"/>
                    </a:lnL>
                    <a:lnR w="12700" cap="flat" cmpd="sng" algn="ctr">
                      <a:solidFill>
                        <a:srgbClr val="DDDDDD"/>
                      </a:solidFill>
                      <a:prstDash val="solid"/>
                      <a:round/>
                      <a:headEnd type="none" w="sm" len="sm"/>
                      <a:tailEnd type="none" w="sm" len="sm"/>
                    </a:lnR>
                    <a:lnT w="12700" cap="flat" cmpd="sng" algn="ctr">
                      <a:solidFill>
                        <a:srgbClr val="DDDDDD"/>
                      </a:solidFill>
                      <a:prstDash val="solid"/>
                      <a:round/>
                      <a:headEnd type="none" w="sm" len="sm"/>
                      <a:tailEnd type="none" w="sm" len="sm"/>
                    </a:lnT>
                    <a:lnB w="12700" cap="flat" cmpd="sng" algn="ctr">
                      <a:solidFill>
                        <a:srgbClr val="DDDDDD"/>
                      </a:solidFill>
                      <a:prstDash val="solid"/>
                      <a:round/>
                      <a:headEnd type="none" w="sm" len="sm"/>
                      <a:tailEnd type="none" w="sm" len="sm"/>
                    </a:lnB>
                    <a:lnTlToBr>
                      <a:noFill/>
                    </a:lnTlToBr>
                    <a:lnBlToTr>
                      <a:noFill/>
                    </a:lnBlToTr>
                    <a:solidFill>
                      <a:srgbClr val="F2CA7F"/>
                    </a:solidFill>
                  </a:tcPr>
                </a:tc>
              </a:tr>
            </a:tbl>
          </a:graphicData>
        </a:graphic>
      </p:graphicFrame>
      <p:grpSp>
        <p:nvGrpSpPr>
          <p:cNvPr id="121" name="组合 120"/>
          <p:cNvGrpSpPr/>
          <p:nvPr/>
        </p:nvGrpSpPr>
        <p:grpSpPr>
          <a:xfrm>
            <a:off x="617855" y="1151255"/>
            <a:ext cx="10878185" cy="1198245"/>
            <a:chOff x="562" y="1813"/>
            <a:chExt cx="13067" cy="1887"/>
          </a:xfrm>
        </p:grpSpPr>
        <p:sp>
          <p:nvSpPr>
            <p:cNvPr id="18" name="Text Box 51"/>
            <p:cNvSpPr txBox="1">
              <a:spLocks noChangeArrowheads="1"/>
            </p:cNvSpPr>
            <p:nvPr/>
          </p:nvSpPr>
          <p:spPr bwMode="auto">
            <a:xfrm>
              <a:off x="562" y="1813"/>
              <a:ext cx="11348" cy="4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fontAlgn="auto" hangingPunct="0">
                <a:spcBef>
                  <a:spcPct val="50000"/>
                </a:spcBef>
                <a:spcAft>
                  <a:spcPct val="10000"/>
                </a:spcAft>
                <a:buClr>
                  <a:srgbClr val="646ADE"/>
                </a:buClr>
                <a:buSzPct val="50000"/>
                <a:buFont typeface="Monotype Sorts" pitchFamily="2" charset="2"/>
                <a:buNone/>
              </a:pPr>
              <a:r>
                <a:rPr lang="zh-CN" altLang="en-US" sz="1400" b="1" dirty="0">
                  <a:solidFill>
                    <a:srgbClr val="000000"/>
                  </a:solidFill>
                  <a:latin typeface="微软雅黑" panose="020B0503020204020204" pitchFamily="34" charset="-122"/>
                  <a:ea typeface="微软雅黑" panose="020B0503020204020204" pitchFamily="34" charset="-122"/>
                </a:rPr>
                <a:t>企业与客户有多个接触点</a:t>
              </a:r>
              <a:endParaRPr lang="en-US" altLang="zh-CN" sz="1400" b="1" dirty="0">
                <a:solidFill>
                  <a:srgbClr val="000000"/>
                </a:solidFill>
                <a:latin typeface="微软雅黑" panose="020B0503020204020204" pitchFamily="34" charset="-122"/>
                <a:ea typeface="微软雅黑" panose="020B0503020204020204" pitchFamily="34" charset="-122"/>
              </a:endParaRPr>
            </a:p>
          </p:txBody>
        </p:sp>
        <p:cxnSp>
          <p:nvCxnSpPr>
            <p:cNvPr id="32" name="AutoShape 65"/>
            <p:cNvCxnSpPr>
              <a:cxnSpLocks noChangeShapeType="1"/>
              <a:endCxn id="12" idx="0"/>
            </p:cNvCxnSpPr>
            <p:nvPr/>
          </p:nvCxnSpPr>
          <p:spPr bwMode="auto">
            <a:xfrm rot="10800000" flipV="1">
              <a:off x="1269" y="2477"/>
              <a:ext cx="4714" cy="1206"/>
            </a:xfrm>
            <a:prstGeom prst="bentConnector2">
              <a:avLst/>
            </a:prstGeom>
            <a:noFill/>
            <a:ln w="9525">
              <a:solidFill>
                <a:srgbClr val="000000"/>
              </a:solidFill>
              <a:miter lim="800000"/>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3" name="AutoShape 66"/>
            <p:cNvCxnSpPr>
              <a:cxnSpLocks noChangeShapeType="1"/>
              <a:endCxn id="13" idx="0"/>
            </p:cNvCxnSpPr>
            <p:nvPr/>
          </p:nvCxnSpPr>
          <p:spPr bwMode="auto">
            <a:xfrm rot="10800000" flipV="1">
              <a:off x="3677" y="2488"/>
              <a:ext cx="2903" cy="1196"/>
            </a:xfrm>
            <a:prstGeom prst="bentConnector2">
              <a:avLst/>
            </a:prstGeom>
            <a:noFill/>
            <a:ln w="9525">
              <a:solidFill>
                <a:srgbClr val="000000"/>
              </a:solidFill>
              <a:miter lim="800000"/>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4" name="AutoShape 67"/>
            <p:cNvCxnSpPr>
              <a:cxnSpLocks noChangeShapeType="1"/>
              <a:stCxn id="55" idx="3"/>
              <a:endCxn id="15" idx="0"/>
            </p:cNvCxnSpPr>
            <p:nvPr/>
          </p:nvCxnSpPr>
          <p:spPr bwMode="auto">
            <a:xfrm>
              <a:off x="7242" y="2465"/>
              <a:ext cx="1247" cy="1235"/>
            </a:xfrm>
            <a:prstGeom prst="bentConnector2">
              <a:avLst/>
            </a:prstGeom>
            <a:noFill/>
            <a:ln w="9525">
              <a:solidFill>
                <a:srgbClr val="000000"/>
              </a:solidFill>
              <a:miter lim="800000"/>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5" name="AutoShape 68"/>
            <p:cNvCxnSpPr>
              <a:cxnSpLocks noChangeShapeType="1"/>
              <a:endCxn id="16" idx="0"/>
            </p:cNvCxnSpPr>
            <p:nvPr/>
          </p:nvCxnSpPr>
          <p:spPr bwMode="auto">
            <a:xfrm>
              <a:off x="7566" y="2489"/>
              <a:ext cx="3206" cy="1211"/>
            </a:xfrm>
            <a:prstGeom prst="bentConnector2">
              <a:avLst/>
            </a:prstGeom>
            <a:noFill/>
            <a:ln w="9525">
              <a:solidFill>
                <a:srgbClr val="000000"/>
              </a:solidFill>
              <a:miter lim="800000"/>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6" name="Text Box 69"/>
            <p:cNvSpPr txBox="1">
              <a:spLocks noChangeArrowheads="1"/>
            </p:cNvSpPr>
            <p:nvPr/>
          </p:nvSpPr>
          <p:spPr bwMode="auto">
            <a:xfrm>
              <a:off x="600" y="2862"/>
              <a:ext cx="1621" cy="483"/>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0" marR="0" lvl="0" indent="0" defTabSz="914400" eaLnBrk="0" fontAlgn="auto" latinLnBrk="0" hangingPunct="0">
                <a:lnSpc>
                  <a:spcPct val="100000"/>
                </a:lnSpc>
                <a:spcBef>
                  <a:spcPct val="50000"/>
                </a:spcBef>
                <a:spcAft>
                  <a:spcPct val="10000"/>
                </a:spcAft>
                <a:buClr>
                  <a:srgbClr val="646ADE"/>
                </a:buClr>
                <a:buSzPct val="50000"/>
                <a:buFont typeface="Monotype Sorts" pitchFamily="2" charset="2"/>
                <a:buNone/>
                <a:defRPr/>
              </a:pPr>
              <a:r>
                <a:rPr kumimoji="0" lang="zh-CN" altLang="en-US" sz="1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在线采购</a:t>
              </a:r>
              <a:endParaRPr kumimoji="0" lang="en-US" altLang="zh-CN" sz="1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37" name="Text Box 70"/>
            <p:cNvSpPr txBox="1">
              <a:spLocks noChangeArrowheads="1"/>
            </p:cNvSpPr>
            <p:nvPr/>
          </p:nvSpPr>
          <p:spPr bwMode="auto">
            <a:xfrm>
              <a:off x="3303" y="2857"/>
              <a:ext cx="926" cy="483"/>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0" marR="0" lvl="0" indent="0" defTabSz="914400" eaLnBrk="0" fontAlgn="auto" latinLnBrk="0" hangingPunct="0">
                <a:lnSpc>
                  <a:spcPct val="100000"/>
                </a:lnSpc>
                <a:spcBef>
                  <a:spcPct val="50000"/>
                </a:spcBef>
                <a:spcAft>
                  <a:spcPct val="10000"/>
                </a:spcAft>
                <a:buClr>
                  <a:srgbClr val="646ADE"/>
                </a:buClr>
                <a:buSzPct val="50000"/>
                <a:buFont typeface="Monotype Sorts" pitchFamily="2" charset="2"/>
                <a:buNone/>
                <a:defRPr/>
              </a:pPr>
              <a:r>
                <a:rPr kumimoji="0" lang="zh-CN" altLang="en-US" sz="1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支付</a:t>
              </a:r>
              <a:endParaRPr kumimoji="0" lang="en-US" altLang="zh-CN" sz="1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38" name="Text Box 71"/>
            <p:cNvSpPr txBox="1">
              <a:spLocks noChangeArrowheads="1"/>
            </p:cNvSpPr>
            <p:nvPr/>
          </p:nvSpPr>
          <p:spPr bwMode="auto">
            <a:xfrm>
              <a:off x="5520" y="2846"/>
              <a:ext cx="2040" cy="483"/>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marR="0" lvl="0" indent="0" eaLnBrk="0" fontAlgn="auto" hangingPunct="0">
                <a:lnSpc>
                  <a:spcPct val="100000"/>
                </a:lnSpc>
                <a:spcBef>
                  <a:spcPct val="50000"/>
                </a:spcBef>
                <a:spcAft>
                  <a:spcPct val="10000"/>
                </a:spcAft>
                <a:buClr>
                  <a:srgbClr val="646ADE"/>
                </a:buClr>
                <a:buSzPct val="50000"/>
                <a:buFont typeface="Monotype Sorts" pitchFamily="2" charset="2"/>
                <a:buNone/>
                <a:defRPr kumimoji="0" sz="1200" b="0" i="0" u="none" strike="noStrike" kern="0" cap="none" spc="0" normalizeH="0" baseline="0">
                  <a:ln>
                    <a:noFill/>
                  </a:ln>
                  <a:solidFill>
                    <a:srgbClr val="000000"/>
                  </a:solidFill>
                  <a:effectLst/>
                  <a:uLnTx/>
                  <a:uFillTx/>
                  <a:latin typeface="微软雅黑" panose="020B0503020204020204" pitchFamily="34" charset="-122"/>
                  <a:ea typeface="微软雅黑" panose="020B0503020204020204" pitchFamily="34" charset="-122"/>
                </a:defRPr>
              </a:lvl1pPr>
            </a:lstStyle>
            <a:p>
              <a:r>
                <a:rPr lang="zh-CN" altLang="en-US" sz="1400" dirty="0"/>
                <a:t>客户服务</a:t>
              </a:r>
              <a:endParaRPr lang="en-US" altLang="zh-CN" sz="1400" dirty="0"/>
            </a:p>
          </p:txBody>
        </p:sp>
        <p:sp>
          <p:nvSpPr>
            <p:cNvPr id="39" name="Text Box 72"/>
            <p:cNvSpPr txBox="1">
              <a:spLocks noChangeArrowheads="1"/>
            </p:cNvSpPr>
            <p:nvPr/>
          </p:nvSpPr>
          <p:spPr bwMode="auto">
            <a:xfrm>
              <a:off x="8088" y="2896"/>
              <a:ext cx="926" cy="38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0" marR="0" lvl="0" indent="0" defTabSz="914400" eaLnBrk="0" fontAlgn="auto" latinLnBrk="0" hangingPunct="0">
                <a:lnSpc>
                  <a:spcPct val="70000"/>
                </a:lnSpc>
                <a:spcBef>
                  <a:spcPct val="50000"/>
                </a:spcBef>
                <a:spcAft>
                  <a:spcPct val="10000"/>
                </a:spcAft>
                <a:buClr>
                  <a:srgbClr val="646ADE"/>
                </a:buClr>
                <a:buSzPct val="50000"/>
                <a:buFont typeface="Monotype Sorts" pitchFamily="2" charset="2"/>
                <a:buNone/>
                <a:defRPr/>
              </a:pPr>
              <a:r>
                <a:rPr lang="zh-CN" altLang="en-US" sz="1400" kern="0" dirty="0">
                  <a:solidFill>
                    <a:srgbClr val="000000"/>
                  </a:solidFill>
                  <a:latin typeface="微软雅黑" panose="020B0503020204020204" pitchFamily="34" charset="-122"/>
                  <a:ea typeface="微软雅黑" panose="020B0503020204020204" pitchFamily="34" charset="-122"/>
                </a:rPr>
                <a:t>采购</a:t>
              </a:r>
              <a:endParaRPr kumimoji="0" lang="en-US" altLang="zh-CN" sz="1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endParaRPr>
            </a:p>
          </p:txBody>
        </p:sp>
        <p:cxnSp>
          <p:nvCxnSpPr>
            <p:cNvPr id="40" name="AutoShape 73"/>
            <p:cNvCxnSpPr>
              <a:cxnSpLocks noChangeShapeType="1"/>
              <a:endCxn id="17" idx="0"/>
            </p:cNvCxnSpPr>
            <p:nvPr/>
          </p:nvCxnSpPr>
          <p:spPr bwMode="auto">
            <a:xfrm>
              <a:off x="7542" y="2487"/>
              <a:ext cx="5486" cy="1213"/>
            </a:xfrm>
            <a:prstGeom prst="bentConnector2">
              <a:avLst/>
            </a:prstGeom>
            <a:noFill/>
            <a:ln w="9525">
              <a:solidFill>
                <a:srgbClr val="000000"/>
              </a:solidFill>
              <a:miter lim="800000"/>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1" name="Text Box 74"/>
            <p:cNvSpPr txBox="1">
              <a:spLocks noChangeArrowheads="1"/>
            </p:cNvSpPr>
            <p:nvPr/>
          </p:nvSpPr>
          <p:spPr bwMode="auto">
            <a:xfrm>
              <a:off x="10047" y="2928"/>
              <a:ext cx="1816" cy="313"/>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0" marR="0" lvl="0" indent="0" defTabSz="914400" eaLnBrk="0" fontAlgn="auto" latinLnBrk="0" hangingPunct="0">
                <a:lnSpc>
                  <a:spcPct val="50000"/>
                </a:lnSpc>
                <a:spcBef>
                  <a:spcPct val="50000"/>
                </a:spcBef>
                <a:spcAft>
                  <a:spcPct val="10000"/>
                </a:spcAft>
                <a:buClr>
                  <a:srgbClr val="646ADE"/>
                </a:buClr>
                <a:buSzPct val="50000"/>
                <a:buFont typeface="Monotype Sorts" pitchFamily="2" charset="2"/>
                <a:buNone/>
                <a:defRPr/>
              </a:pPr>
              <a:r>
                <a:rPr kumimoji="0" lang="zh-CN" altLang="en-US" sz="1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在线登记</a:t>
              </a:r>
              <a:endParaRPr kumimoji="0" lang="en-US" altLang="zh-CN" sz="1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42" name="Text Box 75"/>
            <p:cNvSpPr txBox="1">
              <a:spLocks noChangeArrowheads="1"/>
            </p:cNvSpPr>
            <p:nvPr/>
          </p:nvSpPr>
          <p:spPr bwMode="auto">
            <a:xfrm>
              <a:off x="12703" y="2928"/>
              <a:ext cx="926" cy="38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0" marR="0" lvl="0" indent="0" defTabSz="914400" eaLnBrk="0" fontAlgn="auto" latinLnBrk="0" hangingPunct="0">
                <a:lnSpc>
                  <a:spcPct val="70000"/>
                </a:lnSpc>
                <a:spcBef>
                  <a:spcPct val="50000"/>
                </a:spcBef>
                <a:spcAft>
                  <a:spcPct val="10000"/>
                </a:spcAft>
                <a:buClr>
                  <a:srgbClr val="646ADE"/>
                </a:buClr>
                <a:buSzPct val="50000"/>
                <a:buFont typeface="Monotype Sorts" pitchFamily="2" charset="2"/>
                <a:buNone/>
                <a:defRPr/>
              </a:pPr>
              <a:r>
                <a:rPr kumimoji="0" lang="zh-CN" altLang="en-US" sz="1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登记</a:t>
              </a:r>
              <a:endParaRPr kumimoji="0" lang="en-US" altLang="zh-CN" sz="1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endParaRPr>
            </a:p>
          </p:txBody>
        </p:sp>
        <p:pic>
          <p:nvPicPr>
            <p:cNvPr id="55" name="Picture 88"/>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663" y="1819"/>
              <a:ext cx="579" cy="1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115" name="AutoShape 66"/>
            <p:cNvCxnSpPr>
              <a:cxnSpLocks noChangeShapeType="1"/>
              <a:stCxn id="55" idx="1"/>
              <a:endCxn id="14" idx="0"/>
            </p:cNvCxnSpPr>
            <p:nvPr/>
          </p:nvCxnSpPr>
          <p:spPr bwMode="auto">
            <a:xfrm rot="10800000" flipV="1">
              <a:off x="6076" y="2465"/>
              <a:ext cx="586" cy="1208"/>
            </a:xfrm>
            <a:prstGeom prst="bentConnector2">
              <a:avLst/>
            </a:prstGeom>
            <a:noFill/>
            <a:ln w="9525">
              <a:solidFill>
                <a:srgbClr val="000000"/>
              </a:solidFill>
              <a:miter lim="800000"/>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120" name="组合 119"/>
          <p:cNvGrpSpPr/>
          <p:nvPr/>
        </p:nvGrpSpPr>
        <p:grpSpPr>
          <a:xfrm>
            <a:off x="745490" y="3800475"/>
            <a:ext cx="10826750" cy="2828925"/>
            <a:chOff x="720" y="5985"/>
            <a:chExt cx="13057" cy="4455"/>
          </a:xfrm>
        </p:grpSpPr>
        <p:sp>
          <p:nvSpPr>
            <p:cNvPr id="19" name="Line 52"/>
            <p:cNvSpPr>
              <a:spLocks noChangeShapeType="1"/>
            </p:cNvSpPr>
            <p:nvPr/>
          </p:nvSpPr>
          <p:spPr bwMode="auto">
            <a:xfrm>
              <a:off x="1320" y="5985"/>
              <a:ext cx="0" cy="615"/>
            </a:xfrm>
            <a:prstGeom prst="line">
              <a:avLst/>
            </a:prstGeom>
            <a:noFill/>
            <a:ln w="9525">
              <a:solidFill>
                <a:srgbClr val="00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0" name="Line 53"/>
            <p:cNvSpPr>
              <a:spLocks noChangeShapeType="1"/>
            </p:cNvSpPr>
            <p:nvPr/>
          </p:nvSpPr>
          <p:spPr bwMode="auto">
            <a:xfrm>
              <a:off x="3720" y="5985"/>
              <a:ext cx="0" cy="615"/>
            </a:xfrm>
            <a:prstGeom prst="line">
              <a:avLst/>
            </a:prstGeom>
            <a:noFill/>
            <a:ln w="9525">
              <a:solidFill>
                <a:srgbClr val="00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1" name="Line 54"/>
            <p:cNvSpPr>
              <a:spLocks noChangeShapeType="1"/>
            </p:cNvSpPr>
            <p:nvPr/>
          </p:nvSpPr>
          <p:spPr bwMode="auto">
            <a:xfrm>
              <a:off x="6120" y="5985"/>
              <a:ext cx="0" cy="615"/>
            </a:xfrm>
            <a:prstGeom prst="line">
              <a:avLst/>
            </a:prstGeom>
            <a:noFill/>
            <a:ln w="9525">
              <a:solidFill>
                <a:srgbClr val="00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2" name="Line 55"/>
            <p:cNvSpPr>
              <a:spLocks noChangeShapeType="1"/>
            </p:cNvSpPr>
            <p:nvPr/>
          </p:nvSpPr>
          <p:spPr bwMode="auto">
            <a:xfrm>
              <a:off x="8400" y="5985"/>
              <a:ext cx="0" cy="615"/>
            </a:xfrm>
            <a:prstGeom prst="line">
              <a:avLst/>
            </a:prstGeom>
            <a:noFill/>
            <a:ln w="9525">
              <a:solidFill>
                <a:srgbClr val="00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3" name="Line 56"/>
            <p:cNvSpPr>
              <a:spLocks noChangeShapeType="1"/>
            </p:cNvSpPr>
            <p:nvPr/>
          </p:nvSpPr>
          <p:spPr bwMode="auto">
            <a:xfrm>
              <a:off x="10800" y="5985"/>
              <a:ext cx="0" cy="615"/>
            </a:xfrm>
            <a:prstGeom prst="line">
              <a:avLst/>
            </a:prstGeom>
            <a:noFill/>
            <a:ln w="9525">
              <a:solidFill>
                <a:srgbClr val="00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24" name="Line 57"/>
            <p:cNvSpPr>
              <a:spLocks noChangeShapeType="1"/>
            </p:cNvSpPr>
            <p:nvPr/>
          </p:nvSpPr>
          <p:spPr bwMode="auto">
            <a:xfrm>
              <a:off x="13080" y="5985"/>
              <a:ext cx="0" cy="615"/>
            </a:xfrm>
            <a:prstGeom prst="line">
              <a:avLst/>
            </a:prstGeom>
            <a:noFill/>
            <a:ln w="9525">
              <a:solidFill>
                <a:srgbClr val="00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cxnSp>
          <p:nvCxnSpPr>
            <p:cNvPr id="25" name="AutoShape 58"/>
            <p:cNvCxnSpPr>
              <a:cxnSpLocks noChangeShapeType="1"/>
              <a:stCxn id="9" idx="2"/>
            </p:cNvCxnSpPr>
            <p:nvPr/>
          </p:nvCxnSpPr>
          <p:spPr bwMode="auto">
            <a:xfrm rot="16200000" flipH="1">
              <a:off x="2617" y="6457"/>
              <a:ext cx="900" cy="3465"/>
            </a:xfrm>
            <a:prstGeom prst="bentConnector2">
              <a:avLst/>
            </a:prstGeom>
            <a:noFill/>
            <a:ln w="9525">
              <a:solidFill>
                <a:srgbClr val="000000"/>
              </a:solidFill>
              <a:miter lim="800000"/>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 name="AutoShape 59"/>
            <p:cNvCxnSpPr>
              <a:cxnSpLocks noChangeShapeType="1"/>
              <a:stCxn id="61" idx="2"/>
            </p:cNvCxnSpPr>
            <p:nvPr/>
          </p:nvCxnSpPr>
          <p:spPr bwMode="auto">
            <a:xfrm rot="16200000" flipH="1">
              <a:off x="3757" y="7597"/>
              <a:ext cx="900" cy="1185"/>
            </a:xfrm>
            <a:prstGeom prst="bentConnector2">
              <a:avLst/>
            </a:prstGeom>
            <a:noFill/>
            <a:ln w="9525">
              <a:solidFill>
                <a:srgbClr val="000000"/>
              </a:solidFill>
              <a:miter lim="800000"/>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 name="AutoShape 60"/>
            <p:cNvCxnSpPr>
              <a:cxnSpLocks noChangeShapeType="1"/>
              <a:stCxn id="8" idx="2"/>
            </p:cNvCxnSpPr>
            <p:nvPr/>
          </p:nvCxnSpPr>
          <p:spPr bwMode="auto">
            <a:xfrm rot="5400000">
              <a:off x="6757" y="6983"/>
              <a:ext cx="900" cy="2415"/>
            </a:xfrm>
            <a:prstGeom prst="bentConnector2">
              <a:avLst/>
            </a:prstGeom>
            <a:noFill/>
            <a:ln w="9525">
              <a:solidFill>
                <a:srgbClr val="000000"/>
              </a:solidFill>
              <a:miter lim="800000"/>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 name="AutoShape 61"/>
            <p:cNvCxnSpPr>
              <a:cxnSpLocks noChangeShapeType="1"/>
              <a:stCxn id="9" idx="3"/>
            </p:cNvCxnSpPr>
            <p:nvPr/>
          </p:nvCxnSpPr>
          <p:spPr bwMode="auto">
            <a:xfrm flipV="1">
              <a:off x="1950" y="7140"/>
              <a:ext cx="1050" cy="16"/>
            </a:xfrm>
            <a:prstGeom prst="bentConnector3">
              <a:avLst>
                <a:gd name="adj1" fmla="val 50000"/>
              </a:avLst>
            </a:prstGeom>
            <a:noFill/>
            <a:ln w="9525">
              <a:solidFill>
                <a:srgbClr val="000000"/>
              </a:solidFill>
              <a:miter lim="800000"/>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 name="AutoShape 62"/>
            <p:cNvCxnSpPr>
              <a:cxnSpLocks noChangeShapeType="1"/>
              <a:stCxn id="61" idx="3"/>
            </p:cNvCxnSpPr>
            <p:nvPr/>
          </p:nvCxnSpPr>
          <p:spPr bwMode="auto">
            <a:xfrm flipV="1">
              <a:off x="4230" y="7080"/>
              <a:ext cx="3570" cy="76"/>
            </a:xfrm>
            <a:prstGeom prst="bentConnector3">
              <a:avLst>
                <a:gd name="adj1" fmla="val 50000"/>
              </a:avLst>
            </a:prstGeom>
            <a:noFill/>
            <a:ln w="9525">
              <a:solidFill>
                <a:srgbClr val="000000"/>
              </a:solidFill>
              <a:miter lim="800000"/>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0" name="Line 63"/>
            <p:cNvSpPr>
              <a:spLocks noChangeShapeType="1"/>
            </p:cNvSpPr>
            <p:nvPr/>
          </p:nvSpPr>
          <p:spPr bwMode="auto">
            <a:xfrm flipH="1">
              <a:off x="11400" y="7080"/>
              <a:ext cx="926" cy="0"/>
            </a:xfrm>
            <a:prstGeom prst="line">
              <a:avLst/>
            </a:prstGeom>
            <a:noFill/>
            <a:ln w="9525">
              <a:solidFill>
                <a:srgbClr val="00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cxnSp>
          <p:nvCxnSpPr>
            <p:cNvPr id="31" name="AutoShape 64"/>
            <p:cNvCxnSpPr>
              <a:cxnSpLocks noChangeShapeType="1"/>
              <a:stCxn id="7" idx="2"/>
              <a:endCxn id="60" idx="2"/>
            </p:cNvCxnSpPr>
            <p:nvPr/>
          </p:nvCxnSpPr>
          <p:spPr bwMode="auto">
            <a:xfrm rot="5400000">
              <a:off x="8415" y="5340"/>
              <a:ext cx="20" cy="4800"/>
            </a:xfrm>
            <a:prstGeom prst="bentConnector3">
              <a:avLst>
                <a:gd name="adj1" fmla="val 1800000"/>
              </a:avLst>
            </a:prstGeom>
            <a:noFill/>
            <a:ln w="9525">
              <a:solidFill>
                <a:srgbClr val="000000"/>
              </a:solidFill>
              <a:miter lim="800000"/>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4" name="AutoShape 77"/>
            <p:cNvSpPr>
              <a:spLocks noChangeArrowheads="1"/>
            </p:cNvSpPr>
            <p:nvPr/>
          </p:nvSpPr>
          <p:spPr bwMode="auto">
            <a:xfrm>
              <a:off x="2103" y="6934"/>
              <a:ext cx="347" cy="369"/>
            </a:xfrm>
            <a:prstGeom prst="flowChartSummingJunction">
              <a:avLst/>
            </a:prstGeom>
            <a:solidFill>
              <a:srgbClr val="646ADE"/>
            </a:solidFill>
            <a:ln w="9525">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45" name="AutoShape 78"/>
            <p:cNvSpPr>
              <a:spLocks noChangeArrowheads="1"/>
            </p:cNvSpPr>
            <p:nvPr/>
          </p:nvSpPr>
          <p:spPr bwMode="auto">
            <a:xfrm>
              <a:off x="4320" y="7016"/>
              <a:ext cx="347" cy="369"/>
            </a:xfrm>
            <a:prstGeom prst="flowChartSummingJunction">
              <a:avLst/>
            </a:prstGeom>
            <a:solidFill>
              <a:srgbClr val="646ADE"/>
            </a:solidFill>
            <a:ln w="9525">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47" name="AutoShape 80"/>
            <p:cNvSpPr>
              <a:spLocks noChangeArrowheads="1"/>
            </p:cNvSpPr>
            <p:nvPr/>
          </p:nvSpPr>
          <p:spPr bwMode="auto">
            <a:xfrm>
              <a:off x="9566" y="7821"/>
              <a:ext cx="347" cy="369"/>
            </a:xfrm>
            <a:prstGeom prst="flowChartSummingJunction">
              <a:avLst/>
            </a:prstGeom>
            <a:solidFill>
              <a:srgbClr val="646ADE"/>
            </a:solidFill>
            <a:ln w="9525">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48" name="AutoShape 81"/>
            <p:cNvSpPr>
              <a:spLocks noChangeArrowheads="1"/>
            </p:cNvSpPr>
            <p:nvPr/>
          </p:nvSpPr>
          <p:spPr bwMode="auto">
            <a:xfrm>
              <a:off x="11760" y="6831"/>
              <a:ext cx="347" cy="369"/>
            </a:xfrm>
            <a:prstGeom prst="flowChartSummingJunction">
              <a:avLst/>
            </a:prstGeom>
            <a:solidFill>
              <a:srgbClr val="646ADE"/>
            </a:solidFill>
            <a:ln w="9525">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51" name="Line 84"/>
            <p:cNvSpPr>
              <a:spLocks noChangeShapeType="1"/>
            </p:cNvSpPr>
            <p:nvPr/>
          </p:nvSpPr>
          <p:spPr bwMode="auto">
            <a:xfrm flipH="1" flipV="1">
              <a:off x="11160" y="7791"/>
              <a:ext cx="232" cy="369"/>
            </a:xfrm>
            <a:prstGeom prst="line">
              <a:avLst/>
            </a:prstGeom>
            <a:noFill/>
            <a:ln w="9525">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52" name="Line 85"/>
            <p:cNvSpPr>
              <a:spLocks noChangeShapeType="1"/>
            </p:cNvSpPr>
            <p:nvPr/>
          </p:nvSpPr>
          <p:spPr bwMode="auto">
            <a:xfrm flipV="1">
              <a:off x="12600" y="7668"/>
              <a:ext cx="116" cy="492"/>
            </a:xfrm>
            <a:prstGeom prst="line">
              <a:avLst/>
            </a:prstGeom>
            <a:noFill/>
            <a:ln w="9525">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56" name="Line 89"/>
            <p:cNvSpPr>
              <a:spLocks noChangeShapeType="1"/>
            </p:cNvSpPr>
            <p:nvPr/>
          </p:nvSpPr>
          <p:spPr bwMode="auto">
            <a:xfrm flipV="1">
              <a:off x="4518" y="7384"/>
              <a:ext cx="0" cy="1832"/>
            </a:xfrm>
            <a:prstGeom prst="line">
              <a:avLst/>
            </a:prstGeom>
            <a:noFill/>
            <a:ln w="9525">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pic>
          <p:nvPicPr>
            <p:cNvPr id="57" name="Picture 90"/>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2360" y="6572"/>
              <a:ext cx="1230" cy="11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9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200" y="6572"/>
              <a:ext cx="1230" cy="11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9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800" y="6572"/>
              <a:ext cx="1230" cy="11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0" name="Picture 9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400" y="6572"/>
              <a:ext cx="1230" cy="11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 name="Picture 9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000" y="6572"/>
              <a:ext cx="1230" cy="11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95"/>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20" y="6572"/>
              <a:ext cx="1230" cy="11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19" name="组合 118"/>
            <p:cNvGrpSpPr/>
            <p:nvPr/>
          </p:nvGrpSpPr>
          <p:grpSpPr>
            <a:xfrm>
              <a:off x="2040" y="8012"/>
              <a:ext cx="11737" cy="2428"/>
              <a:chOff x="2040" y="8012"/>
              <a:chExt cx="11737" cy="2428"/>
            </a:xfrm>
          </p:grpSpPr>
          <p:sp>
            <p:nvSpPr>
              <p:cNvPr id="43" name="AutoShape 76"/>
              <p:cNvSpPr>
                <a:spLocks noChangeArrowheads="1"/>
              </p:cNvSpPr>
              <p:nvPr/>
            </p:nvSpPr>
            <p:spPr bwMode="auto">
              <a:xfrm>
                <a:off x="2040" y="8511"/>
                <a:ext cx="347" cy="369"/>
              </a:xfrm>
              <a:prstGeom prst="flowChartSummingJunction">
                <a:avLst/>
              </a:prstGeom>
              <a:solidFill>
                <a:srgbClr val="646ADE"/>
              </a:solidFill>
              <a:ln w="9525">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46" name="AutoShape 79"/>
              <p:cNvSpPr>
                <a:spLocks noChangeArrowheads="1"/>
              </p:cNvSpPr>
              <p:nvPr/>
            </p:nvSpPr>
            <p:spPr bwMode="auto">
              <a:xfrm>
                <a:off x="6840" y="8391"/>
                <a:ext cx="347" cy="369"/>
              </a:xfrm>
              <a:prstGeom prst="flowChartSummingJunction">
                <a:avLst/>
              </a:prstGeom>
              <a:solidFill>
                <a:srgbClr val="646ADE"/>
              </a:solidFill>
              <a:ln w="9525">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49" name="Line 82"/>
              <p:cNvSpPr>
                <a:spLocks noChangeShapeType="1"/>
              </p:cNvSpPr>
              <p:nvPr/>
            </p:nvSpPr>
            <p:spPr bwMode="auto">
              <a:xfrm flipH="1" flipV="1">
                <a:off x="2277" y="8880"/>
                <a:ext cx="790" cy="840"/>
              </a:xfrm>
              <a:prstGeom prst="line">
                <a:avLst/>
              </a:prstGeom>
              <a:noFill/>
              <a:ln w="9525">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50" name="Line 83"/>
              <p:cNvSpPr>
                <a:spLocks noChangeShapeType="1"/>
              </p:cNvSpPr>
              <p:nvPr/>
            </p:nvSpPr>
            <p:spPr bwMode="auto">
              <a:xfrm flipV="1">
                <a:off x="6120" y="8696"/>
                <a:ext cx="894" cy="1024"/>
              </a:xfrm>
              <a:prstGeom prst="line">
                <a:avLst/>
              </a:prstGeom>
              <a:noFill/>
              <a:ln w="9525">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53" name="Oval 86"/>
              <p:cNvSpPr>
                <a:spLocks noChangeArrowheads="1"/>
              </p:cNvSpPr>
              <p:nvPr/>
            </p:nvSpPr>
            <p:spPr bwMode="auto">
              <a:xfrm>
                <a:off x="3000" y="9333"/>
                <a:ext cx="3590" cy="1107"/>
              </a:xfrm>
              <a:prstGeom prst="ellipse">
                <a:avLst/>
              </a:prstGeom>
              <a:solidFill>
                <a:srgbClr val="A8CDE0"/>
              </a:solidFill>
              <a:ln w="9525">
                <a:solidFill>
                  <a:srgbClr val="000000"/>
                </a:solidFill>
                <a:round/>
              </a:ln>
              <a:effectLst/>
            </p:spPr>
            <p:txBody>
              <a:bodyPr wrap="none" anchor="ctr"/>
              <a:lstStyle/>
              <a:p>
                <a:pPr algn="ctr" eaLnBrk="0" hangingPunct="0">
                  <a:spcBef>
                    <a:spcPct val="50000"/>
                  </a:spcBef>
                  <a:spcAft>
                    <a:spcPct val="10000"/>
                  </a:spcAft>
                  <a:buClr>
                    <a:srgbClr val="646ADE"/>
                  </a:buClr>
                  <a:buSzPct val="50000"/>
                  <a:buFont typeface="Monotype Sorts" pitchFamily="2" charset="2"/>
                  <a:buNone/>
                </a:pPr>
                <a:r>
                  <a:rPr lang="zh-CN" altLang="en-US" sz="1400" kern="0" dirty="0">
                    <a:solidFill>
                      <a:srgbClr val="000000"/>
                    </a:solidFill>
                    <a:latin typeface="微软雅黑" panose="020B0503020204020204" pitchFamily="34" charset="-122"/>
                    <a:ea typeface="微软雅黑" panose="020B0503020204020204" pitchFamily="34" charset="-122"/>
                  </a:rPr>
                  <a:t>系统间交互采用定制接口</a:t>
                </a:r>
                <a:endParaRPr lang="en-US" altLang="zh-CN" sz="1400" kern="0" dirty="0">
                  <a:solidFill>
                    <a:srgbClr val="000000"/>
                  </a:solidFill>
                  <a:latin typeface="微软雅黑" panose="020B0503020204020204" pitchFamily="34" charset="-122"/>
                  <a:ea typeface="微软雅黑" panose="020B0503020204020204" pitchFamily="34" charset="-122"/>
                </a:endParaRPr>
              </a:p>
            </p:txBody>
          </p:sp>
          <p:sp>
            <p:nvSpPr>
              <p:cNvPr id="54" name="Oval 87"/>
              <p:cNvSpPr>
                <a:spLocks noChangeArrowheads="1"/>
              </p:cNvSpPr>
              <p:nvPr/>
            </p:nvSpPr>
            <p:spPr bwMode="auto">
              <a:xfrm>
                <a:off x="9840" y="8122"/>
                <a:ext cx="3937" cy="1598"/>
              </a:xfrm>
              <a:prstGeom prst="ellipse">
                <a:avLst/>
              </a:prstGeom>
              <a:solidFill>
                <a:srgbClr val="A8CDE0"/>
              </a:solidFill>
              <a:ln w="9525">
                <a:solidFill>
                  <a:srgbClr val="000000"/>
                </a:solidFill>
                <a:round/>
              </a:ln>
              <a:effectLst/>
            </p:spPr>
            <p:txBody>
              <a:bodyPr wrap="none" anchor="ctr"/>
              <a:lstStyle/>
              <a:p>
                <a:pPr marL="0" marR="0" lvl="0" indent="0" algn="ctr" defTabSz="914400" eaLnBrk="0" fontAlgn="auto" latinLnBrk="0" hangingPunct="0">
                  <a:lnSpc>
                    <a:spcPct val="100000"/>
                  </a:lnSpc>
                  <a:spcBef>
                    <a:spcPct val="50000"/>
                  </a:spcBef>
                  <a:spcAft>
                    <a:spcPct val="10000"/>
                  </a:spcAft>
                  <a:buClr>
                    <a:srgbClr val="646ADE"/>
                  </a:buClr>
                  <a:buSzPct val="50000"/>
                  <a:buFont typeface="Monotype Sorts" pitchFamily="2" charset="2"/>
                  <a:buNone/>
                  <a:defRPr/>
                </a:pPr>
                <a:r>
                  <a:rPr kumimoji="0" lang="zh-CN" altLang="en-US" sz="1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客户数据分散在多个系统存储</a:t>
                </a:r>
                <a:endParaRPr kumimoji="0" lang="en-US" altLang="zh-CN" sz="1400" b="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endParaRPr>
              </a:p>
            </p:txBody>
          </p:sp>
          <p:pic>
            <p:nvPicPr>
              <p:cNvPr id="10" name="Picture 96"/>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800" y="8012"/>
                <a:ext cx="1230" cy="11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 Box 97"/>
              <p:cNvSpPr txBox="1">
                <a:spLocks noChangeArrowheads="1"/>
              </p:cNvSpPr>
              <p:nvPr/>
            </p:nvSpPr>
            <p:spPr bwMode="auto">
              <a:xfrm>
                <a:off x="5040" y="8382"/>
                <a:ext cx="1621" cy="8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fontAlgn="auto" hangingPunct="0">
                  <a:lnSpc>
                    <a:spcPct val="70000"/>
                  </a:lnSpc>
                  <a:spcBef>
                    <a:spcPct val="50000"/>
                  </a:spcBef>
                  <a:spcAft>
                    <a:spcPct val="10000"/>
                  </a:spcAft>
                  <a:buClr>
                    <a:srgbClr val="646ADE"/>
                  </a:buClr>
                  <a:buSzPct val="50000"/>
                  <a:buFont typeface="Monotype Sorts" pitchFamily="2" charset="2"/>
                  <a:buNone/>
                </a:pPr>
                <a:r>
                  <a:rPr lang="zh-CN" altLang="en-US" sz="1400" b="1" dirty="0">
                    <a:solidFill>
                      <a:srgbClr val="000000"/>
                    </a:solidFill>
                    <a:latin typeface="微软雅黑" panose="020B0503020204020204" pitchFamily="34" charset="-122"/>
                    <a:ea typeface="微软雅黑" panose="020B0503020204020204" pitchFamily="34" charset="-122"/>
                  </a:rPr>
                  <a:t>公司</a:t>
                </a:r>
                <a:br>
                  <a:rPr lang="en-US" altLang="zh-CN" sz="1400" b="1" dirty="0">
                    <a:solidFill>
                      <a:srgbClr val="000000"/>
                    </a:solidFill>
                    <a:latin typeface="微软雅黑" panose="020B0503020204020204" pitchFamily="34" charset="-122"/>
                    <a:ea typeface="微软雅黑" panose="020B0503020204020204" pitchFamily="34" charset="-122"/>
                  </a:rPr>
                </a:br>
                <a:r>
                  <a:rPr lang="zh-CN" altLang="en-US" sz="1400" b="1" dirty="0">
                    <a:solidFill>
                      <a:srgbClr val="000000"/>
                    </a:solidFill>
                    <a:latin typeface="微软雅黑" panose="020B0503020204020204" pitchFamily="34" charset="-122"/>
                    <a:ea typeface="微软雅黑" panose="020B0503020204020204" pitchFamily="34" charset="-122"/>
                  </a:rPr>
                  <a:t>数据</a:t>
                </a:r>
                <a:br>
                  <a:rPr lang="en-US" altLang="zh-CN" sz="1400" b="1" dirty="0">
                    <a:solidFill>
                      <a:srgbClr val="000000"/>
                    </a:solidFill>
                    <a:latin typeface="微软雅黑" panose="020B0503020204020204" pitchFamily="34" charset="-122"/>
                    <a:ea typeface="微软雅黑" panose="020B0503020204020204" pitchFamily="34" charset="-122"/>
                  </a:rPr>
                </a:br>
                <a:r>
                  <a:rPr lang="zh-CN" altLang="en-US" sz="1400" b="1" dirty="0">
                    <a:solidFill>
                      <a:srgbClr val="000000"/>
                    </a:solidFill>
                    <a:latin typeface="微软雅黑" panose="020B0503020204020204" pitchFamily="34" charset="-122"/>
                    <a:ea typeface="微软雅黑" panose="020B0503020204020204" pitchFamily="34" charset="-122"/>
                  </a:rPr>
                  <a:t>仓库</a:t>
                </a:r>
                <a:endParaRPr lang="en-US" altLang="zh-CN" sz="1400" b="1" dirty="0">
                  <a:solidFill>
                    <a:srgbClr val="000000"/>
                  </a:solidFill>
                  <a:latin typeface="微软雅黑" panose="020B0503020204020204" pitchFamily="34" charset="-122"/>
                  <a:ea typeface="微软雅黑" panose="020B0503020204020204" pitchFamily="34" charset="-122"/>
                </a:endParaRPr>
              </a:p>
            </p:txBody>
          </p:sp>
        </p:grpSp>
        <p:sp>
          <p:nvSpPr>
            <p:cNvPr id="116" name="AutoShape 79"/>
            <p:cNvSpPr>
              <a:spLocks noChangeArrowheads="1"/>
            </p:cNvSpPr>
            <p:nvPr/>
          </p:nvSpPr>
          <p:spPr bwMode="auto">
            <a:xfrm>
              <a:off x="7068" y="6956"/>
              <a:ext cx="347" cy="369"/>
            </a:xfrm>
            <a:prstGeom prst="flowChartSummingJunction">
              <a:avLst/>
            </a:prstGeom>
            <a:solidFill>
              <a:srgbClr val="646ADE"/>
            </a:solidFill>
            <a:ln w="9525">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grpSp>
    </p:spTree>
    <p:custDataLst>
      <p:tags r:id="rId4"/>
    </p:custDataLst>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 name="组合 17"/>
          <p:cNvGrpSpPr/>
          <p:nvPr/>
        </p:nvGrpSpPr>
        <p:grpSpPr>
          <a:xfrm>
            <a:off x="899795" y="1692910"/>
            <a:ext cx="10495280" cy="5158740"/>
            <a:chOff x="3079" y="2666"/>
            <a:chExt cx="13835" cy="8124"/>
          </a:xfrm>
        </p:grpSpPr>
        <p:sp>
          <p:nvSpPr>
            <p:cNvPr id="2" name="灯片编号占位符 4"/>
            <p:cNvSpPr>
              <a:spLocks noGrp="1"/>
            </p:cNvSpPr>
            <p:nvPr>
              <p:custDataLst>
                <p:tags r:id="rId1"/>
              </p:custDataLst>
            </p:nvPr>
          </p:nvSpPr>
          <p:spPr>
            <a:xfrm>
              <a:off x="15960" y="10405"/>
              <a:ext cx="840" cy="385"/>
            </a:xfrm>
            <a:prstGeom prst="rect">
              <a:avLst/>
            </a:prstGeom>
          </p:spPr>
          <p:txBody>
            <a:bodyPr vert="horz" lIns="91440" tIns="45720" rIns="91440" bIns="45720" rtlCol="0" anchor="ctr"/>
            <a:lstStyle>
              <a:defPPr>
                <a:defRPr lang="zh-CN"/>
              </a:defPPr>
              <a:lvl1pPr marL="0" algn="l" defTabSz="914400" rtl="0" eaLnBrk="1" latinLnBrk="0" hangingPunct="1">
                <a:defRPr lang="en-US" altLang="zh-CN" sz="1000" kern="1200" baseline="0" smtClean="0">
                  <a:solidFill>
                    <a:srgbClr val="666666"/>
                  </a:solidFill>
                  <a:latin typeface="微软雅黑" panose="020B0503020204020204" pitchFamily="34" charset="-122"/>
                  <a:ea typeface="微软雅黑" panose="020B0503020204020204" pitchFamily="34" charset="-122"/>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874E8E66-71D6-45D4-A3A2-5B086109405E}" type="slidenum">
                <a:rPr lang="en-US" altLang="zh-CN" smtClean="0">
                  <a:solidFill>
                    <a:schemeClr val="tx1"/>
                  </a:solidFill>
                </a:rPr>
              </a:fld>
              <a:endParaRPr lang="en-US" altLang="zh-CN" dirty="0" smtClean="0">
                <a:solidFill>
                  <a:schemeClr val="tx1"/>
                </a:solidFill>
              </a:endParaRPr>
            </a:p>
          </p:txBody>
        </p:sp>
        <p:sp>
          <p:nvSpPr>
            <p:cNvPr id="41" name="Rectangle 40"/>
            <p:cNvSpPr/>
            <p:nvPr>
              <p:custDataLst>
                <p:tags r:id="rId2"/>
              </p:custDataLst>
            </p:nvPr>
          </p:nvSpPr>
          <p:spPr>
            <a:xfrm>
              <a:off x="14464" y="5965"/>
              <a:ext cx="2450" cy="911"/>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lIns="91430" tIns="45715" rIns="91430" bIns="45715" anchor="ctr"/>
            <a:lstStyle>
              <a:lvl1pPr eaLnBrk="0" hangingPunct="0">
                <a:defRPr sz="1200" b="1">
                  <a:solidFill>
                    <a:schemeClr val="tx1"/>
                  </a:solidFill>
                  <a:latin typeface="Times New Roman" panose="02020603050405020304" pitchFamily="18" charset="0"/>
                </a:defRPr>
              </a:lvl1pPr>
              <a:lvl2pPr marL="742950" indent="-285750" eaLnBrk="0" hangingPunct="0">
                <a:defRPr sz="1200" b="1">
                  <a:solidFill>
                    <a:schemeClr val="tx1"/>
                  </a:solidFill>
                  <a:latin typeface="Times New Roman" panose="02020603050405020304" pitchFamily="18" charset="0"/>
                </a:defRPr>
              </a:lvl2pPr>
              <a:lvl3pPr marL="1143000" indent="-228600" eaLnBrk="0" hangingPunct="0">
                <a:defRPr sz="1200" b="1">
                  <a:solidFill>
                    <a:schemeClr val="tx1"/>
                  </a:solidFill>
                  <a:latin typeface="Times New Roman" panose="02020603050405020304" pitchFamily="18" charset="0"/>
                </a:defRPr>
              </a:lvl3pPr>
              <a:lvl4pPr marL="1600200" indent="-228600" eaLnBrk="0" hangingPunct="0">
                <a:defRPr sz="1200" b="1">
                  <a:solidFill>
                    <a:schemeClr val="tx1"/>
                  </a:solidFill>
                  <a:latin typeface="Times New Roman" panose="02020603050405020304" pitchFamily="18" charset="0"/>
                </a:defRPr>
              </a:lvl4pPr>
              <a:lvl5pPr marL="2057400" indent="-228600" eaLnBrk="0" hangingPunct="0">
                <a:defRPr sz="12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2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2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2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200" b="1">
                  <a:solidFill>
                    <a:schemeClr val="tx1"/>
                  </a:solidFill>
                  <a:latin typeface="Times New Roman" panose="02020603050405020304" pitchFamily="18" charset="0"/>
                </a:defRPr>
              </a:lvl9pPr>
            </a:lstStyle>
            <a:p>
              <a:pPr algn="ctr" eaLnBrk="1" hangingPunct="1">
                <a:defRPr/>
              </a:pPr>
              <a:endParaRPr lang="en-US" altLang="zh-CN" sz="1000">
                <a:solidFill>
                  <a:schemeClr val="tx1"/>
                </a:solidFill>
                <a:latin typeface="微软雅黑" panose="020B0503020204020204" pitchFamily="34" charset="-122"/>
                <a:ea typeface="微软雅黑" panose="020B0503020204020204" pitchFamily="34" charset="-122"/>
              </a:endParaRPr>
            </a:p>
          </p:txBody>
        </p:sp>
        <p:sp>
          <p:nvSpPr>
            <p:cNvPr id="40" name="Rectangle 39"/>
            <p:cNvSpPr/>
            <p:nvPr>
              <p:custDataLst>
                <p:tags r:id="rId3"/>
              </p:custDataLst>
            </p:nvPr>
          </p:nvSpPr>
          <p:spPr>
            <a:xfrm>
              <a:off x="14321" y="6126"/>
              <a:ext cx="2450" cy="914"/>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lIns="91430" tIns="45715" rIns="91430" bIns="45715" anchor="ctr"/>
            <a:lstStyle>
              <a:lvl1pPr eaLnBrk="0" hangingPunct="0">
                <a:defRPr sz="1200" b="1">
                  <a:solidFill>
                    <a:schemeClr val="tx1"/>
                  </a:solidFill>
                  <a:latin typeface="Times New Roman" panose="02020603050405020304" pitchFamily="18" charset="0"/>
                </a:defRPr>
              </a:lvl1pPr>
              <a:lvl2pPr marL="742950" indent="-285750" eaLnBrk="0" hangingPunct="0">
                <a:defRPr sz="1200" b="1">
                  <a:solidFill>
                    <a:schemeClr val="tx1"/>
                  </a:solidFill>
                  <a:latin typeface="Times New Roman" panose="02020603050405020304" pitchFamily="18" charset="0"/>
                </a:defRPr>
              </a:lvl2pPr>
              <a:lvl3pPr marL="1143000" indent="-228600" eaLnBrk="0" hangingPunct="0">
                <a:defRPr sz="1200" b="1">
                  <a:solidFill>
                    <a:schemeClr val="tx1"/>
                  </a:solidFill>
                  <a:latin typeface="Times New Roman" panose="02020603050405020304" pitchFamily="18" charset="0"/>
                </a:defRPr>
              </a:lvl3pPr>
              <a:lvl4pPr marL="1600200" indent="-228600" eaLnBrk="0" hangingPunct="0">
                <a:defRPr sz="1200" b="1">
                  <a:solidFill>
                    <a:schemeClr val="tx1"/>
                  </a:solidFill>
                  <a:latin typeface="Times New Roman" panose="02020603050405020304" pitchFamily="18" charset="0"/>
                </a:defRPr>
              </a:lvl4pPr>
              <a:lvl5pPr marL="2057400" indent="-228600" eaLnBrk="0" hangingPunct="0">
                <a:defRPr sz="12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2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2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2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200" b="1">
                  <a:solidFill>
                    <a:schemeClr val="tx1"/>
                  </a:solidFill>
                  <a:latin typeface="Times New Roman" panose="02020603050405020304" pitchFamily="18" charset="0"/>
                </a:defRPr>
              </a:lvl9pPr>
            </a:lstStyle>
            <a:p>
              <a:pPr algn="ctr" eaLnBrk="1" hangingPunct="1">
                <a:defRPr/>
              </a:pPr>
              <a:endParaRPr lang="en-US" altLang="zh-CN" sz="1000">
                <a:solidFill>
                  <a:schemeClr val="tx1"/>
                </a:solidFill>
                <a:latin typeface="微软雅黑" panose="020B0503020204020204" pitchFamily="34" charset="-122"/>
                <a:ea typeface="微软雅黑" panose="020B0503020204020204" pitchFamily="34" charset="-122"/>
              </a:endParaRPr>
            </a:p>
          </p:txBody>
        </p:sp>
        <p:sp>
          <p:nvSpPr>
            <p:cNvPr id="8" name="Oval 7"/>
            <p:cNvSpPr/>
            <p:nvPr>
              <p:custDataLst>
                <p:tags r:id="rId4"/>
              </p:custDataLst>
            </p:nvPr>
          </p:nvSpPr>
          <p:spPr>
            <a:xfrm>
              <a:off x="6760" y="4289"/>
              <a:ext cx="5417" cy="4928"/>
            </a:xfrm>
            <a:prstGeom prst="ellipse">
              <a:avLst/>
            </a:prstGeom>
            <a:solidFill>
              <a:schemeClr val="accent2"/>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lIns="91430" tIns="45715" rIns="91430" bIns="45715" anchor="ctr"/>
            <a:lstStyle>
              <a:lvl1pPr eaLnBrk="0" hangingPunct="0">
                <a:defRPr sz="1200" b="1">
                  <a:solidFill>
                    <a:schemeClr val="tx1"/>
                  </a:solidFill>
                  <a:latin typeface="Times New Roman" panose="02020603050405020304" pitchFamily="18" charset="0"/>
                </a:defRPr>
              </a:lvl1pPr>
              <a:lvl2pPr marL="742950" indent="-285750" eaLnBrk="0" hangingPunct="0">
                <a:defRPr sz="1200" b="1">
                  <a:solidFill>
                    <a:schemeClr val="tx1"/>
                  </a:solidFill>
                  <a:latin typeface="Times New Roman" panose="02020603050405020304" pitchFamily="18" charset="0"/>
                </a:defRPr>
              </a:lvl2pPr>
              <a:lvl3pPr marL="1143000" indent="-228600" eaLnBrk="0" hangingPunct="0">
                <a:defRPr sz="1200" b="1">
                  <a:solidFill>
                    <a:schemeClr val="tx1"/>
                  </a:solidFill>
                  <a:latin typeface="Times New Roman" panose="02020603050405020304" pitchFamily="18" charset="0"/>
                </a:defRPr>
              </a:lvl3pPr>
              <a:lvl4pPr marL="1600200" indent="-228600" eaLnBrk="0" hangingPunct="0">
                <a:defRPr sz="1200" b="1">
                  <a:solidFill>
                    <a:schemeClr val="tx1"/>
                  </a:solidFill>
                  <a:latin typeface="Times New Roman" panose="02020603050405020304" pitchFamily="18" charset="0"/>
                </a:defRPr>
              </a:lvl4pPr>
              <a:lvl5pPr marL="2057400" indent="-228600" eaLnBrk="0" hangingPunct="0">
                <a:defRPr sz="12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2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2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2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200" b="1">
                  <a:solidFill>
                    <a:schemeClr val="tx1"/>
                  </a:solidFill>
                  <a:latin typeface="Times New Roman" panose="02020603050405020304" pitchFamily="18" charset="0"/>
                </a:defRPr>
              </a:lvl9pPr>
            </a:lstStyle>
            <a:p>
              <a:pPr algn="ctr" eaLnBrk="1" hangingPunct="1">
                <a:defRPr/>
              </a:pPr>
              <a:endParaRPr lang="en-US" altLang="zh-CN" sz="1000">
                <a:solidFill>
                  <a:schemeClr val="tx1"/>
                </a:solidFill>
                <a:latin typeface="微软雅黑" panose="020B0503020204020204" pitchFamily="34" charset="-122"/>
                <a:ea typeface="微软雅黑" panose="020B0503020204020204" pitchFamily="34" charset="-122"/>
              </a:endParaRPr>
            </a:p>
          </p:txBody>
        </p:sp>
        <p:sp>
          <p:nvSpPr>
            <p:cNvPr id="23559" name="TextBox 8"/>
            <p:cNvSpPr txBox="1">
              <a:spLocks noChangeArrowheads="1"/>
            </p:cNvSpPr>
            <p:nvPr>
              <p:custDataLst>
                <p:tags r:id="rId5"/>
              </p:custDataLst>
            </p:nvPr>
          </p:nvSpPr>
          <p:spPr bwMode="auto">
            <a:xfrm>
              <a:off x="8231" y="7857"/>
              <a:ext cx="2321" cy="8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0" tIns="45715" rIns="91430" bIns="45715">
              <a:spAutoFit/>
            </a:bodyPr>
            <a:lstStyle>
              <a:lvl1pPr eaLnBrk="0" hangingPunct="0">
                <a:spcBef>
                  <a:spcPct val="20000"/>
                </a:spcBef>
                <a:buFont typeface="Wingdings" panose="05000000000000000000" pitchFamily="2" charset="2"/>
                <a:buChar char="q"/>
                <a:defRPr sz="2800" b="1">
                  <a:solidFill>
                    <a:schemeClr val="tx1"/>
                  </a:solidFill>
                  <a:latin typeface="Arial" panose="020B0604020202020204" pitchFamily="34" charset="0"/>
                  <a:ea typeface="华文细黑" panose="02010600040101010101" pitchFamily="2" charset="-122"/>
                </a:defRPr>
              </a:lvl1pPr>
              <a:lvl2pPr marL="742950" indent="-285750" eaLnBrk="0" hangingPunct="0">
                <a:spcBef>
                  <a:spcPct val="20000"/>
                </a:spcBef>
                <a:buSzPct val="75000"/>
                <a:buFont typeface="Wingdings" panose="05000000000000000000" pitchFamily="2" charset="2"/>
                <a:buChar char="Ø"/>
                <a:defRPr sz="2800">
                  <a:solidFill>
                    <a:schemeClr val="tx1"/>
                  </a:solidFill>
                  <a:latin typeface="Arial" panose="020B0604020202020204" pitchFamily="34" charset="0"/>
                  <a:ea typeface="华文细黑" panose="0201060004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华文细黑" panose="02010600040101010101" pitchFamily="2" charset="-122"/>
                </a:defRPr>
              </a:lvl3pPr>
              <a:lvl4pPr marL="1600200" indent="-228600" eaLnBrk="0" hangingPunct="0">
                <a:spcBef>
                  <a:spcPct val="20000"/>
                </a:spcBef>
                <a:buChar char="–"/>
                <a:defRPr>
                  <a:solidFill>
                    <a:schemeClr val="tx1"/>
                  </a:solidFill>
                  <a:latin typeface="Arial" panose="020B0604020202020204" pitchFamily="34" charset="0"/>
                  <a:ea typeface="华文细黑" panose="02010600040101010101" pitchFamily="2" charset="-122"/>
                </a:defRPr>
              </a:lvl4pPr>
              <a:lvl5pPr marL="2057400" indent="-228600" eaLnBrk="0" hangingPunct="0">
                <a:spcBef>
                  <a:spcPct val="20000"/>
                </a:spcBef>
                <a:buClr>
                  <a:schemeClr val="tx2"/>
                </a:buClr>
                <a:buChar char="o"/>
                <a:defRPr sz="1600">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20000"/>
                </a:spcBef>
                <a:spcAft>
                  <a:spcPct val="0"/>
                </a:spcAft>
                <a:buClr>
                  <a:schemeClr val="tx2"/>
                </a:buClr>
                <a:buChar char="o"/>
                <a:defRPr sz="1600">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20000"/>
                </a:spcBef>
                <a:spcAft>
                  <a:spcPct val="0"/>
                </a:spcAft>
                <a:buClr>
                  <a:schemeClr val="tx2"/>
                </a:buClr>
                <a:buChar char="o"/>
                <a:defRPr sz="1600">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20000"/>
                </a:spcBef>
                <a:spcAft>
                  <a:spcPct val="0"/>
                </a:spcAft>
                <a:buClr>
                  <a:schemeClr val="tx2"/>
                </a:buClr>
                <a:buChar char="o"/>
                <a:defRPr sz="1600">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20000"/>
                </a:spcBef>
                <a:spcAft>
                  <a:spcPct val="0"/>
                </a:spcAft>
                <a:buClr>
                  <a:schemeClr val="tx2"/>
                </a:buClr>
                <a:buChar char="o"/>
                <a:defRPr sz="1600">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buFontTx/>
                <a:buNone/>
              </a:pPr>
              <a:r>
                <a:rPr lang="zh-CN" altLang="en-US" sz="1400">
                  <a:solidFill>
                    <a:schemeClr val="tx1"/>
                  </a:solidFill>
                  <a:latin typeface="微软雅黑" panose="020B0503020204020204" pitchFamily="34" charset="-122"/>
                  <a:ea typeface="微软雅黑" panose="020B0503020204020204" pitchFamily="34" charset="-122"/>
                </a:rPr>
                <a:t>数据访问和交付服务</a:t>
              </a:r>
              <a:endParaRPr lang="zh-CN" altLang="en-US" sz="1400">
                <a:solidFill>
                  <a:schemeClr val="tx1"/>
                </a:solidFill>
                <a:latin typeface="微软雅黑" panose="020B0503020204020204" pitchFamily="34" charset="-122"/>
                <a:ea typeface="微软雅黑" panose="020B0503020204020204" pitchFamily="34" charset="-122"/>
              </a:endParaRPr>
            </a:p>
          </p:txBody>
        </p:sp>
        <p:cxnSp>
          <p:nvCxnSpPr>
            <p:cNvPr id="11" name="Straight Connector 10"/>
            <p:cNvCxnSpPr>
              <a:stCxn id="8" idx="7"/>
              <a:endCxn id="8" idx="3"/>
            </p:cNvCxnSpPr>
            <p:nvPr>
              <p:custDataLst>
                <p:tags r:id="rId6"/>
              </p:custDataLst>
            </p:nvPr>
          </p:nvCxnSpPr>
          <p:spPr>
            <a:xfrm rot="16200000" flipH="1" flipV="1">
              <a:off x="7724" y="4839"/>
              <a:ext cx="3484" cy="382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6" name="Flowchart: Magnetic Disk 5"/>
            <p:cNvSpPr/>
            <p:nvPr>
              <p:custDataLst>
                <p:tags r:id="rId7"/>
              </p:custDataLst>
            </p:nvPr>
          </p:nvSpPr>
          <p:spPr>
            <a:xfrm>
              <a:off x="8595" y="5808"/>
              <a:ext cx="1693" cy="1908"/>
            </a:xfrm>
            <a:prstGeom prst="flowChartMagneticDisk">
              <a:avLst/>
            </a:prstGeom>
          </p:spPr>
          <p:style>
            <a:lnRef idx="2">
              <a:schemeClr val="accent1">
                <a:shade val="50000"/>
              </a:schemeClr>
            </a:lnRef>
            <a:fillRef idx="1">
              <a:schemeClr val="accent1"/>
            </a:fillRef>
            <a:effectRef idx="0">
              <a:schemeClr val="accent1"/>
            </a:effectRef>
            <a:fontRef idx="minor">
              <a:schemeClr val="lt1"/>
            </a:fontRef>
          </p:style>
          <p:txBody>
            <a:bodyPr lIns="91430" tIns="45715" rIns="91430" bIns="45715" anchor="ctr"/>
            <a:lstStyle>
              <a:lvl1pPr eaLnBrk="0" hangingPunct="0">
                <a:defRPr sz="1200" b="1">
                  <a:solidFill>
                    <a:schemeClr val="tx1"/>
                  </a:solidFill>
                  <a:latin typeface="Times New Roman" panose="02020603050405020304" pitchFamily="18" charset="0"/>
                </a:defRPr>
              </a:lvl1pPr>
              <a:lvl2pPr marL="742950" indent="-285750" eaLnBrk="0" hangingPunct="0">
                <a:defRPr sz="1200" b="1">
                  <a:solidFill>
                    <a:schemeClr val="tx1"/>
                  </a:solidFill>
                  <a:latin typeface="Times New Roman" panose="02020603050405020304" pitchFamily="18" charset="0"/>
                </a:defRPr>
              </a:lvl2pPr>
              <a:lvl3pPr marL="1143000" indent="-228600" eaLnBrk="0" hangingPunct="0">
                <a:defRPr sz="1200" b="1">
                  <a:solidFill>
                    <a:schemeClr val="tx1"/>
                  </a:solidFill>
                  <a:latin typeface="Times New Roman" panose="02020603050405020304" pitchFamily="18" charset="0"/>
                </a:defRPr>
              </a:lvl3pPr>
              <a:lvl4pPr marL="1600200" indent="-228600" eaLnBrk="0" hangingPunct="0">
                <a:defRPr sz="1200" b="1">
                  <a:solidFill>
                    <a:schemeClr val="tx1"/>
                  </a:solidFill>
                  <a:latin typeface="Times New Roman" panose="02020603050405020304" pitchFamily="18" charset="0"/>
                </a:defRPr>
              </a:lvl4pPr>
              <a:lvl5pPr marL="2057400" indent="-228600" eaLnBrk="0" hangingPunct="0">
                <a:defRPr sz="12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2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2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2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200" b="1">
                  <a:solidFill>
                    <a:schemeClr val="tx1"/>
                  </a:solidFill>
                  <a:latin typeface="Times New Roman" panose="02020603050405020304" pitchFamily="18" charset="0"/>
                </a:defRPr>
              </a:lvl9pPr>
            </a:lstStyle>
            <a:p>
              <a:pPr algn="ctr" eaLnBrk="1" hangingPunct="1">
                <a:defRPr/>
              </a:pPr>
              <a:endParaRPr lang="en-US" altLang="zh-CN" sz="1000">
                <a:solidFill>
                  <a:schemeClr val="tx1"/>
                </a:solidFill>
                <a:latin typeface="微软雅黑" panose="020B0503020204020204" pitchFamily="34" charset="-122"/>
                <a:ea typeface="微软雅黑" panose="020B0503020204020204" pitchFamily="34" charset="-122"/>
              </a:endParaRPr>
            </a:p>
          </p:txBody>
        </p:sp>
        <p:sp>
          <p:nvSpPr>
            <p:cNvPr id="23562" name="TextBox 6"/>
            <p:cNvSpPr txBox="1">
              <a:spLocks noChangeArrowheads="1"/>
            </p:cNvSpPr>
            <p:nvPr>
              <p:custDataLst>
                <p:tags r:id="rId8"/>
              </p:custDataLst>
            </p:nvPr>
          </p:nvSpPr>
          <p:spPr bwMode="auto">
            <a:xfrm>
              <a:off x="8545" y="6620"/>
              <a:ext cx="1845" cy="7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0" tIns="45715" rIns="91430" bIns="45715">
              <a:spAutoFit/>
            </a:bodyPr>
            <a:lstStyle>
              <a:lvl1pPr eaLnBrk="0" hangingPunct="0">
                <a:spcBef>
                  <a:spcPct val="20000"/>
                </a:spcBef>
                <a:buFont typeface="Wingdings" panose="05000000000000000000" pitchFamily="2" charset="2"/>
                <a:buChar char="q"/>
                <a:defRPr sz="2800" b="1">
                  <a:solidFill>
                    <a:schemeClr val="tx1"/>
                  </a:solidFill>
                  <a:latin typeface="Arial" panose="020B0604020202020204" pitchFamily="34" charset="0"/>
                  <a:ea typeface="华文细黑" panose="02010600040101010101" pitchFamily="2" charset="-122"/>
                </a:defRPr>
              </a:lvl1pPr>
              <a:lvl2pPr marL="742950" indent="-285750" eaLnBrk="0" hangingPunct="0">
                <a:spcBef>
                  <a:spcPct val="20000"/>
                </a:spcBef>
                <a:buSzPct val="75000"/>
                <a:buFont typeface="Wingdings" panose="05000000000000000000" pitchFamily="2" charset="2"/>
                <a:buChar char="Ø"/>
                <a:defRPr sz="2800">
                  <a:solidFill>
                    <a:schemeClr val="tx1"/>
                  </a:solidFill>
                  <a:latin typeface="Arial" panose="020B0604020202020204" pitchFamily="34" charset="0"/>
                  <a:ea typeface="华文细黑" panose="0201060004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华文细黑" panose="02010600040101010101" pitchFamily="2" charset="-122"/>
                </a:defRPr>
              </a:lvl3pPr>
              <a:lvl4pPr marL="1600200" indent="-228600" eaLnBrk="0" hangingPunct="0">
                <a:spcBef>
                  <a:spcPct val="20000"/>
                </a:spcBef>
                <a:buChar char="–"/>
                <a:defRPr>
                  <a:solidFill>
                    <a:schemeClr val="tx1"/>
                  </a:solidFill>
                  <a:latin typeface="Arial" panose="020B0604020202020204" pitchFamily="34" charset="0"/>
                  <a:ea typeface="华文细黑" panose="02010600040101010101" pitchFamily="2" charset="-122"/>
                </a:defRPr>
              </a:lvl4pPr>
              <a:lvl5pPr marL="2057400" indent="-228600" eaLnBrk="0" hangingPunct="0">
                <a:spcBef>
                  <a:spcPct val="20000"/>
                </a:spcBef>
                <a:buClr>
                  <a:schemeClr val="tx2"/>
                </a:buClr>
                <a:buChar char="o"/>
                <a:defRPr sz="1600">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20000"/>
                </a:spcBef>
                <a:spcAft>
                  <a:spcPct val="0"/>
                </a:spcAft>
                <a:buClr>
                  <a:schemeClr val="tx2"/>
                </a:buClr>
                <a:buChar char="o"/>
                <a:defRPr sz="1600">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20000"/>
                </a:spcBef>
                <a:spcAft>
                  <a:spcPct val="0"/>
                </a:spcAft>
                <a:buClr>
                  <a:schemeClr val="tx2"/>
                </a:buClr>
                <a:buChar char="o"/>
                <a:defRPr sz="1600">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20000"/>
                </a:spcBef>
                <a:spcAft>
                  <a:spcPct val="0"/>
                </a:spcAft>
                <a:buClr>
                  <a:schemeClr val="tx2"/>
                </a:buClr>
                <a:buChar char="o"/>
                <a:defRPr sz="1600">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20000"/>
                </a:spcBef>
                <a:spcAft>
                  <a:spcPct val="0"/>
                </a:spcAft>
                <a:buClr>
                  <a:schemeClr val="tx2"/>
                </a:buClr>
                <a:buChar char="o"/>
                <a:defRPr sz="1600">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buFontTx/>
                <a:buNone/>
              </a:pPr>
              <a:r>
                <a:rPr lang="en-US" altLang="zh-CN" sz="120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MDM Hub</a:t>
              </a:r>
              <a:r>
                <a:rPr lang="zh-CN" altLang="en-US" sz="120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数据库</a:t>
              </a:r>
              <a:endParaRPr lang="zh-CN" altLang="en-US" sz="120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3563" name="TextBox 11"/>
            <p:cNvSpPr txBox="1">
              <a:spLocks noChangeArrowheads="1"/>
            </p:cNvSpPr>
            <p:nvPr>
              <p:custDataLst>
                <p:tags r:id="rId9"/>
              </p:custDataLst>
            </p:nvPr>
          </p:nvSpPr>
          <p:spPr bwMode="auto">
            <a:xfrm>
              <a:off x="8169" y="4548"/>
              <a:ext cx="2364" cy="8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0" tIns="45715" rIns="91430" bIns="45715">
              <a:spAutoFit/>
            </a:bodyPr>
            <a:lstStyle>
              <a:lvl1pPr eaLnBrk="0" hangingPunct="0">
                <a:spcBef>
                  <a:spcPct val="20000"/>
                </a:spcBef>
                <a:buFont typeface="Wingdings" panose="05000000000000000000" pitchFamily="2" charset="2"/>
                <a:buChar char="q"/>
                <a:defRPr sz="2800" b="1">
                  <a:solidFill>
                    <a:schemeClr val="tx1"/>
                  </a:solidFill>
                  <a:latin typeface="Arial" panose="020B0604020202020204" pitchFamily="34" charset="0"/>
                  <a:ea typeface="华文细黑" panose="02010600040101010101" pitchFamily="2" charset="-122"/>
                </a:defRPr>
              </a:lvl1pPr>
              <a:lvl2pPr marL="742950" indent="-285750" eaLnBrk="0" hangingPunct="0">
                <a:spcBef>
                  <a:spcPct val="20000"/>
                </a:spcBef>
                <a:buSzPct val="75000"/>
                <a:buFont typeface="Wingdings" panose="05000000000000000000" pitchFamily="2" charset="2"/>
                <a:buChar char="Ø"/>
                <a:defRPr sz="2800">
                  <a:solidFill>
                    <a:schemeClr val="tx1"/>
                  </a:solidFill>
                  <a:latin typeface="Arial" panose="020B0604020202020204" pitchFamily="34" charset="0"/>
                  <a:ea typeface="华文细黑" panose="0201060004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华文细黑" panose="02010600040101010101" pitchFamily="2" charset="-122"/>
                </a:defRPr>
              </a:lvl3pPr>
              <a:lvl4pPr marL="1600200" indent="-228600" eaLnBrk="0" hangingPunct="0">
                <a:spcBef>
                  <a:spcPct val="20000"/>
                </a:spcBef>
                <a:buChar char="–"/>
                <a:defRPr>
                  <a:solidFill>
                    <a:schemeClr val="tx1"/>
                  </a:solidFill>
                  <a:latin typeface="Arial" panose="020B0604020202020204" pitchFamily="34" charset="0"/>
                  <a:ea typeface="华文细黑" panose="02010600040101010101" pitchFamily="2" charset="-122"/>
                </a:defRPr>
              </a:lvl4pPr>
              <a:lvl5pPr marL="2057400" indent="-228600" eaLnBrk="0" hangingPunct="0">
                <a:spcBef>
                  <a:spcPct val="20000"/>
                </a:spcBef>
                <a:buClr>
                  <a:schemeClr val="tx2"/>
                </a:buClr>
                <a:buChar char="o"/>
                <a:defRPr sz="1600">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20000"/>
                </a:spcBef>
                <a:spcAft>
                  <a:spcPct val="0"/>
                </a:spcAft>
                <a:buClr>
                  <a:schemeClr val="tx2"/>
                </a:buClr>
                <a:buChar char="o"/>
                <a:defRPr sz="1600">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20000"/>
                </a:spcBef>
                <a:spcAft>
                  <a:spcPct val="0"/>
                </a:spcAft>
                <a:buClr>
                  <a:schemeClr val="tx2"/>
                </a:buClr>
                <a:buChar char="o"/>
                <a:defRPr sz="1600">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20000"/>
                </a:spcBef>
                <a:spcAft>
                  <a:spcPct val="0"/>
                </a:spcAft>
                <a:buClr>
                  <a:schemeClr val="tx2"/>
                </a:buClr>
                <a:buChar char="o"/>
                <a:defRPr sz="1600">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20000"/>
                </a:spcBef>
                <a:spcAft>
                  <a:spcPct val="0"/>
                </a:spcAft>
                <a:buClr>
                  <a:schemeClr val="tx2"/>
                </a:buClr>
                <a:buChar char="o"/>
                <a:defRPr sz="1600">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buFontTx/>
                <a:buNone/>
              </a:pPr>
              <a:r>
                <a:rPr lang="zh-CN" altLang="en-US" sz="1400">
                  <a:solidFill>
                    <a:schemeClr val="tx1"/>
                  </a:solidFill>
                  <a:latin typeface="微软雅黑" panose="020B0503020204020204" pitchFamily="34" charset="-122"/>
                  <a:ea typeface="微软雅黑" panose="020B0503020204020204" pitchFamily="34" charset="-122"/>
                </a:rPr>
                <a:t>数据质量和集成服务</a:t>
              </a:r>
              <a:endParaRPr lang="zh-CN" altLang="en-US" sz="1400">
                <a:solidFill>
                  <a:schemeClr val="tx1"/>
                </a:solidFill>
                <a:latin typeface="微软雅黑" panose="020B0503020204020204" pitchFamily="34" charset="-122"/>
                <a:ea typeface="微软雅黑" panose="020B0503020204020204" pitchFamily="34" charset="-122"/>
              </a:endParaRPr>
            </a:p>
          </p:txBody>
        </p:sp>
        <p:cxnSp>
          <p:nvCxnSpPr>
            <p:cNvPr id="14" name="Straight Arrow Connector 13"/>
            <p:cNvCxnSpPr>
              <a:stCxn id="15" idx="5"/>
            </p:cNvCxnSpPr>
            <p:nvPr>
              <p:custDataLst>
                <p:tags r:id="rId10"/>
              </p:custDataLst>
            </p:nvPr>
          </p:nvCxnSpPr>
          <p:spPr>
            <a:xfrm>
              <a:off x="4600" y="6641"/>
              <a:ext cx="2140" cy="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5" name="Isosceles Triangle 14"/>
            <p:cNvSpPr/>
            <p:nvPr>
              <p:custDataLst>
                <p:tags r:id="rId11"/>
              </p:custDataLst>
            </p:nvPr>
          </p:nvSpPr>
          <p:spPr>
            <a:xfrm>
              <a:off x="3293" y="5851"/>
              <a:ext cx="1745" cy="1581"/>
            </a:xfrm>
            <a:prstGeom prst="triangle">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lIns="91430" tIns="45715" rIns="91430" bIns="45715" anchor="ctr"/>
            <a:lstStyle>
              <a:lvl1pPr eaLnBrk="0" hangingPunct="0">
                <a:defRPr sz="1200" b="1">
                  <a:solidFill>
                    <a:schemeClr val="tx1"/>
                  </a:solidFill>
                  <a:latin typeface="Times New Roman" panose="02020603050405020304" pitchFamily="18" charset="0"/>
                </a:defRPr>
              </a:lvl1pPr>
              <a:lvl2pPr marL="742950" indent="-285750" eaLnBrk="0" hangingPunct="0">
                <a:defRPr sz="1200" b="1">
                  <a:solidFill>
                    <a:schemeClr val="tx1"/>
                  </a:solidFill>
                  <a:latin typeface="Times New Roman" panose="02020603050405020304" pitchFamily="18" charset="0"/>
                </a:defRPr>
              </a:lvl2pPr>
              <a:lvl3pPr marL="1143000" indent="-228600" eaLnBrk="0" hangingPunct="0">
                <a:defRPr sz="1200" b="1">
                  <a:solidFill>
                    <a:schemeClr val="tx1"/>
                  </a:solidFill>
                  <a:latin typeface="Times New Roman" panose="02020603050405020304" pitchFamily="18" charset="0"/>
                </a:defRPr>
              </a:lvl3pPr>
              <a:lvl4pPr marL="1600200" indent="-228600" eaLnBrk="0" hangingPunct="0">
                <a:defRPr sz="1200" b="1">
                  <a:solidFill>
                    <a:schemeClr val="tx1"/>
                  </a:solidFill>
                  <a:latin typeface="Times New Roman" panose="02020603050405020304" pitchFamily="18" charset="0"/>
                </a:defRPr>
              </a:lvl4pPr>
              <a:lvl5pPr marL="2057400" indent="-228600" eaLnBrk="0" hangingPunct="0">
                <a:defRPr sz="12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2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2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2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200" b="1">
                  <a:solidFill>
                    <a:schemeClr val="tx1"/>
                  </a:solidFill>
                  <a:latin typeface="Times New Roman" panose="02020603050405020304" pitchFamily="18" charset="0"/>
                </a:defRPr>
              </a:lvl9pPr>
            </a:lstStyle>
            <a:p>
              <a:pPr algn="ctr" eaLnBrk="1" hangingPunct="1">
                <a:defRPr/>
              </a:pPr>
              <a:endParaRPr lang="en-US" altLang="zh-CN" sz="1000">
                <a:solidFill>
                  <a:schemeClr val="bg1"/>
                </a:solidFill>
                <a:latin typeface="微软雅黑" panose="020B0503020204020204" pitchFamily="34" charset="-122"/>
                <a:ea typeface="微软雅黑" panose="020B0503020204020204" pitchFamily="34" charset="-122"/>
              </a:endParaRPr>
            </a:p>
          </p:txBody>
        </p:sp>
        <p:sp>
          <p:nvSpPr>
            <p:cNvPr id="23566" name="TextBox 15"/>
            <p:cNvSpPr txBox="1">
              <a:spLocks noChangeArrowheads="1"/>
            </p:cNvSpPr>
            <p:nvPr>
              <p:custDataLst>
                <p:tags r:id="rId12"/>
              </p:custDataLst>
            </p:nvPr>
          </p:nvSpPr>
          <p:spPr bwMode="auto">
            <a:xfrm>
              <a:off x="3419" y="6615"/>
              <a:ext cx="142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0" tIns="45715" rIns="91430" bIns="45715">
              <a:spAutoFit/>
            </a:bodyPr>
            <a:lstStyle>
              <a:lvl1pPr eaLnBrk="0" hangingPunct="0">
                <a:spcBef>
                  <a:spcPct val="20000"/>
                </a:spcBef>
                <a:buFont typeface="Wingdings" panose="05000000000000000000" pitchFamily="2" charset="2"/>
                <a:buChar char="q"/>
                <a:defRPr sz="2800" b="1">
                  <a:solidFill>
                    <a:schemeClr val="tx1"/>
                  </a:solidFill>
                  <a:latin typeface="Arial" panose="020B0604020202020204" pitchFamily="34" charset="0"/>
                  <a:ea typeface="华文细黑" panose="02010600040101010101" pitchFamily="2" charset="-122"/>
                </a:defRPr>
              </a:lvl1pPr>
              <a:lvl2pPr marL="742950" indent="-285750" eaLnBrk="0" hangingPunct="0">
                <a:spcBef>
                  <a:spcPct val="20000"/>
                </a:spcBef>
                <a:buSzPct val="75000"/>
                <a:buFont typeface="Wingdings" panose="05000000000000000000" pitchFamily="2" charset="2"/>
                <a:buChar char="Ø"/>
                <a:defRPr sz="2800">
                  <a:solidFill>
                    <a:schemeClr val="tx1"/>
                  </a:solidFill>
                  <a:latin typeface="Arial" panose="020B0604020202020204" pitchFamily="34" charset="0"/>
                  <a:ea typeface="华文细黑" panose="0201060004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华文细黑" panose="02010600040101010101" pitchFamily="2" charset="-122"/>
                </a:defRPr>
              </a:lvl3pPr>
              <a:lvl4pPr marL="1600200" indent="-228600" eaLnBrk="0" hangingPunct="0">
                <a:spcBef>
                  <a:spcPct val="20000"/>
                </a:spcBef>
                <a:buChar char="–"/>
                <a:defRPr>
                  <a:solidFill>
                    <a:schemeClr val="tx1"/>
                  </a:solidFill>
                  <a:latin typeface="Arial" panose="020B0604020202020204" pitchFamily="34" charset="0"/>
                  <a:ea typeface="华文细黑" panose="02010600040101010101" pitchFamily="2" charset="-122"/>
                </a:defRPr>
              </a:lvl4pPr>
              <a:lvl5pPr marL="2057400" indent="-228600" eaLnBrk="0" hangingPunct="0">
                <a:spcBef>
                  <a:spcPct val="20000"/>
                </a:spcBef>
                <a:buClr>
                  <a:schemeClr val="tx2"/>
                </a:buClr>
                <a:buChar char="o"/>
                <a:defRPr sz="1600">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20000"/>
                </a:spcBef>
                <a:spcAft>
                  <a:spcPct val="0"/>
                </a:spcAft>
                <a:buClr>
                  <a:schemeClr val="tx2"/>
                </a:buClr>
                <a:buChar char="o"/>
                <a:defRPr sz="1600">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20000"/>
                </a:spcBef>
                <a:spcAft>
                  <a:spcPct val="0"/>
                </a:spcAft>
                <a:buClr>
                  <a:schemeClr val="tx2"/>
                </a:buClr>
                <a:buChar char="o"/>
                <a:defRPr sz="1600">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20000"/>
                </a:spcBef>
                <a:spcAft>
                  <a:spcPct val="0"/>
                </a:spcAft>
                <a:buClr>
                  <a:schemeClr val="tx2"/>
                </a:buClr>
                <a:buChar char="o"/>
                <a:defRPr sz="1600">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20000"/>
                </a:spcBef>
                <a:spcAft>
                  <a:spcPct val="0"/>
                </a:spcAft>
                <a:buClr>
                  <a:schemeClr val="tx2"/>
                </a:buClr>
                <a:buChar char="o"/>
                <a:defRPr sz="1600">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buFontTx/>
                <a:buNone/>
              </a:pPr>
              <a:r>
                <a:rPr lang="zh-CN" altLang="en-US" sz="1000">
                  <a:solidFill>
                    <a:schemeClr val="bg1"/>
                  </a:solidFill>
                  <a:latin typeface="微软雅黑" panose="020B0503020204020204" pitchFamily="34" charset="-122"/>
                  <a:ea typeface="微软雅黑" panose="020B0503020204020204" pitchFamily="34" charset="-122"/>
                </a:rPr>
                <a:t>外部数据源</a:t>
              </a:r>
              <a:endParaRPr lang="zh-CN" altLang="en-US" sz="1000">
                <a:solidFill>
                  <a:schemeClr val="bg1"/>
                </a:solidFill>
                <a:latin typeface="微软雅黑" panose="020B0503020204020204" pitchFamily="34" charset="-122"/>
                <a:ea typeface="微软雅黑" panose="020B0503020204020204" pitchFamily="34" charset="-122"/>
              </a:endParaRPr>
            </a:p>
          </p:txBody>
        </p:sp>
        <p:sp>
          <p:nvSpPr>
            <p:cNvPr id="17" name="Rectangle 16"/>
            <p:cNvSpPr/>
            <p:nvPr>
              <p:custDataLst>
                <p:tags r:id="rId13"/>
              </p:custDataLst>
            </p:nvPr>
          </p:nvSpPr>
          <p:spPr>
            <a:xfrm>
              <a:off x="7895" y="2666"/>
              <a:ext cx="3145" cy="914"/>
            </a:xfrm>
            <a:prstGeom prst="rect">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lIns="91430" tIns="45715" rIns="91430" bIns="45715" anchor="ctr"/>
            <a:lstStyle>
              <a:lvl1pPr eaLnBrk="0" hangingPunct="0">
                <a:defRPr sz="1200" b="1">
                  <a:solidFill>
                    <a:schemeClr val="tx1"/>
                  </a:solidFill>
                  <a:latin typeface="Times New Roman" panose="02020603050405020304" pitchFamily="18" charset="0"/>
                </a:defRPr>
              </a:lvl1pPr>
              <a:lvl2pPr marL="742950" indent="-285750" eaLnBrk="0" hangingPunct="0">
                <a:defRPr sz="1200" b="1">
                  <a:solidFill>
                    <a:schemeClr val="tx1"/>
                  </a:solidFill>
                  <a:latin typeface="Times New Roman" panose="02020603050405020304" pitchFamily="18" charset="0"/>
                </a:defRPr>
              </a:lvl2pPr>
              <a:lvl3pPr marL="1143000" indent="-228600" eaLnBrk="0" hangingPunct="0">
                <a:defRPr sz="1200" b="1">
                  <a:solidFill>
                    <a:schemeClr val="tx1"/>
                  </a:solidFill>
                  <a:latin typeface="Times New Roman" panose="02020603050405020304" pitchFamily="18" charset="0"/>
                </a:defRPr>
              </a:lvl3pPr>
              <a:lvl4pPr marL="1600200" indent="-228600" eaLnBrk="0" hangingPunct="0">
                <a:defRPr sz="1200" b="1">
                  <a:solidFill>
                    <a:schemeClr val="tx1"/>
                  </a:solidFill>
                  <a:latin typeface="Times New Roman" panose="02020603050405020304" pitchFamily="18" charset="0"/>
                </a:defRPr>
              </a:lvl4pPr>
              <a:lvl5pPr marL="2057400" indent="-228600" eaLnBrk="0" hangingPunct="0">
                <a:defRPr sz="12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2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2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2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200" b="1">
                  <a:solidFill>
                    <a:schemeClr val="tx1"/>
                  </a:solidFill>
                  <a:latin typeface="Times New Roman" panose="02020603050405020304" pitchFamily="18" charset="0"/>
                </a:defRPr>
              </a:lvl9pPr>
            </a:lstStyle>
            <a:p>
              <a:pPr algn="ctr" eaLnBrk="1" hangingPunct="1">
                <a:defRPr/>
              </a:pPr>
              <a:endParaRPr lang="en-US" altLang="zh-CN" sz="1000">
                <a:solidFill>
                  <a:schemeClr val="tx1"/>
                </a:solidFill>
                <a:latin typeface="微软雅黑" panose="020B0503020204020204" pitchFamily="34" charset="-122"/>
                <a:ea typeface="微软雅黑" panose="020B0503020204020204" pitchFamily="34" charset="-122"/>
              </a:endParaRPr>
            </a:p>
          </p:txBody>
        </p:sp>
        <p:sp>
          <p:nvSpPr>
            <p:cNvPr id="23568" name="TextBox 17"/>
            <p:cNvSpPr txBox="1">
              <a:spLocks noChangeArrowheads="1"/>
            </p:cNvSpPr>
            <p:nvPr>
              <p:custDataLst>
                <p:tags r:id="rId14"/>
              </p:custDataLst>
            </p:nvPr>
          </p:nvSpPr>
          <p:spPr bwMode="auto">
            <a:xfrm>
              <a:off x="8169" y="2855"/>
              <a:ext cx="2598" cy="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0" tIns="45715" rIns="91430" bIns="45715">
              <a:spAutoFit/>
            </a:bodyPr>
            <a:lstStyle>
              <a:lvl1pPr eaLnBrk="0" hangingPunct="0">
                <a:spcBef>
                  <a:spcPct val="20000"/>
                </a:spcBef>
                <a:buFont typeface="Wingdings" panose="05000000000000000000" pitchFamily="2" charset="2"/>
                <a:buChar char="q"/>
                <a:defRPr sz="2800" b="1">
                  <a:solidFill>
                    <a:schemeClr val="tx1"/>
                  </a:solidFill>
                  <a:latin typeface="Arial" panose="020B0604020202020204" pitchFamily="34" charset="0"/>
                  <a:ea typeface="华文细黑" panose="02010600040101010101" pitchFamily="2" charset="-122"/>
                </a:defRPr>
              </a:lvl1pPr>
              <a:lvl2pPr marL="742950" indent="-285750" eaLnBrk="0" hangingPunct="0">
                <a:spcBef>
                  <a:spcPct val="20000"/>
                </a:spcBef>
                <a:buSzPct val="75000"/>
                <a:buFont typeface="Wingdings" panose="05000000000000000000" pitchFamily="2" charset="2"/>
                <a:buChar char="Ø"/>
                <a:defRPr sz="2800">
                  <a:solidFill>
                    <a:schemeClr val="tx1"/>
                  </a:solidFill>
                  <a:latin typeface="Arial" panose="020B0604020202020204" pitchFamily="34" charset="0"/>
                  <a:ea typeface="华文细黑" panose="0201060004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华文细黑" panose="02010600040101010101" pitchFamily="2" charset="-122"/>
                </a:defRPr>
              </a:lvl3pPr>
              <a:lvl4pPr marL="1600200" indent="-228600" eaLnBrk="0" hangingPunct="0">
                <a:spcBef>
                  <a:spcPct val="20000"/>
                </a:spcBef>
                <a:buChar char="–"/>
                <a:defRPr>
                  <a:solidFill>
                    <a:schemeClr val="tx1"/>
                  </a:solidFill>
                  <a:latin typeface="Arial" panose="020B0604020202020204" pitchFamily="34" charset="0"/>
                  <a:ea typeface="华文细黑" panose="02010600040101010101" pitchFamily="2" charset="-122"/>
                </a:defRPr>
              </a:lvl4pPr>
              <a:lvl5pPr marL="2057400" indent="-228600" eaLnBrk="0" hangingPunct="0">
                <a:spcBef>
                  <a:spcPct val="20000"/>
                </a:spcBef>
                <a:buClr>
                  <a:schemeClr val="tx2"/>
                </a:buClr>
                <a:buChar char="o"/>
                <a:defRPr sz="1600">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20000"/>
                </a:spcBef>
                <a:spcAft>
                  <a:spcPct val="0"/>
                </a:spcAft>
                <a:buClr>
                  <a:schemeClr val="tx2"/>
                </a:buClr>
                <a:buChar char="o"/>
                <a:defRPr sz="1600">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20000"/>
                </a:spcBef>
                <a:spcAft>
                  <a:spcPct val="0"/>
                </a:spcAft>
                <a:buClr>
                  <a:schemeClr val="tx2"/>
                </a:buClr>
                <a:buChar char="o"/>
                <a:defRPr sz="1600">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20000"/>
                </a:spcBef>
                <a:spcAft>
                  <a:spcPct val="0"/>
                </a:spcAft>
                <a:buClr>
                  <a:schemeClr val="tx2"/>
                </a:buClr>
                <a:buChar char="o"/>
                <a:defRPr sz="1600">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20000"/>
                </a:spcBef>
                <a:spcAft>
                  <a:spcPct val="0"/>
                </a:spcAft>
                <a:buClr>
                  <a:schemeClr val="tx2"/>
                </a:buClr>
                <a:buChar char="o"/>
                <a:defRPr sz="1600">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buFontTx/>
                <a:buNone/>
              </a:pPr>
              <a:r>
                <a:rPr lang="zh-CN" altLang="en-US" sz="1200">
                  <a:solidFill>
                    <a:schemeClr val="tx1"/>
                  </a:solidFill>
                  <a:latin typeface="微软雅黑" panose="020B0503020204020204" pitchFamily="34" charset="-122"/>
                  <a:ea typeface="微软雅黑" panose="020B0503020204020204" pitchFamily="34" charset="-122"/>
                </a:rPr>
                <a:t>直接录入、更新</a:t>
              </a:r>
              <a:endParaRPr lang="zh-CN" altLang="en-US" sz="1200">
                <a:solidFill>
                  <a:schemeClr val="tx1"/>
                </a:solidFill>
                <a:latin typeface="微软雅黑" panose="020B0503020204020204" pitchFamily="34" charset="-122"/>
                <a:ea typeface="微软雅黑" panose="020B0503020204020204" pitchFamily="34" charset="-122"/>
              </a:endParaRPr>
            </a:p>
          </p:txBody>
        </p:sp>
        <p:cxnSp>
          <p:nvCxnSpPr>
            <p:cNvPr id="19" name="Straight Arrow Connector 18"/>
            <p:cNvCxnSpPr/>
            <p:nvPr>
              <p:custDataLst>
                <p:tags r:id="rId15"/>
              </p:custDataLst>
            </p:nvPr>
          </p:nvCxnSpPr>
          <p:spPr>
            <a:xfrm rot="5400000">
              <a:off x="9101" y="3919"/>
              <a:ext cx="731" cy="1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4" name="Flowchart: Magnetic Disk 23"/>
            <p:cNvSpPr/>
            <p:nvPr>
              <p:custDataLst>
                <p:tags r:id="rId16"/>
              </p:custDataLst>
            </p:nvPr>
          </p:nvSpPr>
          <p:spPr>
            <a:xfrm>
              <a:off x="3312" y="2929"/>
              <a:ext cx="1560" cy="1419"/>
            </a:xfrm>
            <a:prstGeom prst="flowChartMagneticDisk">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lIns="91430" tIns="45715" rIns="91430" bIns="45715" anchor="ctr"/>
            <a:lstStyle>
              <a:lvl1pPr eaLnBrk="0" hangingPunct="0">
                <a:defRPr sz="1200" b="1">
                  <a:solidFill>
                    <a:schemeClr val="tx1"/>
                  </a:solidFill>
                  <a:latin typeface="Times New Roman" panose="02020603050405020304" pitchFamily="18" charset="0"/>
                </a:defRPr>
              </a:lvl1pPr>
              <a:lvl2pPr marL="742950" indent="-285750" eaLnBrk="0" hangingPunct="0">
                <a:defRPr sz="1200" b="1">
                  <a:solidFill>
                    <a:schemeClr val="tx1"/>
                  </a:solidFill>
                  <a:latin typeface="Times New Roman" panose="02020603050405020304" pitchFamily="18" charset="0"/>
                </a:defRPr>
              </a:lvl2pPr>
              <a:lvl3pPr marL="1143000" indent="-228600" eaLnBrk="0" hangingPunct="0">
                <a:defRPr sz="1200" b="1">
                  <a:solidFill>
                    <a:schemeClr val="tx1"/>
                  </a:solidFill>
                  <a:latin typeface="Times New Roman" panose="02020603050405020304" pitchFamily="18" charset="0"/>
                </a:defRPr>
              </a:lvl3pPr>
              <a:lvl4pPr marL="1600200" indent="-228600" eaLnBrk="0" hangingPunct="0">
                <a:defRPr sz="1200" b="1">
                  <a:solidFill>
                    <a:schemeClr val="tx1"/>
                  </a:solidFill>
                  <a:latin typeface="Times New Roman" panose="02020603050405020304" pitchFamily="18" charset="0"/>
                </a:defRPr>
              </a:lvl4pPr>
              <a:lvl5pPr marL="2057400" indent="-228600" eaLnBrk="0" hangingPunct="0">
                <a:defRPr sz="12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2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2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2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200" b="1">
                  <a:solidFill>
                    <a:schemeClr val="tx1"/>
                  </a:solidFill>
                  <a:latin typeface="Times New Roman" panose="02020603050405020304" pitchFamily="18" charset="0"/>
                </a:defRPr>
              </a:lvl9pPr>
            </a:lstStyle>
            <a:p>
              <a:pPr algn="ctr" eaLnBrk="1" hangingPunct="1">
                <a:defRPr/>
              </a:pPr>
              <a:endParaRPr lang="en-US" altLang="zh-CN" sz="1000">
                <a:solidFill>
                  <a:schemeClr val="tx1"/>
                </a:solidFill>
                <a:latin typeface="微软雅黑" panose="020B0503020204020204" pitchFamily="34" charset="-122"/>
                <a:ea typeface="微软雅黑" panose="020B0503020204020204" pitchFamily="34" charset="-122"/>
              </a:endParaRPr>
            </a:p>
          </p:txBody>
        </p:sp>
        <p:cxnSp>
          <p:nvCxnSpPr>
            <p:cNvPr id="26" name="Straight Arrow Connector 25"/>
            <p:cNvCxnSpPr>
              <a:stCxn id="60" idx="3"/>
            </p:cNvCxnSpPr>
            <p:nvPr>
              <p:custDataLst>
                <p:tags r:id="rId17"/>
              </p:custDataLst>
            </p:nvPr>
          </p:nvCxnSpPr>
          <p:spPr>
            <a:xfrm>
              <a:off x="5083" y="4885"/>
              <a:ext cx="1900" cy="824"/>
            </a:xfrm>
            <a:prstGeom prst="straightConnector1">
              <a:avLst/>
            </a:prstGeom>
            <a:ln w="28575">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5" name="Flowchart: Magnetic Disk 24"/>
            <p:cNvSpPr/>
            <p:nvPr>
              <p:custDataLst>
                <p:tags r:id="rId18"/>
              </p:custDataLst>
            </p:nvPr>
          </p:nvSpPr>
          <p:spPr>
            <a:xfrm>
              <a:off x="3250" y="8118"/>
              <a:ext cx="1560" cy="1419"/>
            </a:xfrm>
            <a:prstGeom prst="flowChartMagneticDisk">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lIns="91430" tIns="45715" rIns="91430" bIns="45715" anchor="ctr"/>
            <a:lstStyle>
              <a:lvl1pPr eaLnBrk="0" hangingPunct="0">
                <a:defRPr sz="1200" b="1">
                  <a:solidFill>
                    <a:schemeClr val="tx1"/>
                  </a:solidFill>
                  <a:latin typeface="Times New Roman" panose="02020603050405020304" pitchFamily="18" charset="0"/>
                </a:defRPr>
              </a:lvl1pPr>
              <a:lvl2pPr marL="742950" indent="-285750" eaLnBrk="0" hangingPunct="0">
                <a:defRPr sz="1200" b="1">
                  <a:solidFill>
                    <a:schemeClr val="tx1"/>
                  </a:solidFill>
                  <a:latin typeface="Times New Roman" panose="02020603050405020304" pitchFamily="18" charset="0"/>
                </a:defRPr>
              </a:lvl2pPr>
              <a:lvl3pPr marL="1143000" indent="-228600" eaLnBrk="0" hangingPunct="0">
                <a:defRPr sz="1200" b="1">
                  <a:solidFill>
                    <a:schemeClr val="tx1"/>
                  </a:solidFill>
                  <a:latin typeface="Times New Roman" panose="02020603050405020304" pitchFamily="18" charset="0"/>
                </a:defRPr>
              </a:lvl3pPr>
              <a:lvl4pPr marL="1600200" indent="-228600" eaLnBrk="0" hangingPunct="0">
                <a:defRPr sz="1200" b="1">
                  <a:solidFill>
                    <a:schemeClr val="tx1"/>
                  </a:solidFill>
                  <a:latin typeface="Times New Roman" panose="02020603050405020304" pitchFamily="18" charset="0"/>
                </a:defRPr>
              </a:lvl4pPr>
              <a:lvl5pPr marL="2057400" indent="-228600" eaLnBrk="0" hangingPunct="0">
                <a:defRPr sz="12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2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2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2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200" b="1">
                  <a:solidFill>
                    <a:schemeClr val="tx1"/>
                  </a:solidFill>
                  <a:latin typeface="Times New Roman" panose="02020603050405020304" pitchFamily="18" charset="0"/>
                </a:defRPr>
              </a:lvl9pPr>
            </a:lstStyle>
            <a:p>
              <a:pPr algn="ctr" eaLnBrk="1" hangingPunct="1">
                <a:defRPr/>
              </a:pPr>
              <a:endParaRPr lang="en-US" altLang="zh-CN" sz="1000">
                <a:solidFill>
                  <a:schemeClr val="tx1"/>
                </a:solidFill>
                <a:latin typeface="微软雅黑" panose="020B0503020204020204" pitchFamily="34" charset="-122"/>
                <a:ea typeface="微软雅黑" panose="020B0503020204020204" pitchFamily="34" charset="-122"/>
              </a:endParaRPr>
            </a:p>
          </p:txBody>
        </p:sp>
        <p:cxnSp>
          <p:nvCxnSpPr>
            <p:cNvPr id="28" name="Straight Arrow Connector 27"/>
            <p:cNvCxnSpPr/>
            <p:nvPr>
              <p:custDataLst>
                <p:tags r:id="rId19"/>
              </p:custDataLst>
            </p:nvPr>
          </p:nvCxnSpPr>
          <p:spPr>
            <a:xfrm flipV="1">
              <a:off x="4829" y="8077"/>
              <a:ext cx="2371" cy="75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3574" name="TextBox 32"/>
            <p:cNvSpPr txBox="1">
              <a:spLocks noChangeArrowheads="1"/>
            </p:cNvSpPr>
            <p:nvPr>
              <p:custDataLst>
                <p:tags r:id="rId20"/>
              </p:custDataLst>
            </p:nvPr>
          </p:nvSpPr>
          <p:spPr bwMode="auto">
            <a:xfrm>
              <a:off x="5607" y="4348"/>
              <a:ext cx="969" cy="6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0" tIns="45715" rIns="91430" bIns="45715">
              <a:spAutoFit/>
            </a:bodyPr>
            <a:lstStyle>
              <a:lvl1pPr eaLnBrk="0" hangingPunct="0">
                <a:spcBef>
                  <a:spcPct val="20000"/>
                </a:spcBef>
                <a:buFont typeface="Wingdings" panose="05000000000000000000" pitchFamily="2" charset="2"/>
                <a:buChar char="q"/>
                <a:defRPr sz="2800" b="1">
                  <a:solidFill>
                    <a:schemeClr val="tx1"/>
                  </a:solidFill>
                  <a:latin typeface="Arial" panose="020B0604020202020204" pitchFamily="34" charset="0"/>
                  <a:ea typeface="华文细黑" panose="02010600040101010101" pitchFamily="2" charset="-122"/>
                </a:defRPr>
              </a:lvl1pPr>
              <a:lvl2pPr marL="742950" indent="-285750" eaLnBrk="0" hangingPunct="0">
                <a:spcBef>
                  <a:spcPct val="20000"/>
                </a:spcBef>
                <a:buSzPct val="75000"/>
                <a:buFont typeface="Wingdings" panose="05000000000000000000" pitchFamily="2" charset="2"/>
                <a:buChar char="Ø"/>
                <a:defRPr sz="2800">
                  <a:solidFill>
                    <a:schemeClr val="tx1"/>
                  </a:solidFill>
                  <a:latin typeface="Arial" panose="020B0604020202020204" pitchFamily="34" charset="0"/>
                  <a:ea typeface="华文细黑" panose="0201060004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华文细黑" panose="02010600040101010101" pitchFamily="2" charset="-122"/>
                </a:defRPr>
              </a:lvl3pPr>
              <a:lvl4pPr marL="1600200" indent="-228600" eaLnBrk="0" hangingPunct="0">
                <a:spcBef>
                  <a:spcPct val="20000"/>
                </a:spcBef>
                <a:buChar char="–"/>
                <a:defRPr>
                  <a:solidFill>
                    <a:schemeClr val="tx1"/>
                  </a:solidFill>
                  <a:latin typeface="Arial" panose="020B0604020202020204" pitchFamily="34" charset="0"/>
                  <a:ea typeface="华文细黑" panose="02010600040101010101" pitchFamily="2" charset="-122"/>
                </a:defRPr>
              </a:lvl4pPr>
              <a:lvl5pPr marL="2057400" indent="-228600" eaLnBrk="0" hangingPunct="0">
                <a:spcBef>
                  <a:spcPct val="20000"/>
                </a:spcBef>
                <a:buClr>
                  <a:schemeClr val="tx2"/>
                </a:buClr>
                <a:buChar char="o"/>
                <a:defRPr sz="1600">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20000"/>
                </a:spcBef>
                <a:spcAft>
                  <a:spcPct val="0"/>
                </a:spcAft>
                <a:buClr>
                  <a:schemeClr val="tx2"/>
                </a:buClr>
                <a:buChar char="o"/>
                <a:defRPr sz="1600">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20000"/>
                </a:spcBef>
                <a:spcAft>
                  <a:spcPct val="0"/>
                </a:spcAft>
                <a:buClr>
                  <a:schemeClr val="tx2"/>
                </a:buClr>
                <a:buChar char="o"/>
                <a:defRPr sz="1600">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20000"/>
                </a:spcBef>
                <a:spcAft>
                  <a:spcPct val="0"/>
                </a:spcAft>
                <a:buClr>
                  <a:schemeClr val="tx2"/>
                </a:buClr>
                <a:buChar char="o"/>
                <a:defRPr sz="1600">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20000"/>
                </a:spcBef>
                <a:spcAft>
                  <a:spcPct val="0"/>
                </a:spcAft>
                <a:buClr>
                  <a:schemeClr val="tx2"/>
                </a:buClr>
                <a:buChar char="o"/>
                <a:defRPr sz="1600">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buFontTx/>
                <a:buNone/>
              </a:pPr>
              <a:r>
                <a:rPr lang="zh-CN" altLang="en-US" sz="1000">
                  <a:solidFill>
                    <a:schemeClr val="tx1"/>
                  </a:solidFill>
                  <a:latin typeface="微软雅黑" panose="020B0503020204020204" pitchFamily="34" charset="-122"/>
                  <a:ea typeface="微软雅黑" panose="020B0503020204020204" pitchFamily="34" charset="-122"/>
                </a:rPr>
                <a:t>实时推送</a:t>
              </a:r>
              <a:endParaRPr lang="zh-CN" altLang="en-US" sz="1000">
                <a:solidFill>
                  <a:schemeClr val="tx1"/>
                </a:solidFill>
                <a:latin typeface="微软雅黑" panose="020B0503020204020204" pitchFamily="34" charset="-122"/>
                <a:ea typeface="微软雅黑" panose="020B0503020204020204" pitchFamily="34" charset="-122"/>
              </a:endParaRPr>
            </a:p>
          </p:txBody>
        </p:sp>
        <p:sp>
          <p:nvSpPr>
            <p:cNvPr id="23575" name="TextBox 33"/>
            <p:cNvSpPr txBox="1">
              <a:spLocks noChangeArrowheads="1"/>
            </p:cNvSpPr>
            <p:nvPr>
              <p:custDataLst>
                <p:tags r:id="rId21"/>
              </p:custDataLst>
            </p:nvPr>
          </p:nvSpPr>
          <p:spPr bwMode="auto">
            <a:xfrm>
              <a:off x="5481" y="8524"/>
              <a:ext cx="1502" cy="6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0" tIns="45715" rIns="91430" bIns="45715">
              <a:spAutoFit/>
            </a:bodyPr>
            <a:lstStyle>
              <a:lvl1pPr eaLnBrk="0" hangingPunct="0">
                <a:spcBef>
                  <a:spcPct val="20000"/>
                </a:spcBef>
                <a:buFont typeface="Wingdings" panose="05000000000000000000" pitchFamily="2" charset="2"/>
                <a:buChar char="q"/>
                <a:defRPr sz="2800" b="1">
                  <a:solidFill>
                    <a:schemeClr val="tx1"/>
                  </a:solidFill>
                  <a:latin typeface="Arial" panose="020B0604020202020204" pitchFamily="34" charset="0"/>
                  <a:ea typeface="华文细黑" panose="02010600040101010101" pitchFamily="2" charset="-122"/>
                </a:defRPr>
              </a:lvl1pPr>
              <a:lvl2pPr marL="742950" indent="-285750" eaLnBrk="0" hangingPunct="0">
                <a:spcBef>
                  <a:spcPct val="20000"/>
                </a:spcBef>
                <a:buSzPct val="75000"/>
                <a:buFont typeface="Wingdings" panose="05000000000000000000" pitchFamily="2" charset="2"/>
                <a:buChar char="Ø"/>
                <a:defRPr sz="2800">
                  <a:solidFill>
                    <a:schemeClr val="tx1"/>
                  </a:solidFill>
                  <a:latin typeface="Arial" panose="020B0604020202020204" pitchFamily="34" charset="0"/>
                  <a:ea typeface="华文细黑" panose="0201060004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华文细黑" panose="02010600040101010101" pitchFamily="2" charset="-122"/>
                </a:defRPr>
              </a:lvl3pPr>
              <a:lvl4pPr marL="1600200" indent="-228600" eaLnBrk="0" hangingPunct="0">
                <a:spcBef>
                  <a:spcPct val="20000"/>
                </a:spcBef>
                <a:buChar char="–"/>
                <a:defRPr>
                  <a:solidFill>
                    <a:schemeClr val="tx1"/>
                  </a:solidFill>
                  <a:latin typeface="Arial" panose="020B0604020202020204" pitchFamily="34" charset="0"/>
                  <a:ea typeface="华文细黑" panose="02010600040101010101" pitchFamily="2" charset="-122"/>
                </a:defRPr>
              </a:lvl4pPr>
              <a:lvl5pPr marL="2057400" indent="-228600" eaLnBrk="0" hangingPunct="0">
                <a:spcBef>
                  <a:spcPct val="20000"/>
                </a:spcBef>
                <a:buClr>
                  <a:schemeClr val="tx2"/>
                </a:buClr>
                <a:buChar char="o"/>
                <a:defRPr sz="1600">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20000"/>
                </a:spcBef>
                <a:spcAft>
                  <a:spcPct val="0"/>
                </a:spcAft>
                <a:buClr>
                  <a:schemeClr val="tx2"/>
                </a:buClr>
                <a:buChar char="o"/>
                <a:defRPr sz="1600">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20000"/>
                </a:spcBef>
                <a:spcAft>
                  <a:spcPct val="0"/>
                </a:spcAft>
                <a:buClr>
                  <a:schemeClr val="tx2"/>
                </a:buClr>
                <a:buChar char="o"/>
                <a:defRPr sz="1600">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20000"/>
                </a:spcBef>
                <a:spcAft>
                  <a:spcPct val="0"/>
                </a:spcAft>
                <a:buClr>
                  <a:schemeClr val="tx2"/>
                </a:buClr>
                <a:buChar char="o"/>
                <a:defRPr sz="1600">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20000"/>
                </a:spcBef>
                <a:spcAft>
                  <a:spcPct val="0"/>
                </a:spcAft>
                <a:buClr>
                  <a:schemeClr val="tx2"/>
                </a:buClr>
                <a:buChar char="o"/>
                <a:defRPr sz="1600">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buFontTx/>
                <a:buNone/>
              </a:pPr>
              <a:r>
                <a:rPr lang="zh-CN" altLang="en-US" sz="100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批量推送</a:t>
              </a:r>
              <a:endParaRPr lang="en-US" altLang="zh-CN" sz="100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algn="ctr" eaLnBrk="1" hangingPunct="1">
                <a:spcBef>
                  <a:spcPct val="0"/>
                </a:spcBef>
                <a:buFontTx/>
                <a:buNone/>
              </a:pPr>
              <a:r>
                <a:rPr lang="zh-CN" altLang="en-US" sz="100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00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ETL\CDC</a:t>
              </a:r>
              <a:r>
                <a:rPr lang="zh-CN" altLang="en-US" sz="100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100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p:txBody>
        </p:sp>
        <p:cxnSp>
          <p:nvCxnSpPr>
            <p:cNvPr id="35" name="Straight Arrow Connector 34"/>
            <p:cNvCxnSpPr/>
            <p:nvPr>
              <p:custDataLst>
                <p:tags r:id="rId22"/>
              </p:custDataLst>
            </p:nvPr>
          </p:nvCxnSpPr>
          <p:spPr>
            <a:xfrm flipV="1">
              <a:off x="11843" y="4828"/>
              <a:ext cx="2371" cy="75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3577" name="TextBox 35"/>
            <p:cNvSpPr txBox="1">
              <a:spLocks noChangeArrowheads="1"/>
            </p:cNvSpPr>
            <p:nvPr>
              <p:custDataLst>
                <p:tags r:id="rId23"/>
              </p:custDataLst>
            </p:nvPr>
          </p:nvSpPr>
          <p:spPr bwMode="auto">
            <a:xfrm>
              <a:off x="12395" y="4564"/>
              <a:ext cx="969" cy="6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0" tIns="45715" rIns="91430" bIns="45715">
              <a:spAutoFit/>
            </a:bodyPr>
            <a:lstStyle>
              <a:lvl1pPr eaLnBrk="0" hangingPunct="0">
                <a:spcBef>
                  <a:spcPct val="20000"/>
                </a:spcBef>
                <a:buFont typeface="Wingdings" panose="05000000000000000000" pitchFamily="2" charset="2"/>
                <a:buChar char="q"/>
                <a:defRPr sz="2800" b="1">
                  <a:solidFill>
                    <a:schemeClr val="tx1"/>
                  </a:solidFill>
                  <a:latin typeface="Arial" panose="020B0604020202020204" pitchFamily="34" charset="0"/>
                  <a:ea typeface="华文细黑" panose="02010600040101010101" pitchFamily="2" charset="-122"/>
                </a:defRPr>
              </a:lvl1pPr>
              <a:lvl2pPr marL="742950" indent="-285750" eaLnBrk="0" hangingPunct="0">
                <a:spcBef>
                  <a:spcPct val="20000"/>
                </a:spcBef>
                <a:buSzPct val="75000"/>
                <a:buFont typeface="Wingdings" panose="05000000000000000000" pitchFamily="2" charset="2"/>
                <a:buChar char="Ø"/>
                <a:defRPr sz="2800">
                  <a:solidFill>
                    <a:schemeClr val="tx1"/>
                  </a:solidFill>
                  <a:latin typeface="Arial" panose="020B0604020202020204" pitchFamily="34" charset="0"/>
                  <a:ea typeface="华文细黑" panose="0201060004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华文细黑" panose="02010600040101010101" pitchFamily="2" charset="-122"/>
                </a:defRPr>
              </a:lvl3pPr>
              <a:lvl4pPr marL="1600200" indent="-228600" eaLnBrk="0" hangingPunct="0">
                <a:spcBef>
                  <a:spcPct val="20000"/>
                </a:spcBef>
                <a:buChar char="–"/>
                <a:defRPr>
                  <a:solidFill>
                    <a:schemeClr val="tx1"/>
                  </a:solidFill>
                  <a:latin typeface="Arial" panose="020B0604020202020204" pitchFamily="34" charset="0"/>
                  <a:ea typeface="华文细黑" panose="02010600040101010101" pitchFamily="2" charset="-122"/>
                </a:defRPr>
              </a:lvl4pPr>
              <a:lvl5pPr marL="2057400" indent="-228600" eaLnBrk="0" hangingPunct="0">
                <a:spcBef>
                  <a:spcPct val="20000"/>
                </a:spcBef>
                <a:buClr>
                  <a:schemeClr val="tx2"/>
                </a:buClr>
                <a:buChar char="o"/>
                <a:defRPr sz="1600">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20000"/>
                </a:spcBef>
                <a:spcAft>
                  <a:spcPct val="0"/>
                </a:spcAft>
                <a:buClr>
                  <a:schemeClr val="tx2"/>
                </a:buClr>
                <a:buChar char="o"/>
                <a:defRPr sz="1600">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20000"/>
                </a:spcBef>
                <a:spcAft>
                  <a:spcPct val="0"/>
                </a:spcAft>
                <a:buClr>
                  <a:schemeClr val="tx2"/>
                </a:buClr>
                <a:buChar char="o"/>
                <a:defRPr sz="1600">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20000"/>
                </a:spcBef>
                <a:spcAft>
                  <a:spcPct val="0"/>
                </a:spcAft>
                <a:buClr>
                  <a:schemeClr val="tx2"/>
                </a:buClr>
                <a:buChar char="o"/>
                <a:defRPr sz="1600">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20000"/>
                </a:spcBef>
                <a:spcAft>
                  <a:spcPct val="0"/>
                </a:spcAft>
                <a:buClr>
                  <a:schemeClr val="tx2"/>
                </a:buClr>
                <a:buChar char="o"/>
                <a:defRPr sz="1600">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buFontTx/>
                <a:buNone/>
              </a:pPr>
              <a:r>
                <a:rPr lang="zh-CN" altLang="en-US" sz="1000">
                  <a:solidFill>
                    <a:schemeClr val="tx1"/>
                  </a:solidFill>
                  <a:latin typeface="微软雅黑" panose="020B0503020204020204" pitchFamily="34" charset="-122"/>
                  <a:ea typeface="微软雅黑" panose="020B0503020204020204" pitchFamily="34" charset="-122"/>
                </a:rPr>
                <a:t>实时推送</a:t>
              </a:r>
              <a:endParaRPr lang="zh-CN" altLang="en-US" sz="1000">
                <a:solidFill>
                  <a:schemeClr val="tx1"/>
                </a:solidFill>
                <a:latin typeface="微软雅黑" panose="020B0503020204020204" pitchFamily="34" charset="-122"/>
                <a:ea typeface="微软雅黑" panose="020B0503020204020204" pitchFamily="34" charset="-122"/>
              </a:endParaRPr>
            </a:p>
          </p:txBody>
        </p:sp>
        <p:sp>
          <p:nvSpPr>
            <p:cNvPr id="39" name="Rectangle 38"/>
            <p:cNvSpPr/>
            <p:nvPr>
              <p:custDataLst>
                <p:tags r:id="rId24"/>
              </p:custDataLst>
            </p:nvPr>
          </p:nvSpPr>
          <p:spPr>
            <a:xfrm>
              <a:off x="14160" y="6290"/>
              <a:ext cx="2450" cy="911"/>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lIns="91430" tIns="45715" rIns="91430" bIns="45715" anchor="ctr"/>
            <a:lstStyle>
              <a:lvl1pPr eaLnBrk="0" hangingPunct="0">
                <a:defRPr sz="1200" b="1">
                  <a:solidFill>
                    <a:schemeClr val="tx1"/>
                  </a:solidFill>
                  <a:latin typeface="Times New Roman" panose="02020603050405020304" pitchFamily="18" charset="0"/>
                </a:defRPr>
              </a:lvl1pPr>
              <a:lvl2pPr marL="742950" indent="-285750" eaLnBrk="0" hangingPunct="0">
                <a:defRPr sz="1200" b="1">
                  <a:solidFill>
                    <a:schemeClr val="tx1"/>
                  </a:solidFill>
                  <a:latin typeface="Times New Roman" panose="02020603050405020304" pitchFamily="18" charset="0"/>
                </a:defRPr>
              </a:lvl2pPr>
              <a:lvl3pPr marL="1143000" indent="-228600" eaLnBrk="0" hangingPunct="0">
                <a:defRPr sz="1200" b="1">
                  <a:solidFill>
                    <a:schemeClr val="tx1"/>
                  </a:solidFill>
                  <a:latin typeface="Times New Roman" panose="02020603050405020304" pitchFamily="18" charset="0"/>
                </a:defRPr>
              </a:lvl3pPr>
              <a:lvl4pPr marL="1600200" indent="-228600" eaLnBrk="0" hangingPunct="0">
                <a:defRPr sz="1200" b="1">
                  <a:solidFill>
                    <a:schemeClr val="tx1"/>
                  </a:solidFill>
                  <a:latin typeface="Times New Roman" panose="02020603050405020304" pitchFamily="18" charset="0"/>
                </a:defRPr>
              </a:lvl4pPr>
              <a:lvl5pPr marL="2057400" indent="-228600" eaLnBrk="0" hangingPunct="0">
                <a:defRPr sz="12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2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2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2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200" b="1">
                  <a:solidFill>
                    <a:schemeClr val="tx1"/>
                  </a:solidFill>
                  <a:latin typeface="Times New Roman" panose="02020603050405020304" pitchFamily="18" charset="0"/>
                </a:defRPr>
              </a:lvl9pPr>
            </a:lstStyle>
            <a:p>
              <a:pPr algn="ctr" eaLnBrk="1" hangingPunct="1">
                <a:defRPr/>
              </a:pPr>
              <a:endParaRPr lang="en-US" altLang="zh-CN" sz="1000">
                <a:solidFill>
                  <a:schemeClr val="tx1"/>
                </a:solidFill>
                <a:latin typeface="微软雅黑" panose="020B0503020204020204" pitchFamily="34" charset="-122"/>
                <a:ea typeface="微软雅黑" panose="020B0503020204020204" pitchFamily="34" charset="-122"/>
              </a:endParaRPr>
            </a:p>
          </p:txBody>
        </p:sp>
        <p:sp>
          <p:nvSpPr>
            <p:cNvPr id="37" name="Rectangle 36"/>
            <p:cNvSpPr/>
            <p:nvPr>
              <p:custDataLst>
                <p:tags r:id="rId25"/>
              </p:custDataLst>
            </p:nvPr>
          </p:nvSpPr>
          <p:spPr>
            <a:xfrm>
              <a:off x="14000" y="6497"/>
              <a:ext cx="2450" cy="911"/>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lIns="91430" tIns="45715" rIns="91430" bIns="45715" anchor="ctr"/>
            <a:lstStyle>
              <a:lvl1pPr eaLnBrk="0" hangingPunct="0">
                <a:defRPr sz="1200" b="1">
                  <a:solidFill>
                    <a:schemeClr val="tx1"/>
                  </a:solidFill>
                  <a:latin typeface="Times New Roman" panose="02020603050405020304" pitchFamily="18" charset="0"/>
                </a:defRPr>
              </a:lvl1pPr>
              <a:lvl2pPr marL="742950" indent="-285750" eaLnBrk="0" hangingPunct="0">
                <a:defRPr sz="1200" b="1">
                  <a:solidFill>
                    <a:schemeClr val="tx1"/>
                  </a:solidFill>
                  <a:latin typeface="Times New Roman" panose="02020603050405020304" pitchFamily="18" charset="0"/>
                </a:defRPr>
              </a:lvl2pPr>
              <a:lvl3pPr marL="1143000" indent="-228600" eaLnBrk="0" hangingPunct="0">
                <a:defRPr sz="1200" b="1">
                  <a:solidFill>
                    <a:schemeClr val="tx1"/>
                  </a:solidFill>
                  <a:latin typeface="Times New Roman" panose="02020603050405020304" pitchFamily="18" charset="0"/>
                </a:defRPr>
              </a:lvl3pPr>
              <a:lvl4pPr marL="1600200" indent="-228600" eaLnBrk="0" hangingPunct="0">
                <a:defRPr sz="1200" b="1">
                  <a:solidFill>
                    <a:schemeClr val="tx1"/>
                  </a:solidFill>
                  <a:latin typeface="Times New Roman" panose="02020603050405020304" pitchFamily="18" charset="0"/>
                </a:defRPr>
              </a:lvl4pPr>
              <a:lvl5pPr marL="2057400" indent="-228600" eaLnBrk="0" hangingPunct="0">
                <a:defRPr sz="12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2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2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2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200" b="1">
                  <a:solidFill>
                    <a:schemeClr val="tx1"/>
                  </a:solidFill>
                  <a:latin typeface="Times New Roman" panose="02020603050405020304" pitchFamily="18" charset="0"/>
                </a:defRPr>
              </a:lvl9pPr>
            </a:lstStyle>
            <a:p>
              <a:pPr algn="ctr" eaLnBrk="1" hangingPunct="1">
                <a:defRPr/>
              </a:pPr>
              <a:endParaRPr lang="en-US" altLang="zh-CN" sz="1000">
                <a:solidFill>
                  <a:schemeClr val="tx1"/>
                </a:solidFill>
                <a:latin typeface="微软雅黑" panose="020B0503020204020204" pitchFamily="34" charset="-122"/>
                <a:ea typeface="微软雅黑" panose="020B0503020204020204" pitchFamily="34" charset="-122"/>
              </a:endParaRPr>
            </a:p>
          </p:txBody>
        </p:sp>
        <p:sp>
          <p:nvSpPr>
            <p:cNvPr id="38" name="TextBox 37"/>
            <p:cNvSpPr txBox="1"/>
            <p:nvPr>
              <p:custDataLst>
                <p:tags r:id="rId26"/>
              </p:custDataLst>
            </p:nvPr>
          </p:nvSpPr>
          <p:spPr>
            <a:xfrm>
              <a:off x="14229" y="6539"/>
              <a:ext cx="1995" cy="432"/>
            </a:xfrm>
            <a:prstGeom prst="rect">
              <a:avLst/>
            </a:prstGeom>
            <a:solidFill>
              <a:schemeClr val="tx2">
                <a:lumMod val="40000"/>
                <a:lumOff val="60000"/>
              </a:schemeClr>
            </a:solidFill>
          </p:spPr>
          <p:txBody>
            <a:bodyPr lIns="91430" tIns="45715" rIns="91430" bIns="45715">
              <a:spAutoFit/>
            </a:bodyPr>
            <a:lstStyle>
              <a:lvl1pPr eaLnBrk="0" hangingPunct="0">
                <a:defRPr sz="1200" b="1">
                  <a:solidFill>
                    <a:schemeClr val="tx1"/>
                  </a:solidFill>
                  <a:latin typeface="Times New Roman" panose="02020603050405020304" pitchFamily="18" charset="0"/>
                </a:defRPr>
              </a:lvl1pPr>
              <a:lvl2pPr marL="742950" indent="-285750" eaLnBrk="0" hangingPunct="0">
                <a:defRPr sz="1200" b="1">
                  <a:solidFill>
                    <a:schemeClr val="tx1"/>
                  </a:solidFill>
                  <a:latin typeface="Times New Roman" panose="02020603050405020304" pitchFamily="18" charset="0"/>
                </a:defRPr>
              </a:lvl2pPr>
              <a:lvl3pPr marL="1143000" indent="-228600" eaLnBrk="0" hangingPunct="0">
                <a:defRPr sz="1200" b="1">
                  <a:solidFill>
                    <a:schemeClr val="tx1"/>
                  </a:solidFill>
                  <a:latin typeface="Times New Roman" panose="02020603050405020304" pitchFamily="18" charset="0"/>
                </a:defRPr>
              </a:lvl3pPr>
              <a:lvl4pPr marL="1600200" indent="-228600" eaLnBrk="0" hangingPunct="0">
                <a:defRPr sz="1200" b="1">
                  <a:solidFill>
                    <a:schemeClr val="tx1"/>
                  </a:solidFill>
                  <a:latin typeface="Times New Roman" panose="02020603050405020304" pitchFamily="18" charset="0"/>
                </a:defRPr>
              </a:lvl4pPr>
              <a:lvl5pPr marL="2057400" indent="-228600" eaLnBrk="0" hangingPunct="0">
                <a:defRPr sz="12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2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2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2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200" b="1">
                  <a:solidFill>
                    <a:schemeClr val="tx1"/>
                  </a:solidFill>
                  <a:latin typeface="Times New Roman" panose="02020603050405020304" pitchFamily="18" charset="0"/>
                </a:defRPr>
              </a:lvl9pPr>
            </a:lstStyle>
            <a:p>
              <a:pPr algn="ctr" eaLnBrk="1" hangingPunct="1">
                <a:defRPr/>
              </a:pPr>
              <a:r>
                <a:rPr lang="zh-CN" altLang="en-US">
                  <a:solidFill>
                    <a:schemeClr val="tx1"/>
                  </a:solidFill>
                  <a:latin typeface="微软雅黑" panose="020B0503020204020204" pitchFamily="34" charset="-122"/>
                  <a:ea typeface="微软雅黑" panose="020B0503020204020204" pitchFamily="34" charset="-122"/>
                </a:rPr>
                <a:t>操作型查询</a:t>
              </a:r>
              <a:endParaRPr lang="zh-CN" altLang="en-US">
                <a:solidFill>
                  <a:schemeClr val="tx1"/>
                </a:solidFill>
                <a:latin typeface="微软雅黑" panose="020B0503020204020204" pitchFamily="34" charset="-122"/>
                <a:ea typeface="微软雅黑" panose="020B0503020204020204" pitchFamily="34" charset="-122"/>
              </a:endParaRPr>
            </a:p>
          </p:txBody>
        </p:sp>
        <p:cxnSp>
          <p:nvCxnSpPr>
            <p:cNvPr id="42" name="Straight Arrow Connector 41"/>
            <p:cNvCxnSpPr>
              <a:endCxn id="8" idx="6"/>
            </p:cNvCxnSpPr>
            <p:nvPr>
              <p:custDataLst>
                <p:tags r:id="rId27"/>
              </p:custDataLst>
            </p:nvPr>
          </p:nvCxnSpPr>
          <p:spPr>
            <a:xfrm rot="10800000" flipV="1">
              <a:off x="12176" y="6741"/>
              <a:ext cx="1824" cy="12"/>
            </a:xfrm>
            <a:prstGeom prst="straightConnector1">
              <a:avLst/>
            </a:prstGeom>
            <a:ln w="28575">
              <a:solidFill>
                <a:schemeClr val="tx1"/>
              </a:solidFill>
              <a:headEnd type="arrow"/>
              <a:tailEnd type="oval"/>
            </a:ln>
          </p:spPr>
          <p:style>
            <a:lnRef idx="1">
              <a:schemeClr val="accent1"/>
            </a:lnRef>
            <a:fillRef idx="0">
              <a:schemeClr val="accent1"/>
            </a:fillRef>
            <a:effectRef idx="0">
              <a:schemeClr val="accent1"/>
            </a:effectRef>
            <a:fontRef idx="minor">
              <a:schemeClr val="tx1"/>
            </a:fontRef>
          </p:style>
        </p:cxnSp>
        <p:sp>
          <p:nvSpPr>
            <p:cNvPr id="23582" name="TextBox 45"/>
            <p:cNvSpPr txBox="1">
              <a:spLocks noChangeArrowheads="1"/>
            </p:cNvSpPr>
            <p:nvPr>
              <p:custDataLst>
                <p:tags r:id="rId28"/>
              </p:custDataLst>
            </p:nvPr>
          </p:nvSpPr>
          <p:spPr bwMode="auto">
            <a:xfrm>
              <a:off x="12655" y="6214"/>
              <a:ext cx="971" cy="6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0" tIns="45715" rIns="91430" bIns="45715">
              <a:spAutoFit/>
            </a:bodyPr>
            <a:lstStyle>
              <a:lvl1pPr eaLnBrk="0" hangingPunct="0">
                <a:spcBef>
                  <a:spcPct val="20000"/>
                </a:spcBef>
                <a:buFont typeface="Wingdings" panose="05000000000000000000" pitchFamily="2" charset="2"/>
                <a:buChar char="q"/>
                <a:defRPr sz="2800" b="1">
                  <a:solidFill>
                    <a:schemeClr val="tx1"/>
                  </a:solidFill>
                  <a:latin typeface="Arial" panose="020B0604020202020204" pitchFamily="34" charset="0"/>
                  <a:ea typeface="华文细黑" panose="02010600040101010101" pitchFamily="2" charset="-122"/>
                </a:defRPr>
              </a:lvl1pPr>
              <a:lvl2pPr marL="742950" indent="-285750" eaLnBrk="0" hangingPunct="0">
                <a:spcBef>
                  <a:spcPct val="20000"/>
                </a:spcBef>
                <a:buSzPct val="75000"/>
                <a:buFont typeface="Wingdings" panose="05000000000000000000" pitchFamily="2" charset="2"/>
                <a:buChar char="Ø"/>
                <a:defRPr sz="2800">
                  <a:solidFill>
                    <a:schemeClr val="tx1"/>
                  </a:solidFill>
                  <a:latin typeface="Arial" panose="020B0604020202020204" pitchFamily="34" charset="0"/>
                  <a:ea typeface="华文细黑" panose="0201060004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华文细黑" panose="02010600040101010101" pitchFamily="2" charset="-122"/>
                </a:defRPr>
              </a:lvl3pPr>
              <a:lvl4pPr marL="1600200" indent="-228600" eaLnBrk="0" hangingPunct="0">
                <a:spcBef>
                  <a:spcPct val="20000"/>
                </a:spcBef>
                <a:buChar char="–"/>
                <a:defRPr>
                  <a:solidFill>
                    <a:schemeClr val="tx1"/>
                  </a:solidFill>
                  <a:latin typeface="Arial" panose="020B0604020202020204" pitchFamily="34" charset="0"/>
                  <a:ea typeface="华文细黑" panose="02010600040101010101" pitchFamily="2" charset="-122"/>
                </a:defRPr>
              </a:lvl4pPr>
              <a:lvl5pPr marL="2057400" indent="-228600" eaLnBrk="0" hangingPunct="0">
                <a:spcBef>
                  <a:spcPct val="20000"/>
                </a:spcBef>
                <a:buClr>
                  <a:schemeClr val="tx2"/>
                </a:buClr>
                <a:buChar char="o"/>
                <a:defRPr sz="1600">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20000"/>
                </a:spcBef>
                <a:spcAft>
                  <a:spcPct val="0"/>
                </a:spcAft>
                <a:buClr>
                  <a:schemeClr val="tx2"/>
                </a:buClr>
                <a:buChar char="o"/>
                <a:defRPr sz="1600">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20000"/>
                </a:spcBef>
                <a:spcAft>
                  <a:spcPct val="0"/>
                </a:spcAft>
                <a:buClr>
                  <a:schemeClr val="tx2"/>
                </a:buClr>
                <a:buChar char="o"/>
                <a:defRPr sz="1600">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20000"/>
                </a:spcBef>
                <a:spcAft>
                  <a:spcPct val="0"/>
                </a:spcAft>
                <a:buClr>
                  <a:schemeClr val="tx2"/>
                </a:buClr>
                <a:buChar char="o"/>
                <a:defRPr sz="1600">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20000"/>
                </a:spcBef>
                <a:spcAft>
                  <a:spcPct val="0"/>
                </a:spcAft>
                <a:buClr>
                  <a:schemeClr val="tx2"/>
                </a:buClr>
                <a:buChar char="o"/>
                <a:defRPr sz="1600">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buFontTx/>
                <a:buNone/>
              </a:pPr>
              <a:r>
                <a:rPr lang="zh-CN" altLang="en-US" sz="1000">
                  <a:solidFill>
                    <a:schemeClr val="tx1"/>
                  </a:solidFill>
                  <a:latin typeface="微软雅黑" panose="020B0503020204020204" pitchFamily="34" charset="-122"/>
                  <a:ea typeface="微软雅黑" panose="020B0503020204020204" pitchFamily="34" charset="-122"/>
                </a:rPr>
                <a:t>实时拉取</a:t>
              </a:r>
              <a:endParaRPr lang="zh-CN" altLang="en-US" sz="1000">
                <a:solidFill>
                  <a:schemeClr val="tx1"/>
                </a:solidFill>
                <a:latin typeface="微软雅黑" panose="020B0503020204020204" pitchFamily="34" charset="-122"/>
                <a:ea typeface="微软雅黑" panose="020B0503020204020204" pitchFamily="34" charset="-122"/>
              </a:endParaRPr>
            </a:p>
          </p:txBody>
        </p:sp>
        <p:sp>
          <p:nvSpPr>
            <p:cNvPr id="47" name="Flowchart: Magnetic Disk 46"/>
            <p:cNvSpPr/>
            <p:nvPr>
              <p:custDataLst>
                <p:tags r:id="rId29"/>
              </p:custDataLst>
            </p:nvPr>
          </p:nvSpPr>
          <p:spPr>
            <a:xfrm>
              <a:off x="14440" y="2882"/>
              <a:ext cx="1548" cy="1419"/>
            </a:xfrm>
            <a:prstGeom prst="flowChartMagneticDisk">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lIns="91430" tIns="45715" rIns="91430" bIns="45715" anchor="ctr"/>
            <a:lstStyle>
              <a:lvl1pPr eaLnBrk="0" hangingPunct="0">
                <a:defRPr sz="1200" b="1">
                  <a:solidFill>
                    <a:schemeClr val="tx1"/>
                  </a:solidFill>
                  <a:latin typeface="Times New Roman" panose="02020603050405020304" pitchFamily="18" charset="0"/>
                </a:defRPr>
              </a:lvl1pPr>
              <a:lvl2pPr marL="742950" indent="-285750" eaLnBrk="0" hangingPunct="0">
                <a:defRPr sz="1200" b="1">
                  <a:solidFill>
                    <a:schemeClr val="tx1"/>
                  </a:solidFill>
                  <a:latin typeface="Times New Roman" panose="02020603050405020304" pitchFamily="18" charset="0"/>
                </a:defRPr>
              </a:lvl2pPr>
              <a:lvl3pPr marL="1143000" indent="-228600" eaLnBrk="0" hangingPunct="0">
                <a:defRPr sz="1200" b="1">
                  <a:solidFill>
                    <a:schemeClr val="tx1"/>
                  </a:solidFill>
                  <a:latin typeface="Times New Roman" panose="02020603050405020304" pitchFamily="18" charset="0"/>
                </a:defRPr>
              </a:lvl3pPr>
              <a:lvl4pPr marL="1600200" indent="-228600" eaLnBrk="0" hangingPunct="0">
                <a:defRPr sz="1200" b="1">
                  <a:solidFill>
                    <a:schemeClr val="tx1"/>
                  </a:solidFill>
                  <a:latin typeface="Times New Roman" panose="02020603050405020304" pitchFamily="18" charset="0"/>
                </a:defRPr>
              </a:lvl4pPr>
              <a:lvl5pPr marL="2057400" indent="-228600" eaLnBrk="0" hangingPunct="0">
                <a:defRPr sz="12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2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2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2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200" b="1">
                  <a:solidFill>
                    <a:schemeClr val="tx1"/>
                  </a:solidFill>
                  <a:latin typeface="Times New Roman" panose="02020603050405020304" pitchFamily="18" charset="0"/>
                </a:defRPr>
              </a:lvl9pPr>
            </a:lstStyle>
            <a:p>
              <a:pPr algn="ctr" eaLnBrk="1" hangingPunct="1">
                <a:defRPr/>
              </a:pPr>
              <a:endParaRPr lang="en-US" altLang="zh-CN" sz="1000">
                <a:solidFill>
                  <a:schemeClr val="tx1"/>
                </a:solidFill>
                <a:latin typeface="微软雅黑" panose="020B0503020204020204" pitchFamily="34" charset="-122"/>
                <a:ea typeface="微软雅黑" panose="020B0503020204020204" pitchFamily="34" charset="-122"/>
              </a:endParaRPr>
            </a:p>
          </p:txBody>
        </p:sp>
        <p:sp>
          <p:nvSpPr>
            <p:cNvPr id="23584" name="TextBox 47"/>
            <p:cNvSpPr txBox="1">
              <a:spLocks noChangeArrowheads="1"/>
            </p:cNvSpPr>
            <p:nvPr>
              <p:custDataLst>
                <p:tags r:id="rId30"/>
              </p:custDataLst>
            </p:nvPr>
          </p:nvSpPr>
          <p:spPr bwMode="auto">
            <a:xfrm>
              <a:off x="3164" y="3344"/>
              <a:ext cx="1852" cy="4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0" tIns="45715" rIns="91430" bIns="45715">
              <a:spAutoFit/>
            </a:bodyPr>
            <a:lstStyle>
              <a:lvl1pPr eaLnBrk="0" hangingPunct="0">
                <a:spcBef>
                  <a:spcPct val="20000"/>
                </a:spcBef>
                <a:buFont typeface="Wingdings" panose="05000000000000000000" pitchFamily="2" charset="2"/>
                <a:buChar char="q"/>
                <a:defRPr sz="2800" b="1">
                  <a:solidFill>
                    <a:schemeClr val="tx1"/>
                  </a:solidFill>
                  <a:latin typeface="Arial" panose="020B0604020202020204" pitchFamily="34" charset="0"/>
                  <a:ea typeface="华文细黑" panose="02010600040101010101" pitchFamily="2" charset="-122"/>
                </a:defRPr>
              </a:lvl1pPr>
              <a:lvl2pPr marL="742950" indent="-285750" eaLnBrk="0" hangingPunct="0">
                <a:spcBef>
                  <a:spcPct val="20000"/>
                </a:spcBef>
                <a:buSzPct val="75000"/>
                <a:buFont typeface="Wingdings" panose="05000000000000000000" pitchFamily="2" charset="2"/>
                <a:buChar char="Ø"/>
                <a:defRPr sz="2800">
                  <a:solidFill>
                    <a:schemeClr val="tx1"/>
                  </a:solidFill>
                  <a:latin typeface="Arial" panose="020B0604020202020204" pitchFamily="34" charset="0"/>
                  <a:ea typeface="华文细黑" panose="0201060004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华文细黑" panose="02010600040101010101" pitchFamily="2" charset="-122"/>
                </a:defRPr>
              </a:lvl3pPr>
              <a:lvl4pPr marL="1600200" indent="-228600" eaLnBrk="0" hangingPunct="0">
                <a:spcBef>
                  <a:spcPct val="20000"/>
                </a:spcBef>
                <a:buChar char="–"/>
                <a:defRPr>
                  <a:solidFill>
                    <a:schemeClr val="tx1"/>
                  </a:solidFill>
                  <a:latin typeface="Arial" panose="020B0604020202020204" pitchFamily="34" charset="0"/>
                  <a:ea typeface="华文细黑" panose="02010600040101010101" pitchFamily="2" charset="-122"/>
                </a:defRPr>
              </a:lvl4pPr>
              <a:lvl5pPr marL="2057400" indent="-228600" eaLnBrk="0" hangingPunct="0">
                <a:spcBef>
                  <a:spcPct val="20000"/>
                </a:spcBef>
                <a:buClr>
                  <a:schemeClr val="tx2"/>
                </a:buClr>
                <a:buChar char="o"/>
                <a:defRPr sz="1600">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20000"/>
                </a:spcBef>
                <a:spcAft>
                  <a:spcPct val="0"/>
                </a:spcAft>
                <a:buClr>
                  <a:schemeClr val="tx2"/>
                </a:buClr>
                <a:buChar char="o"/>
                <a:defRPr sz="1600">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20000"/>
                </a:spcBef>
                <a:spcAft>
                  <a:spcPct val="0"/>
                </a:spcAft>
                <a:buClr>
                  <a:schemeClr val="tx2"/>
                </a:buClr>
                <a:buChar char="o"/>
                <a:defRPr sz="1600">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20000"/>
                </a:spcBef>
                <a:spcAft>
                  <a:spcPct val="0"/>
                </a:spcAft>
                <a:buClr>
                  <a:schemeClr val="tx2"/>
                </a:buClr>
                <a:buChar char="o"/>
                <a:defRPr sz="1600">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20000"/>
                </a:spcBef>
                <a:spcAft>
                  <a:spcPct val="0"/>
                </a:spcAft>
                <a:buClr>
                  <a:schemeClr val="tx2"/>
                </a:buClr>
                <a:buChar char="o"/>
                <a:defRPr sz="1600">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buFontTx/>
                <a:buNone/>
              </a:pPr>
              <a:r>
                <a:rPr lang="zh-CN" altLang="en-US" sz="1100">
                  <a:solidFill>
                    <a:schemeClr val="tx1"/>
                  </a:solidFill>
                  <a:latin typeface="微软雅黑" panose="020B0503020204020204" pitchFamily="34" charset="-122"/>
                  <a:ea typeface="微软雅黑" panose="020B0503020204020204" pitchFamily="34" charset="-122"/>
                </a:rPr>
                <a:t>操作型数据源系统</a:t>
              </a:r>
              <a:endParaRPr lang="zh-CN" altLang="en-US" sz="1100">
                <a:solidFill>
                  <a:schemeClr val="tx1"/>
                </a:solidFill>
                <a:latin typeface="微软雅黑" panose="020B0503020204020204" pitchFamily="34" charset="-122"/>
                <a:ea typeface="微软雅黑" panose="020B0503020204020204" pitchFamily="34" charset="-122"/>
              </a:endParaRPr>
            </a:p>
          </p:txBody>
        </p:sp>
        <p:sp>
          <p:nvSpPr>
            <p:cNvPr id="23585" name="TextBox 48"/>
            <p:cNvSpPr txBox="1">
              <a:spLocks noChangeArrowheads="1"/>
            </p:cNvSpPr>
            <p:nvPr>
              <p:custDataLst>
                <p:tags r:id="rId31"/>
              </p:custDataLst>
            </p:nvPr>
          </p:nvSpPr>
          <p:spPr bwMode="auto">
            <a:xfrm>
              <a:off x="3079" y="8555"/>
              <a:ext cx="1852" cy="4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0" tIns="45715" rIns="91430" bIns="45715">
              <a:spAutoFit/>
            </a:bodyPr>
            <a:lstStyle>
              <a:lvl1pPr eaLnBrk="0" hangingPunct="0">
                <a:spcBef>
                  <a:spcPct val="20000"/>
                </a:spcBef>
                <a:buFont typeface="Wingdings" panose="05000000000000000000" pitchFamily="2" charset="2"/>
                <a:buChar char="q"/>
                <a:defRPr sz="2800" b="1">
                  <a:solidFill>
                    <a:schemeClr val="tx1"/>
                  </a:solidFill>
                  <a:latin typeface="Arial" panose="020B0604020202020204" pitchFamily="34" charset="0"/>
                  <a:ea typeface="华文细黑" panose="02010600040101010101" pitchFamily="2" charset="-122"/>
                </a:defRPr>
              </a:lvl1pPr>
              <a:lvl2pPr marL="742950" indent="-285750" eaLnBrk="0" hangingPunct="0">
                <a:spcBef>
                  <a:spcPct val="20000"/>
                </a:spcBef>
                <a:buSzPct val="75000"/>
                <a:buFont typeface="Wingdings" panose="05000000000000000000" pitchFamily="2" charset="2"/>
                <a:buChar char="Ø"/>
                <a:defRPr sz="2800">
                  <a:solidFill>
                    <a:schemeClr val="tx1"/>
                  </a:solidFill>
                  <a:latin typeface="Arial" panose="020B0604020202020204" pitchFamily="34" charset="0"/>
                  <a:ea typeface="华文细黑" panose="0201060004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华文细黑" panose="02010600040101010101" pitchFamily="2" charset="-122"/>
                </a:defRPr>
              </a:lvl3pPr>
              <a:lvl4pPr marL="1600200" indent="-228600" eaLnBrk="0" hangingPunct="0">
                <a:spcBef>
                  <a:spcPct val="20000"/>
                </a:spcBef>
                <a:buChar char="–"/>
                <a:defRPr>
                  <a:solidFill>
                    <a:schemeClr val="tx1"/>
                  </a:solidFill>
                  <a:latin typeface="Arial" panose="020B0604020202020204" pitchFamily="34" charset="0"/>
                  <a:ea typeface="华文细黑" panose="02010600040101010101" pitchFamily="2" charset="-122"/>
                </a:defRPr>
              </a:lvl4pPr>
              <a:lvl5pPr marL="2057400" indent="-228600" eaLnBrk="0" hangingPunct="0">
                <a:spcBef>
                  <a:spcPct val="20000"/>
                </a:spcBef>
                <a:buClr>
                  <a:schemeClr val="tx2"/>
                </a:buClr>
                <a:buChar char="o"/>
                <a:defRPr sz="1600">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20000"/>
                </a:spcBef>
                <a:spcAft>
                  <a:spcPct val="0"/>
                </a:spcAft>
                <a:buClr>
                  <a:schemeClr val="tx2"/>
                </a:buClr>
                <a:buChar char="o"/>
                <a:defRPr sz="1600">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20000"/>
                </a:spcBef>
                <a:spcAft>
                  <a:spcPct val="0"/>
                </a:spcAft>
                <a:buClr>
                  <a:schemeClr val="tx2"/>
                </a:buClr>
                <a:buChar char="o"/>
                <a:defRPr sz="1600">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20000"/>
                </a:spcBef>
                <a:spcAft>
                  <a:spcPct val="0"/>
                </a:spcAft>
                <a:buClr>
                  <a:schemeClr val="tx2"/>
                </a:buClr>
                <a:buChar char="o"/>
                <a:defRPr sz="1600">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20000"/>
                </a:spcBef>
                <a:spcAft>
                  <a:spcPct val="0"/>
                </a:spcAft>
                <a:buClr>
                  <a:schemeClr val="tx2"/>
                </a:buClr>
                <a:buChar char="o"/>
                <a:defRPr sz="1600">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buFontTx/>
                <a:buNone/>
              </a:pPr>
              <a:r>
                <a:rPr lang="zh-CN" altLang="en-US" sz="1100">
                  <a:solidFill>
                    <a:schemeClr val="tx1"/>
                  </a:solidFill>
                  <a:latin typeface="微软雅黑" panose="020B0503020204020204" pitchFamily="34" charset="-122"/>
                  <a:ea typeface="微软雅黑" panose="020B0503020204020204" pitchFamily="34" charset="-122"/>
                </a:rPr>
                <a:t>操作型数据库</a:t>
              </a:r>
              <a:endParaRPr lang="zh-CN" altLang="en-US" sz="1100">
                <a:solidFill>
                  <a:schemeClr val="tx1"/>
                </a:solidFill>
                <a:latin typeface="微软雅黑" panose="020B0503020204020204" pitchFamily="34" charset="-122"/>
                <a:ea typeface="微软雅黑" panose="020B0503020204020204" pitchFamily="34" charset="-122"/>
              </a:endParaRPr>
            </a:p>
          </p:txBody>
        </p:sp>
        <p:sp>
          <p:nvSpPr>
            <p:cNvPr id="23586" name="TextBox 49"/>
            <p:cNvSpPr txBox="1">
              <a:spLocks noChangeArrowheads="1"/>
            </p:cNvSpPr>
            <p:nvPr>
              <p:custDataLst>
                <p:tags r:id="rId32"/>
              </p:custDataLst>
            </p:nvPr>
          </p:nvSpPr>
          <p:spPr bwMode="auto">
            <a:xfrm>
              <a:off x="14312" y="3340"/>
              <a:ext cx="1852" cy="4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0" tIns="45715" rIns="91430" bIns="45715">
              <a:spAutoFit/>
            </a:bodyPr>
            <a:lstStyle>
              <a:lvl1pPr eaLnBrk="0" hangingPunct="0">
                <a:spcBef>
                  <a:spcPct val="20000"/>
                </a:spcBef>
                <a:buFont typeface="Wingdings" panose="05000000000000000000" pitchFamily="2" charset="2"/>
                <a:buChar char="q"/>
                <a:defRPr sz="2800" b="1">
                  <a:solidFill>
                    <a:schemeClr val="tx1"/>
                  </a:solidFill>
                  <a:latin typeface="Arial" panose="020B0604020202020204" pitchFamily="34" charset="0"/>
                  <a:ea typeface="华文细黑" panose="02010600040101010101" pitchFamily="2" charset="-122"/>
                </a:defRPr>
              </a:lvl1pPr>
              <a:lvl2pPr marL="742950" indent="-285750" eaLnBrk="0" hangingPunct="0">
                <a:spcBef>
                  <a:spcPct val="20000"/>
                </a:spcBef>
                <a:buSzPct val="75000"/>
                <a:buFont typeface="Wingdings" panose="05000000000000000000" pitchFamily="2" charset="2"/>
                <a:buChar char="Ø"/>
                <a:defRPr sz="2800">
                  <a:solidFill>
                    <a:schemeClr val="tx1"/>
                  </a:solidFill>
                  <a:latin typeface="Arial" panose="020B0604020202020204" pitchFamily="34" charset="0"/>
                  <a:ea typeface="华文细黑" panose="0201060004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华文细黑" panose="02010600040101010101" pitchFamily="2" charset="-122"/>
                </a:defRPr>
              </a:lvl3pPr>
              <a:lvl4pPr marL="1600200" indent="-228600" eaLnBrk="0" hangingPunct="0">
                <a:spcBef>
                  <a:spcPct val="20000"/>
                </a:spcBef>
                <a:buChar char="–"/>
                <a:defRPr>
                  <a:solidFill>
                    <a:schemeClr val="tx1"/>
                  </a:solidFill>
                  <a:latin typeface="Arial" panose="020B0604020202020204" pitchFamily="34" charset="0"/>
                  <a:ea typeface="华文细黑" panose="02010600040101010101" pitchFamily="2" charset="-122"/>
                </a:defRPr>
              </a:lvl4pPr>
              <a:lvl5pPr marL="2057400" indent="-228600" eaLnBrk="0" hangingPunct="0">
                <a:spcBef>
                  <a:spcPct val="20000"/>
                </a:spcBef>
                <a:buClr>
                  <a:schemeClr val="tx2"/>
                </a:buClr>
                <a:buChar char="o"/>
                <a:defRPr sz="1600">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20000"/>
                </a:spcBef>
                <a:spcAft>
                  <a:spcPct val="0"/>
                </a:spcAft>
                <a:buClr>
                  <a:schemeClr val="tx2"/>
                </a:buClr>
                <a:buChar char="o"/>
                <a:defRPr sz="1600">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20000"/>
                </a:spcBef>
                <a:spcAft>
                  <a:spcPct val="0"/>
                </a:spcAft>
                <a:buClr>
                  <a:schemeClr val="tx2"/>
                </a:buClr>
                <a:buChar char="o"/>
                <a:defRPr sz="1600">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20000"/>
                </a:spcBef>
                <a:spcAft>
                  <a:spcPct val="0"/>
                </a:spcAft>
                <a:buClr>
                  <a:schemeClr val="tx2"/>
                </a:buClr>
                <a:buChar char="o"/>
                <a:defRPr sz="1600">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20000"/>
                </a:spcBef>
                <a:spcAft>
                  <a:spcPct val="0"/>
                </a:spcAft>
                <a:buClr>
                  <a:schemeClr val="tx2"/>
                </a:buClr>
                <a:buChar char="o"/>
                <a:defRPr sz="1600">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buFontTx/>
                <a:buNone/>
              </a:pPr>
              <a:r>
                <a:rPr lang="zh-CN" altLang="en-US" sz="1100">
                  <a:solidFill>
                    <a:schemeClr val="tx1"/>
                  </a:solidFill>
                  <a:latin typeface="微软雅黑" panose="020B0503020204020204" pitchFamily="34" charset="-122"/>
                  <a:ea typeface="微软雅黑" panose="020B0503020204020204" pitchFamily="34" charset="-122"/>
                </a:rPr>
                <a:t>复制的操作型数据</a:t>
              </a:r>
              <a:endParaRPr lang="zh-CN" altLang="en-US" sz="1100">
                <a:solidFill>
                  <a:schemeClr val="tx1"/>
                </a:solidFill>
                <a:latin typeface="微软雅黑" panose="020B0503020204020204" pitchFamily="34" charset="-122"/>
                <a:ea typeface="微软雅黑" panose="020B0503020204020204" pitchFamily="34" charset="-122"/>
              </a:endParaRPr>
            </a:p>
          </p:txBody>
        </p:sp>
        <p:cxnSp>
          <p:nvCxnSpPr>
            <p:cNvPr id="51" name="Straight Arrow Connector 50"/>
            <p:cNvCxnSpPr/>
            <p:nvPr>
              <p:custDataLst>
                <p:tags r:id="rId33"/>
              </p:custDataLst>
            </p:nvPr>
          </p:nvCxnSpPr>
          <p:spPr>
            <a:xfrm>
              <a:off x="11819" y="8030"/>
              <a:ext cx="2371" cy="75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3588" name="TextBox 51"/>
            <p:cNvSpPr txBox="1">
              <a:spLocks noChangeArrowheads="1"/>
            </p:cNvSpPr>
            <p:nvPr>
              <p:custDataLst>
                <p:tags r:id="rId34"/>
              </p:custDataLst>
            </p:nvPr>
          </p:nvSpPr>
          <p:spPr bwMode="auto">
            <a:xfrm>
              <a:off x="12093" y="8498"/>
              <a:ext cx="1602" cy="6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0" tIns="45715" rIns="91430" bIns="45715">
              <a:spAutoFit/>
            </a:bodyPr>
            <a:lstStyle>
              <a:lvl1pPr eaLnBrk="0" hangingPunct="0">
                <a:spcBef>
                  <a:spcPct val="20000"/>
                </a:spcBef>
                <a:buFont typeface="Wingdings" panose="05000000000000000000" pitchFamily="2" charset="2"/>
                <a:buChar char="q"/>
                <a:defRPr sz="2800" b="1">
                  <a:solidFill>
                    <a:schemeClr val="tx1"/>
                  </a:solidFill>
                  <a:latin typeface="Arial" panose="020B0604020202020204" pitchFamily="34" charset="0"/>
                  <a:ea typeface="华文细黑" panose="02010600040101010101" pitchFamily="2" charset="-122"/>
                </a:defRPr>
              </a:lvl1pPr>
              <a:lvl2pPr marL="742950" indent="-285750" eaLnBrk="0" hangingPunct="0">
                <a:spcBef>
                  <a:spcPct val="20000"/>
                </a:spcBef>
                <a:buSzPct val="75000"/>
                <a:buFont typeface="Wingdings" panose="05000000000000000000" pitchFamily="2" charset="2"/>
                <a:buChar char="Ø"/>
                <a:defRPr sz="2800">
                  <a:solidFill>
                    <a:schemeClr val="tx1"/>
                  </a:solidFill>
                  <a:latin typeface="Arial" panose="020B0604020202020204" pitchFamily="34" charset="0"/>
                  <a:ea typeface="华文细黑" panose="0201060004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华文细黑" panose="02010600040101010101" pitchFamily="2" charset="-122"/>
                </a:defRPr>
              </a:lvl3pPr>
              <a:lvl4pPr marL="1600200" indent="-228600" eaLnBrk="0" hangingPunct="0">
                <a:spcBef>
                  <a:spcPct val="20000"/>
                </a:spcBef>
                <a:buChar char="–"/>
                <a:defRPr>
                  <a:solidFill>
                    <a:schemeClr val="tx1"/>
                  </a:solidFill>
                  <a:latin typeface="Arial" panose="020B0604020202020204" pitchFamily="34" charset="0"/>
                  <a:ea typeface="华文细黑" panose="02010600040101010101" pitchFamily="2" charset="-122"/>
                </a:defRPr>
              </a:lvl4pPr>
              <a:lvl5pPr marL="2057400" indent="-228600" eaLnBrk="0" hangingPunct="0">
                <a:spcBef>
                  <a:spcPct val="20000"/>
                </a:spcBef>
                <a:buClr>
                  <a:schemeClr val="tx2"/>
                </a:buClr>
                <a:buChar char="o"/>
                <a:defRPr sz="1600">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20000"/>
                </a:spcBef>
                <a:spcAft>
                  <a:spcPct val="0"/>
                </a:spcAft>
                <a:buClr>
                  <a:schemeClr val="tx2"/>
                </a:buClr>
                <a:buChar char="o"/>
                <a:defRPr sz="1600">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20000"/>
                </a:spcBef>
                <a:spcAft>
                  <a:spcPct val="0"/>
                </a:spcAft>
                <a:buClr>
                  <a:schemeClr val="tx2"/>
                </a:buClr>
                <a:buChar char="o"/>
                <a:defRPr sz="1600">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20000"/>
                </a:spcBef>
                <a:spcAft>
                  <a:spcPct val="0"/>
                </a:spcAft>
                <a:buClr>
                  <a:schemeClr val="tx2"/>
                </a:buClr>
                <a:buChar char="o"/>
                <a:defRPr sz="1600">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20000"/>
                </a:spcBef>
                <a:spcAft>
                  <a:spcPct val="0"/>
                </a:spcAft>
                <a:buClr>
                  <a:schemeClr val="tx2"/>
                </a:buClr>
                <a:buChar char="o"/>
                <a:defRPr sz="1600">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buFontTx/>
                <a:buNone/>
              </a:pPr>
              <a:r>
                <a:rPr lang="zh-CN" altLang="en-US" sz="100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批量推送（</a:t>
              </a:r>
              <a:r>
                <a:rPr lang="en-US" altLang="zh-CN" sz="100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ETL/CDC</a:t>
              </a:r>
              <a:r>
                <a:rPr lang="zh-CN" altLang="en-US" sz="100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100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3" name="Flowchart: Magnetic Disk 52"/>
            <p:cNvSpPr/>
            <p:nvPr>
              <p:custDataLst>
                <p:tags r:id="rId35"/>
              </p:custDataLst>
            </p:nvPr>
          </p:nvSpPr>
          <p:spPr>
            <a:xfrm>
              <a:off x="14174" y="8172"/>
              <a:ext cx="1936" cy="1956"/>
            </a:xfrm>
            <a:prstGeom prst="flowChartMagneticDisk">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lIns="91430" tIns="45715" rIns="91430" bIns="45715" anchor="ctr"/>
            <a:lstStyle>
              <a:lvl1pPr eaLnBrk="0" hangingPunct="0">
                <a:defRPr sz="1200" b="1">
                  <a:solidFill>
                    <a:schemeClr val="tx1"/>
                  </a:solidFill>
                  <a:latin typeface="Times New Roman" panose="02020603050405020304" pitchFamily="18" charset="0"/>
                </a:defRPr>
              </a:lvl1pPr>
              <a:lvl2pPr marL="742950" indent="-285750" eaLnBrk="0" hangingPunct="0">
                <a:defRPr sz="1200" b="1">
                  <a:solidFill>
                    <a:schemeClr val="tx1"/>
                  </a:solidFill>
                  <a:latin typeface="Times New Roman" panose="02020603050405020304" pitchFamily="18" charset="0"/>
                </a:defRPr>
              </a:lvl2pPr>
              <a:lvl3pPr marL="1143000" indent="-228600" eaLnBrk="0" hangingPunct="0">
                <a:defRPr sz="1200" b="1">
                  <a:solidFill>
                    <a:schemeClr val="tx1"/>
                  </a:solidFill>
                  <a:latin typeface="Times New Roman" panose="02020603050405020304" pitchFamily="18" charset="0"/>
                </a:defRPr>
              </a:lvl3pPr>
              <a:lvl4pPr marL="1600200" indent="-228600" eaLnBrk="0" hangingPunct="0">
                <a:defRPr sz="1200" b="1">
                  <a:solidFill>
                    <a:schemeClr val="tx1"/>
                  </a:solidFill>
                  <a:latin typeface="Times New Roman" panose="02020603050405020304" pitchFamily="18" charset="0"/>
                </a:defRPr>
              </a:lvl4pPr>
              <a:lvl5pPr marL="2057400" indent="-228600" eaLnBrk="0" hangingPunct="0">
                <a:defRPr sz="12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2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2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2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200" b="1">
                  <a:solidFill>
                    <a:schemeClr val="tx1"/>
                  </a:solidFill>
                  <a:latin typeface="Times New Roman" panose="02020603050405020304" pitchFamily="18" charset="0"/>
                </a:defRPr>
              </a:lvl9pPr>
            </a:lstStyle>
            <a:p>
              <a:pPr algn="ctr" eaLnBrk="1" hangingPunct="1">
                <a:defRPr/>
              </a:pPr>
              <a:endParaRPr lang="en-US" altLang="zh-CN" sz="1000">
                <a:solidFill>
                  <a:schemeClr val="tx1"/>
                </a:solidFill>
                <a:latin typeface="微软雅黑" panose="020B0503020204020204" pitchFamily="34" charset="-122"/>
                <a:ea typeface="微软雅黑" panose="020B0503020204020204" pitchFamily="34" charset="-122"/>
              </a:endParaRPr>
            </a:p>
          </p:txBody>
        </p:sp>
        <p:sp>
          <p:nvSpPr>
            <p:cNvPr id="23590" name="TextBox 53"/>
            <p:cNvSpPr txBox="1">
              <a:spLocks noChangeArrowheads="1"/>
            </p:cNvSpPr>
            <p:nvPr>
              <p:custDataLst>
                <p:tags r:id="rId36"/>
              </p:custDataLst>
            </p:nvPr>
          </p:nvSpPr>
          <p:spPr bwMode="auto">
            <a:xfrm>
              <a:off x="14126" y="8832"/>
              <a:ext cx="1983" cy="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0" tIns="45715" rIns="91430" bIns="45715">
              <a:spAutoFit/>
            </a:bodyPr>
            <a:lstStyle>
              <a:lvl1pPr eaLnBrk="0" hangingPunct="0">
                <a:spcBef>
                  <a:spcPct val="20000"/>
                </a:spcBef>
                <a:buFont typeface="Wingdings" panose="05000000000000000000" pitchFamily="2" charset="2"/>
                <a:buChar char="q"/>
                <a:defRPr sz="2800" b="1">
                  <a:solidFill>
                    <a:schemeClr val="tx1"/>
                  </a:solidFill>
                  <a:latin typeface="Arial" panose="020B0604020202020204" pitchFamily="34" charset="0"/>
                  <a:ea typeface="华文细黑" panose="02010600040101010101" pitchFamily="2" charset="-122"/>
                </a:defRPr>
              </a:lvl1pPr>
              <a:lvl2pPr marL="742950" indent="-285750" eaLnBrk="0" hangingPunct="0">
                <a:spcBef>
                  <a:spcPct val="20000"/>
                </a:spcBef>
                <a:buSzPct val="75000"/>
                <a:buFont typeface="Wingdings" panose="05000000000000000000" pitchFamily="2" charset="2"/>
                <a:buChar char="Ø"/>
                <a:defRPr sz="2800">
                  <a:solidFill>
                    <a:schemeClr val="tx1"/>
                  </a:solidFill>
                  <a:latin typeface="Arial" panose="020B0604020202020204" pitchFamily="34" charset="0"/>
                  <a:ea typeface="华文细黑" panose="0201060004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华文细黑" panose="02010600040101010101" pitchFamily="2" charset="-122"/>
                </a:defRPr>
              </a:lvl3pPr>
              <a:lvl4pPr marL="1600200" indent="-228600" eaLnBrk="0" hangingPunct="0">
                <a:spcBef>
                  <a:spcPct val="20000"/>
                </a:spcBef>
                <a:buChar char="–"/>
                <a:defRPr>
                  <a:solidFill>
                    <a:schemeClr val="tx1"/>
                  </a:solidFill>
                  <a:latin typeface="Arial" panose="020B0604020202020204" pitchFamily="34" charset="0"/>
                  <a:ea typeface="华文细黑" panose="02010600040101010101" pitchFamily="2" charset="-122"/>
                </a:defRPr>
              </a:lvl4pPr>
              <a:lvl5pPr marL="2057400" indent="-228600" eaLnBrk="0" hangingPunct="0">
                <a:spcBef>
                  <a:spcPct val="20000"/>
                </a:spcBef>
                <a:buClr>
                  <a:schemeClr val="tx2"/>
                </a:buClr>
                <a:buChar char="o"/>
                <a:defRPr sz="1600">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20000"/>
                </a:spcBef>
                <a:spcAft>
                  <a:spcPct val="0"/>
                </a:spcAft>
                <a:buClr>
                  <a:schemeClr val="tx2"/>
                </a:buClr>
                <a:buChar char="o"/>
                <a:defRPr sz="1600">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20000"/>
                </a:spcBef>
                <a:spcAft>
                  <a:spcPct val="0"/>
                </a:spcAft>
                <a:buClr>
                  <a:schemeClr val="tx2"/>
                </a:buClr>
                <a:buChar char="o"/>
                <a:defRPr sz="1600">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20000"/>
                </a:spcBef>
                <a:spcAft>
                  <a:spcPct val="0"/>
                </a:spcAft>
                <a:buClr>
                  <a:schemeClr val="tx2"/>
                </a:buClr>
                <a:buChar char="o"/>
                <a:defRPr sz="1600">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20000"/>
                </a:spcBef>
                <a:spcAft>
                  <a:spcPct val="0"/>
                </a:spcAft>
                <a:buClr>
                  <a:schemeClr val="tx2"/>
                </a:buClr>
                <a:buChar char="o"/>
                <a:defRPr sz="1600">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buFontTx/>
                <a:buNone/>
              </a:pPr>
              <a:r>
                <a:rPr lang="zh-CN" altLang="en-US" sz="1100">
                  <a:solidFill>
                    <a:schemeClr val="tx1"/>
                  </a:solidFill>
                  <a:latin typeface="微软雅黑" panose="020B0503020204020204" pitchFamily="34" charset="-122"/>
                  <a:ea typeface="微软雅黑" panose="020B0503020204020204" pitchFamily="34" charset="-122"/>
                </a:rPr>
                <a:t>复制的决策支持数据</a:t>
              </a:r>
              <a:endParaRPr lang="zh-CN" altLang="en-US" sz="1100">
                <a:solidFill>
                  <a:schemeClr val="tx1"/>
                </a:solidFill>
                <a:latin typeface="微软雅黑" panose="020B0503020204020204" pitchFamily="34" charset="-122"/>
                <a:ea typeface="微软雅黑" panose="020B0503020204020204" pitchFamily="34" charset="-122"/>
              </a:endParaRPr>
            </a:p>
          </p:txBody>
        </p:sp>
        <p:sp>
          <p:nvSpPr>
            <p:cNvPr id="23591" name="TextBox 55"/>
            <p:cNvSpPr txBox="1">
              <a:spLocks noChangeArrowheads="1"/>
            </p:cNvSpPr>
            <p:nvPr>
              <p:custDataLst>
                <p:tags r:id="rId37"/>
              </p:custDataLst>
            </p:nvPr>
          </p:nvSpPr>
          <p:spPr bwMode="auto">
            <a:xfrm>
              <a:off x="5440" y="6677"/>
              <a:ext cx="971" cy="6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0" tIns="45715" rIns="91430" bIns="45715">
              <a:spAutoFit/>
            </a:bodyPr>
            <a:lstStyle>
              <a:lvl1pPr eaLnBrk="0" hangingPunct="0">
                <a:spcBef>
                  <a:spcPct val="20000"/>
                </a:spcBef>
                <a:buFont typeface="Wingdings" panose="05000000000000000000" pitchFamily="2" charset="2"/>
                <a:buChar char="q"/>
                <a:defRPr sz="2800" b="1">
                  <a:solidFill>
                    <a:schemeClr val="tx1"/>
                  </a:solidFill>
                  <a:latin typeface="Arial" panose="020B0604020202020204" pitchFamily="34" charset="0"/>
                  <a:ea typeface="华文细黑" panose="02010600040101010101" pitchFamily="2" charset="-122"/>
                </a:defRPr>
              </a:lvl1pPr>
              <a:lvl2pPr marL="742950" indent="-285750" eaLnBrk="0" hangingPunct="0">
                <a:spcBef>
                  <a:spcPct val="20000"/>
                </a:spcBef>
                <a:buSzPct val="75000"/>
                <a:buFont typeface="Wingdings" panose="05000000000000000000" pitchFamily="2" charset="2"/>
                <a:buChar char="Ø"/>
                <a:defRPr sz="2800">
                  <a:solidFill>
                    <a:schemeClr val="tx1"/>
                  </a:solidFill>
                  <a:latin typeface="Arial" panose="020B0604020202020204" pitchFamily="34" charset="0"/>
                  <a:ea typeface="华文细黑" panose="0201060004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华文细黑" panose="02010600040101010101" pitchFamily="2" charset="-122"/>
                </a:defRPr>
              </a:lvl3pPr>
              <a:lvl4pPr marL="1600200" indent="-228600" eaLnBrk="0" hangingPunct="0">
                <a:spcBef>
                  <a:spcPct val="20000"/>
                </a:spcBef>
                <a:buChar char="–"/>
                <a:defRPr>
                  <a:solidFill>
                    <a:schemeClr val="tx1"/>
                  </a:solidFill>
                  <a:latin typeface="Arial" panose="020B0604020202020204" pitchFamily="34" charset="0"/>
                  <a:ea typeface="华文细黑" panose="02010600040101010101" pitchFamily="2" charset="-122"/>
                </a:defRPr>
              </a:lvl4pPr>
              <a:lvl5pPr marL="2057400" indent="-228600" eaLnBrk="0" hangingPunct="0">
                <a:spcBef>
                  <a:spcPct val="20000"/>
                </a:spcBef>
                <a:buClr>
                  <a:schemeClr val="tx2"/>
                </a:buClr>
                <a:buChar char="o"/>
                <a:defRPr sz="1600">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20000"/>
                </a:spcBef>
                <a:spcAft>
                  <a:spcPct val="0"/>
                </a:spcAft>
                <a:buClr>
                  <a:schemeClr val="tx2"/>
                </a:buClr>
                <a:buChar char="o"/>
                <a:defRPr sz="1600">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20000"/>
                </a:spcBef>
                <a:spcAft>
                  <a:spcPct val="0"/>
                </a:spcAft>
                <a:buClr>
                  <a:schemeClr val="tx2"/>
                </a:buClr>
                <a:buChar char="o"/>
                <a:defRPr sz="1600">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20000"/>
                </a:spcBef>
                <a:spcAft>
                  <a:spcPct val="0"/>
                </a:spcAft>
                <a:buClr>
                  <a:schemeClr val="tx2"/>
                </a:buClr>
                <a:buChar char="o"/>
                <a:defRPr sz="1600">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20000"/>
                </a:spcBef>
                <a:spcAft>
                  <a:spcPct val="0"/>
                </a:spcAft>
                <a:buClr>
                  <a:schemeClr val="tx2"/>
                </a:buClr>
                <a:buChar char="o"/>
                <a:defRPr sz="1600">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buFontTx/>
                <a:buNone/>
              </a:pPr>
              <a:r>
                <a:rPr lang="zh-CN" altLang="en-US" sz="100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批量推送</a:t>
              </a:r>
              <a:r>
                <a:rPr lang="en-US" altLang="zh-CN" sz="100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/FTP</a:t>
              </a:r>
              <a:endParaRPr lang="en-US" altLang="zh-CN" sz="100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3592" name="TextBox 56"/>
            <p:cNvSpPr txBox="1">
              <a:spLocks noChangeArrowheads="1"/>
            </p:cNvSpPr>
            <p:nvPr>
              <p:custDataLst>
                <p:tags r:id="rId38"/>
              </p:custDataLst>
            </p:nvPr>
          </p:nvSpPr>
          <p:spPr bwMode="auto">
            <a:xfrm>
              <a:off x="14457" y="10135"/>
              <a:ext cx="141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0" tIns="45715" rIns="91430" bIns="45715">
              <a:spAutoFit/>
            </a:bodyPr>
            <a:lstStyle>
              <a:lvl1pPr eaLnBrk="0" hangingPunct="0">
                <a:spcBef>
                  <a:spcPct val="20000"/>
                </a:spcBef>
                <a:buFont typeface="Wingdings" panose="05000000000000000000" pitchFamily="2" charset="2"/>
                <a:buChar char="q"/>
                <a:defRPr sz="2800" b="1">
                  <a:solidFill>
                    <a:schemeClr val="tx1"/>
                  </a:solidFill>
                  <a:latin typeface="Arial" panose="020B0604020202020204" pitchFamily="34" charset="0"/>
                  <a:ea typeface="华文细黑" panose="02010600040101010101" pitchFamily="2" charset="-122"/>
                </a:defRPr>
              </a:lvl1pPr>
              <a:lvl2pPr marL="742950" indent="-285750" eaLnBrk="0" hangingPunct="0">
                <a:spcBef>
                  <a:spcPct val="20000"/>
                </a:spcBef>
                <a:buSzPct val="75000"/>
                <a:buFont typeface="Wingdings" panose="05000000000000000000" pitchFamily="2" charset="2"/>
                <a:buChar char="Ø"/>
                <a:defRPr sz="2800">
                  <a:solidFill>
                    <a:schemeClr val="tx1"/>
                  </a:solidFill>
                  <a:latin typeface="Arial" panose="020B0604020202020204" pitchFamily="34" charset="0"/>
                  <a:ea typeface="华文细黑" panose="0201060004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华文细黑" panose="02010600040101010101" pitchFamily="2" charset="-122"/>
                </a:defRPr>
              </a:lvl3pPr>
              <a:lvl4pPr marL="1600200" indent="-228600" eaLnBrk="0" hangingPunct="0">
                <a:spcBef>
                  <a:spcPct val="20000"/>
                </a:spcBef>
                <a:buChar char="–"/>
                <a:defRPr>
                  <a:solidFill>
                    <a:schemeClr val="tx1"/>
                  </a:solidFill>
                  <a:latin typeface="Arial" panose="020B0604020202020204" pitchFamily="34" charset="0"/>
                  <a:ea typeface="华文细黑" panose="02010600040101010101" pitchFamily="2" charset="-122"/>
                </a:defRPr>
              </a:lvl4pPr>
              <a:lvl5pPr marL="2057400" indent="-228600" eaLnBrk="0" hangingPunct="0">
                <a:spcBef>
                  <a:spcPct val="20000"/>
                </a:spcBef>
                <a:buClr>
                  <a:schemeClr val="tx2"/>
                </a:buClr>
                <a:buChar char="o"/>
                <a:defRPr sz="1600">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20000"/>
                </a:spcBef>
                <a:spcAft>
                  <a:spcPct val="0"/>
                </a:spcAft>
                <a:buClr>
                  <a:schemeClr val="tx2"/>
                </a:buClr>
                <a:buChar char="o"/>
                <a:defRPr sz="1600">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20000"/>
                </a:spcBef>
                <a:spcAft>
                  <a:spcPct val="0"/>
                </a:spcAft>
                <a:buClr>
                  <a:schemeClr val="tx2"/>
                </a:buClr>
                <a:buChar char="o"/>
                <a:defRPr sz="1600">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20000"/>
                </a:spcBef>
                <a:spcAft>
                  <a:spcPct val="0"/>
                </a:spcAft>
                <a:buClr>
                  <a:schemeClr val="tx2"/>
                </a:buClr>
                <a:buChar char="o"/>
                <a:defRPr sz="1600">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20000"/>
                </a:spcBef>
                <a:spcAft>
                  <a:spcPct val="0"/>
                </a:spcAft>
                <a:buClr>
                  <a:schemeClr val="tx2"/>
                </a:buClr>
                <a:buChar char="o"/>
                <a:defRPr sz="1600">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buFontTx/>
                <a:buNone/>
              </a:pPr>
              <a:r>
                <a:rPr lang="en-US" altLang="zh-CN" sz="1000">
                  <a:solidFill>
                    <a:schemeClr val="tx1"/>
                  </a:solidFill>
                  <a:latin typeface="微软雅黑" panose="020B0503020204020204" pitchFamily="34" charset="-122"/>
                  <a:ea typeface="微软雅黑" panose="020B0503020204020204" pitchFamily="34" charset="-122"/>
                </a:rPr>
                <a:t>ODS, DW</a:t>
              </a:r>
              <a:endParaRPr lang="en-US" altLang="zh-CN" sz="1000">
                <a:solidFill>
                  <a:schemeClr val="tx1"/>
                </a:solidFill>
                <a:latin typeface="微软雅黑" panose="020B0503020204020204" pitchFamily="34" charset="-122"/>
                <a:ea typeface="微软雅黑" panose="020B0503020204020204" pitchFamily="34" charset="-122"/>
              </a:endParaRPr>
            </a:p>
          </p:txBody>
        </p:sp>
        <p:sp>
          <p:nvSpPr>
            <p:cNvPr id="59" name="TextBox 58"/>
            <p:cNvSpPr txBox="1"/>
            <p:nvPr>
              <p:custDataLst>
                <p:tags r:id="rId39"/>
              </p:custDataLst>
            </p:nvPr>
          </p:nvSpPr>
          <p:spPr>
            <a:xfrm>
              <a:off x="14288" y="4348"/>
              <a:ext cx="1852" cy="432"/>
            </a:xfrm>
            <a:prstGeom prst="rect">
              <a:avLst/>
            </a:prstGeom>
            <a:solidFill>
              <a:schemeClr val="bg2">
                <a:lumMod val="75000"/>
              </a:schemeClr>
            </a:solidFill>
            <a:ln>
              <a:solidFill>
                <a:schemeClr val="tx1"/>
              </a:solidFill>
            </a:ln>
          </p:spPr>
          <p:txBody>
            <a:bodyPr lIns="91430" tIns="45715" rIns="91430" bIns="45715">
              <a:spAutoFit/>
            </a:bodyPr>
            <a:lstStyle>
              <a:lvl1pPr eaLnBrk="0" hangingPunct="0">
                <a:defRPr sz="1200" b="1">
                  <a:solidFill>
                    <a:schemeClr val="tx1"/>
                  </a:solidFill>
                  <a:latin typeface="Times New Roman" panose="02020603050405020304" pitchFamily="18" charset="0"/>
                </a:defRPr>
              </a:lvl1pPr>
              <a:lvl2pPr marL="742950" indent="-285750" eaLnBrk="0" hangingPunct="0">
                <a:defRPr sz="1200" b="1">
                  <a:solidFill>
                    <a:schemeClr val="tx1"/>
                  </a:solidFill>
                  <a:latin typeface="Times New Roman" panose="02020603050405020304" pitchFamily="18" charset="0"/>
                </a:defRPr>
              </a:lvl2pPr>
              <a:lvl3pPr marL="1143000" indent="-228600" eaLnBrk="0" hangingPunct="0">
                <a:defRPr sz="1200" b="1">
                  <a:solidFill>
                    <a:schemeClr val="tx1"/>
                  </a:solidFill>
                  <a:latin typeface="Times New Roman" panose="02020603050405020304" pitchFamily="18" charset="0"/>
                </a:defRPr>
              </a:lvl3pPr>
              <a:lvl4pPr marL="1600200" indent="-228600" eaLnBrk="0" hangingPunct="0">
                <a:defRPr sz="1200" b="1">
                  <a:solidFill>
                    <a:schemeClr val="tx1"/>
                  </a:solidFill>
                  <a:latin typeface="Times New Roman" panose="02020603050405020304" pitchFamily="18" charset="0"/>
                </a:defRPr>
              </a:lvl4pPr>
              <a:lvl5pPr marL="2057400" indent="-228600" eaLnBrk="0" hangingPunct="0">
                <a:defRPr sz="12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2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2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2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200" b="1">
                  <a:solidFill>
                    <a:schemeClr val="tx1"/>
                  </a:solidFill>
                  <a:latin typeface="Times New Roman" panose="02020603050405020304" pitchFamily="18" charset="0"/>
                </a:defRPr>
              </a:lvl9pPr>
            </a:lstStyle>
            <a:p>
              <a:pPr algn="ctr" eaLnBrk="1" hangingPunct="1">
                <a:defRPr/>
              </a:pPr>
              <a:r>
                <a:rPr lang="zh-CN" altLang="en-US">
                  <a:solidFill>
                    <a:schemeClr val="tx1"/>
                  </a:solidFill>
                  <a:latin typeface="微软雅黑" panose="020B0503020204020204" pitchFamily="34" charset="-122"/>
                  <a:ea typeface="微软雅黑" panose="020B0503020204020204" pitchFamily="34" charset="-122"/>
                </a:rPr>
                <a:t>订阅的消费应用</a:t>
              </a:r>
              <a:endParaRPr lang="zh-CN" altLang="en-US">
                <a:solidFill>
                  <a:schemeClr val="tx1"/>
                </a:solidFill>
                <a:latin typeface="微软雅黑" panose="020B0503020204020204" pitchFamily="34" charset="-122"/>
                <a:ea typeface="微软雅黑" panose="020B0503020204020204" pitchFamily="34" charset="-122"/>
              </a:endParaRPr>
            </a:p>
          </p:txBody>
        </p:sp>
        <p:sp>
          <p:nvSpPr>
            <p:cNvPr id="60" name="TextBox 59"/>
            <p:cNvSpPr txBox="1"/>
            <p:nvPr>
              <p:custDataLst>
                <p:tags r:id="rId40"/>
              </p:custDataLst>
            </p:nvPr>
          </p:nvSpPr>
          <p:spPr>
            <a:xfrm>
              <a:off x="3231" y="4669"/>
              <a:ext cx="1852" cy="432"/>
            </a:xfrm>
            <a:prstGeom prst="rect">
              <a:avLst/>
            </a:prstGeom>
            <a:solidFill>
              <a:schemeClr val="bg2">
                <a:lumMod val="75000"/>
              </a:schemeClr>
            </a:solidFill>
            <a:ln>
              <a:solidFill>
                <a:schemeClr val="tx1"/>
              </a:solidFill>
            </a:ln>
          </p:spPr>
          <p:txBody>
            <a:bodyPr lIns="91430" tIns="45715" rIns="91430" bIns="45715">
              <a:spAutoFit/>
            </a:bodyPr>
            <a:lstStyle>
              <a:lvl1pPr eaLnBrk="0" hangingPunct="0">
                <a:defRPr sz="1200" b="1">
                  <a:solidFill>
                    <a:schemeClr val="tx1"/>
                  </a:solidFill>
                  <a:latin typeface="Times New Roman" panose="02020603050405020304" pitchFamily="18" charset="0"/>
                </a:defRPr>
              </a:lvl1pPr>
              <a:lvl2pPr marL="742950" indent="-285750" eaLnBrk="0" hangingPunct="0">
                <a:defRPr sz="1200" b="1">
                  <a:solidFill>
                    <a:schemeClr val="tx1"/>
                  </a:solidFill>
                  <a:latin typeface="Times New Roman" panose="02020603050405020304" pitchFamily="18" charset="0"/>
                </a:defRPr>
              </a:lvl2pPr>
              <a:lvl3pPr marL="1143000" indent="-228600" eaLnBrk="0" hangingPunct="0">
                <a:defRPr sz="1200" b="1">
                  <a:solidFill>
                    <a:schemeClr val="tx1"/>
                  </a:solidFill>
                  <a:latin typeface="Times New Roman" panose="02020603050405020304" pitchFamily="18" charset="0"/>
                </a:defRPr>
              </a:lvl3pPr>
              <a:lvl4pPr marL="1600200" indent="-228600" eaLnBrk="0" hangingPunct="0">
                <a:defRPr sz="1200" b="1">
                  <a:solidFill>
                    <a:schemeClr val="tx1"/>
                  </a:solidFill>
                  <a:latin typeface="Times New Roman" panose="02020603050405020304" pitchFamily="18" charset="0"/>
                </a:defRPr>
              </a:lvl4pPr>
              <a:lvl5pPr marL="2057400" indent="-228600" eaLnBrk="0" hangingPunct="0">
                <a:defRPr sz="12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2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2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2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200" b="1">
                  <a:solidFill>
                    <a:schemeClr val="tx1"/>
                  </a:solidFill>
                  <a:latin typeface="Times New Roman" panose="02020603050405020304" pitchFamily="18" charset="0"/>
                </a:defRPr>
              </a:lvl9pPr>
            </a:lstStyle>
            <a:p>
              <a:pPr algn="ctr" eaLnBrk="1" hangingPunct="1">
                <a:defRPr/>
              </a:pPr>
              <a:r>
                <a:rPr lang="zh-CN" altLang="en-US">
                  <a:solidFill>
                    <a:schemeClr val="tx1"/>
                  </a:solidFill>
                  <a:latin typeface="微软雅黑" panose="020B0503020204020204" pitchFamily="34" charset="-122"/>
                  <a:ea typeface="微软雅黑" panose="020B0503020204020204" pitchFamily="34" charset="-122"/>
                </a:rPr>
                <a:t>操作型应用</a:t>
              </a:r>
              <a:endParaRPr lang="zh-CN" altLang="en-US">
                <a:solidFill>
                  <a:schemeClr val="tx1"/>
                </a:solidFill>
                <a:latin typeface="微软雅黑" panose="020B0503020204020204" pitchFamily="34" charset="-122"/>
                <a:ea typeface="微软雅黑" panose="020B0503020204020204" pitchFamily="34" charset="-122"/>
              </a:endParaRPr>
            </a:p>
          </p:txBody>
        </p:sp>
      </p:grpSp>
      <p:sp>
        <p:nvSpPr>
          <p:cNvPr id="50" name="梯形 49"/>
          <p:cNvSpPr/>
          <p:nvPr>
            <p:custDataLst>
              <p:tags r:id="rId41"/>
            </p:custDataLst>
          </p:nvPr>
        </p:nvSpPr>
        <p:spPr>
          <a:xfrm rot="20486602">
            <a:off x="10080293" y="715673"/>
            <a:ext cx="387816" cy="356632"/>
          </a:xfrm>
          <a:prstGeom prst="trapezoid">
            <a:avLst/>
          </a:prstGeom>
          <a:solidFill>
            <a:schemeClr val="accent5">
              <a:alpha val="5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2" name="标题 11"/>
          <p:cNvSpPr>
            <a:spLocks noGrp="1"/>
          </p:cNvSpPr>
          <p:nvPr>
            <p:ph type="title"/>
            <p:custDataLst>
              <p:tags r:id="rId42"/>
            </p:custDataLst>
          </p:nvPr>
        </p:nvSpPr>
        <p:spPr/>
        <p:txBody>
          <a:bodyPr vert="horz" lIns="91440" tIns="45720" rIns="91440" bIns="45720" rtlCol="0" anchor="ctr">
            <a:normAutofit/>
          </a:bodyPr>
          <a:p>
            <a:pPr lvl="0" algn="l">
              <a:buClrTx/>
              <a:buSzTx/>
              <a:buFontTx/>
            </a:pPr>
            <a:r>
              <a:rPr lang="zh-CN" altLang="en-US" smtClean="0">
                <a:sym typeface="+mn-ea"/>
              </a:rPr>
              <a:t>示例：主数据管理系统架构</a:t>
            </a:r>
            <a:endParaRPr lang="zh-CN" altLang="en-US" smtClean="0">
              <a:sym typeface="+mn-ea"/>
            </a:endParaRPr>
          </a:p>
        </p:txBody>
      </p:sp>
    </p:spTree>
    <p:custDataLst>
      <p:tags r:id="rId43"/>
    </p:custData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1" name="组合 90"/>
          <p:cNvGrpSpPr/>
          <p:nvPr/>
        </p:nvGrpSpPr>
        <p:grpSpPr>
          <a:xfrm>
            <a:off x="228600" y="1266825"/>
            <a:ext cx="11066780" cy="5147945"/>
            <a:chOff x="1889" y="1995"/>
            <a:chExt cx="14742" cy="8107"/>
          </a:xfrm>
        </p:grpSpPr>
        <p:sp>
          <p:nvSpPr>
            <p:cNvPr id="178" name="左箭头 177"/>
            <p:cNvSpPr/>
            <p:nvPr>
              <p:custDataLst>
                <p:tags r:id="rId1"/>
              </p:custDataLst>
            </p:nvPr>
          </p:nvSpPr>
          <p:spPr bwMode="auto">
            <a:xfrm rot="5400000">
              <a:off x="12680" y="5645"/>
              <a:ext cx="1149" cy="737"/>
            </a:xfrm>
            <a:prstGeom prst="leftArrow">
              <a:avLst/>
            </a:prstGeom>
            <a:gradFill rotWithShape="1">
              <a:gsLst>
                <a:gs pos="0">
                  <a:schemeClr val="accent2">
                    <a:tint val="50000"/>
                    <a:satMod val="300000"/>
                  </a:schemeClr>
                </a:gs>
                <a:gs pos="35000">
                  <a:schemeClr val="accent2">
                    <a:tint val="37000"/>
                    <a:satMod val="300000"/>
                  </a:schemeClr>
                </a:gs>
                <a:gs pos="100000">
                  <a:schemeClr val="accent2">
                    <a:tint val="15000"/>
                    <a:satMod val="350000"/>
                  </a:schemeClr>
                </a:gs>
              </a:gsLst>
              <a:lin ang="16200000" scaled="1"/>
            </a:gradFill>
            <a:ln w="9525" cap="flat" cmpd="sng" algn="ctr">
              <a:solidFill>
                <a:schemeClr val="accent2">
                  <a:shade val="95000"/>
                  <a:satMod val="105000"/>
                </a:schemeClr>
              </a:solidFill>
              <a:prstDash val="solid"/>
              <a:headEnd type="none" w="med" len="med"/>
              <a:tailEnd type="none" w="med" len="med"/>
            </a:ln>
            <a:effectLst>
              <a:outerShdw blurRad="40000" dist="20000" dir="5400000" rotWithShape="0">
                <a:srgbClr val="000000">
                  <a:alpha val="38000"/>
                </a:srgbClr>
              </a:outerShdw>
            </a:effectLst>
          </p:spPr>
          <p:txBody>
            <a:bodyPr vert="horz" wrap="square" lIns="91440" tIns="45720" rIns="91440" bIns="45720" numCol="1" rtlCol="0" anchor="t" anchorCtr="0" compatLnSpc="1"/>
            <a:lstStyle/>
            <a:p>
              <a:pPr marL="0" marR="0" lvl="0" indent="0" algn="r"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cs typeface="+mn-cs"/>
              </a:endParaRPr>
            </a:p>
          </p:txBody>
        </p:sp>
        <p:grpSp>
          <p:nvGrpSpPr>
            <p:cNvPr id="179" name="组合 178"/>
            <p:cNvGrpSpPr/>
            <p:nvPr/>
          </p:nvGrpSpPr>
          <p:grpSpPr>
            <a:xfrm>
              <a:off x="1889" y="4379"/>
              <a:ext cx="3897" cy="4491"/>
              <a:chOff x="-83491" y="2017068"/>
              <a:chExt cx="2474816" cy="2852092"/>
            </a:xfrm>
          </p:grpSpPr>
          <p:sp>
            <p:nvSpPr>
              <p:cNvPr id="180" name="圆角矩形 179"/>
              <p:cNvSpPr/>
              <p:nvPr>
                <p:custDataLst>
                  <p:tags r:id="rId2"/>
                </p:custDataLst>
              </p:nvPr>
            </p:nvSpPr>
            <p:spPr bwMode="auto">
              <a:xfrm>
                <a:off x="348556" y="2017068"/>
                <a:ext cx="1604715" cy="2852092"/>
              </a:xfrm>
              <a:prstGeom prst="roundRect">
                <a:avLst/>
              </a:prstGeom>
              <a:solidFill>
                <a:srgbClr val="FFFFFF"/>
              </a:solidFill>
              <a:ln w="25400" cap="flat" cmpd="sng" algn="ctr">
                <a:solidFill>
                  <a:schemeClr val="accent1"/>
                </a:solidFill>
                <a:prstDash val="solid"/>
                <a:headEnd type="none" w="med" len="med"/>
                <a:tailEnd type="none" w="med" len="med"/>
              </a:ln>
              <a:effectLst/>
            </p:spPr>
            <p:txBody>
              <a:bodyPr vert="horz" wrap="square" lIns="91440" tIns="45720" rIns="91440" bIns="45720" numCol="1" rtlCol="0" anchor="t" anchorCtr="0" compatLnSpc="1"/>
              <a:lstStyle/>
              <a:p>
                <a:pPr marL="0" marR="0" lvl="0" indent="0" algn="r"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cs typeface="+mn-cs"/>
                </a:endParaRPr>
              </a:p>
            </p:txBody>
          </p:sp>
          <p:pic>
            <p:nvPicPr>
              <p:cNvPr id="181" name="Picture 2"/>
              <p:cNvPicPr>
                <a:picLocks noChangeAspect="1" noChangeArrowheads="1"/>
              </p:cNvPicPr>
              <p:nvPr>
                <p:custDataLst>
                  <p:tags r:id="rId3"/>
                </p:custDataLst>
              </p:nvPr>
            </p:nvPicPr>
            <p:blipFill>
              <a:blip r:embed="rId4" cstate="print">
                <a:extLst>
                  <a:ext uri="{28A0092B-C50C-407E-A947-70E740481C1C}">
                    <a14:useLocalDpi xmlns:a14="http://schemas.microsoft.com/office/drawing/2010/main" val="0"/>
                  </a:ext>
                </a:extLst>
              </a:blip>
              <a:srcRect/>
              <a:stretch>
                <a:fillRect/>
              </a:stretch>
            </p:blipFill>
            <p:spPr bwMode="auto">
              <a:xfrm rot="5400000">
                <a:off x="-493439" y="2766608"/>
                <a:ext cx="2424611" cy="16047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82" name="Picture 2"/>
              <p:cNvPicPr>
                <a:picLocks noChangeAspect="1" noChangeArrowheads="1"/>
              </p:cNvPicPr>
              <p:nvPr>
                <p:custDataLst>
                  <p:tags r:id="rId5"/>
                </p:custDataLst>
              </p:nvPr>
            </p:nvPicPr>
            <p:blipFill>
              <a:blip r:embed="rId4" cstate="print">
                <a:duotone>
                  <a:srgbClr val="1BAFC3">
                    <a:shade val="45000"/>
                    <a:satMod val="135000"/>
                  </a:srgbClr>
                  <a:prstClr val="white"/>
                </a:duotone>
                <a:extLst>
                  <a:ext uri="{28A0092B-C50C-407E-A947-70E740481C1C}">
                    <a14:useLocalDpi xmlns:a14="http://schemas.microsoft.com/office/drawing/2010/main" val="0"/>
                  </a:ext>
                </a:extLst>
              </a:blip>
              <a:srcRect/>
              <a:stretch>
                <a:fillRect/>
              </a:stretch>
            </p:blipFill>
            <p:spPr bwMode="auto">
              <a:xfrm rot="5400000">
                <a:off x="-61392" y="2766608"/>
                <a:ext cx="2424611" cy="16047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83" name="TextBox 32"/>
              <p:cNvSpPr txBox="1">
                <a:spLocks noChangeArrowheads="1"/>
              </p:cNvSpPr>
              <p:nvPr>
                <p:custDataLst>
                  <p:tags r:id="rId6"/>
                </p:custDataLst>
              </p:nvPr>
            </p:nvSpPr>
            <p:spPr bwMode="auto">
              <a:xfrm>
                <a:off x="595615" y="2017068"/>
                <a:ext cx="999972" cy="3359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0" tIns="45715" rIns="91430" bIns="45715">
                <a:spAutoFit/>
              </a:bodyPr>
              <a:lstStyle>
                <a:lvl1pPr eaLnBrk="0" hangingPunct="0">
                  <a:spcBef>
                    <a:spcPct val="20000"/>
                  </a:spcBef>
                  <a:buFont typeface="Wingdings" panose="05000000000000000000" pitchFamily="2" charset="2"/>
                  <a:buChar char="q"/>
                  <a:defRPr sz="2800" b="1">
                    <a:solidFill>
                      <a:schemeClr val="tx1"/>
                    </a:solidFill>
                    <a:latin typeface="Arial" panose="020B0604020202020204" pitchFamily="34" charset="0"/>
                    <a:ea typeface="华文细黑" panose="02010600040101010101" pitchFamily="2" charset="-122"/>
                  </a:defRPr>
                </a:lvl1pPr>
                <a:lvl2pPr marL="742950" indent="-285750" eaLnBrk="0" hangingPunct="0">
                  <a:spcBef>
                    <a:spcPct val="20000"/>
                  </a:spcBef>
                  <a:buSzPct val="75000"/>
                  <a:buFont typeface="Wingdings" panose="05000000000000000000" pitchFamily="2" charset="2"/>
                  <a:buChar char="Ø"/>
                  <a:defRPr sz="2800">
                    <a:solidFill>
                      <a:schemeClr val="tx1"/>
                    </a:solidFill>
                    <a:latin typeface="Arial" panose="020B0604020202020204" pitchFamily="34" charset="0"/>
                    <a:ea typeface="华文细黑" panose="0201060004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华文细黑" panose="02010600040101010101" pitchFamily="2" charset="-122"/>
                  </a:defRPr>
                </a:lvl3pPr>
                <a:lvl4pPr marL="1600200" indent="-228600" eaLnBrk="0" hangingPunct="0">
                  <a:spcBef>
                    <a:spcPct val="20000"/>
                  </a:spcBef>
                  <a:buChar char="–"/>
                  <a:defRPr>
                    <a:solidFill>
                      <a:schemeClr val="tx1"/>
                    </a:solidFill>
                    <a:latin typeface="Arial" panose="020B0604020202020204" pitchFamily="34" charset="0"/>
                    <a:ea typeface="华文细黑" panose="02010600040101010101" pitchFamily="2" charset="-122"/>
                  </a:defRPr>
                </a:lvl4pPr>
                <a:lvl5pPr marL="2057400" indent="-228600" eaLnBrk="0" hangingPunct="0">
                  <a:spcBef>
                    <a:spcPct val="20000"/>
                  </a:spcBef>
                  <a:buClr>
                    <a:schemeClr val="tx2"/>
                  </a:buClr>
                  <a:buChar char="o"/>
                  <a:defRPr sz="1600">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20000"/>
                  </a:spcBef>
                  <a:spcAft>
                    <a:spcPct val="0"/>
                  </a:spcAft>
                  <a:buClr>
                    <a:schemeClr val="tx2"/>
                  </a:buClr>
                  <a:buChar char="o"/>
                  <a:defRPr sz="1600">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20000"/>
                  </a:spcBef>
                  <a:spcAft>
                    <a:spcPct val="0"/>
                  </a:spcAft>
                  <a:buClr>
                    <a:schemeClr val="tx2"/>
                  </a:buClr>
                  <a:buChar char="o"/>
                  <a:defRPr sz="1600">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20000"/>
                  </a:spcBef>
                  <a:spcAft>
                    <a:spcPct val="0"/>
                  </a:spcAft>
                  <a:buClr>
                    <a:schemeClr val="tx2"/>
                  </a:buClr>
                  <a:buChar char="o"/>
                  <a:defRPr sz="1600">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20000"/>
                  </a:spcBef>
                  <a:spcAft>
                    <a:spcPct val="0"/>
                  </a:spcAft>
                  <a:buClr>
                    <a:schemeClr val="tx2"/>
                  </a:buClr>
                  <a:buChar char="o"/>
                  <a:defRPr sz="1600">
                    <a:solidFill>
                      <a:schemeClr val="tx1"/>
                    </a:solidFill>
                    <a:latin typeface="Arial" panose="020B0604020202020204" pitchFamily="34" charset="0"/>
                    <a:ea typeface="华文细黑" panose="02010600040101010101" pitchFamily="2" charset="-122"/>
                  </a:defRPr>
                </a:lvl9pPr>
              </a:lstStyle>
              <a:p>
                <a:pPr marL="0" marR="0" lvl="0" indent="0" algn="ctr" defTabSz="914400" eaLnBrk="1" fontAlgn="auto" latinLnBrk="0" hangingPunct="1">
                  <a:lnSpc>
                    <a:spcPct val="100000"/>
                  </a:lnSpc>
                  <a:spcBef>
                    <a:spcPct val="0"/>
                  </a:spcBef>
                  <a:spcAft>
                    <a:spcPts val="0"/>
                  </a:spcAft>
                  <a:buClrTx/>
                  <a:buSzTx/>
                  <a:buFontTx/>
                  <a:buNone/>
                  <a:defRPr/>
                </a:pPr>
                <a:r>
                  <a:rPr kumimoji="0" lang="zh-CN" altLang="en-US" sz="1600" b="1"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rPr>
                  <a:t>业务活动</a:t>
                </a:r>
                <a:endParaRPr kumimoji="0" lang="zh-CN" altLang="en-US" sz="1600" b="1"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endParaRPr>
              </a:p>
            </p:txBody>
          </p:sp>
          <p:pic>
            <p:nvPicPr>
              <p:cNvPr id="184" name="Picture 2"/>
              <p:cNvPicPr>
                <a:picLocks noChangeAspect="1" noChangeArrowheads="1"/>
              </p:cNvPicPr>
              <p:nvPr>
                <p:custDataLst>
                  <p:tags r:id="rId7"/>
                </p:custDataLst>
              </p:nvPr>
            </p:nvPicPr>
            <p:blipFill>
              <a:blip r:embed="rId4" cstate="print">
                <a:duotone>
                  <a:srgbClr val="000000">
                    <a:shade val="45000"/>
                    <a:satMod val="135000"/>
                  </a:srgbClr>
                  <a:prstClr val="white"/>
                </a:duotone>
                <a:extLst>
                  <a:ext uri="{28A0092B-C50C-407E-A947-70E740481C1C}">
                    <a14:useLocalDpi xmlns:a14="http://schemas.microsoft.com/office/drawing/2010/main" val="0"/>
                  </a:ext>
                </a:extLst>
              </a:blip>
              <a:srcRect/>
              <a:stretch>
                <a:fillRect/>
              </a:stretch>
            </p:blipFill>
            <p:spPr bwMode="auto">
              <a:xfrm rot="5400000">
                <a:off x="376662" y="2766608"/>
                <a:ext cx="2424611" cy="16047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185" name="组合 184"/>
            <p:cNvGrpSpPr/>
            <p:nvPr/>
          </p:nvGrpSpPr>
          <p:grpSpPr>
            <a:xfrm>
              <a:off x="5631" y="1998"/>
              <a:ext cx="5670" cy="2737"/>
              <a:chOff x="2051720" y="1268760"/>
              <a:chExt cx="3600400" cy="1738186"/>
            </a:xfrm>
          </p:grpSpPr>
          <p:sp>
            <p:nvSpPr>
              <p:cNvPr id="186" name="圆角矩形 185"/>
              <p:cNvSpPr/>
              <p:nvPr>
                <p:custDataLst>
                  <p:tags r:id="rId8"/>
                </p:custDataLst>
              </p:nvPr>
            </p:nvSpPr>
            <p:spPr bwMode="auto">
              <a:xfrm>
                <a:off x="2051720" y="1268760"/>
                <a:ext cx="3600400" cy="1738186"/>
              </a:xfrm>
              <a:prstGeom prst="roundRect">
                <a:avLst/>
              </a:prstGeom>
              <a:solidFill>
                <a:srgbClr val="FFFFFF"/>
              </a:solidFill>
              <a:ln w="25400" cap="flat" cmpd="sng" algn="ctr">
                <a:solidFill>
                  <a:schemeClr val="accent1"/>
                </a:solidFill>
                <a:prstDash val="solid"/>
                <a:headEnd type="none" w="med" len="med"/>
                <a:tailEnd type="none" w="med" len="med"/>
              </a:ln>
              <a:effectLst/>
            </p:spPr>
            <p:txBody>
              <a:bodyPr vert="horz" wrap="square" lIns="91440" tIns="45720" rIns="91440" bIns="45720" numCol="1" rtlCol="0" anchor="t" anchorCtr="0" compatLnSpc="1"/>
              <a:lstStyle/>
              <a:p>
                <a:pPr marL="0" marR="0" lvl="0" indent="0" algn="r"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cs typeface="+mn-cs"/>
                </a:endParaRPr>
              </a:p>
            </p:txBody>
          </p:sp>
          <p:pic>
            <p:nvPicPr>
              <p:cNvPr id="187" name="Picture 1"/>
              <p:cNvPicPr>
                <a:picLocks noChangeAspect="1" noChangeArrowheads="1"/>
              </p:cNvPicPr>
              <p:nvPr>
                <p:custDataLst>
                  <p:tags r:id="rId9"/>
                </p:custDataLst>
              </p:nvPr>
            </p:nvPicPr>
            <p:blipFill>
              <a:blip r:embed="rId10" cstate="print">
                <a:extLst>
                  <a:ext uri="{28A0092B-C50C-407E-A947-70E740481C1C}">
                    <a14:useLocalDpi xmlns:a14="http://schemas.microsoft.com/office/drawing/2010/main" val="0"/>
                  </a:ext>
                </a:extLst>
              </a:blip>
              <a:srcRect/>
              <a:stretch>
                <a:fillRect/>
              </a:stretch>
            </p:blipFill>
            <p:spPr bwMode="auto">
              <a:xfrm>
                <a:off x="2576909" y="1602125"/>
                <a:ext cx="1281113" cy="12570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8" name="Picture 1"/>
              <p:cNvPicPr>
                <a:picLocks noChangeAspect="1" noChangeArrowheads="1"/>
              </p:cNvPicPr>
              <p:nvPr>
                <p:custDataLst>
                  <p:tags r:id="rId11"/>
                </p:custDataLst>
              </p:nvPr>
            </p:nvPicPr>
            <p:blipFill>
              <a:blip r:embed="rId12" cstate="print">
                <a:extLst>
                  <a:ext uri="{28A0092B-C50C-407E-A947-70E740481C1C}">
                    <a14:useLocalDpi xmlns:a14="http://schemas.microsoft.com/office/drawing/2010/main" val="0"/>
                  </a:ext>
                </a:extLst>
              </a:blip>
              <a:srcRect/>
              <a:stretch>
                <a:fillRect/>
              </a:stretch>
            </p:blipFill>
            <p:spPr bwMode="auto">
              <a:xfrm>
                <a:off x="4171485" y="1654677"/>
                <a:ext cx="951135" cy="11441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9" name="TextBox 32"/>
              <p:cNvSpPr txBox="1">
                <a:spLocks noChangeArrowheads="1"/>
              </p:cNvSpPr>
              <p:nvPr>
                <p:custDataLst>
                  <p:tags r:id="rId13"/>
                </p:custDataLst>
              </p:nvPr>
            </p:nvSpPr>
            <p:spPr bwMode="auto">
              <a:xfrm>
                <a:off x="3040282" y="1272116"/>
                <a:ext cx="1496512" cy="3359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0" tIns="45715" rIns="91430" bIns="45715">
                <a:spAutoFit/>
              </a:bodyPr>
              <a:lstStyle>
                <a:lvl1pPr eaLnBrk="0" hangingPunct="0">
                  <a:spcBef>
                    <a:spcPct val="20000"/>
                  </a:spcBef>
                  <a:buFont typeface="Wingdings" panose="05000000000000000000" pitchFamily="2" charset="2"/>
                  <a:buChar char="q"/>
                  <a:defRPr sz="2800" b="1">
                    <a:solidFill>
                      <a:schemeClr val="tx1"/>
                    </a:solidFill>
                    <a:latin typeface="Arial" panose="020B0604020202020204" pitchFamily="34" charset="0"/>
                    <a:ea typeface="华文细黑" panose="02010600040101010101" pitchFamily="2" charset="-122"/>
                  </a:defRPr>
                </a:lvl1pPr>
                <a:lvl2pPr marL="742950" indent="-285750" eaLnBrk="0" hangingPunct="0">
                  <a:spcBef>
                    <a:spcPct val="20000"/>
                  </a:spcBef>
                  <a:buSzPct val="75000"/>
                  <a:buFont typeface="Wingdings" panose="05000000000000000000" pitchFamily="2" charset="2"/>
                  <a:buChar char="Ø"/>
                  <a:defRPr sz="2800">
                    <a:solidFill>
                      <a:schemeClr val="tx1"/>
                    </a:solidFill>
                    <a:latin typeface="Arial" panose="020B0604020202020204" pitchFamily="34" charset="0"/>
                    <a:ea typeface="华文细黑" panose="0201060004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华文细黑" panose="02010600040101010101" pitchFamily="2" charset="-122"/>
                  </a:defRPr>
                </a:lvl3pPr>
                <a:lvl4pPr marL="1600200" indent="-228600" eaLnBrk="0" hangingPunct="0">
                  <a:spcBef>
                    <a:spcPct val="20000"/>
                  </a:spcBef>
                  <a:buChar char="–"/>
                  <a:defRPr>
                    <a:solidFill>
                      <a:schemeClr val="tx1"/>
                    </a:solidFill>
                    <a:latin typeface="Arial" panose="020B0604020202020204" pitchFamily="34" charset="0"/>
                    <a:ea typeface="华文细黑" panose="02010600040101010101" pitchFamily="2" charset="-122"/>
                  </a:defRPr>
                </a:lvl4pPr>
                <a:lvl5pPr marL="2057400" indent="-228600" eaLnBrk="0" hangingPunct="0">
                  <a:spcBef>
                    <a:spcPct val="20000"/>
                  </a:spcBef>
                  <a:buClr>
                    <a:schemeClr val="tx2"/>
                  </a:buClr>
                  <a:buChar char="o"/>
                  <a:defRPr sz="1600">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20000"/>
                  </a:spcBef>
                  <a:spcAft>
                    <a:spcPct val="0"/>
                  </a:spcAft>
                  <a:buClr>
                    <a:schemeClr val="tx2"/>
                  </a:buClr>
                  <a:buChar char="o"/>
                  <a:defRPr sz="1600">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20000"/>
                  </a:spcBef>
                  <a:spcAft>
                    <a:spcPct val="0"/>
                  </a:spcAft>
                  <a:buClr>
                    <a:schemeClr val="tx2"/>
                  </a:buClr>
                  <a:buChar char="o"/>
                  <a:defRPr sz="1600">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20000"/>
                  </a:spcBef>
                  <a:spcAft>
                    <a:spcPct val="0"/>
                  </a:spcAft>
                  <a:buClr>
                    <a:schemeClr val="tx2"/>
                  </a:buClr>
                  <a:buChar char="o"/>
                  <a:defRPr sz="1600">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20000"/>
                  </a:spcBef>
                  <a:spcAft>
                    <a:spcPct val="0"/>
                  </a:spcAft>
                  <a:buClr>
                    <a:schemeClr val="tx2"/>
                  </a:buClr>
                  <a:buChar char="o"/>
                  <a:defRPr sz="1600">
                    <a:solidFill>
                      <a:schemeClr val="tx1"/>
                    </a:solidFill>
                    <a:latin typeface="Arial" panose="020B0604020202020204" pitchFamily="34" charset="0"/>
                    <a:ea typeface="华文细黑" panose="02010600040101010101" pitchFamily="2" charset="-122"/>
                  </a:defRPr>
                </a:lvl9pPr>
              </a:lstStyle>
              <a:p>
                <a:pPr marL="0" marR="0" lvl="0" indent="0" algn="ctr" defTabSz="914400" eaLnBrk="1" fontAlgn="auto" latinLnBrk="0" hangingPunct="1">
                  <a:lnSpc>
                    <a:spcPct val="100000"/>
                  </a:lnSpc>
                  <a:spcBef>
                    <a:spcPct val="0"/>
                  </a:spcBef>
                  <a:spcAft>
                    <a:spcPts val="0"/>
                  </a:spcAft>
                  <a:buClrTx/>
                  <a:buSzTx/>
                  <a:buFontTx/>
                  <a:buNone/>
                  <a:defRPr/>
                </a:pPr>
                <a:r>
                  <a:rPr kumimoji="0" lang="zh-CN" altLang="en-US" sz="1600" b="1"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rPr>
                  <a:t>企业数据模型</a:t>
                </a:r>
                <a:endParaRPr kumimoji="0" lang="zh-CN" altLang="en-US" sz="1600" b="1"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endParaRPr>
              </a:p>
            </p:txBody>
          </p:sp>
        </p:grpSp>
        <p:sp>
          <p:nvSpPr>
            <p:cNvPr id="190" name="直角双向箭头 189"/>
            <p:cNvSpPr/>
            <p:nvPr>
              <p:custDataLst>
                <p:tags r:id="rId14"/>
              </p:custDataLst>
            </p:nvPr>
          </p:nvSpPr>
          <p:spPr bwMode="auto">
            <a:xfrm rot="10800000">
              <a:off x="4049" y="2536"/>
              <a:ext cx="1695" cy="1843"/>
            </a:xfrm>
            <a:prstGeom prst="leftUpArrow">
              <a:avLst>
                <a:gd name="adj1" fmla="val 17314"/>
                <a:gd name="adj2" fmla="val 19236"/>
                <a:gd name="adj3" fmla="val 14752"/>
              </a:avLst>
            </a:prstGeom>
            <a:gradFill rotWithShape="1">
              <a:gsLst>
                <a:gs pos="0">
                  <a:schemeClr val="accent2">
                    <a:tint val="50000"/>
                    <a:satMod val="300000"/>
                  </a:schemeClr>
                </a:gs>
                <a:gs pos="35000">
                  <a:schemeClr val="accent2">
                    <a:tint val="37000"/>
                    <a:satMod val="300000"/>
                  </a:schemeClr>
                </a:gs>
                <a:gs pos="100000">
                  <a:schemeClr val="accent2">
                    <a:tint val="15000"/>
                    <a:satMod val="350000"/>
                  </a:schemeClr>
                </a:gs>
              </a:gsLst>
              <a:lin ang="16200000" scaled="1"/>
            </a:gradFill>
            <a:ln w="9525" cap="flat" cmpd="sng" algn="ctr">
              <a:solidFill>
                <a:schemeClr val="accent2">
                  <a:shade val="95000"/>
                  <a:satMod val="105000"/>
                </a:schemeClr>
              </a:solidFill>
              <a:prstDash val="solid"/>
              <a:headEnd type="none" w="med" len="med"/>
              <a:tailEnd type="none" w="med" len="med"/>
            </a:ln>
            <a:effectLst>
              <a:outerShdw blurRad="40000" dist="20000" dir="5400000" rotWithShape="0">
                <a:srgbClr val="000000">
                  <a:alpha val="38000"/>
                </a:srgbClr>
              </a:outerShdw>
            </a:effectLst>
          </p:spPr>
          <p:txBody>
            <a:bodyPr vert="horz" wrap="square" lIns="91440" tIns="45720" rIns="91440" bIns="45720" numCol="1" rtlCol="0" anchor="t" anchorCtr="0" compatLnSpc="1"/>
            <a:lstStyle/>
            <a:p>
              <a:pPr marL="0" marR="0" lvl="0" indent="0" algn="r"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p:txBody>
        </p:sp>
        <p:sp>
          <p:nvSpPr>
            <p:cNvPr id="191" name="TextBox 32"/>
            <p:cNvSpPr txBox="1">
              <a:spLocks noChangeArrowheads="1"/>
            </p:cNvSpPr>
            <p:nvPr>
              <p:custDataLst>
                <p:tags r:id="rId15"/>
              </p:custDataLst>
            </p:nvPr>
          </p:nvSpPr>
          <p:spPr bwMode="auto">
            <a:xfrm>
              <a:off x="3212" y="3229"/>
              <a:ext cx="2622" cy="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0" tIns="45715" rIns="91430" bIns="45715">
              <a:spAutoFit/>
            </a:bodyPr>
            <a:lstStyle>
              <a:lvl1pPr eaLnBrk="0" hangingPunct="0">
                <a:spcBef>
                  <a:spcPct val="20000"/>
                </a:spcBef>
                <a:buFont typeface="Wingdings" panose="05000000000000000000" pitchFamily="2" charset="2"/>
                <a:buChar char="q"/>
                <a:defRPr sz="2800" b="1">
                  <a:solidFill>
                    <a:schemeClr val="tx1"/>
                  </a:solidFill>
                  <a:latin typeface="Arial" panose="020B0604020202020204" pitchFamily="34" charset="0"/>
                  <a:ea typeface="华文细黑" panose="02010600040101010101" pitchFamily="2" charset="-122"/>
                </a:defRPr>
              </a:lvl1pPr>
              <a:lvl2pPr marL="742950" indent="-285750" eaLnBrk="0" hangingPunct="0">
                <a:spcBef>
                  <a:spcPct val="20000"/>
                </a:spcBef>
                <a:buSzPct val="75000"/>
                <a:buFont typeface="Wingdings" panose="05000000000000000000" pitchFamily="2" charset="2"/>
                <a:buChar char="Ø"/>
                <a:defRPr sz="2800">
                  <a:solidFill>
                    <a:schemeClr val="tx1"/>
                  </a:solidFill>
                  <a:latin typeface="Arial" panose="020B0604020202020204" pitchFamily="34" charset="0"/>
                  <a:ea typeface="华文细黑" panose="0201060004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华文细黑" panose="02010600040101010101" pitchFamily="2" charset="-122"/>
                </a:defRPr>
              </a:lvl3pPr>
              <a:lvl4pPr marL="1600200" indent="-228600" eaLnBrk="0" hangingPunct="0">
                <a:spcBef>
                  <a:spcPct val="20000"/>
                </a:spcBef>
                <a:buChar char="–"/>
                <a:defRPr>
                  <a:solidFill>
                    <a:schemeClr val="tx1"/>
                  </a:solidFill>
                  <a:latin typeface="Arial" panose="020B0604020202020204" pitchFamily="34" charset="0"/>
                  <a:ea typeface="华文细黑" panose="02010600040101010101" pitchFamily="2" charset="-122"/>
                </a:defRPr>
              </a:lvl4pPr>
              <a:lvl5pPr marL="2057400" indent="-228600" eaLnBrk="0" hangingPunct="0">
                <a:spcBef>
                  <a:spcPct val="20000"/>
                </a:spcBef>
                <a:buClr>
                  <a:schemeClr val="tx2"/>
                </a:buClr>
                <a:buChar char="o"/>
                <a:defRPr sz="1600">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20000"/>
                </a:spcBef>
                <a:spcAft>
                  <a:spcPct val="0"/>
                </a:spcAft>
                <a:buClr>
                  <a:schemeClr val="tx2"/>
                </a:buClr>
                <a:buChar char="o"/>
                <a:defRPr sz="1600">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20000"/>
                </a:spcBef>
                <a:spcAft>
                  <a:spcPct val="0"/>
                </a:spcAft>
                <a:buClr>
                  <a:schemeClr val="tx2"/>
                </a:buClr>
                <a:buChar char="o"/>
                <a:defRPr sz="1600">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20000"/>
                </a:spcBef>
                <a:spcAft>
                  <a:spcPct val="0"/>
                </a:spcAft>
                <a:buClr>
                  <a:schemeClr val="tx2"/>
                </a:buClr>
                <a:buChar char="o"/>
                <a:defRPr sz="1600">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20000"/>
                </a:spcBef>
                <a:spcAft>
                  <a:spcPct val="0"/>
                </a:spcAft>
                <a:buClr>
                  <a:schemeClr val="tx2"/>
                </a:buClr>
                <a:buChar char="o"/>
                <a:defRPr sz="1600">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buFontTx/>
                <a:buNone/>
              </a:pPr>
              <a:r>
                <a:rPr lang="zh-CN" altLang="en-US" sz="1200" dirty="0">
                  <a:solidFill>
                    <a:schemeClr val="tx1"/>
                  </a:solidFill>
                  <a:latin typeface="微软雅黑" panose="020B0503020204020204" pitchFamily="34" charset="-122"/>
                  <a:ea typeface="微软雅黑" panose="020B0503020204020204" pitchFamily="34" charset="-122"/>
                </a:rPr>
                <a:t>信息价值链分析</a:t>
              </a:r>
              <a:endParaRPr lang="zh-CN" altLang="en-US" sz="1200" dirty="0">
                <a:solidFill>
                  <a:schemeClr val="tx1"/>
                </a:solidFill>
                <a:latin typeface="微软雅黑" panose="020B0503020204020204" pitchFamily="34" charset="-122"/>
                <a:ea typeface="微软雅黑" panose="020B0503020204020204" pitchFamily="34" charset="-122"/>
              </a:endParaRPr>
            </a:p>
          </p:txBody>
        </p:sp>
        <p:pic>
          <p:nvPicPr>
            <p:cNvPr id="192" name="Picture 1"/>
            <p:cNvPicPr>
              <a:picLocks noChangeAspect="1" noChangeArrowheads="1"/>
            </p:cNvPicPr>
            <p:nvPr>
              <p:custDataLst>
                <p:tags r:id="rId16"/>
              </p:custDataLst>
            </p:nvPr>
          </p:nvPicPr>
          <p:blipFill>
            <a:blip r:embed="rId17" cstate="print">
              <a:extLst>
                <a:ext uri="{28A0092B-C50C-407E-A947-70E740481C1C}">
                  <a14:useLocalDpi xmlns:a14="http://schemas.microsoft.com/office/drawing/2010/main" val="0"/>
                </a:ext>
              </a:extLst>
            </a:blip>
            <a:srcRect/>
            <a:stretch>
              <a:fillRect/>
            </a:stretch>
          </p:blipFill>
          <p:spPr bwMode="auto">
            <a:xfrm>
              <a:off x="2737" y="1995"/>
              <a:ext cx="2017" cy="1083"/>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193" name="组合 192"/>
            <p:cNvGrpSpPr/>
            <p:nvPr/>
          </p:nvGrpSpPr>
          <p:grpSpPr>
            <a:xfrm>
              <a:off x="5631" y="6610"/>
              <a:ext cx="5670" cy="3439"/>
              <a:chOff x="2051720" y="4197618"/>
              <a:chExt cx="3600400" cy="2183710"/>
            </a:xfrm>
          </p:grpSpPr>
          <p:sp>
            <p:nvSpPr>
              <p:cNvPr id="194" name="圆角矩形 193"/>
              <p:cNvSpPr/>
              <p:nvPr>
                <p:custDataLst>
                  <p:tags r:id="rId18"/>
                </p:custDataLst>
              </p:nvPr>
            </p:nvSpPr>
            <p:spPr bwMode="auto">
              <a:xfrm>
                <a:off x="2051720" y="4197618"/>
                <a:ext cx="3600400" cy="2183710"/>
              </a:xfrm>
              <a:prstGeom prst="roundRect">
                <a:avLst/>
              </a:prstGeom>
              <a:solidFill>
                <a:srgbClr val="FFFFFF"/>
              </a:solidFill>
              <a:ln w="25400" cap="flat" cmpd="sng" algn="ctr">
                <a:solidFill>
                  <a:schemeClr val="accent1"/>
                </a:solidFill>
                <a:prstDash val="solid"/>
                <a:headEnd type="none" w="med" len="med"/>
                <a:tailEnd type="none" w="med" len="med"/>
              </a:ln>
              <a:effectLst/>
            </p:spPr>
            <p:txBody>
              <a:bodyPr vert="horz" wrap="square" lIns="91440" tIns="45720" rIns="91440" bIns="45720" numCol="1" rtlCol="0" anchor="t" anchorCtr="0" compatLnSpc="1"/>
              <a:lstStyle/>
              <a:p>
                <a:pPr marL="0" marR="0" lvl="0" indent="0" algn="r"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cs typeface="+mn-cs"/>
                </a:endParaRPr>
              </a:p>
            </p:txBody>
          </p:sp>
          <p:sp>
            <p:nvSpPr>
              <p:cNvPr id="195" name="圆柱形 194"/>
              <p:cNvSpPr/>
              <p:nvPr>
                <p:custDataLst>
                  <p:tags r:id="rId19"/>
                </p:custDataLst>
              </p:nvPr>
            </p:nvSpPr>
            <p:spPr bwMode="auto">
              <a:xfrm>
                <a:off x="2123728" y="5157192"/>
                <a:ext cx="1800767" cy="907876"/>
              </a:xfrm>
              <a:prstGeom prst="can">
                <a:avLst/>
              </a:prstGeom>
              <a:gradFill rotWithShape="1">
                <a:gsLst>
                  <a:gs pos="0">
                    <a:schemeClr val="accent3">
                      <a:tint val="50000"/>
                      <a:satMod val="300000"/>
                    </a:schemeClr>
                  </a:gs>
                  <a:gs pos="35000">
                    <a:schemeClr val="accent3">
                      <a:tint val="37000"/>
                      <a:satMod val="300000"/>
                    </a:schemeClr>
                  </a:gs>
                  <a:gs pos="100000">
                    <a:schemeClr val="accent3">
                      <a:tint val="15000"/>
                      <a:satMod val="350000"/>
                    </a:schemeClr>
                  </a:gs>
                </a:gsLst>
                <a:lin ang="16200000" scaled="1"/>
              </a:gradFill>
              <a:ln w="9525" cap="flat" cmpd="sng" algn="ctr">
                <a:solidFill>
                  <a:schemeClr val="accent3">
                    <a:shade val="95000"/>
                    <a:satMod val="105000"/>
                  </a:schemeClr>
                </a:solidFill>
                <a:prstDash val="solid"/>
                <a:headEnd type="none" w="med" len="med"/>
                <a:tailEnd type="none" w="med" len="med"/>
              </a:ln>
              <a:effectLst>
                <a:outerShdw blurRad="40000" dist="20000" dir="5400000" rotWithShape="0">
                  <a:srgbClr val="000000">
                    <a:alpha val="38000"/>
                  </a:srgbClr>
                </a:outerShdw>
              </a:effectLst>
            </p:spPr>
            <p:txBody>
              <a:bodyPr vert="horz" wrap="square" lIns="91440" tIns="45720" rIns="91440" bIns="45720" numCol="1" rtlCol="0" anchor="t" anchorCtr="0" compatLnSpc="1"/>
              <a:lstStyle/>
              <a:p>
                <a:pPr marL="0" marR="0" lvl="0" indent="0" algn="r"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cs typeface="+mn-cs"/>
                </a:endParaRPr>
              </a:p>
            </p:txBody>
          </p:sp>
          <p:pic>
            <p:nvPicPr>
              <p:cNvPr id="196" name="Picture 3"/>
              <p:cNvPicPr>
                <a:picLocks noChangeAspect="1" noChangeArrowheads="1"/>
              </p:cNvPicPr>
              <p:nvPr>
                <p:custDataLst>
                  <p:tags r:id="rId20"/>
                </p:custDataLst>
              </p:nvPr>
            </p:nvPicPr>
            <p:blipFill>
              <a:blip r:embed="rId21" cstate="print">
                <a:extLst>
                  <a:ext uri="{28A0092B-C50C-407E-A947-70E740481C1C}">
                    <a14:useLocalDpi xmlns:a14="http://schemas.microsoft.com/office/drawing/2010/main" val="0"/>
                  </a:ext>
                </a:extLst>
              </a:blip>
              <a:srcRect/>
              <a:stretch>
                <a:fillRect/>
              </a:stretch>
            </p:blipFill>
            <p:spPr bwMode="auto">
              <a:xfrm>
                <a:off x="2314063" y="5374180"/>
                <a:ext cx="768622" cy="473899"/>
              </a:xfrm>
              <a:prstGeom prst="rect">
                <a:avLst/>
              </a:prstGeom>
              <a:gradFill rotWithShape="1">
                <a:gsLst>
                  <a:gs pos="0">
                    <a:schemeClr val="accent3">
                      <a:tint val="50000"/>
                      <a:satMod val="300000"/>
                    </a:schemeClr>
                  </a:gs>
                  <a:gs pos="35000">
                    <a:schemeClr val="accent3">
                      <a:tint val="37000"/>
                      <a:satMod val="300000"/>
                    </a:schemeClr>
                  </a:gs>
                  <a:gs pos="100000">
                    <a:schemeClr val="accent3">
                      <a:tint val="15000"/>
                      <a:satMod val="350000"/>
                    </a:schemeClr>
                  </a:gs>
                </a:gsLst>
                <a:lin ang="16200000" scaled="1"/>
              </a:gradFill>
              <a:ln w="9525" cap="flat" cmpd="sng" algn="ctr">
                <a:solidFill>
                  <a:schemeClr val="accent3">
                    <a:shade val="95000"/>
                    <a:satMod val="105000"/>
                  </a:schemeClr>
                </a:solidFill>
                <a:prstDash val="solid"/>
              </a:ln>
              <a:effectLst>
                <a:outerShdw blurRad="40000" dist="20000" dir="5400000" rotWithShape="0">
                  <a:srgbClr val="000000">
                    <a:alpha val="38000"/>
                  </a:srgbClr>
                </a:outerShdw>
              </a:effectLst>
            </p:spPr>
          </p:pic>
          <p:pic>
            <p:nvPicPr>
              <p:cNvPr id="197" name="Picture 3"/>
              <p:cNvPicPr>
                <a:picLocks noChangeAspect="1" noChangeArrowheads="1"/>
              </p:cNvPicPr>
              <p:nvPr>
                <p:custDataLst>
                  <p:tags r:id="rId22"/>
                </p:custDataLst>
              </p:nvPr>
            </p:nvPicPr>
            <p:blipFill>
              <a:blip r:embed="rId21" cstate="print">
                <a:extLst>
                  <a:ext uri="{28A0092B-C50C-407E-A947-70E740481C1C}">
                    <a14:useLocalDpi xmlns:a14="http://schemas.microsoft.com/office/drawing/2010/main" val="0"/>
                  </a:ext>
                </a:extLst>
              </a:blip>
              <a:srcRect/>
              <a:stretch>
                <a:fillRect/>
              </a:stretch>
            </p:blipFill>
            <p:spPr bwMode="auto">
              <a:xfrm>
                <a:off x="2932784" y="5503280"/>
                <a:ext cx="768622" cy="4738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98" name="圆柱形 197"/>
              <p:cNvSpPr/>
              <p:nvPr>
                <p:custDataLst>
                  <p:tags r:id="rId23"/>
                </p:custDataLst>
              </p:nvPr>
            </p:nvSpPr>
            <p:spPr bwMode="auto">
              <a:xfrm>
                <a:off x="3658691" y="4571330"/>
                <a:ext cx="1800767" cy="907876"/>
              </a:xfrm>
              <a:prstGeom prst="can">
                <a:avLst/>
              </a:prstGeom>
              <a:gradFill rotWithShape="1">
                <a:gsLst>
                  <a:gs pos="0">
                    <a:schemeClr val="accent3">
                      <a:tint val="50000"/>
                      <a:satMod val="300000"/>
                    </a:schemeClr>
                  </a:gs>
                  <a:gs pos="35000">
                    <a:schemeClr val="accent3">
                      <a:tint val="37000"/>
                      <a:satMod val="300000"/>
                    </a:schemeClr>
                  </a:gs>
                  <a:gs pos="100000">
                    <a:schemeClr val="accent3">
                      <a:tint val="15000"/>
                      <a:satMod val="350000"/>
                    </a:schemeClr>
                  </a:gs>
                </a:gsLst>
                <a:lin ang="16200000" scaled="1"/>
              </a:gradFill>
              <a:ln w="9525" cap="flat" cmpd="sng" algn="ctr">
                <a:solidFill>
                  <a:schemeClr val="accent3">
                    <a:shade val="95000"/>
                    <a:satMod val="105000"/>
                  </a:schemeClr>
                </a:solidFill>
                <a:prstDash val="solid"/>
                <a:headEnd type="none" w="med" len="med"/>
                <a:tailEnd type="none" w="med" len="med"/>
              </a:ln>
              <a:effectLst>
                <a:outerShdw blurRad="40000" dist="20000" dir="5400000" rotWithShape="0">
                  <a:srgbClr val="000000">
                    <a:alpha val="38000"/>
                  </a:srgbClr>
                </a:outerShdw>
              </a:effectLst>
            </p:spPr>
            <p:txBody>
              <a:bodyPr vert="horz" wrap="square" lIns="91440" tIns="45720" rIns="91440" bIns="45720" numCol="1" rtlCol="0" anchor="t" anchorCtr="0" compatLnSpc="1"/>
              <a:lstStyle/>
              <a:p>
                <a:pPr marL="0" marR="0" lvl="0" indent="0" algn="r"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cs typeface="+mn-cs"/>
                </a:endParaRPr>
              </a:p>
            </p:txBody>
          </p:sp>
          <p:pic>
            <p:nvPicPr>
              <p:cNvPr id="199" name="Picture 3"/>
              <p:cNvPicPr>
                <a:picLocks noChangeAspect="1" noChangeArrowheads="1"/>
              </p:cNvPicPr>
              <p:nvPr>
                <p:custDataLst>
                  <p:tags r:id="rId24"/>
                </p:custDataLst>
              </p:nvPr>
            </p:nvPicPr>
            <p:blipFill>
              <a:blip r:embed="rId21" cstate="print">
                <a:extLst>
                  <a:ext uri="{28A0092B-C50C-407E-A947-70E740481C1C}">
                    <a14:useLocalDpi xmlns:a14="http://schemas.microsoft.com/office/drawing/2010/main" val="0"/>
                  </a:ext>
                </a:extLst>
              </a:blip>
              <a:srcRect/>
              <a:stretch>
                <a:fillRect/>
              </a:stretch>
            </p:blipFill>
            <p:spPr bwMode="auto">
              <a:xfrm>
                <a:off x="3849026" y="4788318"/>
                <a:ext cx="768622" cy="473899"/>
              </a:xfrm>
              <a:prstGeom prst="rect">
                <a:avLst/>
              </a:prstGeom>
              <a:gradFill rotWithShape="1">
                <a:gsLst>
                  <a:gs pos="0">
                    <a:schemeClr val="accent3">
                      <a:tint val="50000"/>
                      <a:satMod val="300000"/>
                    </a:schemeClr>
                  </a:gs>
                  <a:gs pos="35000">
                    <a:schemeClr val="accent3">
                      <a:tint val="37000"/>
                      <a:satMod val="300000"/>
                    </a:schemeClr>
                  </a:gs>
                  <a:gs pos="100000">
                    <a:schemeClr val="accent3">
                      <a:tint val="15000"/>
                      <a:satMod val="350000"/>
                    </a:schemeClr>
                  </a:gs>
                </a:gsLst>
                <a:lin ang="16200000" scaled="1"/>
              </a:gradFill>
              <a:ln w="9525" cap="flat" cmpd="sng" algn="ctr">
                <a:solidFill>
                  <a:schemeClr val="accent3">
                    <a:shade val="95000"/>
                    <a:satMod val="105000"/>
                  </a:schemeClr>
                </a:solidFill>
                <a:prstDash val="solid"/>
              </a:ln>
              <a:effectLst>
                <a:outerShdw blurRad="40000" dist="20000" dir="5400000" rotWithShape="0">
                  <a:srgbClr val="000000">
                    <a:alpha val="38000"/>
                  </a:srgbClr>
                </a:outerShdw>
              </a:effectLst>
            </p:spPr>
          </p:pic>
          <p:pic>
            <p:nvPicPr>
              <p:cNvPr id="200" name="Picture 3"/>
              <p:cNvPicPr>
                <a:picLocks noChangeAspect="1" noChangeArrowheads="1"/>
              </p:cNvPicPr>
              <p:nvPr>
                <p:custDataLst>
                  <p:tags r:id="rId25"/>
                </p:custDataLst>
              </p:nvPr>
            </p:nvPicPr>
            <p:blipFill>
              <a:blip r:embed="rId21" cstate="print">
                <a:extLst>
                  <a:ext uri="{28A0092B-C50C-407E-A947-70E740481C1C}">
                    <a14:useLocalDpi xmlns:a14="http://schemas.microsoft.com/office/drawing/2010/main" val="0"/>
                  </a:ext>
                </a:extLst>
              </a:blip>
              <a:srcRect/>
              <a:stretch>
                <a:fillRect/>
              </a:stretch>
            </p:blipFill>
            <p:spPr bwMode="auto">
              <a:xfrm>
                <a:off x="4467747" y="4917418"/>
                <a:ext cx="768622" cy="4738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01" name="TextBox 32"/>
              <p:cNvSpPr txBox="1">
                <a:spLocks noChangeArrowheads="1"/>
              </p:cNvSpPr>
              <p:nvPr>
                <p:custDataLst>
                  <p:tags r:id="rId26"/>
                </p:custDataLst>
              </p:nvPr>
            </p:nvSpPr>
            <p:spPr bwMode="auto">
              <a:xfrm>
                <a:off x="2776807" y="4278035"/>
                <a:ext cx="2459561" cy="3359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0" tIns="45715" rIns="91430" bIns="45715">
                <a:spAutoFit/>
              </a:bodyPr>
              <a:lstStyle>
                <a:lvl1pPr eaLnBrk="0" hangingPunct="0">
                  <a:spcBef>
                    <a:spcPct val="20000"/>
                  </a:spcBef>
                  <a:buFont typeface="Wingdings" panose="05000000000000000000" pitchFamily="2" charset="2"/>
                  <a:buChar char="q"/>
                  <a:defRPr sz="2800" b="1">
                    <a:solidFill>
                      <a:schemeClr val="tx1"/>
                    </a:solidFill>
                    <a:latin typeface="Arial" panose="020B0604020202020204" pitchFamily="34" charset="0"/>
                    <a:ea typeface="华文细黑" panose="02010600040101010101" pitchFamily="2" charset="-122"/>
                  </a:defRPr>
                </a:lvl1pPr>
                <a:lvl2pPr marL="742950" indent="-285750" eaLnBrk="0" hangingPunct="0">
                  <a:spcBef>
                    <a:spcPct val="20000"/>
                  </a:spcBef>
                  <a:buSzPct val="75000"/>
                  <a:buFont typeface="Wingdings" panose="05000000000000000000" pitchFamily="2" charset="2"/>
                  <a:buChar char="Ø"/>
                  <a:defRPr sz="2800">
                    <a:solidFill>
                      <a:schemeClr val="tx1"/>
                    </a:solidFill>
                    <a:latin typeface="Arial" panose="020B0604020202020204" pitchFamily="34" charset="0"/>
                    <a:ea typeface="华文细黑" panose="0201060004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华文细黑" panose="02010600040101010101" pitchFamily="2" charset="-122"/>
                  </a:defRPr>
                </a:lvl3pPr>
                <a:lvl4pPr marL="1600200" indent="-228600" eaLnBrk="0" hangingPunct="0">
                  <a:spcBef>
                    <a:spcPct val="20000"/>
                  </a:spcBef>
                  <a:buChar char="–"/>
                  <a:defRPr>
                    <a:solidFill>
                      <a:schemeClr val="tx1"/>
                    </a:solidFill>
                    <a:latin typeface="Arial" panose="020B0604020202020204" pitchFamily="34" charset="0"/>
                    <a:ea typeface="华文细黑" panose="02010600040101010101" pitchFamily="2" charset="-122"/>
                  </a:defRPr>
                </a:lvl4pPr>
                <a:lvl5pPr marL="2057400" indent="-228600" eaLnBrk="0" hangingPunct="0">
                  <a:spcBef>
                    <a:spcPct val="20000"/>
                  </a:spcBef>
                  <a:buClr>
                    <a:schemeClr val="tx2"/>
                  </a:buClr>
                  <a:buChar char="o"/>
                  <a:defRPr sz="1600">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20000"/>
                  </a:spcBef>
                  <a:spcAft>
                    <a:spcPct val="0"/>
                  </a:spcAft>
                  <a:buClr>
                    <a:schemeClr val="tx2"/>
                  </a:buClr>
                  <a:buChar char="o"/>
                  <a:defRPr sz="1600">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20000"/>
                  </a:spcBef>
                  <a:spcAft>
                    <a:spcPct val="0"/>
                  </a:spcAft>
                  <a:buClr>
                    <a:schemeClr val="tx2"/>
                  </a:buClr>
                  <a:buChar char="o"/>
                  <a:defRPr sz="1600">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20000"/>
                  </a:spcBef>
                  <a:spcAft>
                    <a:spcPct val="0"/>
                  </a:spcAft>
                  <a:buClr>
                    <a:schemeClr val="tx2"/>
                  </a:buClr>
                  <a:buChar char="o"/>
                  <a:defRPr sz="1600">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20000"/>
                  </a:spcBef>
                  <a:spcAft>
                    <a:spcPct val="0"/>
                  </a:spcAft>
                  <a:buClr>
                    <a:schemeClr val="tx2"/>
                  </a:buClr>
                  <a:buChar char="o"/>
                  <a:defRPr sz="1600">
                    <a:solidFill>
                      <a:schemeClr val="tx1"/>
                    </a:solidFill>
                    <a:latin typeface="Arial" panose="020B0604020202020204" pitchFamily="34" charset="0"/>
                    <a:ea typeface="华文细黑" panose="02010600040101010101" pitchFamily="2" charset="-122"/>
                  </a:defRPr>
                </a:lvl9pPr>
              </a:lstStyle>
              <a:p>
                <a:pPr marL="0" marR="0" lvl="0" indent="0" algn="ctr" defTabSz="914400" eaLnBrk="1" fontAlgn="auto" latinLnBrk="0" hangingPunct="1">
                  <a:lnSpc>
                    <a:spcPct val="100000"/>
                  </a:lnSpc>
                  <a:spcBef>
                    <a:spcPct val="0"/>
                  </a:spcBef>
                  <a:spcAft>
                    <a:spcPts val="0"/>
                  </a:spcAft>
                  <a:buClrTx/>
                  <a:buSzTx/>
                  <a:buFontTx/>
                  <a:buNone/>
                  <a:defRPr/>
                </a:pPr>
                <a:r>
                  <a:rPr kumimoji="0" lang="zh-CN" altLang="en-US" sz="1600" b="1"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信息系统（</a:t>
                </a:r>
                <a:r>
                  <a:rPr kumimoji="0" lang="en-US" altLang="zh-CN" sz="1600" b="1"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OLTP/OLAP</a:t>
                </a:r>
                <a:r>
                  <a:rPr kumimoji="0" lang="zh-CN" altLang="en-US" sz="1600" b="1"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a:t>
                </a:r>
                <a:endParaRPr kumimoji="0" lang="zh-CN" altLang="en-US" sz="1600" b="1"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02" name="TextBox 32"/>
              <p:cNvSpPr txBox="1">
                <a:spLocks noChangeArrowheads="1"/>
              </p:cNvSpPr>
              <p:nvPr>
                <p:custDataLst>
                  <p:tags r:id="rId27"/>
                </p:custDataLst>
              </p:nvPr>
            </p:nvSpPr>
            <p:spPr bwMode="auto">
              <a:xfrm>
                <a:off x="2524125" y="5570957"/>
                <a:ext cx="999972" cy="3359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0" tIns="45715" rIns="91430" bIns="45715">
                <a:spAutoFit/>
              </a:bodyPr>
              <a:lstStyle>
                <a:lvl1pPr eaLnBrk="0" hangingPunct="0">
                  <a:spcBef>
                    <a:spcPct val="20000"/>
                  </a:spcBef>
                  <a:buFont typeface="Wingdings" panose="05000000000000000000" pitchFamily="2" charset="2"/>
                  <a:buChar char="q"/>
                  <a:defRPr sz="2800" b="1">
                    <a:solidFill>
                      <a:schemeClr val="tx1"/>
                    </a:solidFill>
                    <a:latin typeface="Arial" panose="020B0604020202020204" pitchFamily="34" charset="0"/>
                    <a:ea typeface="华文细黑" panose="02010600040101010101" pitchFamily="2" charset="-122"/>
                  </a:defRPr>
                </a:lvl1pPr>
                <a:lvl2pPr marL="742950" indent="-285750" eaLnBrk="0" hangingPunct="0">
                  <a:spcBef>
                    <a:spcPct val="20000"/>
                  </a:spcBef>
                  <a:buSzPct val="75000"/>
                  <a:buFont typeface="Wingdings" panose="05000000000000000000" pitchFamily="2" charset="2"/>
                  <a:buChar char="Ø"/>
                  <a:defRPr sz="2800">
                    <a:solidFill>
                      <a:schemeClr val="tx1"/>
                    </a:solidFill>
                    <a:latin typeface="Arial" panose="020B0604020202020204" pitchFamily="34" charset="0"/>
                    <a:ea typeface="华文细黑" panose="0201060004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华文细黑" panose="02010600040101010101" pitchFamily="2" charset="-122"/>
                  </a:defRPr>
                </a:lvl3pPr>
                <a:lvl4pPr marL="1600200" indent="-228600" eaLnBrk="0" hangingPunct="0">
                  <a:spcBef>
                    <a:spcPct val="20000"/>
                  </a:spcBef>
                  <a:buChar char="–"/>
                  <a:defRPr>
                    <a:solidFill>
                      <a:schemeClr val="tx1"/>
                    </a:solidFill>
                    <a:latin typeface="Arial" panose="020B0604020202020204" pitchFamily="34" charset="0"/>
                    <a:ea typeface="华文细黑" panose="02010600040101010101" pitchFamily="2" charset="-122"/>
                  </a:defRPr>
                </a:lvl4pPr>
                <a:lvl5pPr marL="2057400" indent="-228600" eaLnBrk="0" hangingPunct="0">
                  <a:spcBef>
                    <a:spcPct val="20000"/>
                  </a:spcBef>
                  <a:buClr>
                    <a:schemeClr val="tx2"/>
                  </a:buClr>
                  <a:buChar char="o"/>
                  <a:defRPr sz="1600">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20000"/>
                  </a:spcBef>
                  <a:spcAft>
                    <a:spcPct val="0"/>
                  </a:spcAft>
                  <a:buClr>
                    <a:schemeClr val="tx2"/>
                  </a:buClr>
                  <a:buChar char="o"/>
                  <a:defRPr sz="1600">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20000"/>
                  </a:spcBef>
                  <a:spcAft>
                    <a:spcPct val="0"/>
                  </a:spcAft>
                  <a:buClr>
                    <a:schemeClr val="tx2"/>
                  </a:buClr>
                  <a:buChar char="o"/>
                  <a:defRPr sz="1600">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20000"/>
                  </a:spcBef>
                  <a:spcAft>
                    <a:spcPct val="0"/>
                  </a:spcAft>
                  <a:buClr>
                    <a:schemeClr val="tx2"/>
                  </a:buClr>
                  <a:buChar char="o"/>
                  <a:defRPr sz="1600">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20000"/>
                  </a:spcBef>
                  <a:spcAft>
                    <a:spcPct val="0"/>
                  </a:spcAft>
                  <a:buClr>
                    <a:schemeClr val="tx2"/>
                  </a:buClr>
                  <a:buChar char="o"/>
                  <a:defRPr sz="1600">
                    <a:solidFill>
                      <a:schemeClr val="tx1"/>
                    </a:solidFill>
                    <a:latin typeface="Arial" panose="020B0604020202020204" pitchFamily="34" charset="0"/>
                    <a:ea typeface="华文细黑" panose="02010600040101010101" pitchFamily="2" charset="-122"/>
                  </a:defRPr>
                </a:lvl9pPr>
              </a:lstStyle>
              <a:p>
                <a:pPr marL="0" marR="0" lvl="0" indent="0" algn="ctr" defTabSz="914400" eaLnBrk="1" fontAlgn="auto" latinLnBrk="0" hangingPunct="1">
                  <a:lnSpc>
                    <a:spcPct val="100000"/>
                  </a:lnSpc>
                  <a:spcBef>
                    <a:spcPct val="0"/>
                  </a:spcBef>
                  <a:spcAft>
                    <a:spcPts val="0"/>
                  </a:spcAft>
                  <a:buClrTx/>
                  <a:buSzTx/>
                  <a:buFontTx/>
                  <a:buNone/>
                  <a:defRPr/>
                </a:pPr>
                <a:r>
                  <a:rPr kumimoji="0" lang="zh-CN" altLang="en-US" sz="1600" b="1"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rPr>
                  <a:t>数据</a:t>
                </a:r>
                <a:endParaRPr kumimoji="0" lang="zh-CN" altLang="en-US" sz="1600" b="1"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endParaRPr>
              </a:p>
            </p:txBody>
          </p:sp>
          <p:sp>
            <p:nvSpPr>
              <p:cNvPr id="203" name="TextBox 32"/>
              <p:cNvSpPr txBox="1">
                <a:spLocks noChangeArrowheads="1"/>
              </p:cNvSpPr>
              <p:nvPr>
                <p:custDataLst>
                  <p:tags r:id="rId28"/>
                </p:custDataLst>
              </p:nvPr>
            </p:nvSpPr>
            <p:spPr bwMode="auto">
              <a:xfrm>
                <a:off x="4036808" y="5025267"/>
                <a:ext cx="999972" cy="3359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0" tIns="45715" rIns="91430" bIns="45715">
                <a:spAutoFit/>
              </a:bodyPr>
              <a:lstStyle>
                <a:lvl1pPr eaLnBrk="0" hangingPunct="0">
                  <a:spcBef>
                    <a:spcPct val="20000"/>
                  </a:spcBef>
                  <a:buFont typeface="Wingdings" panose="05000000000000000000" pitchFamily="2" charset="2"/>
                  <a:buChar char="q"/>
                  <a:defRPr sz="2800" b="1">
                    <a:solidFill>
                      <a:schemeClr val="tx1"/>
                    </a:solidFill>
                    <a:latin typeface="Arial" panose="020B0604020202020204" pitchFamily="34" charset="0"/>
                    <a:ea typeface="华文细黑" panose="02010600040101010101" pitchFamily="2" charset="-122"/>
                  </a:defRPr>
                </a:lvl1pPr>
                <a:lvl2pPr marL="742950" indent="-285750" eaLnBrk="0" hangingPunct="0">
                  <a:spcBef>
                    <a:spcPct val="20000"/>
                  </a:spcBef>
                  <a:buSzPct val="75000"/>
                  <a:buFont typeface="Wingdings" panose="05000000000000000000" pitchFamily="2" charset="2"/>
                  <a:buChar char="Ø"/>
                  <a:defRPr sz="2800">
                    <a:solidFill>
                      <a:schemeClr val="tx1"/>
                    </a:solidFill>
                    <a:latin typeface="Arial" panose="020B0604020202020204" pitchFamily="34" charset="0"/>
                    <a:ea typeface="华文细黑" panose="0201060004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华文细黑" panose="02010600040101010101" pitchFamily="2" charset="-122"/>
                  </a:defRPr>
                </a:lvl3pPr>
                <a:lvl4pPr marL="1600200" indent="-228600" eaLnBrk="0" hangingPunct="0">
                  <a:spcBef>
                    <a:spcPct val="20000"/>
                  </a:spcBef>
                  <a:buChar char="–"/>
                  <a:defRPr>
                    <a:solidFill>
                      <a:schemeClr val="tx1"/>
                    </a:solidFill>
                    <a:latin typeface="Arial" panose="020B0604020202020204" pitchFamily="34" charset="0"/>
                    <a:ea typeface="华文细黑" panose="02010600040101010101" pitchFamily="2" charset="-122"/>
                  </a:defRPr>
                </a:lvl4pPr>
                <a:lvl5pPr marL="2057400" indent="-228600" eaLnBrk="0" hangingPunct="0">
                  <a:spcBef>
                    <a:spcPct val="20000"/>
                  </a:spcBef>
                  <a:buClr>
                    <a:schemeClr val="tx2"/>
                  </a:buClr>
                  <a:buChar char="o"/>
                  <a:defRPr sz="1600">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20000"/>
                  </a:spcBef>
                  <a:spcAft>
                    <a:spcPct val="0"/>
                  </a:spcAft>
                  <a:buClr>
                    <a:schemeClr val="tx2"/>
                  </a:buClr>
                  <a:buChar char="o"/>
                  <a:defRPr sz="1600">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20000"/>
                  </a:spcBef>
                  <a:spcAft>
                    <a:spcPct val="0"/>
                  </a:spcAft>
                  <a:buClr>
                    <a:schemeClr val="tx2"/>
                  </a:buClr>
                  <a:buChar char="o"/>
                  <a:defRPr sz="1600">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20000"/>
                  </a:spcBef>
                  <a:spcAft>
                    <a:spcPct val="0"/>
                  </a:spcAft>
                  <a:buClr>
                    <a:schemeClr val="tx2"/>
                  </a:buClr>
                  <a:buChar char="o"/>
                  <a:defRPr sz="1600">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20000"/>
                  </a:spcBef>
                  <a:spcAft>
                    <a:spcPct val="0"/>
                  </a:spcAft>
                  <a:buClr>
                    <a:schemeClr val="tx2"/>
                  </a:buClr>
                  <a:buChar char="o"/>
                  <a:defRPr sz="1600">
                    <a:solidFill>
                      <a:schemeClr val="tx1"/>
                    </a:solidFill>
                    <a:latin typeface="Arial" panose="020B0604020202020204" pitchFamily="34" charset="0"/>
                    <a:ea typeface="华文细黑" panose="02010600040101010101" pitchFamily="2" charset="-122"/>
                  </a:defRPr>
                </a:lvl9pPr>
              </a:lstStyle>
              <a:p>
                <a:pPr marL="0" marR="0" lvl="0" indent="0" algn="ctr" defTabSz="914400" eaLnBrk="1" fontAlgn="auto" latinLnBrk="0" hangingPunct="1">
                  <a:lnSpc>
                    <a:spcPct val="100000"/>
                  </a:lnSpc>
                  <a:spcBef>
                    <a:spcPct val="0"/>
                  </a:spcBef>
                  <a:spcAft>
                    <a:spcPts val="0"/>
                  </a:spcAft>
                  <a:buClrTx/>
                  <a:buSzTx/>
                  <a:buFontTx/>
                  <a:buNone/>
                  <a:defRPr/>
                </a:pPr>
                <a:r>
                  <a:rPr kumimoji="0" lang="zh-CN" altLang="en-US" sz="1600" b="1"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rPr>
                  <a:t>数据</a:t>
                </a:r>
                <a:endParaRPr kumimoji="0" lang="zh-CN" altLang="en-US" sz="1600" b="1"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endParaRPr>
              </a:p>
            </p:txBody>
          </p:sp>
          <p:sp>
            <p:nvSpPr>
              <p:cNvPr id="204" name="矩形 203"/>
              <p:cNvSpPr/>
              <p:nvPr>
                <p:custDataLst>
                  <p:tags r:id="rId29"/>
                </p:custDataLst>
              </p:nvPr>
            </p:nvSpPr>
            <p:spPr bwMode="auto">
              <a:xfrm>
                <a:off x="4052678" y="5636959"/>
                <a:ext cx="680804" cy="293150"/>
              </a:xfrm>
              <a:prstGeom prst="rect">
                <a:avLst/>
              </a:prstGeom>
              <a:gradFill rotWithShape="1">
                <a:gsLst>
                  <a:gs pos="0">
                    <a:schemeClr val="accent1">
                      <a:tint val="50000"/>
                      <a:satMod val="300000"/>
                    </a:schemeClr>
                  </a:gs>
                  <a:gs pos="35000">
                    <a:schemeClr val="accent1">
                      <a:tint val="37000"/>
                      <a:satMod val="300000"/>
                    </a:schemeClr>
                  </a:gs>
                  <a:gs pos="100000">
                    <a:schemeClr val="accent1">
                      <a:tint val="15000"/>
                      <a:satMod val="350000"/>
                    </a:schemeClr>
                  </a:gs>
                </a:gsLst>
                <a:lin ang="16200000" scaled="1"/>
              </a:gradFill>
              <a:ln w="9525" cap="flat" cmpd="sng" algn="ctr">
                <a:solidFill>
                  <a:schemeClr val="accent1">
                    <a:shade val="95000"/>
                    <a:satMod val="105000"/>
                  </a:schemeClr>
                </a:solidFill>
                <a:prstDash val="solid"/>
                <a:headEnd type="none" w="med" len="med"/>
                <a:tailEnd type="none" w="med" len="med"/>
              </a:ln>
              <a:effectLst>
                <a:outerShdw blurRad="40000" dist="20000" dir="5400000" rotWithShape="0">
                  <a:srgbClr val="000000">
                    <a:alpha val="38000"/>
                  </a:srgbClr>
                </a:outerShdw>
              </a:effectLst>
            </p:spPr>
            <p:txBody>
              <a:bodyPr vert="horz" wrap="square" lIns="91440" tIns="45720" rIns="91440" bIns="45720" numCol="1" rtlCol="0" anchor="ctr" anchorCtr="0" compatLnSpc="1">
                <a:normAutofit/>
              </a:bodyPr>
              <a:lstStyle/>
              <a:p>
                <a:pPr marL="0" marR="0" lvl="0" indent="0" algn="ctr" defTabSz="914400" eaLnBrk="1" fontAlgn="base" latinLnBrk="0" hangingPunct="1">
                  <a:lnSpc>
                    <a:spcPct val="100000"/>
                  </a:lnSpc>
                  <a:spcBef>
                    <a:spcPct val="0"/>
                  </a:spcBef>
                  <a:spcAft>
                    <a:spcPct val="0"/>
                  </a:spcAft>
                  <a:buClrTx/>
                  <a:buSzTx/>
                  <a:buFontTx/>
                  <a:buNone/>
                  <a:defRPr/>
                </a:pPr>
                <a:r>
                  <a:rPr kumimoji="0" lang="zh-CN" altLang="en-US" sz="900" b="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主数据</a:t>
                </a:r>
                <a:endParaRPr kumimoji="0" lang="zh-CN" altLang="en-US" sz="900" b="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p:txBody>
          </p:sp>
          <p:sp>
            <p:nvSpPr>
              <p:cNvPr id="205" name="矩形 204"/>
              <p:cNvSpPr/>
              <p:nvPr>
                <p:custDataLst>
                  <p:tags r:id="rId30"/>
                </p:custDataLst>
              </p:nvPr>
            </p:nvSpPr>
            <p:spPr bwMode="auto">
              <a:xfrm>
                <a:off x="4052678" y="5930109"/>
                <a:ext cx="680804" cy="293150"/>
              </a:xfrm>
              <a:prstGeom prst="rect">
                <a:avLst/>
              </a:prstGeom>
              <a:gradFill rotWithShape="1">
                <a:gsLst>
                  <a:gs pos="0">
                    <a:schemeClr val="accent1">
                      <a:tint val="50000"/>
                      <a:satMod val="300000"/>
                    </a:schemeClr>
                  </a:gs>
                  <a:gs pos="35000">
                    <a:schemeClr val="accent1">
                      <a:tint val="37000"/>
                      <a:satMod val="300000"/>
                    </a:schemeClr>
                  </a:gs>
                  <a:gs pos="100000">
                    <a:schemeClr val="accent1">
                      <a:tint val="15000"/>
                      <a:satMod val="350000"/>
                    </a:schemeClr>
                  </a:gs>
                </a:gsLst>
                <a:lin ang="16200000" scaled="1"/>
              </a:gradFill>
              <a:ln w="9525" cap="flat" cmpd="sng" algn="ctr">
                <a:solidFill>
                  <a:schemeClr val="accent1">
                    <a:shade val="95000"/>
                    <a:satMod val="105000"/>
                  </a:schemeClr>
                </a:solidFill>
                <a:prstDash val="solid"/>
                <a:headEnd type="none" w="med" len="med"/>
                <a:tailEnd type="none" w="med" len="med"/>
              </a:ln>
              <a:effectLst>
                <a:outerShdw blurRad="40000" dist="20000" dir="5400000" rotWithShape="0">
                  <a:srgbClr val="000000">
                    <a:alpha val="38000"/>
                  </a:srgbClr>
                </a:outerShdw>
              </a:effectLst>
            </p:spPr>
            <p:txBody>
              <a:bodyPr vert="horz" wrap="square" lIns="91440" tIns="45720" rIns="91440" bIns="45720" numCol="1" rtlCol="0" anchor="ctr" anchorCtr="0" compatLnSpc="1">
                <a:normAutofit/>
              </a:bodyPr>
              <a:lstStyle/>
              <a:p>
                <a:pPr marL="0" marR="0" lvl="0" indent="0" algn="ctr" defTabSz="914400" eaLnBrk="1" fontAlgn="base" latinLnBrk="0" hangingPunct="1">
                  <a:lnSpc>
                    <a:spcPct val="100000"/>
                  </a:lnSpc>
                  <a:spcBef>
                    <a:spcPct val="0"/>
                  </a:spcBef>
                  <a:spcAft>
                    <a:spcPct val="0"/>
                  </a:spcAft>
                  <a:buClrTx/>
                  <a:buSzTx/>
                  <a:buFontTx/>
                  <a:buNone/>
                  <a:defRPr/>
                </a:pPr>
                <a:r>
                  <a:rPr kumimoji="0" lang="zh-CN" altLang="en-US" sz="900" b="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参考数据</a:t>
                </a:r>
                <a:endParaRPr kumimoji="0" lang="zh-CN" altLang="en-US" sz="900" b="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p:txBody>
          </p:sp>
          <p:sp>
            <p:nvSpPr>
              <p:cNvPr id="206" name="矩形 205"/>
              <p:cNvSpPr/>
              <p:nvPr>
                <p:custDataLst>
                  <p:tags r:id="rId31"/>
                </p:custDataLst>
              </p:nvPr>
            </p:nvSpPr>
            <p:spPr bwMode="auto">
              <a:xfrm>
                <a:off x="4755292" y="5624050"/>
                <a:ext cx="680804" cy="293150"/>
              </a:xfrm>
              <a:prstGeom prst="rect">
                <a:avLst/>
              </a:prstGeom>
              <a:gradFill rotWithShape="1">
                <a:gsLst>
                  <a:gs pos="0">
                    <a:schemeClr val="accent1">
                      <a:tint val="50000"/>
                      <a:satMod val="300000"/>
                    </a:schemeClr>
                  </a:gs>
                  <a:gs pos="35000">
                    <a:schemeClr val="accent1">
                      <a:tint val="37000"/>
                      <a:satMod val="300000"/>
                    </a:schemeClr>
                  </a:gs>
                  <a:gs pos="100000">
                    <a:schemeClr val="accent1">
                      <a:tint val="15000"/>
                      <a:satMod val="350000"/>
                    </a:schemeClr>
                  </a:gs>
                </a:gsLst>
                <a:lin ang="16200000" scaled="1"/>
              </a:gradFill>
              <a:ln w="9525" cap="flat" cmpd="sng" algn="ctr">
                <a:solidFill>
                  <a:schemeClr val="accent1">
                    <a:shade val="95000"/>
                    <a:satMod val="105000"/>
                  </a:schemeClr>
                </a:solidFill>
                <a:prstDash val="solid"/>
                <a:headEnd type="none" w="med" len="med"/>
                <a:tailEnd type="none" w="med" len="med"/>
              </a:ln>
              <a:effectLst>
                <a:outerShdw blurRad="40000" dist="20000" dir="5400000" rotWithShape="0">
                  <a:srgbClr val="000000">
                    <a:alpha val="38000"/>
                  </a:srgbClr>
                </a:outerShdw>
              </a:effectLst>
            </p:spPr>
            <p:txBody>
              <a:bodyPr vert="horz" wrap="square" lIns="91440" tIns="45720" rIns="91440" bIns="45720" numCol="1" rtlCol="0" anchor="ctr" anchorCtr="0" compatLnSpc="1">
                <a:normAutofit/>
              </a:bodyPr>
              <a:lstStyle/>
              <a:p>
                <a:pPr marL="0" marR="0" lvl="0" indent="0" algn="ctr" defTabSz="914400" eaLnBrk="1" fontAlgn="base" latinLnBrk="0" hangingPunct="1">
                  <a:lnSpc>
                    <a:spcPct val="100000"/>
                  </a:lnSpc>
                  <a:spcBef>
                    <a:spcPct val="0"/>
                  </a:spcBef>
                  <a:spcAft>
                    <a:spcPct val="0"/>
                  </a:spcAft>
                  <a:buClrTx/>
                  <a:buSzTx/>
                  <a:buFontTx/>
                  <a:buNone/>
                  <a:defRPr/>
                </a:pPr>
                <a:r>
                  <a:rPr kumimoji="0" lang="zh-CN" altLang="en-US" sz="900" b="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交易数据</a:t>
                </a:r>
                <a:endParaRPr kumimoji="0" lang="zh-CN" altLang="en-US" sz="900" b="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p:txBody>
          </p:sp>
          <p:sp>
            <p:nvSpPr>
              <p:cNvPr id="207" name="矩形 206"/>
              <p:cNvSpPr/>
              <p:nvPr>
                <p:custDataLst>
                  <p:tags r:id="rId32"/>
                </p:custDataLst>
              </p:nvPr>
            </p:nvSpPr>
            <p:spPr bwMode="auto">
              <a:xfrm>
                <a:off x="4740026" y="5944162"/>
                <a:ext cx="680804" cy="293150"/>
              </a:xfrm>
              <a:prstGeom prst="rect">
                <a:avLst/>
              </a:prstGeom>
              <a:gradFill rotWithShape="1">
                <a:gsLst>
                  <a:gs pos="0">
                    <a:schemeClr val="accent1">
                      <a:tint val="50000"/>
                      <a:satMod val="300000"/>
                    </a:schemeClr>
                  </a:gs>
                  <a:gs pos="35000">
                    <a:schemeClr val="accent1">
                      <a:tint val="37000"/>
                      <a:satMod val="300000"/>
                    </a:schemeClr>
                  </a:gs>
                  <a:gs pos="100000">
                    <a:schemeClr val="accent1">
                      <a:tint val="15000"/>
                      <a:satMod val="350000"/>
                    </a:schemeClr>
                  </a:gs>
                </a:gsLst>
                <a:lin ang="16200000" scaled="1"/>
              </a:gradFill>
              <a:ln w="9525" cap="flat" cmpd="sng" algn="ctr">
                <a:solidFill>
                  <a:schemeClr val="accent1">
                    <a:shade val="95000"/>
                    <a:satMod val="105000"/>
                  </a:schemeClr>
                </a:solidFill>
                <a:prstDash val="solid"/>
                <a:headEnd type="none" w="med" len="med"/>
                <a:tailEnd type="none" w="med" len="med"/>
              </a:ln>
              <a:effectLst>
                <a:outerShdw blurRad="40000" dist="20000" dir="5400000" rotWithShape="0">
                  <a:srgbClr val="000000">
                    <a:alpha val="38000"/>
                  </a:srgbClr>
                </a:outerShdw>
              </a:effectLst>
            </p:spPr>
            <p:txBody>
              <a:bodyPr vert="horz" wrap="square" lIns="91440" tIns="45720" rIns="91440" bIns="45720" numCol="1" rtlCol="0" anchor="ctr" anchorCtr="0" compatLnSpc="1">
                <a:normAutofit/>
              </a:bodyPr>
              <a:lstStyle/>
              <a:p>
                <a:pPr marL="0" marR="0" lvl="0" indent="0" algn="ctr" defTabSz="914400" eaLnBrk="1" fontAlgn="base" latinLnBrk="0" hangingPunct="1">
                  <a:lnSpc>
                    <a:spcPct val="100000"/>
                  </a:lnSpc>
                  <a:spcBef>
                    <a:spcPct val="0"/>
                  </a:spcBef>
                  <a:spcAft>
                    <a:spcPct val="0"/>
                  </a:spcAft>
                  <a:buClrTx/>
                  <a:buSzTx/>
                  <a:buFontTx/>
                  <a:buNone/>
                  <a:defRPr/>
                </a:pPr>
                <a:r>
                  <a:rPr kumimoji="0" lang="zh-CN" altLang="en-US" sz="900" b="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统计数据</a:t>
                </a:r>
                <a:endParaRPr kumimoji="0" lang="zh-CN" altLang="en-US" sz="900" b="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p:txBody>
          </p:sp>
        </p:grpSp>
        <p:grpSp>
          <p:nvGrpSpPr>
            <p:cNvPr id="208" name="组合 207"/>
            <p:cNvGrpSpPr/>
            <p:nvPr/>
          </p:nvGrpSpPr>
          <p:grpSpPr>
            <a:xfrm>
              <a:off x="12322" y="6610"/>
              <a:ext cx="1928" cy="3439"/>
              <a:chOff x="6300191" y="4197618"/>
              <a:chExt cx="1224137" cy="2183710"/>
            </a:xfrm>
          </p:grpSpPr>
          <p:sp>
            <p:nvSpPr>
              <p:cNvPr id="209" name="圆角矩形 208"/>
              <p:cNvSpPr/>
              <p:nvPr>
                <p:custDataLst>
                  <p:tags r:id="rId33"/>
                </p:custDataLst>
              </p:nvPr>
            </p:nvSpPr>
            <p:spPr bwMode="auto">
              <a:xfrm>
                <a:off x="6300191" y="4197618"/>
                <a:ext cx="1224136" cy="2183710"/>
              </a:xfrm>
              <a:prstGeom prst="roundRect">
                <a:avLst/>
              </a:prstGeom>
              <a:solidFill>
                <a:srgbClr val="FFFFFF"/>
              </a:solidFill>
              <a:ln w="25400" cap="flat" cmpd="sng" algn="ctr">
                <a:solidFill>
                  <a:schemeClr val="accent1"/>
                </a:solidFill>
                <a:prstDash val="solid"/>
                <a:headEnd type="none" w="med" len="med"/>
                <a:tailEnd type="none" w="med" len="med"/>
              </a:ln>
              <a:effectLst/>
            </p:spPr>
            <p:txBody>
              <a:bodyPr vert="horz" wrap="square" lIns="91440" tIns="45720" rIns="91440" bIns="45720" numCol="1" rtlCol="0" anchor="t" anchorCtr="0" compatLnSpc="1"/>
              <a:lstStyle/>
              <a:p>
                <a:pPr marL="0" marR="0" lvl="0" indent="0" algn="r"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cs typeface="+mn-cs"/>
                </a:endParaRPr>
              </a:p>
            </p:txBody>
          </p:sp>
          <p:sp>
            <p:nvSpPr>
              <p:cNvPr id="210" name="矩形 209"/>
              <p:cNvSpPr/>
              <p:nvPr>
                <p:custDataLst>
                  <p:tags r:id="rId34"/>
                </p:custDataLst>
              </p:nvPr>
            </p:nvSpPr>
            <p:spPr bwMode="auto">
              <a:xfrm>
                <a:off x="6444207" y="4775467"/>
                <a:ext cx="936104" cy="293150"/>
              </a:xfrm>
              <a:prstGeom prst="rect">
                <a:avLst/>
              </a:prstGeom>
              <a:gradFill rotWithShape="1">
                <a:gsLst>
                  <a:gs pos="0">
                    <a:schemeClr val="accent1">
                      <a:tint val="50000"/>
                      <a:satMod val="300000"/>
                    </a:schemeClr>
                  </a:gs>
                  <a:gs pos="35000">
                    <a:schemeClr val="accent1">
                      <a:tint val="37000"/>
                      <a:satMod val="300000"/>
                    </a:schemeClr>
                  </a:gs>
                  <a:gs pos="100000">
                    <a:schemeClr val="accent1">
                      <a:tint val="15000"/>
                      <a:satMod val="350000"/>
                    </a:schemeClr>
                  </a:gs>
                </a:gsLst>
                <a:lin ang="16200000" scaled="1"/>
              </a:gradFill>
              <a:ln w="9525" cap="flat" cmpd="sng" algn="ctr">
                <a:solidFill>
                  <a:schemeClr val="accent1">
                    <a:shade val="95000"/>
                    <a:satMod val="105000"/>
                  </a:schemeClr>
                </a:solidFill>
                <a:prstDash val="solid"/>
                <a:headEnd type="none" w="med" len="med"/>
                <a:tailEnd type="none" w="med" len="med"/>
              </a:ln>
              <a:effectLst>
                <a:outerShdw blurRad="40000" dist="20000" dir="5400000" rotWithShape="0">
                  <a:srgbClr val="000000">
                    <a:alpha val="38000"/>
                  </a:srgbClr>
                </a:outerShdw>
              </a:effectLst>
            </p:spPr>
            <p:txBody>
              <a:bodyPr vert="horz" wrap="square" lIns="91440" tIns="45720" rIns="91440" bIns="45720" numCol="1" rtlCol="0" anchor="ctr" anchorCtr="0" compatLnSpc="1">
                <a:normAutofit/>
              </a:bodyPr>
              <a:lstStyle/>
              <a:p>
                <a:pPr marL="0" marR="0" lvl="0" indent="0" algn="ctr" defTabSz="914400" eaLnBrk="1" fontAlgn="base" latinLnBrk="0" hangingPunct="1">
                  <a:lnSpc>
                    <a:spcPct val="100000"/>
                  </a:lnSpc>
                  <a:spcBef>
                    <a:spcPct val="0"/>
                  </a:spcBef>
                  <a:spcAft>
                    <a:spcPct val="0"/>
                  </a:spcAft>
                  <a:buClrTx/>
                  <a:buSzTx/>
                  <a:buFontTx/>
                  <a:buNone/>
                  <a:defRPr/>
                </a:pPr>
                <a:r>
                  <a:rPr kumimoji="0" lang="zh-CN" altLang="en-US" sz="900" b="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业务元数据</a:t>
                </a:r>
                <a:endParaRPr kumimoji="0" lang="zh-CN" altLang="en-US" sz="900" b="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p:txBody>
          </p:sp>
          <p:sp>
            <p:nvSpPr>
              <p:cNvPr id="211" name="矩形 210"/>
              <p:cNvSpPr/>
              <p:nvPr>
                <p:custDataLst>
                  <p:tags r:id="rId35"/>
                </p:custDataLst>
              </p:nvPr>
            </p:nvSpPr>
            <p:spPr bwMode="auto">
              <a:xfrm>
                <a:off x="6444207" y="5142898"/>
                <a:ext cx="936104" cy="293150"/>
              </a:xfrm>
              <a:prstGeom prst="rect">
                <a:avLst/>
              </a:prstGeom>
              <a:gradFill rotWithShape="1">
                <a:gsLst>
                  <a:gs pos="0">
                    <a:schemeClr val="accent1">
                      <a:tint val="50000"/>
                      <a:satMod val="300000"/>
                    </a:schemeClr>
                  </a:gs>
                  <a:gs pos="35000">
                    <a:schemeClr val="accent1">
                      <a:tint val="37000"/>
                      <a:satMod val="300000"/>
                    </a:schemeClr>
                  </a:gs>
                  <a:gs pos="100000">
                    <a:schemeClr val="accent1">
                      <a:tint val="15000"/>
                      <a:satMod val="350000"/>
                    </a:schemeClr>
                  </a:gs>
                </a:gsLst>
                <a:lin ang="16200000" scaled="1"/>
              </a:gradFill>
              <a:ln w="9525" cap="flat" cmpd="sng" algn="ctr">
                <a:solidFill>
                  <a:schemeClr val="accent1">
                    <a:shade val="95000"/>
                    <a:satMod val="105000"/>
                  </a:schemeClr>
                </a:solidFill>
                <a:prstDash val="solid"/>
                <a:headEnd type="none" w="med" len="med"/>
                <a:tailEnd type="none" w="med" len="med"/>
              </a:ln>
              <a:effectLst>
                <a:outerShdw blurRad="40000" dist="20000" dir="5400000" rotWithShape="0">
                  <a:srgbClr val="000000">
                    <a:alpha val="38000"/>
                  </a:srgbClr>
                </a:outerShdw>
              </a:effectLst>
            </p:spPr>
            <p:txBody>
              <a:bodyPr vert="horz" wrap="square" lIns="91440" tIns="45720" rIns="91440" bIns="45720" numCol="1" rtlCol="0" anchor="ctr" anchorCtr="0" compatLnSpc="1">
                <a:normAutofit/>
              </a:bodyPr>
              <a:lstStyle/>
              <a:p>
                <a:pPr marL="0" marR="0" lvl="0" indent="0" algn="ctr" defTabSz="914400" eaLnBrk="1" fontAlgn="base" latinLnBrk="0" hangingPunct="1">
                  <a:lnSpc>
                    <a:spcPct val="100000"/>
                  </a:lnSpc>
                  <a:spcBef>
                    <a:spcPct val="0"/>
                  </a:spcBef>
                  <a:spcAft>
                    <a:spcPct val="0"/>
                  </a:spcAft>
                  <a:buClrTx/>
                  <a:buSzTx/>
                  <a:buFontTx/>
                  <a:buNone/>
                  <a:defRPr/>
                </a:pPr>
                <a:r>
                  <a:rPr kumimoji="0" lang="zh-CN" altLang="en-US" sz="900" b="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技术元数据</a:t>
                </a:r>
                <a:endParaRPr kumimoji="0" lang="zh-CN" altLang="en-US" sz="900" b="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p:txBody>
          </p:sp>
          <p:sp>
            <p:nvSpPr>
              <p:cNvPr id="212" name="矩形 211"/>
              <p:cNvSpPr/>
              <p:nvPr>
                <p:custDataLst>
                  <p:tags r:id="rId36"/>
                </p:custDataLst>
              </p:nvPr>
            </p:nvSpPr>
            <p:spPr bwMode="auto">
              <a:xfrm>
                <a:off x="6424988" y="5516816"/>
                <a:ext cx="936104" cy="293150"/>
              </a:xfrm>
              <a:prstGeom prst="rect">
                <a:avLst/>
              </a:prstGeom>
              <a:gradFill rotWithShape="1">
                <a:gsLst>
                  <a:gs pos="0">
                    <a:schemeClr val="accent1">
                      <a:tint val="50000"/>
                      <a:satMod val="300000"/>
                    </a:schemeClr>
                  </a:gs>
                  <a:gs pos="35000">
                    <a:schemeClr val="accent1">
                      <a:tint val="37000"/>
                      <a:satMod val="300000"/>
                    </a:schemeClr>
                  </a:gs>
                  <a:gs pos="100000">
                    <a:schemeClr val="accent1">
                      <a:tint val="15000"/>
                      <a:satMod val="350000"/>
                    </a:schemeClr>
                  </a:gs>
                </a:gsLst>
                <a:lin ang="16200000" scaled="1"/>
              </a:gradFill>
              <a:ln w="9525" cap="flat" cmpd="sng" algn="ctr">
                <a:solidFill>
                  <a:schemeClr val="accent1">
                    <a:shade val="95000"/>
                    <a:satMod val="105000"/>
                  </a:schemeClr>
                </a:solidFill>
                <a:prstDash val="solid"/>
                <a:headEnd type="none" w="med" len="med"/>
                <a:tailEnd type="none" w="med" len="med"/>
              </a:ln>
              <a:effectLst>
                <a:outerShdw blurRad="40000" dist="20000" dir="5400000" rotWithShape="0">
                  <a:srgbClr val="000000">
                    <a:alpha val="38000"/>
                  </a:srgbClr>
                </a:outerShdw>
              </a:effectLst>
            </p:spPr>
            <p:txBody>
              <a:bodyPr vert="horz" wrap="square" lIns="91440" tIns="45720" rIns="91440" bIns="45720" numCol="1" rtlCol="0" anchor="ctr" anchorCtr="0" compatLnSpc="1">
                <a:normAutofit/>
              </a:bodyPr>
              <a:lstStyle/>
              <a:p>
                <a:pPr marL="0" marR="0" lvl="0" indent="0" algn="ctr" defTabSz="914400" eaLnBrk="1" fontAlgn="base" latinLnBrk="0" hangingPunct="1">
                  <a:lnSpc>
                    <a:spcPct val="100000"/>
                  </a:lnSpc>
                  <a:spcBef>
                    <a:spcPct val="0"/>
                  </a:spcBef>
                  <a:spcAft>
                    <a:spcPct val="0"/>
                  </a:spcAft>
                  <a:buClrTx/>
                  <a:buSzTx/>
                  <a:buFontTx/>
                  <a:buNone/>
                  <a:defRPr/>
                </a:pPr>
                <a:r>
                  <a:rPr kumimoji="0" lang="zh-CN" altLang="en-US" sz="900" b="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操作元数据</a:t>
                </a:r>
                <a:endParaRPr kumimoji="0" lang="zh-CN" altLang="en-US" sz="900" b="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p:txBody>
          </p:sp>
          <p:sp>
            <p:nvSpPr>
              <p:cNvPr id="213" name="矩形 212"/>
              <p:cNvSpPr/>
              <p:nvPr>
                <p:custDataLst>
                  <p:tags r:id="rId37"/>
                </p:custDataLst>
              </p:nvPr>
            </p:nvSpPr>
            <p:spPr bwMode="auto">
              <a:xfrm>
                <a:off x="6444207" y="5920764"/>
                <a:ext cx="936104" cy="293150"/>
              </a:xfrm>
              <a:prstGeom prst="rect">
                <a:avLst/>
              </a:prstGeom>
              <a:gradFill rotWithShape="1">
                <a:gsLst>
                  <a:gs pos="0">
                    <a:schemeClr val="accent1">
                      <a:tint val="50000"/>
                      <a:satMod val="300000"/>
                    </a:schemeClr>
                  </a:gs>
                  <a:gs pos="35000">
                    <a:schemeClr val="accent1">
                      <a:tint val="37000"/>
                      <a:satMod val="300000"/>
                    </a:schemeClr>
                  </a:gs>
                  <a:gs pos="100000">
                    <a:schemeClr val="accent1">
                      <a:tint val="15000"/>
                      <a:satMod val="350000"/>
                    </a:schemeClr>
                  </a:gs>
                </a:gsLst>
                <a:lin ang="16200000" scaled="1"/>
              </a:gradFill>
              <a:ln w="9525" cap="flat" cmpd="sng" algn="ctr">
                <a:solidFill>
                  <a:schemeClr val="accent1">
                    <a:shade val="95000"/>
                    <a:satMod val="105000"/>
                  </a:schemeClr>
                </a:solidFill>
                <a:prstDash val="solid"/>
                <a:headEnd type="none" w="med" len="med"/>
                <a:tailEnd type="none" w="med" len="med"/>
              </a:ln>
              <a:effectLst>
                <a:outerShdw blurRad="40000" dist="20000" dir="5400000" rotWithShape="0">
                  <a:srgbClr val="000000">
                    <a:alpha val="38000"/>
                  </a:srgbClr>
                </a:outerShdw>
              </a:effectLst>
            </p:spPr>
            <p:txBody>
              <a:bodyPr vert="horz" wrap="square" lIns="91440" tIns="45720" rIns="91440" bIns="45720" numCol="1" rtlCol="0" anchor="ctr" anchorCtr="0" compatLnSpc="1">
                <a:normAutofit/>
              </a:bodyPr>
              <a:lstStyle/>
              <a:p>
                <a:pPr marL="0" marR="0" lvl="0" indent="0" algn="ctr" defTabSz="914400" eaLnBrk="1" fontAlgn="base" latinLnBrk="0" hangingPunct="1">
                  <a:lnSpc>
                    <a:spcPct val="100000"/>
                  </a:lnSpc>
                  <a:spcBef>
                    <a:spcPct val="0"/>
                  </a:spcBef>
                  <a:spcAft>
                    <a:spcPct val="0"/>
                  </a:spcAft>
                  <a:buClrTx/>
                  <a:buSzTx/>
                  <a:buFontTx/>
                  <a:buNone/>
                  <a:defRPr/>
                </a:pPr>
                <a:r>
                  <a:rPr kumimoji="0" lang="zh-CN" altLang="en-US" sz="900" b="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管理元数据</a:t>
                </a:r>
                <a:endParaRPr kumimoji="0" lang="zh-CN" altLang="en-US" sz="900" b="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p:txBody>
          </p:sp>
          <p:sp>
            <p:nvSpPr>
              <p:cNvPr id="214" name="TextBox 32"/>
              <p:cNvSpPr txBox="1">
                <a:spLocks noChangeArrowheads="1"/>
              </p:cNvSpPr>
              <p:nvPr>
                <p:custDataLst>
                  <p:tags r:id="rId38"/>
                </p:custDataLst>
              </p:nvPr>
            </p:nvSpPr>
            <p:spPr bwMode="auto">
              <a:xfrm>
                <a:off x="6300192" y="4332155"/>
                <a:ext cx="1224136" cy="3359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0" tIns="45715" rIns="91430" bIns="45715">
                <a:spAutoFit/>
              </a:bodyPr>
              <a:lstStyle>
                <a:lvl1pPr eaLnBrk="0" hangingPunct="0">
                  <a:spcBef>
                    <a:spcPct val="20000"/>
                  </a:spcBef>
                  <a:buFont typeface="Wingdings" panose="05000000000000000000" pitchFamily="2" charset="2"/>
                  <a:buChar char="q"/>
                  <a:defRPr sz="2800" b="1">
                    <a:solidFill>
                      <a:schemeClr val="tx1"/>
                    </a:solidFill>
                    <a:latin typeface="Arial" panose="020B0604020202020204" pitchFamily="34" charset="0"/>
                    <a:ea typeface="华文细黑" panose="02010600040101010101" pitchFamily="2" charset="-122"/>
                  </a:defRPr>
                </a:lvl1pPr>
                <a:lvl2pPr marL="742950" indent="-285750" eaLnBrk="0" hangingPunct="0">
                  <a:spcBef>
                    <a:spcPct val="20000"/>
                  </a:spcBef>
                  <a:buSzPct val="75000"/>
                  <a:buFont typeface="Wingdings" panose="05000000000000000000" pitchFamily="2" charset="2"/>
                  <a:buChar char="Ø"/>
                  <a:defRPr sz="2800">
                    <a:solidFill>
                      <a:schemeClr val="tx1"/>
                    </a:solidFill>
                    <a:latin typeface="Arial" panose="020B0604020202020204" pitchFamily="34" charset="0"/>
                    <a:ea typeface="华文细黑" panose="0201060004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华文细黑" panose="02010600040101010101" pitchFamily="2" charset="-122"/>
                  </a:defRPr>
                </a:lvl3pPr>
                <a:lvl4pPr marL="1600200" indent="-228600" eaLnBrk="0" hangingPunct="0">
                  <a:spcBef>
                    <a:spcPct val="20000"/>
                  </a:spcBef>
                  <a:buChar char="–"/>
                  <a:defRPr>
                    <a:solidFill>
                      <a:schemeClr val="tx1"/>
                    </a:solidFill>
                    <a:latin typeface="Arial" panose="020B0604020202020204" pitchFamily="34" charset="0"/>
                    <a:ea typeface="华文细黑" panose="02010600040101010101" pitchFamily="2" charset="-122"/>
                  </a:defRPr>
                </a:lvl4pPr>
                <a:lvl5pPr marL="2057400" indent="-228600" eaLnBrk="0" hangingPunct="0">
                  <a:spcBef>
                    <a:spcPct val="20000"/>
                  </a:spcBef>
                  <a:buClr>
                    <a:schemeClr val="tx2"/>
                  </a:buClr>
                  <a:buChar char="o"/>
                  <a:defRPr sz="1600">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20000"/>
                  </a:spcBef>
                  <a:spcAft>
                    <a:spcPct val="0"/>
                  </a:spcAft>
                  <a:buClr>
                    <a:schemeClr val="tx2"/>
                  </a:buClr>
                  <a:buChar char="o"/>
                  <a:defRPr sz="1600">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20000"/>
                  </a:spcBef>
                  <a:spcAft>
                    <a:spcPct val="0"/>
                  </a:spcAft>
                  <a:buClr>
                    <a:schemeClr val="tx2"/>
                  </a:buClr>
                  <a:buChar char="o"/>
                  <a:defRPr sz="1600">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20000"/>
                  </a:spcBef>
                  <a:spcAft>
                    <a:spcPct val="0"/>
                  </a:spcAft>
                  <a:buClr>
                    <a:schemeClr val="tx2"/>
                  </a:buClr>
                  <a:buChar char="o"/>
                  <a:defRPr sz="1600">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20000"/>
                  </a:spcBef>
                  <a:spcAft>
                    <a:spcPct val="0"/>
                  </a:spcAft>
                  <a:buClr>
                    <a:schemeClr val="tx2"/>
                  </a:buClr>
                  <a:buChar char="o"/>
                  <a:defRPr sz="1600">
                    <a:solidFill>
                      <a:schemeClr val="tx1"/>
                    </a:solidFill>
                    <a:latin typeface="Arial" panose="020B0604020202020204" pitchFamily="34" charset="0"/>
                    <a:ea typeface="华文细黑" panose="02010600040101010101" pitchFamily="2" charset="-122"/>
                  </a:defRPr>
                </a:lvl9pPr>
              </a:lstStyle>
              <a:p>
                <a:pPr marL="0" marR="0" lvl="0" indent="0" algn="ctr" defTabSz="914400" eaLnBrk="1" fontAlgn="auto" latinLnBrk="0" hangingPunct="1">
                  <a:lnSpc>
                    <a:spcPct val="100000"/>
                  </a:lnSpc>
                  <a:spcBef>
                    <a:spcPct val="0"/>
                  </a:spcBef>
                  <a:spcAft>
                    <a:spcPts val="0"/>
                  </a:spcAft>
                  <a:buClrTx/>
                  <a:buSzTx/>
                  <a:buFontTx/>
                  <a:buNone/>
                  <a:defRPr/>
                </a:pPr>
                <a:r>
                  <a:rPr kumimoji="0" lang="zh-CN" altLang="en-US" sz="1600" b="1"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rPr>
                  <a:t>元数据</a:t>
                </a:r>
                <a:endParaRPr kumimoji="0" lang="zh-CN" altLang="en-US" sz="1600" b="1"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endParaRPr>
              </a:p>
            </p:txBody>
          </p:sp>
        </p:grpSp>
        <p:sp>
          <p:nvSpPr>
            <p:cNvPr id="215" name="左箭头 214"/>
            <p:cNvSpPr/>
            <p:nvPr>
              <p:custDataLst>
                <p:tags r:id="rId39"/>
              </p:custDataLst>
            </p:nvPr>
          </p:nvSpPr>
          <p:spPr bwMode="auto">
            <a:xfrm>
              <a:off x="10828" y="7905"/>
              <a:ext cx="1588" cy="737"/>
            </a:xfrm>
            <a:prstGeom prst="leftArrow">
              <a:avLst/>
            </a:prstGeom>
            <a:gradFill rotWithShape="1">
              <a:gsLst>
                <a:gs pos="0">
                  <a:schemeClr val="accent2">
                    <a:tint val="50000"/>
                    <a:satMod val="300000"/>
                  </a:schemeClr>
                </a:gs>
                <a:gs pos="35000">
                  <a:schemeClr val="accent2">
                    <a:tint val="37000"/>
                    <a:satMod val="300000"/>
                  </a:schemeClr>
                </a:gs>
                <a:gs pos="100000">
                  <a:schemeClr val="accent2">
                    <a:tint val="15000"/>
                    <a:satMod val="350000"/>
                  </a:schemeClr>
                </a:gs>
              </a:gsLst>
              <a:lin ang="16200000" scaled="1"/>
            </a:gradFill>
            <a:ln w="9525" cap="flat" cmpd="sng" algn="ctr">
              <a:solidFill>
                <a:schemeClr val="accent2">
                  <a:shade val="95000"/>
                  <a:satMod val="105000"/>
                </a:schemeClr>
              </a:solidFill>
              <a:prstDash val="solid"/>
              <a:headEnd type="none" w="med" len="med"/>
              <a:tailEnd type="none" w="med" len="med"/>
            </a:ln>
            <a:effectLst>
              <a:outerShdw blurRad="40000" dist="20000" dir="5400000" rotWithShape="0">
                <a:srgbClr val="000000">
                  <a:alpha val="38000"/>
                </a:srgbClr>
              </a:outerShdw>
            </a:effectLst>
          </p:spPr>
          <p:txBody>
            <a:bodyPr vert="horz" wrap="square" lIns="91440" tIns="45720" rIns="91440" bIns="45720" numCol="1" rtlCol="0" anchor="t" anchorCtr="0" compatLnSpc="1"/>
            <a:lstStyle/>
            <a:p>
              <a:pPr marL="0" marR="0" lvl="0" indent="0" algn="r"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cs typeface="+mn-cs"/>
              </a:endParaRPr>
            </a:p>
          </p:txBody>
        </p:sp>
        <p:sp>
          <p:nvSpPr>
            <p:cNvPr id="216" name="矩形 215"/>
            <p:cNvSpPr/>
            <p:nvPr>
              <p:custDataLst>
                <p:tags r:id="rId40"/>
              </p:custDataLst>
            </p:nvPr>
          </p:nvSpPr>
          <p:spPr>
            <a:xfrm>
              <a:off x="10857" y="8552"/>
              <a:ext cx="1693" cy="483"/>
            </a:xfrm>
            <a:prstGeom prst="rect">
              <a:avLst/>
            </a:prstGeom>
          </p:spPr>
          <p:txBody>
            <a:bodyPr wrap="square">
              <a:spAutoFit/>
            </a:bodyPr>
            <a:lstStyle/>
            <a:p>
              <a:pPr algn="ctr">
                <a:spcBef>
                  <a:spcPct val="0"/>
                </a:spcBef>
              </a:pPr>
              <a:r>
                <a:rPr lang="zh-CN" altLang="en-US" sz="1400" b="1" dirty="0">
                  <a:solidFill>
                    <a:schemeClr val="tx1"/>
                  </a:solidFill>
                  <a:latin typeface="微软雅黑" panose="020B0503020204020204" pitchFamily="34" charset="-122"/>
                  <a:ea typeface="微软雅黑" panose="020B0503020204020204" pitchFamily="34" charset="-122"/>
                </a:rPr>
                <a:t>描述、理解</a:t>
              </a:r>
              <a:endParaRPr lang="zh-CN" altLang="en-US" sz="1400" b="1" dirty="0">
                <a:solidFill>
                  <a:schemeClr val="tx1"/>
                </a:solidFill>
                <a:latin typeface="微软雅黑" panose="020B0503020204020204" pitchFamily="34" charset="-122"/>
                <a:ea typeface="微软雅黑" panose="020B0503020204020204" pitchFamily="34" charset="-122"/>
              </a:endParaRPr>
            </a:p>
          </p:txBody>
        </p:sp>
        <p:grpSp>
          <p:nvGrpSpPr>
            <p:cNvPr id="217" name="组合 216"/>
            <p:cNvGrpSpPr/>
            <p:nvPr/>
          </p:nvGrpSpPr>
          <p:grpSpPr>
            <a:xfrm>
              <a:off x="12301" y="2003"/>
              <a:ext cx="1928" cy="3439"/>
              <a:chOff x="6286965" y="1272116"/>
              <a:chExt cx="1224136" cy="2183710"/>
            </a:xfrm>
          </p:grpSpPr>
          <p:sp>
            <p:nvSpPr>
              <p:cNvPr id="218" name="圆角矩形 217"/>
              <p:cNvSpPr/>
              <p:nvPr>
                <p:custDataLst>
                  <p:tags r:id="rId41"/>
                </p:custDataLst>
              </p:nvPr>
            </p:nvSpPr>
            <p:spPr bwMode="auto">
              <a:xfrm>
                <a:off x="6286965" y="1272116"/>
                <a:ext cx="1224136" cy="2183710"/>
              </a:xfrm>
              <a:prstGeom prst="roundRect">
                <a:avLst/>
              </a:prstGeom>
              <a:solidFill>
                <a:srgbClr val="FFFFFF"/>
              </a:solidFill>
              <a:ln w="25400" cap="flat" cmpd="sng" algn="ctr">
                <a:solidFill>
                  <a:schemeClr val="accent1"/>
                </a:solidFill>
                <a:prstDash val="solid"/>
                <a:headEnd type="none" w="med" len="med"/>
                <a:tailEnd type="none" w="med" len="med"/>
              </a:ln>
              <a:effectLst/>
            </p:spPr>
            <p:txBody>
              <a:bodyPr vert="horz" wrap="square" lIns="91440" tIns="45720" rIns="91440" bIns="45720" numCol="1" rtlCol="0" anchor="t" anchorCtr="0" compatLnSpc="1"/>
              <a:lstStyle/>
              <a:p>
                <a:pPr marL="0" marR="0" lvl="0" indent="0" algn="r"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cs typeface="+mn-cs"/>
                </a:endParaRPr>
              </a:p>
            </p:txBody>
          </p:sp>
          <p:sp>
            <p:nvSpPr>
              <p:cNvPr id="219" name="矩形 218"/>
              <p:cNvSpPr/>
              <p:nvPr>
                <p:custDataLst>
                  <p:tags r:id="rId42"/>
                </p:custDataLst>
              </p:nvPr>
            </p:nvSpPr>
            <p:spPr bwMode="auto">
              <a:xfrm>
                <a:off x="6424988" y="1602125"/>
                <a:ext cx="936104" cy="293150"/>
              </a:xfrm>
              <a:prstGeom prst="rect">
                <a:avLst/>
              </a:prstGeom>
              <a:gradFill rotWithShape="1">
                <a:gsLst>
                  <a:gs pos="0">
                    <a:schemeClr val="accent1">
                      <a:tint val="50000"/>
                      <a:satMod val="300000"/>
                    </a:schemeClr>
                  </a:gs>
                  <a:gs pos="35000">
                    <a:schemeClr val="accent1">
                      <a:tint val="37000"/>
                      <a:satMod val="300000"/>
                    </a:schemeClr>
                  </a:gs>
                  <a:gs pos="100000">
                    <a:schemeClr val="accent1">
                      <a:tint val="15000"/>
                      <a:satMod val="350000"/>
                    </a:schemeClr>
                  </a:gs>
                </a:gsLst>
                <a:lin ang="16200000" scaled="1"/>
              </a:gradFill>
              <a:ln w="9525" cap="flat" cmpd="sng" algn="ctr">
                <a:solidFill>
                  <a:schemeClr val="accent1">
                    <a:shade val="95000"/>
                    <a:satMod val="105000"/>
                  </a:schemeClr>
                </a:solidFill>
                <a:prstDash val="solid"/>
                <a:headEnd type="none" w="med" len="med"/>
                <a:tailEnd type="none" w="med" len="med"/>
              </a:ln>
              <a:effectLst>
                <a:outerShdw blurRad="40000" dist="20000" dir="5400000" rotWithShape="0">
                  <a:srgbClr val="000000">
                    <a:alpha val="38000"/>
                  </a:srgbClr>
                </a:outerShdw>
              </a:effectLst>
            </p:spPr>
            <p:txBody>
              <a:bodyPr vert="horz" wrap="square" lIns="91440" tIns="45720" rIns="91440" bIns="45720" numCol="1" rtlCol="0" anchor="ctr" anchorCtr="0" compatLnSpc="1">
                <a:normAutofit/>
              </a:bodyPr>
              <a:lstStyle/>
              <a:p>
                <a:pPr marL="0" marR="0" lvl="0" indent="0" algn="ctr" defTabSz="914400" eaLnBrk="1" fontAlgn="base" latinLnBrk="0" hangingPunct="1">
                  <a:lnSpc>
                    <a:spcPct val="100000"/>
                  </a:lnSpc>
                  <a:spcBef>
                    <a:spcPct val="0"/>
                  </a:spcBef>
                  <a:spcAft>
                    <a:spcPct val="0"/>
                  </a:spcAft>
                  <a:buClrTx/>
                  <a:buSzTx/>
                  <a:buFontTx/>
                  <a:buNone/>
                  <a:defRPr/>
                </a:pPr>
                <a:r>
                  <a:rPr kumimoji="0" lang="zh-CN" altLang="en-US" sz="900" b="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业务术语</a:t>
                </a:r>
                <a:endParaRPr kumimoji="0" lang="zh-CN" altLang="en-US" sz="900" b="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p:txBody>
          </p:sp>
          <p:sp>
            <p:nvSpPr>
              <p:cNvPr id="220" name="矩形 219"/>
              <p:cNvSpPr/>
              <p:nvPr>
                <p:custDataLst>
                  <p:tags r:id="rId43"/>
                </p:custDataLst>
              </p:nvPr>
            </p:nvSpPr>
            <p:spPr bwMode="auto">
              <a:xfrm>
                <a:off x="6424988" y="1969556"/>
                <a:ext cx="936104" cy="293150"/>
              </a:xfrm>
              <a:prstGeom prst="rect">
                <a:avLst/>
              </a:prstGeom>
              <a:gradFill rotWithShape="1">
                <a:gsLst>
                  <a:gs pos="0">
                    <a:schemeClr val="accent1">
                      <a:tint val="50000"/>
                      <a:satMod val="300000"/>
                    </a:schemeClr>
                  </a:gs>
                  <a:gs pos="35000">
                    <a:schemeClr val="accent1">
                      <a:tint val="37000"/>
                      <a:satMod val="300000"/>
                    </a:schemeClr>
                  </a:gs>
                  <a:gs pos="100000">
                    <a:schemeClr val="accent1">
                      <a:tint val="15000"/>
                      <a:satMod val="350000"/>
                    </a:schemeClr>
                  </a:gs>
                </a:gsLst>
                <a:lin ang="16200000" scaled="1"/>
              </a:gradFill>
              <a:ln w="9525" cap="flat" cmpd="sng" algn="ctr">
                <a:solidFill>
                  <a:schemeClr val="accent1">
                    <a:shade val="95000"/>
                    <a:satMod val="105000"/>
                  </a:schemeClr>
                </a:solidFill>
                <a:prstDash val="solid"/>
                <a:headEnd type="none" w="med" len="med"/>
                <a:tailEnd type="none" w="med" len="med"/>
              </a:ln>
              <a:effectLst>
                <a:outerShdw blurRad="40000" dist="20000" dir="5400000" rotWithShape="0">
                  <a:srgbClr val="000000">
                    <a:alpha val="38000"/>
                  </a:srgbClr>
                </a:outerShdw>
              </a:effectLst>
            </p:spPr>
            <p:txBody>
              <a:bodyPr vert="horz" wrap="square" lIns="91440" tIns="45720" rIns="91440" bIns="45720" numCol="1" rtlCol="0" anchor="ctr" anchorCtr="0" compatLnSpc="1">
                <a:normAutofit/>
              </a:bodyPr>
              <a:lstStyle/>
              <a:p>
                <a:pPr marL="0" marR="0" lvl="0" indent="0" algn="ctr" defTabSz="914400" eaLnBrk="1" fontAlgn="base" latinLnBrk="0" hangingPunct="1">
                  <a:lnSpc>
                    <a:spcPct val="100000"/>
                  </a:lnSpc>
                  <a:spcBef>
                    <a:spcPct val="0"/>
                  </a:spcBef>
                  <a:spcAft>
                    <a:spcPct val="0"/>
                  </a:spcAft>
                  <a:buClrTx/>
                  <a:buSzTx/>
                  <a:buFontTx/>
                  <a:buNone/>
                  <a:defRPr/>
                </a:pPr>
                <a:r>
                  <a:rPr kumimoji="0" lang="zh-CN" altLang="en-US" sz="900" b="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数据模型</a:t>
                </a:r>
                <a:endParaRPr kumimoji="0" lang="zh-CN" altLang="en-US" sz="900" b="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p:txBody>
          </p:sp>
          <p:sp>
            <p:nvSpPr>
              <p:cNvPr id="221" name="矩形 220"/>
              <p:cNvSpPr/>
              <p:nvPr>
                <p:custDataLst>
                  <p:tags r:id="rId44"/>
                </p:custDataLst>
              </p:nvPr>
            </p:nvSpPr>
            <p:spPr bwMode="auto">
              <a:xfrm>
                <a:off x="6405769" y="2343474"/>
                <a:ext cx="936104" cy="293150"/>
              </a:xfrm>
              <a:prstGeom prst="rect">
                <a:avLst/>
              </a:prstGeom>
              <a:gradFill rotWithShape="1">
                <a:gsLst>
                  <a:gs pos="0">
                    <a:schemeClr val="accent1">
                      <a:tint val="50000"/>
                      <a:satMod val="300000"/>
                    </a:schemeClr>
                  </a:gs>
                  <a:gs pos="35000">
                    <a:schemeClr val="accent1">
                      <a:tint val="37000"/>
                      <a:satMod val="300000"/>
                    </a:schemeClr>
                  </a:gs>
                  <a:gs pos="100000">
                    <a:schemeClr val="accent1">
                      <a:tint val="15000"/>
                      <a:satMod val="350000"/>
                    </a:schemeClr>
                  </a:gs>
                </a:gsLst>
                <a:lin ang="16200000" scaled="1"/>
              </a:gradFill>
              <a:ln w="9525" cap="flat" cmpd="sng" algn="ctr">
                <a:solidFill>
                  <a:schemeClr val="accent1">
                    <a:shade val="95000"/>
                    <a:satMod val="105000"/>
                  </a:schemeClr>
                </a:solidFill>
                <a:prstDash val="solid"/>
                <a:headEnd type="none" w="med" len="med"/>
                <a:tailEnd type="none" w="med" len="med"/>
              </a:ln>
              <a:effectLst>
                <a:outerShdw blurRad="40000" dist="20000" dir="5400000" rotWithShape="0">
                  <a:srgbClr val="000000">
                    <a:alpha val="38000"/>
                  </a:srgbClr>
                </a:outerShdw>
              </a:effectLst>
            </p:spPr>
            <p:txBody>
              <a:bodyPr vert="horz" wrap="square" lIns="91440" tIns="45720" rIns="91440" bIns="45720" numCol="1" rtlCol="0" anchor="ctr" anchorCtr="0" compatLnSpc="1">
                <a:normAutofit/>
              </a:bodyPr>
              <a:lstStyle/>
              <a:p>
                <a:pPr marL="0" marR="0" lvl="0" indent="0" algn="ctr" defTabSz="914400" eaLnBrk="1" fontAlgn="base" latinLnBrk="0" hangingPunct="1">
                  <a:lnSpc>
                    <a:spcPct val="100000"/>
                  </a:lnSpc>
                  <a:spcBef>
                    <a:spcPct val="0"/>
                  </a:spcBef>
                  <a:spcAft>
                    <a:spcPct val="0"/>
                  </a:spcAft>
                  <a:buClrTx/>
                  <a:buSzTx/>
                  <a:buFontTx/>
                  <a:buNone/>
                  <a:defRPr/>
                </a:pPr>
                <a:r>
                  <a:rPr kumimoji="0" lang="zh-CN" altLang="en-US" sz="900" b="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数据元素</a:t>
                </a:r>
                <a:endParaRPr kumimoji="0" lang="zh-CN" altLang="en-US" sz="900" b="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p:txBody>
          </p:sp>
          <p:sp>
            <p:nvSpPr>
              <p:cNvPr id="222" name="矩形 221"/>
              <p:cNvSpPr/>
              <p:nvPr>
                <p:custDataLst>
                  <p:tags r:id="rId45"/>
                </p:custDataLst>
              </p:nvPr>
            </p:nvSpPr>
            <p:spPr bwMode="auto">
              <a:xfrm>
                <a:off x="6424988" y="2747422"/>
                <a:ext cx="936104" cy="293150"/>
              </a:xfrm>
              <a:prstGeom prst="rect">
                <a:avLst/>
              </a:prstGeom>
              <a:gradFill rotWithShape="1">
                <a:gsLst>
                  <a:gs pos="0">
                    <a:schemeClr val="accent1">
                      <a:tint val="50000"/>
                      <a:satMod val="300000"/>
                    </a:schemeClr>
                  </a:gs>
                  <a:gs pos="35000">
                    <a:schemeClr val="accent1">
                      <a:tint val="37000"/>
                      <a:satMod val="300000"/>
                    </a:schemeClr>
                  </a:gs>
                  <a:gs pos="100000">
                    <a:schemeClr val="accent1">
                      <a:tint val="15000"/>
                      <a:satMod val="350000"/>
                    </a:schemeClr>
                  </a:gs>
                </a:gsLst>
                <a:lin ang="16200000" scaled="1"/>
              </a:gradFill>
              <a:ln w="9525" cap="flat" cmpd="sng" algn="ctr">
                <a:solidFill>
                  <a:schemeClr val="accent1">
                    <a:shade val="95000"/>
                    <a:satMod val="105000"/>
                  </a:schemeClr>
                </a:solidFill>
                <a:prstDash val="solid"/>
                <a:headEnd type="none" w="med" len="med"/>
                <a:tailEnd type="none" w="med" len="med"/>
              </a:ln>
              <a:effectLst>
                <a:outerShdw blurRad="40000" dist="20000" dir="5400000" rotWithShape="0">
                  <a:srgbClr val="000000">
                    <a:alpha val="38000"/>
                  </a:srgbClr>
                </a:outerShdw>
              </a:effectLst>
            </p:spPr>
            <p:txBody>
              <a:bodyPr vert="horz" wrap="square" lIns="91440" tIns="45720" rIns="91440" bIns="45720" numCol="1" rtlCol="0" anchor="ctr" anchorCtr="0" compatLnSpc="1">
                <a:normAutofit/>
              </a:bodyPr>
              <a:lstStyle/>
              <a:p>
                <a:pPr marL="0" marR="0" lvl="0" indent="0" algn="ctr" defTabSz="914400" eaLnBrk="1" fontAlgn="base" latinLnBrk="0" hangingPunct="1">
                  <a:lnSpc>
                    <a:spcPct val="100000"/>
                  </a:lnSpc>
                  <a:spcBef>
                    <a:spcPct val="0"/>
                  </a:spcBef>
                  <a:spcAft>
                    <a:spcPct val="0"/>
                  </a:spcAft>
                  <a:buClrTx/>
                  <a:buSzTx/>
                  <a:buFontTx/>
                  <a:buNone/>
                  <a:defRPr/>
                </a:pPr>
                <a:r>
                  <a:rPr kumimoji="0" lang="zh-CN" altLang="en-US" sz="900" b="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参考数据</a:t>
                </a:r>
                <a:endParaRPr kumimoji="0" lang="zh-CN" altLang="en-US" sz="900" b="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p:txBody>
          </p:sp>
          <p:sp>
            <p:nvSpPr>
              <p:cNvPr id="223" name="矩形 222"/>
              <p:cNvSpPr/>
              <p:nvPr>
                <p:custDataLst>
                  <p:tags r:id="rId46"/>
                </p:custDataLst>
              </p:nvPr>
            </p:nvSpPr>
            <p:spPr bwMode="auto">
              <a:xfrm>
                <a:off x="6424988" y="3135850"/>
                <a:ext cx="936104" cy="293150"/>
              </a:xfrm>
              <a:prstGeom prst="rect">
                <a:avLst/>
              </a:prstGeom>
              <a:gradFill rotWithShape="1">
                <a:gsLst>
                  <a:gs pos="0">
                    <a:schemeClr val="accent1">
                      <a:tint val="50000"/>
                      <a:satMod val="300000"/>
                    </a:schemeClr>
                  </a:gs>
                  <a:gs pos="35000">
                    <a:schemeClr val="accent1">
                      <a:tint val="37000"/>
                      <a:satMod val="300000"/>
                    </a:schemeClr>
                  </a:gs>
                  <a:gs pos="100000">
                    <a:schemeClr val="accent1">
                      <a:tint val="15000"/>
                      <a:satMod val="350000"/>
                    </a:schemeClr>
                  </a:gs>
                </a:gsLst>
                <a:lin ang="16200000" scaled="1"/>
              </a:gradFill>
              <a:ln w="9525" cap="flat" cmpd="sng" algn="ctr">
                <a:solidFill>
                  <a:schemeClr val="accent1">
                    <a:shade val="95000"/>
                    <a:satMod val="105000"/>
                  </a:schemeClr>
                </a:solidFill>
                <a:prstDash val="solid"/>
                <a:headEnd type="none" w="med" len="med"/>
                <a:tailEnd type="none" w="med" len="med"/>
              </a:ln>
              <a:effectLst>
                <a:outerShdw blurRad="40000" dist="20000" dir="5400000" rotWithShape="0">
                  <a:srgbClr val="000000">
                    <a:alpha val="38000"/>
                  </a:srgbClr>
                </a:outerShdw>
              </a:effectLst>
            </p:spPr>
            <p:txBody>
              <a:bodyPr vert="horz" wrap="square" lIns="91440" tIns="45720" rIns="91440" bIns="45720" numCol="1" rtlCol="0" anchor="ctr" anchorCtr="0" compatLnSpc="1">
                <a:normAutofit/>
              </a:bodyPr>
              <a:lstStyle/>
              <a:p>
                <a:pPr marL="0" marR="0" lvl="0" indent="0" algn="ctr" defTabSz="914400" eaLnBrk="1" fontAlgn="base" latinLnBrk="0" hangingPunct="1">
                  <a:lnSpc>
                    <a:spcPct val="100000"/>
                  </a:lnSpc>
                  <a:spcBef>
                    <a:spcPct val="0"/>
                  </a:spcBef>
                  <a:spcAft>
                    <a:spcPct val="0"/>
                  </a:spcAft>
                  <a:buClrTx/>
                  <a:buSzTx/>
                  <a:buFontTx/>
                  <a:buNone/>
                  <a:defRPr/>
                </a:pPr>
                <a:r>
                  <a:rPr kumimoji="0" lang="zh-CN" altLang="en-US" sz="900" b="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指标</a:t>
                </a:r>
                <a:endParaRPr kumimoji="0" lang="zh-CN" altLang="en-US" sz="900" b="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p:txBody>
          </p:sp>
          <p:sp>
            <p:nvSpPr>
              <p:cNvPr id="224" name="TextBox 32"/>
              <p:cNvSpPr txBox="1">
                <a:spLocks noChangeArrowheads="1"/>
              </p:cNvSpPr>
              <p:nvPr>
                <p:custDataLst>
                  <p:tags r:id="rId47"/>
                </p:custDataLst>
              </p:nvPr>
            </p:nvSpPr>
            <p:spPr bwMode="auto">
              <a:xfrm>
                <a:off x="6286965" y="1290466"/>
                <a:ext cx="1224136" cy="3359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0" tIns="45715" rIns="91430" bIns="45715">
                <a:spAutoFit/>
              </a:bodyPr>
              <a:lstStyle>
                <a:lvl1pPr eaLnBrk="0" hangingPunct="0">
                  <a:spcBef>
                    <a:spcPct val="20000"/>
                  </a:spcBef>
                  <a:buFont typeface="Wingdings" panose="05000000000000000000" pitchFamily="2" charset="2"/>
                  <a:buChar char="q"/>
                  <a:defRPr sz="2800" b="1">
                    <a:solidFill>
                      <a:schemeClr val="tx1"/>
                    </a:solidFill>
                    <a:latin typeface="Arial" panose="020B0604020202020204" pitchFamily="34" charset="0"/>
                    <a:ea typeface="华文细黑" panose="02010600040101010101" pitchFamily="2" charset="-122"/>
                  </a:defRPr>
                </a:lvl1pPr>
                <a:lvl2pPr marL="742950" indent="-285750" eaLnBrk="0" hangingPunct="0">
                  <a:spcBef>
                    <a:spcPct val="20000"/>
                  </a:spcBef>
                  <a:buSzPct val="75000"/>
                  <a:buFont typeface="Wingdings" panose="05000000000000000000" pitchFamily="2" charset="2"/>
                  <a:buChar char="Ø"/>
                  <a:defRPr sz="2800">
                    <a:solidFill>
                      <a:schemeClr val="tx1"/>
                    </a:solidFill>
                    <a:latin typeface="Arial" panose="020B0604020202020204" pitchFamily="34" charset="0"/>
                    <a:ea typeface="华文细黑" panose="0201060004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华文细黑" panose="02010600040101010101" pitchFamily="2" charset="-122"/>
                  </a:defRPr>
                </a:lvl3pPr>
                <a:lvl4pPr marL="1600200" indent="-228600" eaLnBrk="0" hangingPunct="0">
                  <a:spcBef>
                    <a:spcPct val="20000"/>
                  </a:spcBef>
                  <a:buChar char="–"/>
                  <a:defRPr>
                    <a:solidFill>
                      <a:schemeClr val="tx1"/>
                    </a:solidFill>
                    <a:latin typeface="Arial" panose="020B0604020202020204" pitchFamily="34" charset="0"/>
                    <a:ea typeface="华文细黑" panose="02010600040101010101" pitchFamily="2" charset="-122"/>
                  </a:defRPr>
                </a:lvl4pPr>
                <a:lvl5pPr marL="2057400" indent="-228600" eaLnBrk="0" hangingPunct="0">
                  <a:spcBef>
                    <a:spcPct val="20000"/>
                  </a:spcBef>
                  <a:buClr>
                    <a:schemeClr val="tx2"/>
                  </a:buClr>
                  <a:buChar char="o"/>
                  <a:defRPr sz="1600">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20000"/>
                  </a:spcBef>
                  <a:spcAft>
                    <a:spcPct val="0"/>
                  </a:spcAft>
                  <a:buClr>
                    <a:schemeClr val="tx2"/>
                  </a:buClr>
                  <a:buChar char="o"/>
                  <a:defRPr sz="1600">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20000"/>
                  </a:spcBef>
                  <a:spcAft>
                    <a:spcPct val="0"/>
                  </a:spcAft>
                  <a:buClr>
                    <a:schemeClr val="tx2"/>
                  </a:buClr>
                  <a:buChar char="o"/>
                  <a:defRPr sz="1600">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20000"/>
                  </a:spcBef>
                  <a:spcAft>
                    <a:spcPct val="0"/>
                  </a:spcAft>
                  <a:buClr>
                    <a:schemeClr val="tx2"/>
                  </a:buClr>
                  <a:buChar char="o"/>
                  <a:defRPr sz="1600">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20000"/>
                  </a:spcBef>
                  <a:spcAft>
                    <a:spcPct val="0"/>
                  </a:spcAft>
                  <a:buClr>
                    <a:schemeClr val="tx2"/>
                  </a:buClr>
                  <a:buChar char="o"/>
                  <a:defRPr sz="1600">
                    <a:solidFill>
                      <a:schemeClr val="tx1"/>
                    </a:solidFill>
                    <a:latin typeface="Arial" panose="020B0604020202020204" pitchFamily="34" charset="0"/>
                    <a:ea typeface="华文细黑" panose="02010600040101010101" pitchFamily="2" charset="-122"/>
                  </a:defRPr>
                </a:lvl9pPr>
              </a:lstStyle>
              <a:p>
                <a:pPr marL="0" marR="0" lvl="0" indent="0" algn="ctr" defTabSz="914400" eaLnBrk="1" fontAlgn="auto" latinLnBrk="0" hangingPunct="1">
                  <a:lnSpc>
                    <a:spcPct val="100000"/>
                  </a:lnSpc>
                  <a:spcBef>
                    <a:spcPct val="0"/>
                  </a:spcBef>
                  <a:spcAft>
                    <a:spcPts val="0"/>
                  </a:spcAft>
                  <a:buClrTx/>
                  <a:buSzTx/>
                  <a:buFontTx/>
                  <a:buNone/>
                  <a:defRPr/>
                </a:pPr>
                <a:r>
                  <a:rPr kumimoji="0" lang="zh-CN" altLang="en-US" sz="1600" b="1"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rPr>
                  <a:t>数据标准</a:t>
                </a:r>
                <a:endParaRPr kumimoji="0" lang="zh-CN" altLang="en-US" sz="1600" b="1"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endParaRPr>
              </a:p>
            </p:txBody>
          </p:sp>
        </p:grpSp>
        <p:sp>
          <p:nvSpPr>
            <p:cNvPr id="225" name="上下箭头 224"/>
            <p:cNvSpPr/>
            <p:nvPr>
              <p:custDataLst>
                <p:tags r:id="rId48"/>
              </p:custDataLst>
            </p:nvPr>
          </p:nvSpPr>
          <p:spPr bwMode="auto">
            <a:xfrm rot="2617682">
              <a:off x="11517" y="5171"/>
              <a:ext cx="605" cy="1925"/>
            </a:xfrm>
            <a:prstGeom prst="upDownArrow">
              <a:avLst/>
            </a:prstGeom>
            <a:gradFill rotWithShape="1">
              <a:gsLst>
                <a:gs pos="0">
                  <a:schemeClr val="accent2">
                    <a:tint val="50000"/>
                    <a:satMod val="300000"/>
                  </a:schemeClr>
                </a:gs>
                <a:gs pos="35000">
                  <a:schemeClr val="accent2">
                    <a:tint val="37000"/>
                    <a:satMod val="300000"/>
                  </a:schemeClr>
                </a:gs>
                <a:gs pos="100000">
                  <a:schemeClr val="accent2">
                    <a:tint val="15000"/>
                    <a:satMod val="350000"/>
                  </a:schemeClr>
                </a:gs>
              </a:gsLst>
              <a:lin ang="16200000" scaled="1"/>
            </a:gradFill>
            <a:ln w="9525" cap="flat" cmpd="sng" algn="ctr">
              <a:solidFill>
                <a:schemeClr val="accent2">
                  <a:shade val="95000"/>
                  <a:satMod val="105000"/>
                </a:schemeClr>
              </a:solidFill>
              <a:prstDash val="solid"/>
              <a:headEnd type="none" w="med" len="med"/>
              <a:tailEnd type="none" w="med" len="med"/>
            </a:ln>
            <a:effectLst>
              <a:outerShdw blurRad="40000" dist="20000" dir="5400000" rotWithShape="0">
                <a:srgbClr val="000000">
                  <a:alpha val="38000"/>
                </a:srgbClr>
              </a:outerShdw>
            </a:effectLst>
          </p:spPr>
          <p:txBody>
            <a:bodyPr vert="horz" wrap="square" lIns="91440" tIns="45720" rIns="91440" bIns="45720" numCol="1" rtlCol="0" anchor="t" anchorCtr="0" compatLnSpc="1"/>
            <a:lstStyle/>
            <a:p>
              <a:pPr marL="0" marR="0" lvl="0" indent="0" algn="r"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cs typeface="+mn-cs"/>
              </a:endParaRPr>
            </a:p>
          </p:txBody>
        </p:sp>
        <p:sp>
          <p:nvSpPr>
            <p:cNvPr id="226" name="上下箭头 225"/>
            <p:cNvSpPr/>
            <p:nvPr>
              <p:custDataLst>
                <p:tags r:id="rId49"/>
              </p:custDataLst>
            </p:nvPr>
          </p:nvSpPr>
          <p:spPr bwMode="auto">
            <a:xfrm rot="5400000">
              <a:off x="11432" y="2967"/>
              <a:ext cx="605" cy="1423"/>
            </a:xfrm>
            <a:prstGeom prst="upDownArrow">
              <a:avLst/>
            </a:prstGeom>
            <a:gradFill rotWithShape="1">
              <a:gsLst>
                <a:gs pos="0">
                  <a:schemeClr val="accent2">
                    <a:tint val="50000"/>
                    <a:satMod val="300000"/>
                  </a:schemeClr>
                </a:gs>
                <a:gs pos="35000">
                  <a:schemeClr val="accent2">
                    <a:tint val="37000"/>
                    <a:satMod val="300000"/>
                  </a:schemeClr>
                </a:gs>
                <a:gs pos="100000">
                  <a:schemeClr val="accent2">
                    <a:tint val="15000"/>
                    <a:satMod val="350000"/>
                  </a:schemeClr>
                </a:gs>
              </a:gsLst>
              <a:lin ang="16200000" scaled="1"/>
            </a:gradFill>
            <a:ln w="9525" cap="flat" cmpd="sng" algn="ctr">
              <a:solidFill>
                <a:schemeClr val="accent2">
                  <a:shade val="95000"/>
                  <a:satMod val="105000"/>
                </a:schemeClr>
              </a:solidFill>
              <a:prstDash val="solid"/>
              <a:headEnd type="none" w="med" len="med"/>
              <a:tailEnd type="none" w="med" len="med"/>
            </a:ln>
            <a:effectLst>
              <a:outerShdw blurRad="40000" dist="20000" dir="5400000" rotWithShape="0">
                <a:srgbClr val="000000">
                  <a:alpha val="38000"/>
                </a:srgbClr>
              </a:outerShdw>
            </a:effectLst>
          </p:spPr>
          <p:txBody>
            <a:bodyPr vert="horz" wrap="square" lIns="91440" tIns="45720" rIns="91440" bIns="45720" numCol="1" rtlCol="0" anchor="t" anchorCtr="0" compatLnSpc="1"/>
            <a:lstStyle/>
            <a:p>
              <a:pPr marL="0" marR="0" lvl="0" indent="0" algn="r"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p:txBody>
        </p:sp>
        <p:sp>
          <p:nvSpPr>
            <p:cNvPr id="227" name="TextBox 32"/>
            <p:cNvSpPr txBox="1">
              <a:spLocks noChangeArrowheads="1"/>
            </p:cNvSpPr>
            <p:nvPr>
              <p:custDataLst>
                <p:tags r:id="rId50"/>
              </p:custDataLst>
            </p:nvPr>
          </p:nvSpPr>
          <p:spPr bwMode="auto">
            <a:xfrm>
              <a:off x="10851" y="2985"/>
              <a:ext cx="1595" cy="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0" tIns="45715" rIns="91430" bIns="45715">
              <a:spAutoFit/>
            </a:bodyPr>
            <a:lstStyle>
              <a:lvl1pPr eaLnBrk="0" hangingPunct="0">
                <a:spcBef>
                  <a:spcPct val="20000"/>
                </a:spcBef>
                <a:buFont typeface="Wingdings" panose="05000000000000000000" pitchFamily="2" charset="2"/>
                <a:buChar char="q"/>
                <a:defRPr sz="2800" b="1">
                  <a:solidFill>
                    <a:schemeClr val="tx1"/>
                  </a:solidFill>
                  <a:latin typeface="Arial" panose="020B0604020202020204" pitchFamily="34" charset="0"/>
                  <a:ea typeface="华文细黑" panose="02010600040101010101" pitchFamily="2" charset="-122"/>
                </a:defRPr>
              </a:lvl1pPr>
              <a:lvl2pPr marL="742950" indent="-285750" eaLnBrk="0" hangingPunct="0">
                <a:spcBef>
                  <a:spcPct val="20000"/>
                </a:spcBef>
                <a:buSzPct val="75000"/>
                <a:buFont typeface="Wingdings" panose="05000000000000000000" pitchFamily="2" charset="2"/>
                <a:buChar char="Ø"/>
                <a:defRPr sz="2800">
                  <a:solidFill>
                    <a:schemeClr val="tx1"/>
                  </a:solidFill>
                  <a:latin typeface="Arial" panose="020B0604020202020204" pitchFamily="34" charset="0"/>
                  <a:ea typeface="华文细黑" panose="0201060004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华文细黑" panose="02010600040101010101" pitchFamily="2" charset="-122"/>
                </a:defRPr>
              </a:lvl3pPr>
              <a:lvl4pPr marL="1600200" indent="-228600" eaLnBrk="0" hangingPunct="0">
                <a:spcBef>
                  <a:spcPct val="20000"/>
                </a:spcBef>
                <a:buChar char="–"/>
                <a:defRPr>
                  <a:solidFill>
                    <a:schemeClr val="tx1"/>
                  </a:solidFill>
                  <a:latin typeface="Arial" panose="020B0604020202020204" pitchFamily="34" charset="0"/>
                  <a:ea typeface="华文细黑" panose="02010600040101010101" pitchFamily="2" charset="-122"/>
                </a:defRPr>
              </a:lvl4pPr>
              <a:lvl5pPr marL="2057400" indent="-228600" eaLnBrk="0" hangingPunct="0">
                <a:spcBef>
                  <a:spcPct val="20000"/>
                </a:spcBef>
                <a:buClr>
                  <a:schemeClr val="tx2"/>
                </a:buClr>
                <a:buChar char="o"/>
                <a:defRPr sz="1600">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20000"/>
                </a:spcBef>
                <a:spcAft>
                  <a:spcPct val="0"/>
                </a:spcAft>
                <a:buClr>
                  <a:schemeClr val="tx2"/>
                </a:buClr>
                <a:buChar char="o"/>
                <a:defRPr sz="1600">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20000"/>
                </a:spcBef>
                <a:spcAft>
                  <a:spcPct val="0"/>
                </a:spcAft>
                <a:buClr>
                  <a:schemeClr val="tx2"/>
                </a:buClr>
                <a:buChar char="o"/>
                <a:defRPr sz="1600">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20000"/>
                </a:spcBef>
                <a:spcAft>
                  <a:spcPct val="0"/>
                </a:spcAft>
                <a:buClr>
                  <a:schemeClr val="tx2"/>
                </a:buClr>
                <a:buChar char="o"/>
                <a:defRPr sz="1600">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20000"/>
                </a:spcBef>
                <a:spcAft>
                  <a:spcPct val="0"/>
                </a:spcAft>
                <a:buClr>
                  <a:schemeClr val="tx2"/>
                </a:buClr>
                <a:buChar char="o"/>
                <a:defRPr sz="1600">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buFontTx/>
                <a:buNone/>
              </a:pPr>
              <a:r>
                <a:rPr lang="zh-CN" altLang="en-US" sz="1200" dirty="0">
                  <a:solidFill>
                    <a:schemeClr val="tx1"/>
                  </a:solidFill>
                  <a:latin typeface="微软雅黑" panose="020B0503020204020204" pitchFamily="34" charset="-122"/>
                  <a:ea typeface="微软雅黑" panose="020B0503020204020204" pitchFamily="34" charset="-122"/>
                </a:rPr>
                <a:t>制定依据</a:t>
              </a:r>
              <a:endParaRPr lang="zh-CN" altLang="en-US" sz="1200" dirty="0">
                <a:solidFill>
                  <a:schemeClr val="tx1"/>
                </a:solidFill>
                <a:latin typeface="微软雅黑" panose="020B0503020204020204" pitchFamily="34" charset="-122"/>
                <a:ea typeface="微软雅黑" panose="020B0503020204020204" pitchFamily="34" charset="-122"/>
              </a:endParaRPr>
            </a:p>
          </p:txBody>
        </p:sp>
        <p:sp>
          <p:nvSpPr>
            <p:cNvPr id="228" name="TextBox 32"/>
            <p:cNvSpPr txBox="1">
              <a:spLocks noChangeArrowheads="1"/>
            </p:cNvSpPr>
            <p:nvPr>
              <p:custDataLst>
                <p:tags r:id="rId51"/>
              </p:custDataLst>
            </p:nvPr>
          </p:nvSpPr>
          <p:spPr bwMode="auto">
            <a:xfrm>
              <a:off x="10847" y="5740"/>
              <a:ext cx="1595" cy="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0" tIns="45715" rIns="91430" bIns="45715">
              <a:spAutoFit/>
            </a:bodyPr>
            <a:lstStyle>
              <a:lvl1pPr eaLnBrk="0" hangingPunct="0">
                <a:spcBef>
                  <a:spcPct val="20000"/>
                </a:spcBef>
                <a:buFont typeface="Wingdings" panose="05000000000000000000" pitchFamily="2" charset="2"/>
                <a:buChar char="q"/>
                <a:defRPr sz="2800" b="1">
                  <a:solidFill>
                    <a:schemeClr val="tx1"/>
                  </a:solidFill>
                  <a:latin typeface="Arial" panose="020B0604020202020204" pitchFamily="34" charset="0"/>
                  <a:ea typeface="华文细黑" panose="02010600040101010101" pitchFamily="2" charset="-122"/>
                </a:defRPr>
              </a:lvl1pPr>
              <a:lvl2pPr marL="742950" indent="-285750" eaLnBrk="0" hangingPunct="0">
                <a:spcBef>
                  <a:spcPct val="20000"/>
                </a:spcBef>
                <a:buSzPct val="75000"/>
                <a:buFont typeface="Wingdings" panose="05000000000000000000" pitchFamily="2" charset="2"/>
                <a:buChar char="Ø"/>
                <a:defRPr sz="2800">
                  <a:solidFill>
                    <a:schemeClr val="tx1"/>
                  </a:solidFill>
                  <a:latin typeface="Arial" panose="020B0604020202020204" pitchFamily="34" charset="0"/>
                  <a:ea typeface="华文细黑" panose="0201060004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华文细黑" panose="02010600040101010101" pitchFamily="2" charset="-122"/>
                </a:defRPr>
              </a:lvl3pPr>
              <a:lvl4pPr marL="1600200" indent="-228600" eaLnBrk="0" hangingPunct="0">
                <a:spcBef>
                  <a:spcPct val="20000"/>
                </a:spcBef>
                <a:buChar char="–"/>
                <a:defRPr>
                  <a:solidFill>
                    <a:schemeClr val="tx1"/>
                  </a:solidFill>
                  <a:latin typeface="Arial" panose="020B0604020202020204" pitchFamily="34" charset="0"/>
                  <a:ea typeface="华文细黑" panose="02010600040101010101" pitchFamily="2" charset="-122"/>
                </a:defRPr>
              </a:lvl4pPr>
              <a:lvl5pPr marL="2057400" indent="-228600" eaLnBrk="0" hangingPunct="0">
                <a:spcBef>
                  <a:spcPct val="20000"/>
                </a:spcBef>
                <a:buClr>
                  <a:schemeClr val="tx2"/>
                </a:buClr>
                <a:buChar char="o"/>
                <a:defRPr sz="1600">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20000"/>
                </a:spcBef>
                <a:spcAft>
                  <a:spcPct val="0"/>
                </a:spcAft>
                <a:buClr>
                  <a:schemeClr val="tx2"/>
                </a:buClr>
                <a:buChar char="o"/>
                <a:defRPr sz="1600">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20000"/>
                </a:spcBef>
                <a:spcAft>
                  <a:spcPct val="0"/>
                </a:spcAft>
                <a:buClr>
                  <a:schemeClr val="tx2"/>
                </a:buClr>
                <a:buChar char="o"/>
                <a:defRPr sz="1600">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20000"/>
                </a:spcBef>
                <a:spcAft>
                  <a:spcPct val="0"/>
                </a:spcAft>
                <a:buClr>
                  <a:schemeClr val="tx2"/>
                </a:buClr>
                <a:buChar char="o"/>
                <a:defRPr sz="1600">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20000"/>
                </a:spcBef>
                <a:spcAft>
                  <a:spcPct val="0"/>
                </a:spcAft>
                <a:buClr>
                  <a:schemeClr val="tx2"/>
                </a:buClr>
                <a:buChar char="o"/>
                <a:defRPr sz="1600">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buFontTx/>
                <a:buNone/>
              </a:pPr>
              <a:r>
                <a:rPr lang="zh-CN" altLang="en-US" sz="1200" dirty="0">
                  <a:solidFill>
                    <a:schemeClr val="tx1"/>
                  </a:solidFill>
                  <a:latin typeface="微软雅黑" panose="020B0503020204020204" pitchFamily="34" charset="-122"/>
                  <a:ea typeface="微软雅黑" panose="020B0503020204020204" pitchFamily="34" charset="-122"/>
                </a:rPr>
                <a:t>制定依据</a:t>
              </a:r>
              <a:endParaRPr lang="zh-CN" altLang="en-US" sz="1200" dirty="0">
                <a:solidFill>
                  <a:schemeClr val="tx1"/>
                </a:solidFill>
                <a:latin typeface="微软雅黑" panose="020B0503020204020204" pitchFamily="34" charset="-122"/>
                <a:ea typeface="微软雅黑" panose="020B0503020204020204" pitchFamily="34" charset="-122"/>
              </a:endParaRPr>
            </a:p>
          </p:txBody>
        </p:sp>
        <p:sp>
          <p:nvSpPr>
            <p:cNvPr id="229" name="TextBox 32"/>
            <p:cNvSpPr txBox="1">
              <a:spLocks noChangeArrowheads="1"/>
            </p:cNvSpPr>
            <p:nvPr>
              <p:custDataLst>
                <p:tags r:id="rId52"/>
              </p:custDataLst>
            </p:nvPr>
          </p:nvSpPr>
          <p:spPr bwMode="auto">
            <a:xfrm>
              <a:off x="12428" y="5774"/>
              <a:ext cx="1595" cy="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0" tIns="45715" rIns="91430" bIns="45715">
              <a:spAutoFit/>
            </a:bodyPr>
            <a:lstStyle>
              <a:lvl1pPr eaLnBrk="0" hangingPunct="0">
                <a:spcBef>
                  <a:spcPct val="20000"/>
                </a:spcBef>
                <a:buFont typeface="Wingdings" panose="05000000000000000000" pitchFamily="2" charset="2"/>
                <a:buChar char="q"/>
                <a:defRPr sz="2800" b="1">
                  <a:solidFill>
                    <a:schemeClr val="tx1"/>
                  </a:solidFill>
                  <a:latin typeface="Arial" panose="020B0604020202020204" pitchFamily="34" charset="0"/>
                  <a:ea typeface="华文细黑" panose="02010600040101010101" pitchFamily="2" charset="-122"/>
                </a:defRPr>
              </a:lvl1pPr>
              <a:lvl2pPr marL="742950" indent="-285750" eaLnBrk="0" hangingPunct="0">
                <a:spcBef>
                  <a:spcPct val="20000"/>
                </a:spcBef>
                <a:buSzPct val="75000"/>
                <a:buFont typeface="Wingdings" panose="05000000000000000000" pitchFamily="2" charset="2"/>
                <a:buChar char="Ø"/>
                <a:defRPr sz="2800">
                  <a:solidFill>
                    <a:schemeClr val="tx1"/>
                  </a:solidFill>
                  <a:latin typeface="Arial" panose="020B0604020202020204" pitchFamily="34" charset="0"/>
                  <a:ea typeface="华文细黑" panose="0201060004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华文细黑" panose="02010600040101010101" pitchFamily="2" charset="-122"/>
                </a:defRPr>
              </a:lvl3pPr>
              <a:lvl4pPr marL="1600200" indent="-228600" eaLnBrk="0" hangingPunct="0">
                <a:spcBef>
                  <a:spcPct val="20000"/>
                </a:spcBef>
                <a:buChar char="–"/>
                <a:defRPr>
                  <a:solidFill>
                    <a:schemeClr val="tx1"/>
                  </a:solidFill>
                  <a:latin typeface="Arial" panose="020B0604020202020204" pitchFamily="34" charset="0"/>
                  <a:ea typeface="华文细黑" panose="02010600040101010101" pitchFamily="2" charset="-122"/>
                </a:defRPr>
              </a:lvl4pPr>
              <a:lvl5pPr marL="2057400" indent="-228600" eaLnBrk="0" hangingPunct="0">
                <a:spcBef>
                  <a:spcPct val="20000"/>
                </a:spcBef>
                <a:buClr>
                  <a:schemeClr val="tx2"/>
                </a:buClr>
                <a:buChar char="o"/>
                <a:defRPr sz="1600">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20000"/>
                </a:spcBef>
                <a:spcAft>
                  <a:spcPct val="0"/>
                </a:spcAft>
                <a:buClr>
                  <a:schemeClr val="tx2"/>
                </a:buClr>
                <a:buChar char="o"/>
                <a:defRPr sz="1600">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20000"/>
                </a:spcBef>
                <a:spcAft>
                  <a:spcPct val="0"/>
                </a:spcAft>
                <a:buClr>
                  <a:schemeClr val="tx2"/>
                </a:buClr>
                <a:buChar char="o"/>
                <a:defRPr sz="1600">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20000"/>
                </a:spcBef>
                <a:spcAft>
                  <a:spcPct val="0"/>
                </a:spcAft>
                <a:buClr>
                  <a:schemeClr val="tx2"/>
                </a:buClr>
                <a:buChar char="o"/>
                <a:defRPr sz="1600">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20000"/>
                </a:spcBef>
                <a:spcAft>
                  <a:spcPct val="0"/>
                </a:spcAft>
                <a:buClr>
                  <a:schemeClr val="tx2"/>
                </a:buClr>
                <a:buChar char="o"/>
                <a:defRPr sz="1600">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buFontTx/>
                <a:buNone/>
              </a:pPr>
              <a:r>
                <a:rPr lang="zh-CN" altLang="en-US" sz="1200" dirty="0">
                  <a:solidFill>
                    <a:schemeClr val="tx1"/>
                  </a:solidFill>
                  <a:latin typeface="微软雅黑" panose="020B0503020204020204" pitchFamily="34" charset="-122"/>
                  <a:ea typeface="微软雅黑" panose="020B0503020204020204" pitchFamily="34" charset="-122"/>
                </a:rPr>
                <a:t>制定依据</a:t>
              </a:r>
              <a:endParaRPr lang="zh-CN" altLang="en-US" sz="1200" dirty="0">
                <a:solidFill>
                  <a:schemeClr val="tx1"/>
                </a:solidFill>
                <a:latin typeface="微软雅黑" panose="020B0503020204020204" pitchFamily="34" charset="-122"/>
                <a:ea typeface="微软雅黑" panose="020B0503020204020204" pitchFamily="34" charset="-122"/>
              </a:endParaRPr>
            </a:p>
          </p:txBody>
        </p:sp>
        <p:grpSp>
          <p:nvGrpSpPr>
            <p:cNvPr id="230" name="组合 229"/>
            <p:cNvGrpSpPr/>
            <p:nvPr/>
          </p:nvGrpSpPr>
          <p:grpSpPr>
            <a:xfrm>
              <a:off x="14703" y="4440"/>
              <a:ext cx="1928" cy="3101"/>
              <a:chOff x="7812360" y="2819324"/>
              <a:chExt cx="1224136" cy="1968994"/>
            </a:xfrm>
          </p:grpSpPr>
          <p:sp>
            <p:nvSpPr>
              <p:cNvPr id="231" name="圆角矩形 230"/>
              <p:cNvSpPr/>
              <p:nvPr>
                <p:custDataLst>
                  <p:tags r:id="rId53"/>
                </p:custDataLst>
              </p:nvPr>
            </p:nvSpPr>
            <p:spPr bwMode="auto">
              <a:xfrm>
                <a:off x="7812360" y="2819324"/>
                <a:ext cx="1224136" cy="1968994"/>
              </a:xfrm>
              <a:prstGeom prst="roundRect">
                <a:avLst/>
              </a:prstGeom>
              <a:solidFill>
                <a:srgbClr val="FFFFFF"/>
              </a:solidFill>
              <a:ln w="25400" cap="flat" cmpd="sng" algn="ctr">
                <a:solidFill>
                  <a:schemeClr val="accent1"/>
                </a:solidFill>
                <a:prstDash val="solid"/>
                <a:headEnd type="none" w="med" len="med"/>
                <a:tailEnd type="none" w="med" len="med"/>
              </a:ln>
              <a:effectLst/>
            </p:spPr>
            <p:txBody>
              <a:bodyPr vert="horz" wrap="square" lIns="91440" tIns="45720" rIns="91440" bIns="45720" numCol="1" rtlCol="0" anchor="t" anchorCtr="0" compatLnSpc="1"/>
              <a:lstStyle/>
              <a:p>
                <a:pPr marL="0" marR="0" lvl="0" indent="0" algn="r"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cs typeface="+mn-cs"/>
                </a:endParaRPr>
              </a:p>
            </p:txBody>
          </p:sp>
          <p:sp>
            <p:nvSpPr>
              <p:cNvPr id="232" name="矩形 231"/>
              <p:cNvSpPr/>
              <p:nvPr>
                <p:custDataLst>
                  <p:tags r:id="rId54"/>
                </p:custDataLst>
              </p:nvPr>
            </p:nvSpPr>
            <p:spPr bwMode="auto">
              <a:xfrm>
                <a:off x="7950383" y="3149333"/>
                <a:ext cx="936104" cy="293150"/>
              </a:xfrm>
              <a:prstGeom prst="rect">
                <a:avLst/>
              </a:prstGeom>
              <a:gradFill rotWithShape="1">
                <a:gsLst>
                  <a:gs pos="0">
                    <a:schemeClr val="accent1">
                      <a:tint val="50000"/>
                      <a:satMod val="300000"/>
                    </a:schemeClr>
                  </a:gs>
                  <a:gs pos="35000">
                    <a:schemeClr val="accent1">
                      <a:tint val="37000"/>
                      <a:satMod val="300000"/>
                    </a:schemeClr>
                  </a:gs>
                  <a:gs pos="100000">
                    <a:schemeClr val="accent1">
                      <a:tint val="15000"/>
                      <a:satMod val="350000"/>
                    </a:schemeClr>
                  </a:gs>
                </a:gsLst>
                <a:lin ang="16200000" scaled="1"/>
              </a:gradFill>
              <a:ln w="9525" cap="flat" cmpd="sng" algn="ctr">
                <a:solidFill>
                  <a:schemeClr val="accent1">
                    <a:shade val="95000"/>
                    <a:satMod val="105000"/>
                  </a:schemeClr>
                </a:solidFill>
                <a:prstDash val="solid"/>
                <a:headEnd type="none" w="med" len="med"/>
                <a:tailEnd type="none" w="med" len="med"/>
              </a:ln>
              <a:effectLst>
                <a:outerShdw blurRad="40000" dist="20000" dir="5400000" rotWithShape="0">
                  <a:srgbClr val="000000">
                    <a:alpha val="38000"/>
                  </a:srgbClr>
                </a:outerShdw>
              </a:effectLst>
            </p:spPr>
            <p:txBody>
              <a:bodyPr vert="horz" wrap="square" lIns="91440" tIns="45720" rIns="91440" bIns="45720" numCol="1" rtlCol="0" anchor="ctr" anchorCtr="0" compatLnSpc="1">
                <a:normAutofit/>
              </a:bodyPr>
              <a:lstStyle/>
              <a:p>
                <a:pPr marL="0" marR="0" lvl="0" indent="0" algn="ctr" defTabSz="914400" eaLnBrk="1" fontAlgn="base" latinLnBrk="0" hangingPunct="1">
                  <a:lnSpc>
                    <a:spcPct val="100000"/>
                  </a:lnSpc>
                  <a:spcBef>
                    <a:spcPct val="0"/>
                  </a:spcBef>
                  <a:spcAft>
                    <a:spcPct val="0"/>
                  </a:spcAft>
                  <a:buClrTx/>
                  <a:buSzTx/>
                  <a:buFontTx/>
                  <a:buNone/>
                  <a:defRPr/>
                </a:pPr>
                <a:r>
                  <a:rPr kumimoji="0" lang="zh-CN" altLang="en-US" sz="900" b="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数据质量定义</a:t>
                </a:r>
                <a:endParaRPr kumimoji="0" lang="zh-CN" altLang="en-US" sz="900" b="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p:txBody>
          </p:sp>
          <p:sp>
            <p:nvSpPr>
              <p:cNvPr id="233" name="矩形 232"/>
              <p:cNvSpPr/>
              <p:nvPr>
                <p:custDataLst>
                  <p:tags r:id="rId55"/>
                </p:custDataLst>
              </p:nvPr>
            </p:nvSpPr>
            <p:spPr bwMode="auto">
              <a:xfrm>
                <a:off x="7950383" y="3516764"/>
                <a:ext cx="936104" cy="293150"/>
              </a:xfrm>
              <a:prstGeom prst="rect">
                <a:avLst/>
              </a:prstGeom>
              <a:gradFill rotWithShape="1">
                <a:gsLst>
                  <a:gs pos="0">
                    <a:schemeClr val="accent1">
                      <a:tint val="50000"/>
                      <a:satMod val="300000"/>
                    </a:schemeClr>
                  </a:gs>
                  <a:gs pos="35000">
                    <a:schemeClr val="accent1">
                      <a:tint val="37000"/>
                      <a:satMod val="300000"/>
                    </a:schemeClr>
                  </a:gs>
                  <a:gs pos="100000">
                    <a:schemeClr val="accent1">
                      <a:tint val="15000"/>
                      <a:satMod val="350000"/>
                    </a:schemeClr>
                  </a:gs>
                </a:gsLst>
                <a:lin ang="16200000" scaled="1"/>
              </a:gradFill>
              <a:ln w="9525" cap="flat" cmpd="sng" algn="ctr">
                <a:solidFill>
                  <a:schemeClr val="accent1">
                    <a:shade val="95000"/>
                    <a:satMod val="105000"/>
                  </a:schemeClr>
                </a:solidFill>
                <a:prstDash val="solid"/>
                <a:headEnd type="none" w="med" len="med"/>
                <a:tailEnd type="none" w="med" len="med"/>
              </a:ln>
              <a:effectLst>
                <a:outerShdw blurRad="40000" dist="20000" dir="5400000" rotWithShape="0">
                  <a:srgbClr val="000000">
                    <a:alpha val="38000"/>
                  </a:srgbClr>
                </a:outerShdw>
              </a:effectLst>
            </p:spPr>
            <p:txBody>
              <a:bodyPr vert="horz" wrap="square" lIns="91440" tIns="45720" rIns="91440" bIns="45720" numCol="1" rtlCol="0" anchor="ctr" anchorCtr="0" compatLnSpc="1">
                <a:normAutofit/>
              </a:bodyPr>
              <a:lstStyle/>
              <a:p>
                <a:pPr marL="0" marR="0" lvl="0" indent="0" algn="ctr" defTabSz="914400" eaLnBrk="1" fontAlgn="base" latinLnBrk="0" hangingPunct="1">
                  <a:lnSpc>
                    <a:spcPct val="100000"/>
                  </a:lnSpc>
                  <a:spcBef>
                    <a:spcPct val="0"/>
                  </a:spcBef>
                  <a:spcAft>
                    <a:spcPct val="0"/>
                  </a:spcAft>
                  <a:buClrTx/>
                  <a:buSzTx/>
                  <a:buFontTx/>
                  <a:buNone/>
                  <a:defRPr/>
                </a:pPr>
                <a:r>
                  <a:rPr kumimoji="0" lang="zh-CN" altLang="en-US" sz="900" b="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数据质量检查</a:t>
                </a:r>
                <a:endParaRPr kumimoji="0" lang="zh-CN" altLang="en-US" sz="900" b="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p:txBody>
          </p:sp>
          <p:sp>
            <p:nvSpPr>
              <p:cNvPr id="234" name="矩形 233"/>
              <p:cNvSpPr/>
              <p:nvPr>
                <p:custDataLst>
                  <p:tags r:id="rId56"/>
                </p:custDataLst>
              </p:nvPr>
            </p:nvSpPr>
            <p:spPr bwMode="auto">
              <a:xfrm>
                <a:off x="7931164" y="3890682"/>
                <a:ext cx="936104" cy="293150"/>
              </a:xfrm>
              <a:prstGeom prst="rect">
                <a:avLst/>
              </a:prstGeom>
              <a:gradFill rotWithShape="1">
                <a:gsLst>
                  <a:gs pos="0">
                    <a:schemeClr val="accent1">
                      <a:tint val="50000"/>
                      <a:satMod val="300000"/>
                    </a:schemeClr>
                  </a:gs>
                  <a:gs pos="35000">
                    <a:schemeClr val="accent1">
                      <a:tint val="37000"/>
                      <a:satMod val="300000"/>
                    </a:schemeClr>
                  </a:gs>
                  <a:gs pos="100000">
                    <a:schemeClr val="accent1">
                      <a:tint val="15000"/>
                      <a:satMod val="350000"/>
                    </a:schemeClr>
                  </a:gs>
                </a:gsLst>
                <a:lin ang="16200000" scaled="1"/>
              </a:gradFill>
              <a:ln w="9525" cap="flat" cmpd="sng" algn="ctr">
                <a:solidFill>
                  <a:schemeClr val="accent1">
                    <a:shade val="95000"/>
                    <a:satMod val="105000"/>
                  </a:schemeClr>
                </a:solidFill>
                <a:prstDash val="solid"/>
                <a:headEnd type="none" w="med" len="med"/>
                <a:tailEnd type="none" w="med" len="med"/>
              </a:ln>
              <a:effectLst>
                <a:outerShdw blurRad="40000" dist="20000" dir="5400000" rotWithShape="0">
                  <a:srgbClr val="000000">
                    <a:alpha val="38000"/>
                  </a:srgbClr>
                </a:outerShdw>
              </a:effectLst>
            </p:spPr>
            <p:txBody>
              <a:bodyPr vert="horz" wrap="square" lIns="91440" tIns="45720" rIns="91440" bIns="45720" numCol="1" rtlCol="0" anchor="ctr" anchorCtr="0" compatLnSpc="1">
                <a:normAutofit/>
              </a:bodyPr>
              <a:lstStyle/>
              <a:p>
                <a:pPr marL="0" marR="0" lvl="0" indent="0" algn="ctr" defTabSz="914400" eaLnBrk="1" fontAlgn="base" latinLnBrk="0" hangingPunct="1">
                  <a:lnSpc>
                    <a:spcPct val="100000"/>
                  </a:lnSpc>
                  <a:spcBef>
                    <a:spcPct val="0"/>
                  </a:spcBef>
                  <a:spcAft>
                    <a:spcPct val="0"/>
                  </a:spcAft>
                  <a:buClrTx/>
                  <a:buSzTx/>
                  <a:buFontTx/>
                  <a:buNone/>
                  <a:defRPr/>
                </a:pPr>
                <a:r>
                  <a:rPr kumimoji="0" lang="zh-CN" altLang="en-US" sz="900" b="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数据质量报告</a:t>
                </a:r>
                <a:endParaRPr kumimoji="0" lang="zh-CN" altLang="en-US" sz="900" b="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p:txBody>
          </p:sp>
          <p:sp>
            <p:nvSpPr>
              <p:cNvPr id="235" name="矩形 234"/>
              <p:cNvSpPr/>
              <p:nvPr>
                <p:custDataLst>
                  <p:tags r:id="rId57"/>
                </p:custDataLst>
              </p:nvPr>
            </p:nvSpPr>
            <p:spPr bwMode="auto">
              <a:xfrm>
                <a:off x="7950383" y="4294630"/>
                <a:ext cx="936104" cy="293150"/>
              </a:xfrm>
              <a:prstGeom prst="rect">
                <a:avLst/>
              </a:prstGeom>
              <a:gradFill rotWithShape="1">
                <a:gsLst>
                  <a:gs pos="0">
                    <a:schemeClr val="accent1">
                      <a:tint val="50000"/>
                      <a:satMod val="300000"/>
                    </a:schemeClr>
                  </a:gs>
                  <a:gs pos="35000">
                    <a:schemeClr val="accent1">
                      <a:tint val="37000"/>
                      <a:satMod val="300000"/>
                    </a:schemeClr>
                  </a:gs>
                  <a:gs pos="100000">
                    <a:schemeClr val="accent1">
                      <a:tint val="15000"/>
                      <a:satMod val="350000"/>
                    </a:schemeClr>
                  </a:gs>
                </a:gsLst>
                <a:lin ang="16200000" scaled="1"/>
              </a:gradFill>
              <a:ln w="9525" cap="flat" cmpd="sng" algn="ctr">
                <a:solidFill>
                  <a:schemeClr val="accent1">
                    <a:shade val="95000"/>
                    <a:satMod val="105000"/>
                  </a:schemeClr>
                </a:solidFill>
                <a:prstDash val="solid"/>
                <a:headEnd type="none" w="med" len="med"/>
                <a:tailEnd type="none" w="med" len="med"/>
              </a:ln>
              <a:effectLst>
                <a:outerShdw blurRad="40000" dist="20000" dir="5400000" rotWithShape="0">
                  <a:srgbClr val="000000">
                    <a:alpha val="38000"/>
                  </a:srgbClr>
                </a:outerShdw>
              </a:effectLst>
            </p:spPr>
            <p:txBody>
              <a:bodyPr vert="horz" wrap="square" lIns="91440" tIns="45720" rIns="91440" bIns="45720" numCol="1" rtlCol="0" anchor="ctr" anchorCtr="0" compatLnSpc="1">
                <a:normAutofit/>
              </a:bodyPr>
              <a:lstStyle/>
              <a:p>
                <a:pPr marL="0" marR="0" lvl="0" indent="0" algn="ctr" defTabSz="914400" eaLnBrk="1" fontAlgn="base" latinLnBrk="0" hangingPunct="1">
                  <a:lnSpc>
                    <a:spcPct val="100000"/>
                  </a:lnSpc>
                  <a:spcBef>
                    <a:spcPct val="0"/>
                  </a:spcBef>
                  <a:spcAft>
                    <a:spcPct val="0"/>
                  </a:spcAft>
                  <a:buClrTx/>
                  <a:buSzTx/>
                  <a:buFontTx/>
                  <a:buNone/>
                  <a:defRPr/>
                </a:pPr>
                <a:r>
                  <a:rPr kumimoji="0" lang="zh-CN" altLang="en-US" sz="900" b="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rPr>
                  <a:t>数据质量提升</a:t>
                </a:r>
                <a:endParaRPr kumimoji="0" lang="zh-CN" altLang="en-US" sz="900" b="0"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p:txBody>
          </p:sp>
          <p:sp>
            <p:nvSpPr>
              <p:cNvPr id="236" name="TextBox 32"/>
              <p:cNvSpPr txBox="1">
                <a:spLocks noChangeArrowheads="1"/>
              </p:cNvSpPr>
              <p:nvPr>
                <p:custDataLst>
                  <p:tags r:id="rId58"/>
                </p:custDataLst>
              </p:nvPr>
            </p:nvSpPr>
            <p:spPr bwMode="auto">
              <a:xfrm>
                <a:off x="7812360" y="2837674"/>
                <a:ext cx="1224136" cy="3359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0" tIns="45715" rIns="91430" bIns="45715">
                <a:spAutoFit/>
              </a:bodyPr>
              <a:lstStyle>
                <a:lvl1pPr eaLnBrk="0" hangingPunct="0">
                  <a:spcBef>
                    <a:spcPct val="20000"/>
                  </a:spcBef>
                  <a:buFont typeface="Wingdings" panose="05000000000000000000" pitchFamily="2" charset="2"/>
                  <a:buChar char="q"/>
                  <a:defRPr sz="2800" b="1">
                    <a:solidFill>
                      <a:schemeClr val="tx1"/>
                    </a:solidFill>
                    <a:latin typeface="Arial" panose="020B0604020202020204" pitchFamily="34" charset="0"/>
                    <a:ea typeface="华文细黑" panose="02010600040101010101" pitchFamily="2" charset="-122"/>
                  </a:defRPr>
                </a:lvl1pPr>
                <a:lvl2pPr marL="742950" indent="-285750" eaLnBrk="0" hangingPunct="0">
                  <a:spcBef>
                    <a:spcPct val="20000"/>
                  </a:spcBef>
                  <a:buSzPct val="75000"/>
                  <a:buFont typeface="Wingdings" panose="05000000000000000000" pitchFamily="2" charset="2"/>
                  <a:buChar char="Ø"/>
                  <a:defRPr sz="2800">
                    <a:solidFill>
                      <a:schemeClr val="tx1"/>
                    </a:solidFill>
                    <a:latin typeface="Arial" panose="020B0604020202020204" pitchFamily="34" charset="0"/>
                    <a:ea typeface="华文细黑" panose="0201060004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华文细黑" panose="02010600040101010101" pitchFamily="2" charset="-122"/>
                  </a:defRPr>
                </a:lvl3pPr>
                <a:lvl4pPr marL="1600200" indent="-228600" eaLnBrk="0" hangingPunct="0">
                  <a:spcBef>
                    <a:spcPct val="20000"/>
                  </a:spcBef>
                  <a:buChar char="–"/>
                  <a:defRPr>
                    <a:solidFill>
                      <a:schemeClr val="tx1"/>
                    </a:solidFill>
                    <a:latin typeface="Arial" panose="020B0604020202020204" pitchFamily="34" charset="0"/>
                    <a:ea typeface="华文细黑" panose="02010600040101010101" pitchFamily="2" charset="-122"/>
                  </a:defRPr>
                </a:lvl4pPr>
                <a:lvl5pPr marL="2057400" indent="-228600" eaLnBrk="0" hangingPunct="0">
                  <a:spcBef>
                    <a:spcPct val="20000"/>
                  </a:spcBef>
                  <a:buClr>
                    <a:schemeClr val="tx2"/>
                  </a:buClr>
                  <a:buChar char="o"/>
                  <a:defRPr sz="1600">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20000"/>
                  </a:spcBef>
                  <a:spcAft>
                    <a:spcPct val="0"/>
                  </a:spcAft>
                  <a:buClr>
                    <a:schemeClr val="tx2"/>
                  </a:buClr>
                  <a:buChar char="o"/>
                  <a:defRPr sz="1600">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20000"/>
                  </a:spcBef>
                  <a:spcAft>
                    <a:spcPct val="0"/>
                  </a:spcAft>
                  <a:buClr>
                    <a:schemeClr val="tx2"/>
                  </a:buClr>
                  <a:buChar char="o"/>
                  <a:defRPr sz="1600">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20000"/>
                  </a:spcBef>
                  <a:spcAft>
                    <a:spcPct val="0"/>
                  </a:spcAft>
                  <a:buClr>
                    <a:schemeClr val="tx2"/>
                  </a:buClr>
                  <a:buChar char="o"/>
                  <a:defRPr sz="1600">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20000"/>
                  </a:spcBef>
                  <a:spcAft>
                    <a:spcPct val="0"/>
                  </a:spcAft>
                  <a:buClr>
                    <a:schemeClr val="tx2"/>
                  </a:buClr>
                  <a:buChar char="o"/>
                  <a:defRPr sz="1600">
                    <a:solidFill>
                      <a:schemeClr val="tx1"/>
                    </a:solidFill>
                    <a:latin typeface="Arial" panose="020B0604020202020204" pitchFamily="34" charset="0"/>
                    <a:ea typeface="华文细黑" panose="02010600040101010101" pitchFamily="2" charset="-122"/>
                  </a:defRPr>
                </a:lvl9pPr>
              </a:lstStyle>
              <a:p>
                <a:pPr marL="0" marR="0" lvl="0" indent="0" algn="ctr" defTabSz="914400" eaLnBrk="1" fontAlgn="auto" latinLnBrk="0" hangingPunct="1">
                  <a:lnSpc>
                    <a:spcPct val="100000"/>
                  </a:lnSpc>
                  <a:spcBef>
                    <a:spcPct val="0"/>
                  </a:spcBef>
                  <a:spcAft>
                    <a:spcPts val="0"/>
                  </a:spcAft>
                  <a:buClrTx/>
                  <a:buSzTx/>
                  <a:buFontTx/>
                  <a:buNone/>
                  <a:defRPr/>
                </a:pPr>
                <a:r>
                  <a:rPr kumimoji="0" lang="zh-CN" altLang="en-US" sz="1600" b="1"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rPr>
                  <a:t>数据质量</a:t>
                </a:r>
                <a:endParaRPr kumimoji="0" lang="zh-CN" altLang="en-US" sz="1600" b="1"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endParaRPr>
              </a:p>
            </p:txBody>
          </p:sp>
        </p:grpSp>
        <p:sp>
          <p:nvSpPr>
            <p:cNvPr id="237" name="直角上箭头 236"/>
            <p:cNvSpPr/>
            <p:nvPr>
              <p:custDataLst>
                <p:tags r:id="rId59"/>
              </p:custDataLst>
            </p:nvPr>
          </p:nvSpPr>
          <p:spPr bwMode="auto">
            <a:xfrm>
              <a:off x="14363" y="7328"/>
              <a:ext cx="1474" cy="1240"/>
            </a:xfrm>
            <a:prstGeom prst="bentUpArrow">
              <a:avLst/>
            </a:prstGeom>
            <a:gradFill rotWithShape="1">
              <a:gsLst>
                <a:gs pos="0">
                  <a:schemeClr val="accent2">
                    <a:tint val="50000"/>
                    <a:satMod val="300000"/>
                  </a:schemeClr>
                </a:gs>
                <a:gs pos="35000">
                  <a:schemeClr val="accent2">
                    <a:tint val="37000"/>
                    <a:satMod val="300000"/>
                  </a:schemeClr>
                </a:gs>
                <a:gs pos="100000">
                  <a:schemeClr val="accent2">
                    <a:tint val="15000"/>
                    <a:satMod val="350000"/>
                  </a:schemeClr>
                </a:gs>
              </a:gsLst>
              <a:lin ang="16200000" scaled="1"/>
            </a:gradFill>
            <a:ln w="9525" cap="flat" cmpd="sng" algn="ctr">
              <a:solidFill>
                <a:schemeClr val="accent2">
                  <a:shade val="95000"/>
                  <a:satMod val="105000"/>
                </a:schemeClr>
              </a:solidFill>
              <a:prstDash val="solid"/>
              <a:headEnd type="none" w="med" len="med"/>
              <a:tailEnd type="none" w="med" len="med"/>
            </a:ln>
            <a:effectLst>
              <a:outerShdw blurRad="40000" dist="20000" dir="5400000" rotWithShape="0">
                <a:srgbClr val="000000">
                  <a:alpha val="38000"/>
                </a:srgbClr>
              </a:outerShdw>
            </a:effectLst>
          </p:spPr>
          <p:txBody>
            <a:bodyPr vert="horz" wrap="square" lIns="91440" tIns="45720" rIns="91440" bIns="45720" numCol="1" rtlCol="0" anchor="t" anchorCtr="0" compatLnSpc="1"/>
            <a:lstStyle/>
            <a:p>
              <a:pPr marL="0" marR="0" lvl="0" indent="0" algn="r"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cs typeface="+mn-cs"/>
              </a:endParaRPr>
            </a:p>
          </p:txBody>
        </p:sp>
        <p:sp>
          <p:nvSpPr>
            <p:cNvPr id="238" name="矩形 237"/>
            <p:cNvSpPr/>
            <p:nvPr>
              <p:custDataLst>
                <p:tags r:id="rId60"/>
              </p:custDataLst>
            </p:nvPr>
          </p:nvSpPr>
          <p:spPr>
            <a:xfrm>
              <a:off x="14363" y="8609"/>
              <a:ext cx="1412" cy="483"/>
            </a:xfrm>
            <a:prstGeom prst="rect">
              <a:avLst/>
            </a:prstGeom>
          </p:spPr>
          <p:txBody>
            <a:bodyPr wrap="square">
              <a:spAutoFit/>
            </a:bodyPr>
            <a:lstStyle/>
            <a:p>
              <a:r>
                <a:rPr lang="zh-CN" altLang="en-US" sz="1400" b="1" dirty="0">
                  <a:solidFill>
                    <a:schemeClr val="tx1"/>
                  </a:solidFill>
                  <a:latin typeface="微软雅黑" panose="020B0503020204020204" pitchFamily="34" charset="-122"/>
                  <a:ea typeface="微软雅黑" panose="020B0503020204020204" pitchFamily="34" charset="-122"/>
                </a:rPr>
                <a:t>描述数据</a:t>
              </a:r>
              <a:endParaRPr lang="zh-CN" altLang="en-US" sz="1400" b="1" dirty="0">
                <a:solidFill>
                  <a:schemeClr val="tx1"/>
                </a:solidFill>
                <a:latin typeface="微软雅黑" panose="020B0503020204020204" pitchFamily="34" charset="-122"/>
                <a:ea typeface="微软雅黑" panose="020B0503020204020204" pitchFamily="34" charset="-122"/>
              </a:endParaRPr>
            </a:p>
          </p:txBody>
        </p:sp>
        <p:sp>
          <p:nvSpPr>
            <p:cNvPr id="239" name="直角上箭头 238"/>
            <p:cNvSpPr/>
            <p:nvPr>
              <p:custDataLst>
                <p:tags r:id="rId61"/>
              </p:custDataLst>
            </p:nvPr>
          </p:nvSpPr>
          <p:spPr bwMode="auto">
            <a:xfrm flipV="1">
              <a:off x="14321" y="3188"/>
              <a:ext cx="1474" cy="1192"/>
            </a:xfrm>
            <a:prstGeom prst="bentUpArrow">
              <a:avLst/>
            </a:prstGeom>
            <a:gradFill rotWithShape="1">
              <a:gsLst>
                <a:gs pos="0">
                  <a:schemeClr val="accent2">
                    <a:tint val="50000"/>
                    <a:satMod val="300000"/>
                  </a:schemeClr>
                </a:gs>
                <a:gs pos="35000">
                  <a:schemeClr val="accent2">
                    <a:tint val="37000"/>
                    <a:satMod val="300000"/>
                  </a:schemeClr>
                </a:gs>
                <a:gs pos="100000">
                  <a:schemeClr val="accent2">
                    <a:tint val="15000"/>
                    <a:satMod val="350000"/>
                  </a:schemeClr>
                </a:gs>
              </a:gsLst>
              <a:lin ang="16200000" scaled="1"/>
            </a:gradFill>
            <a:ln w="9525" cap="flat" cmpd="sng" algn="ctr">
              <a:solidFill>
                <a:schemeClr val="accent2">
                  <a:shade val="95000"/>
                  <a:satMod val="105000"/>
                </a:schemeClr>
              </a:solidFill>
              <a:prstDash val="solid"/>
              <a:headEnd type="none" w="med" len="med"/>
              <a:tailEnd type="none" w="med" len="med"/>
            </a:ln>
            <a:effectLst>
              <a:outerShdw blurRad="40000" dist="20000" dir="5400000" rotWithShape="0">
                <a:srgbClr val="000000">
                  <a:alpha val="38000"/>
                </a:srgbClr>
              </a:outerShdw>
            </a:effectLst>
          </p:spPr>
          <p:txBody>
            <a:bodyPr vert="horz" wrap="square" lIns="91440" tIns="45720" rIns="91440" bIns="45720" numCol="1" rtlCol="0" anchor="t" anchorCtr="0" compatLnSpc="1"/>
            <a:lstStyle/>
            <a:p>
              <a:pPr marL="0" marR="0" lvl="0" indent="0" algn="r"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cs typeface="+mn-cs"/>
              </a:endParaRPr>
            </a:p>
          </p:txBody>
        </p:sp>
        <p:sp>
          <p:nvSpPr>
            <p:cNvPr id="240" name="矩形 239"/>
            <p:cNvSpPr/>
            <p:nvPr>
              <p:custDataLst>
                <p:tags r:id="rId62"/>
              </p:custDataLst>
            </p:nvPr>
          </p:nvSpPr>
          <p:spPr>
            <a:xfrm>
              <a:off x="14415" y="2692"/>
              <a:ext cx="1412" cy="483"/>
            </a:xfrm>
            <a:prstGeom prst="rect">
              <a:avLst/>
            </a:prstGeom>
          </p:spPr>
          <p:txBody>
            <a:bodyPr wrap="square">
              <a:spAutoFit/>
            </a:bodyPr>
            <a:lstStyle/>
            <a:p>
              <a:r>
                <a:rPr lang="zh-CN" altLang="en-US" sz="1400" b="1" dirty="0">
                  <a:solidFill>
                    <a:schemeClr val="tx1"/>
                  </a:solidFill>
                  <a:latin typeface="微软雅黑" panose="020B0503020204020204" pitchFamily="34" charset="-122"/>
                  <a:ea typeface="微软雅黑" panose="020B0503020204020204" pitchFamily="34" charset="-122"/>
                </a:rPr>
                <a:t>提供规则</a:t>
              </a:r>
              <a:endParaRPr lang="zh-CN" altLang="en-US" sz="1400" b="1" dirty="0">
                <a:solidFill>
                  <a:schemeClr val="tx1"/>
                </a:solidFill>
                <a:latin typeface="微软雅黑" panose="020B0503020204020204" pitchFamily="34" charset="-122"/>
                <a:ea typeface="微软雅黑" panose="020B0503020204020204" pitchFamily="34" charset="-122"/>
              </a:endParaRPr>
            </a:p>
          </p:txBody>
        </p:sp>
        <p:sp>
          <p:nvSpPr>
            <p:cNvPr id="241" name="直角上箭头 240"/>
            <p:cNvSpPr/>
            <p:nvPr>
              <p:custDataLst>
                <p:tags r:id="rId63"/>
              </p:custDataLst>
            </p:nvPr>
          </p:nvSpPr>
          <p:spPr bwMode="auto">
            <a:xfrm rot="5400000">
              <a:off x="4363" y="8687"/>
              <a:ext cx="1067" cy="1240"/>
            </a:xfrm>
            <a:prstGeom prst="bentUpArrow">
              <a:avLst/>
            </a:prstGeom>
            <a:gradFill rotWithShape="1">
              <a:gsLst>
                <a:gs pos="0">
                  <a:schemeClr val="accent2">
                    <a:tint val="50000"/>
                    <a:satMod val="300000"/>
                  </a:schemeClr>
                </a:gs>
                <a:gs pos="35000">
                  <a:schemeClr val="accent2">
                    <a:tint val="37000"/>
                    <a:satMod val="300000"/>
                  </a:schemeClr>
                </a:gs>
                <a:gs pos="100000">
                  <a:schemeClr val="accent2">
                    <a:tint val="15000"/>
                    <a:satMod val="350000"/>
                  </a:schemeClr>
                </a:gs>
              </a:gsLst>
              <a:lin ang="16200000" scaled="1"/>
            </a:gradFill>
            <a:ln w="9525" cap="flat" cmpd="sng" algn="ctr">
              <a:solidFill>
                <a:schemeClr val="accent2">
                  <a:shade val="95000"/>
                  <a:satMod val="105000"/>
                </a:schemeClr>
              </a:solidFill>
              <a:prstDash val="solid"/>
              <a:headEnd type="none" w="med" len="med"/>
              <a:tailEnd type="none" w="med" len="med"/>
            </a:ln>
            <a:effectLst>
              <a:outerShdw blurRad="40000" dist="20000" dir="5400000" rotWithShape="0">
                <a:srgbClr val="000000">
                  <a:alpha val="38000"/>
                </a:srgbClr>
              </a:outerShdw>
            </a:effectLst>
          </p:spPr>
          <p:txBody>
            <a:bodyPr vert="horz" wrap="square" lIns="91440" tIns="45720" rIns="91440" bIns="45720" numCol="1" rtlCol="0" anchor="t" anchorCtr="0" compatLnSpc="1"/>
            <a:lstStyle/>
            <a:p>
              <a:pPr marL="0" marR="0" lvl="0" indent="0" algn="r"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cs typeface="+mn-cs"/>
              </a:endParaRPr>
            </a:p>
          </p:txBody>
        </p:sp>
        <p:sp>
          <p:nvSpPr>
            <p:cNvPr id="242" name="矩形 241"/>
            <p:cNvSpPr/>
            <p:nvPr>
              <p:custDataLst>
                <p:tags r:id="rId64"/>
              </p:custDataLst>
            </p:nvPr>
          </p:nvSpPr>
          <p:spPr>
            <a:xfrm>
              <a:off x="3236" y="9619"/>
              <a:ext cx="2052" cy="483"/>
            </a:xfrm>
            <a:prstGeom prst="rect">
              <a:avLst/>
            </a:prstGeom>
          </p:spPr>
          <p:txBody>
            <a:bodyPr wrap="square">
              <a:spAutoFit/>
            </a:bodyPr>
            <a:lstStyle/>
            <a:p>
              <a:r>
                <a:rPr lang="zh-CN" altLang="en-US" sz="14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采集</a:t>
              </a:r>
              <a:r>
                <a:rPr lang="en-US" altLang="zh-CN" sz="14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4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记录数据</a:t>
              </a:r>
              <a:endParaRPr lang="zh-CN" altLang="en-US" sz="1400"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43" name="上下箭头 242"/>
            <p:cNvSpPr/>
            <p:nvPr>
              <p:custDataLst>
                <p:tags r:id="rId65"/>
              </p:custDataLst>
            </p:nvPr>
          </p:nvSpPr>
          <p:spPr bwMode="auto">
            <a:xfrm rot="5400000">
              <a:off x="8461" y="1679"/>
              <a:ext cx="605" cy="7075"/>
            </a:xfrm>
            <a:prstGeom prst="upDownArrow">
              <a:avLst/>
            </a:prstGeom>
            <a:gradFill rotWithShape="1">
              <a:gsLst>
                <a:gs pos="0">
                  <a:schemeClr val="accent2">
                    <a:tint val="50000"/>
                    <a:satMod val="300000"/>
                  </a:schemeClr>
                </a:gs>
                <a:gs pos="35000">
                  <a:schemeClr val="accent2">
                    <a:tint val="37000"/>
                    <a:satMod val="300000"/>
                  </a:schemeClr>
                </a:gs>
                <a:gs pos="100000">
                  <a:schemeClr val="accent2">
                    <a:tint val="15000"/>
                    <a:satMod val="350000"/>
                  </a:schemeClr>
                </a:gs>
              </a:gsLst>
              <a:lin ang="16200000" scaled="1"/>
            </a:gradFill>
            <a:ln w="9525" cap="flat" cmpd="sng" algn="ctr">
              <a:solidFill>
                <a:schemeClr val="accent2">
                  <a:shade val="95000"/>
                  <a:satMod val="105000"/>
                </a:schemeClr>
              </a:solidFill>
              <a:prstDash val="solid"/>
              <a:headEnd type="none" w="med" len="med"/>
              <a:tailEnd type="none" w="med" len="med"/>
            </a:ln>
            <a:effectLst>
              <a:outerShdw blurRad="40000" dist="20000" dir="5400000" rotWithShape="0">
                <a:srgbClr val="000000">
                  <a:alpha val="38000"/>
                </a:srgbClr>
              </a:outerShdw>
            </a:effectLst>
          </p:spPr>
          <p:txBody>
            <a:bodyPr vert="horz" wrap="square" lIns="91440" tIns="45720" rIns="91440" bIns="45720" numCol="1" rtlCol="0" anchor="t" anchorCtr="0" compatLnSpc="1"/>
            <a:lstStyle/>
            <a:p>
              <a:pPr marL="0" marR="0" lvl="0" indent="0" algn="r"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cs typeface="+mn-cs"/>
              </a:endParaRPr>
            </a:p>
          </p:txBody>
        </p:sp>
        <p:sp>
          <p:nvSpPr>
            <p:cNvPr id="244" name="上下箭头 243"/>
            <p:cNvSpPr/>
            <p:nvPr>
              <p:custDataLst>
                <p:tags r:id="rId66"/>
              </p:custDataLst>
            </p:nvPr>
          </p:nvSpPr>
          <p:spPr bwMode="auto">
            <a:xfrm>
              <a:off x="6862" y="4735"/>
              <a:ext cx="605" cy="1859"/>
            </a:xfrm>
            <a:prstGeom prst="upDownArrow">
              <a:avLst/>
            </a:prstGeom>
            <a:gradFill rotWithShape="1">
              <a:gsLst>
                <a:gs pos="0">
                  <a:schemeClr val="accent2">
                    <a:tint val="50000"/>
                    <a:satMod val="300000"/>
                  </a:schemeClr>
                </a:gs>
                <a:gs pos="35000">
                  <a:schemeClr val="accent2">
                    <a:tint val="37000"/>
                    <a:satMod val="300000"/>
                  </a:schemeClr>
                </a:gs>
                <a:gs pos="100000">
                  <a:schemeClr val="accent2">
                    <a:tint val="15000"/>
                    <a:satMod val="350000"/>
                  </a:schemeClr>
                </a:gs>
              </a:gsLst>
              <a:lin ang="16200000" scaled="1"/>
            </a:gradFill>
            <a:ln w="9525" cap="flat" cmpd="sng" algn="ctr">
              <a:solidFill>
                <a:schemeClr val="accent2">
                  <a:shade val="95000"/>
                  <a:satMod val="105000"/>
                </a:schemeClr>
              </a:solidFill>
              <a:prstDash val="solid"/>
              <a:headEnd type="none" w="med" len="med"/>
              <a:tailEnd type="none" w="med" len="med"/>
            </a:ln>
            <a:effectLst>
              <a:outerShdw blurRad="40000" dist="20000" dir="5400000" rotWithShape="0">
                <a:srgbClr val="000000">
                  <a:alpha val="38000"/>
                </a:srgbClr>
              </a:outerShdw>
            </a:effectLst>
          </p:spPr>
          <p:txBody>
            <a:bodyPr vert="horz" wrap="square" lIns="91440" tIns="45720" rIns="91440" bIns="45720" numCol="1" rtlCol="0" anchor="t" anchorCtr="0" compatLnSpc="1"/>
            <a:lstStyle/>
            <a:p>
              <a:pPr marL="0" marR="0" lvl="0" indent="0" algn="r"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cs typeface="+mn-cs"/>
              </a:endParaRPr>
            </a:p>
          </p:txBody>
        </p:sp>
        <p:sp>
          <p:nvSpPr>
            <p:cNvPr id="245" name="TextBox 32"/>
            <p:cNvSpPr txBox="1">
              <a:spLocks noChangeArrowheads="1"/>
            </p:cNvSpPr>
            <p:nvPr>
              <p:custDataLst>
                <p:tags r:id="rId67"/>
              </p:custDataLst>
            </p:nvPr>
          </p:nvSpPr>
          <p:spPr bwMode="auto">
            <a:xfrm>
              <a:off x="5631" y="5616"/>
              <a:ext cx="3151" cy="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0" tIns="45715" rIns="91430" bIns="45715">
              <a:spAutoFit/>
            </a:bodyPr>
            <a:lstStyle>
              <a:lvl1pPr eaLnBrk="0" hangingPunct="0">
                <a:spcBef>
                  <a:spcPct val="20000"/>
                </a:spcBef>
                <a:buFont typeface="Wingdings" panose="05000000000000000000" pitchFamily="2" charset="2"/>
                <a:buChar char="q"/>
                <a:defRPr sz="2800" b="1">
                  <a:solidFill>
                    <a:schemeClr val="tx1"/>
                  </a:solidFill>
                  <a:latin typeface="Arial" panose="020B0604020202020204" pitchFamily="34" charset="0"/>
                  <a:ea typeface="华文细黑" panose="02010600040101010101" pitchFamily="2" charset="-122"/>
                </a:defRPr>
              </a:lvl1pPr>
              <a:lvl2pPr marL="742950" indent="-285750" eaLnBrk="0" hangingPunct="0">
                <a:spcBef>
                  <a:spcPct val="20000"/>
                </a:spcBef>
                <a:buSzPct val="75000"/>
                <a:buFont typeface="Wingdings" panose="05000000000000000000" pitchFamily="2" charset="2"/>
                <a:buChar char="Ø"/>
                <a:defRPr sz="2800">
                  <a:solidFill>
                    <a:schemeClr val="tx1"/>
                  </a:solidFill>
                  <a:latin typeface="Arial" panose="020B0604020202020204" pitchFamily="34" charset="0"/>
                  <a:ea typeface="华文细黑" panose="0201060004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华文细黑" panose="02010600040101010101" pitchFamily="2" charset="-122"/>
                </a:defRPr>
              </a:lvl3pPr>
              <a:lvl4pPr marL="1600200" indent="-228600" eaLnBrk="0" hangingPunct="0">
                <a:spcBef>
                  <a:spcPct val="20000"/>
                </a:spcBef>
                <a:buChar char="–"/>
                <a:defRPr>
                  <a:solidFill>
                    <a:schemeClr val="tx1"/>
                  </a:solidFill>
                  <a:latin typeface="Arial" panose="020B0604020202020204" pitchFamily="34" charset="0"/>
                  <a:ea typeface="华文细黑" panose="02010600040101010101" pitchFamily="2" charset="-122"/>
                </a:defRPr>
              </a:lvl4pPr>
              <a:lvl5pPr marL="2057400" indent="-228600" eaLnBrk="0" hangingPunct="0">
                <a:spcBef>
                  <a:spcPct val="20000"/>
                </a:spcBef>
                <a:buClr>
                  <a:schemeClr val="tx2"/>
                </a:buClr>
                <a:buChar char="o"/>
                <a:defRPr sz="1600">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20000"/>
                </a:spcBef>
                <a:spcAft>
                  <a:spcPct val="0"/>
                </a:spcAft>
                <a:buClr>
                  <a:schemeClr val="tx2"/>
                </a:buClr>
                <a:buChar char="o"/>
                <a:defRPr sz="1600">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20000"/>
                </a:spcBef>
                <a:spcAft>
                  <a:spcPct val="0"/>
                </a:spcAft>
                <a:buClr>
                  <a:schemeClr val="tx2"/>
                </a:buClr>
                <a:buChar char="o"/>
                <a:defRPr sz="1600">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20000"/>
                </a:spcBef>
                <a:spcAft>
                  <a:spcPct val="0"/>
                </a:spcAft>
                <a:buClr>
                  <a:schemeClr val="tx2"/>
                </a:buClr>
                <a:buChar char="o"/>
                <a:defRPr sz="1600">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20000"/>
                </a:spcBef>
                <a:spcAft>
                  <a:spcPct val="0"/>
                </a:spcAft>
                <a:buClr>
                  <a:schemeClr val="tx2"/>
                </a:buClr>
                <a:buChar char="o"/>
                <a:defRPr sz="1600">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buFontTx/>
                <a:buNone/>
              </a:pPr>
              <a:r>
                <a:rPr lang="zh-CN" altLang="en-US" sz="12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指导约束</a:t>
              </a:r>
              <a:r>
                <a:rPr lang="en-US" altLang="zh-CN" sz="12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2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反向更新</a:t>
              </a:r>
              <a:endParaRPr lang="zh-CN" altLang="en-US" sz="12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46" name="TextBox 32"/>
            <p:cNvSpPr txBox="1">
              <a:spLocks noChangeArrowheads="1"/>
            </p:cNvSpPr>
            <p:nvPr>
              <p:custDataLst>
                <p:tags r:id="rId68"/>
              </p:custDataLst>
            </p:nvPr>
          </p:nvSpPr>
          <p:spPr bwMode="auto">
            <a:xfrm>
              <a:off x="10226" y="4981"/>
              <a:ext cx="1595" cy="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0" tIns="45715" rIns="91430" bIns="45715">
              <a:spAutoFit/>
            </a:bodyPr>
            <a:lstStyle>
              <a:lvl1pPr eaLnBrk="0" hangingPunct="0">
                <a:spcBef>
                  <a:spcPct val="20000"/>
                </a:spcBef>
                <a:buFont typeface="Wingdings" panose="05000000000000000000" pitchFamily="2" charset="2"/>
                <a:buChar char="q"/>
                <a:defRPr sz="2800" b="1">
                  <a:solidFill>
                    <a:schemeClr val="tx1"/>
                  </a:solidFill>
                  <a:latin typeface="Arial" panose="020B0604020202020204" pitchFamily="34" charset="0"/>
                  <a:ea typeface="华文细黑" panose="02010600040101010101" pitchFamily="2" charset="-122"/>
                </a:defRPr>
              </a:lvl1pPr>
              <a:lvl2pPr marL="742950" indent="-285750" eaLnBrk="0" hangingPunct="0">
                <a:spcBef>
                  <a:spcPct val="20000"/>
                </a:spcBef>
                <a:buSzPct val="75000"/>
                <a:buFont typeface="Wingdings" panose="05000000000000000000" pitchFamily="2" charset="2"/>
                <a:buChar char="Ø"/>
                <a:defRPr sz="2800">
                  <a:solidFill>
                    <a:schemeClr val="tx1"/>
                  </a:solidFill>
                  <a:latin typeface="Arial" panose="020B0604020202020204" pitchFamily="34" charset="0"/>
                  <a:ea typeface="华文细黑" panose="0201060004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华文细黑" panose="02010600040101010101" pitchFamily="2" charset="-122"/>
                </a:defRPr>
              </a:lvl3pPr>
              <a:lvl4pPr marL="1600200" indent="-228600" eaLnBrk="0" hangingPunct="0">
                <a:spcBef>
                  <a:spcPct val="20000"/>
                </a:spcBef>
                <a:buChar char="–"/>
                <a:defRPr>
                  <a:solidFill>
                    <a:schemeClr val="tx1"/>
                  </a:solidFill>
                  <a:latin typeface="Arial" panose="020B0604020202020204" pitchFamily="34" charset="0"/>
                  <a:ea typeface="华文细黑" panose="02010600040101010101" pitchFamily="2" charset="-122"/>
                </a:defRPr>
              </a:lvl4pPr>
              <a:lvl5pPr marL="2057400" indent="-228600" eaLnBrk="0" hangingPunct="0">
                <a:spcBef>
                  <a:spcPct val="20000"/>
                </a:spcBef>
                <a:buClr>
                  <a:schemeClr val="tx2"/>
                </a:buClr>
                <a:buChar char="o"/>
                <a:defRPr sz="1600">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20000"/>
                </a:spcBef>
                <a:spcAft>
                  <a:spcPct val="0"/>
                </a:spcAft>
                <a:buClr>
                  <a:schemeClr val="tx2"/>
                </a:buClr>
                <a:buChar char="o"/>
                <a:defRPr sz="1600">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20000"/>
                </a:spcBef>
                <a:spcAft>
                  <a:spcPct val="0"/>
                </a:spcAft>
                <a:buClr>
                  <a:schemeClr val="tx2"/>
                </a:buClr>
                <a:buChar char="o"/>
                <a:defRPr sz="1600">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20000"/>
                </a:spcBef>
                <a:spcAft>
                  <a:spcPct val="0"/>
                </a:spcAft>
                <a:buClr>
                  <a:schemeClr val="tx2"/>
                </a:buClr>
                <a:buChar char="o"/>
                <a:defRPr sz="1600">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20000"/>
                </a:spcBef>
                <a:spcAft>
                  <a:spcPct val="0"/>
                </a:spcAft>
                <a:buClr>
                  <a:schemeClr val="tx2"/>
                </a:buClr>
                <a:buChar char="o"/>
                <a:defRPr sz="1600">
                  <a:solidFill>
                    <a:schemeClr val="tx1"/>
                  </a:solidFill>
                  <a:latin typeface="Arial" panose="020B0604020202020204" pitchFamily="34" charset="0"/>
                  <a:ea typeface="华文细黑" panose="02010600040101010101" pitchFamily="2" charset="-122"/>
                </a:defRPr>
              </a:lvl9pPr>
            </a:lstStyle>
            <a:p>
              <a:pPr algn="ctr" eaLnBrk="1" hangingPunct="1">
                <a:spcBef>
                  <a:spcPct val="0"/>
                </a:spcBef>
                <a:buFontTx/>
                <a:buNone/>
              </a:pPr>
              <a:r>
                <a:rPr lang="zh-CN" altLang="en-US" sz="1200" dirty="0">
                  <a:solidFill>
                    <a:schemeClr val="tx1"/>
                  </a:solidFill>
                  <a:latin typeface="微软雅黑" panose="020B0503020204020204" pitchFamily="34" charset="-122"/>
                  <a:ea typeface="微软雅黑" panose="020B0503020204020204" pitchFamily="34" charset="-122"/>
                </a:rPr>
                <a:t>制定依据</a:t>
              </a:r>
              <a:endParaRPr lang="zh-CN" altLang="en-US" sz="1200" dirty="0">
                <a:solidFill>
                  <a:schemeClr val="tx1"/>
                </a:solidFill>
                <a:latin typeface="微软雅黑" panose="020B0503020204020204" pitchFamily="34" charset="-122"/>
                <a:ea typeface="微软雅黑" panose="020B0503020204020204" pitchFamily="34" charset="-122"/>
              </a:endParaRPr>
            </a:p>
          </p:txBody>
        </p:sp>
        <p:grpSp>
          <p:nvGrpSpPr>
            <p:cNvPr id="247" name="组合 246"/>
            <p:cNvGrpSpPr/>
            <p:nvPr/>
          </p:nvGrpSpPr>
          <p:grpSpPr>
            <a:xfrm>
              <a:off x="3615" y="3640"/>
              <a:ext cx="6315" cy="2351"/>
              <a:chOff x="802967" y="2382563"/>
              <a:chExt cx="4010148" cy="1492676"/>
            </a:xfrm>
          </p:grpSpPr>
          <p:sp>
            <p:nvSpPr>
              <p:cNvPr id="248" name="上弧形箭头 247"/>
              <p:cNvSpPr/>
              <p:nvPr>
                <p:custDataLst>
                  <p:tags r:id="rId69"/>
                </p:custDataLst>
              </p:nvPr>
            </p:nvSpPr>
            <p:spPr bwMode="auto">
              <a:xfrm rot="1201152">
                <a:off x="802967" y="2565309"/>
                <a:ext cx="4010148" cy="1309930"/>
              </a:xfrm>
              <a:prstGeom prst="curvedDownArrow">
                <a:avLst>
                  <a:gd name="adj1" fmla="val 67703"/>
                  <a:gd name="adj2" fmla="val 125753"/>
                  <a:gd name="adj3" fmla="val 44994"/>
                </a:avLst>
              </a:prstGeom>
              <a:solidFill>
                <a:schemeClr val="accent4"/>
              </a:solidFill>
              <a:ln w="9525" cap="flat" cmpd="sng" algn="ctr">
                <a:solidFill>
                  <a:srgbClr val="FFFFFF">
                    <a:shade val="95000"/>
                    <a:satMod val="105000"/>
                  </a:srgbClr>
                </a:solidFill>
                <a:prstDash val="solid"/>
                <a:headEnd type="none" w="med" len="med"/>
                <a:tailEnd type="none" w="med" len="med"/>
              </a:ln>
              <a:effectLst>
                <a:outerShdw blurRad="40000" dist="23000" dir="5400000" rotWithShape="0">
                  <a:srgbClr val="000000">
                    <a:alpha val="35000"/>
                  </a:srgbClr>
                </a:outerShdw>
              </a:effectLst>
            </p:spPr>
            <p:txBody>
              <a:bodyPr vert="horz" wrap="square" lIns="91440" tIns="45720" rIns="91440" bIns="45720" numCol="1" rtlCol="0" anchor="t" anchorCtr="0" compatLnSpc="1"/>
              <a:lstStyle/>
              <a:p>
                <a:pPr marL="0" marR="0" lvl="0" indent="0" algn="r"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cs typeface="+mn-cs"/>
                </a:endParaRPr>
              </a:p>
            </p:txBody>
          </p:sp>
          <p:sp>
            <p:nvSpPr>
              <p:cNvPr id="249" name="TextBox 32"/>
              <p:cNvSpPr txBox="1">
                <a:spLocks noChangeArrowheads="1"/>
              </p:cNvSpPr>
              <p:nvPr>
                <p:custDataLst>
                  <p:tags r:id="rId70"/>
                </p:custDataLst>
              </p:nvPr>
            </p:nvSpPr>
            <p:spPr bwMode="auto">
              <a:xfrm>
                <a:off x="1970087" y="2382563"/>
                <a:ext cx="2153685" cy="582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0" tIns="45715" rIns="91430" bIns="45715">
                <a:spAutoFit/>
              </a:bodyPr>
              <a:lstStyle>
                <a:lvl1pPr eaLnBrk="0" hangingPunct="0">
                  <a:spcBef>
                    <a:spcPct val="20000"/>
                  </a:spcBef>
                  <a:buFont typeface="Wingdings" panose="05000000000000000000" pitchFamily="2" charset="2"/>
                  <a:buChar char="q"/>
                  <a:defRPr sz="2800" b="1">
                    <a:solidFill>
                      <a:schemeClr val="tx1"/>
                    </a:solidFill>
                    <a:latin typeface="Arial" panose="020B0604020202020204" pitchFamily="34" charset="0"/>
                    <a:ea typeface="华文细黑" panose="02010600040101010101" pitchFamily="2" charset="-122"/>
                  </a:defRPr>
                </a:lvl1pPr>
                <a:lvl2pPr marL="742950" indent="-285750" eaLnBrk="0" hangingPunct="0">
                  <a:spcBef>
                    <a:spcPct val="20000"/>
                  </a:spcBef>
                  <a:buSzPct val="75000"/>
                  <a:buFont typeface="Wingdings" panose="05000000000000000000" pitchFamily="2" charset="2"/>
                  <a:buChar char="Ø"/>
                  <a:defRPr sz="2800">
                    <a:solidFill>
                      <a:schemeClr val="tx1"/>
                    </a:solidFill>
                    <a:latin typeface="Arial" panose="020B0604020202020204" pitchFamily="34" charset="0"/>
                    <a:ea typeface="华文细黑" panose="0201060004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华文细黑" panose="02010600040101010101" pitchFamily="2" charset="-122"/>
                  </a:defRPr>
                </a:lvl3pPr>
                <a:lvl4pPr marL="1600200" indent="-228600" eaLnBrk="0" hangingPunct="0">
                  <a:spcBef>
                    <a:spcPct val="20000"/>
                  </a:spcBef>
                  <a:buChar char="–"/>
                  <a:defRPr>
                    <a:solidFill>
                      <a:schemeClr val="tx1"/>
                    </a:solidFill>
                    <a:latin typeface="Arial" panose="020B0604020202020204" pitchFamily="34" charset="0"/>
                    <a:ea typeface="华文细黑" panose="02010600040101010101" pitchFamily="2" charset="-122"/>
                  </a:defRPr>
                </a:lvl4pPr>
                <a:lvl5pPr marL="2057400" indent="-228600" eaLnBrk="0" hangingPunct="0">
                  <a:spcBef>
                    <a:spcPct val="20000"/>
                  </a:spcBef>
                  <a:buClr>
                    <a:schemeClr val="tx2"/>
                  </a:buClr>
                  <a:buChar char="o"/>
                  <a:defRPr sz="1600">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20000"/>
                  </a:spcBef>
                  <a:spcAft>
                    <a:spcPct val="0"/>
                  </a:spcAft>
                  <a:buClr>
                    <a:schemeClr val="tx2"/>
                  </a:buClr>
                  <a:buChar char="o"/>
                  <a:defRPr sz="1600">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20000"/>
                  </a:spcBef>
                  <a:spcAft>
                    <a:spcPct val="0"/>
                  </a:spcAft>
                  <a:buClr>
                    <a:schemeClr val="tx2"/>
                  </a:buClr>
                  <a:buChar char="o"/>
                  <a:defRPr sz="1600">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20000"/>
                  </a:spcBef>
                  <a:spcAft>
                    <a:spcPct val="0"/>
                  </a:spcAft>
                  <a:buClr>
                    <a:schemeClr val="tx2"/>
                  </a:buClr>
                  <a:buChar char="o"/>
                  <a:defRPr sz="1600">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20000"/>
                  </a:spcBef>
                  <a:spcAft>
                    <a:spcPct val="0"/>
                  </a:spcAft>
                  <a:buClr>
                    <a:schemeClr val="tx2"/>
                  </a:buClr>
                  <a:buChar char="o"/>
                  <a:defRPr sz="1600">
                    <a:solidFill>
                      <a:schemeClr val="tx1"/>
                    </a:solidFill>
                    <a:latin typeface="Arial" panose="020B0604020202020204" pitchFamily="34" charset="0"/>
                    <a:ea typeface="华文细黑" panose="02010600040101010101" pitchFamily="2" charset="-122"/>
                  </a:defRPr>
                </a:lvl9pPr>
              </a:lstStyle>
              <a:p>
                <a:pPr marL="0" marR="0" lvl="0" indent="0" algn="ctr" defTabSz="914400" eaLnBrk="1" fontAlgn="auto" latinLnBrk="0" hangingPunct="1">
                  <a:lnSpc>
                    <a:spcPct val="100000"/>
                  </a:lnSpc>
                  <a:spcBef>
                    <a:spcPct val="0"/>
                  </a:spcBef>
                  <a:spcAft>
                    <a:spcPts val="0"/>
                  </a:spcAft>
                  <a:buClrTx/>
                  <a:buSzTx/>
                  <a:buFontTx/>
                  <a:buNone/>
                  <a:defRPr/>
                </a:pPr>
                <a:r>
                  <a:rPr kumimoji="0" lang="zh-CN" altLang="en-US" sz="3200" b="1"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rPr>
                  <a:t>事前规范</a:t>
                </a:r>
                <a:endParaRPr kumimoji="0" lang="zh-CN" altLang="en-US" sz="3200" b="1"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endParaRPr>
              </a:p>
            </p:txBody>
          </p:sp>
        </p:grpSp>
        <p:grpSp>
          <p:nvGrpSpPr>
            <p:cNvPr id="250" name="组合 249"/>
            <p:cNvGrpSpPr/>
            <p:nvPr/>
          </p:nvGrpSpPr>
          <p:grpSpPr>
            <a:xfrm>
              <a:off x="9211" y="3699"/>
              <a:ext cx="5951" cy="2110"/>
              <a:chOff x="4324825" y="1994749"/>
              <a:chExt cx="3779189" cy="1339686"/>
            </a:xfrm>
          </p:grpSpPr>
          <p:sp>
            <p:nvSpPr>
              <p:cNvPr id="251" name="上弧形箭头 250"/>
              <p:cNvSpPr/>
              <p:nvPr>
                <p:custDataLst>
                  <p:tags r:id="rId71"/>
                </p:custDataLst>
              </p:nvPr>
            </p:nvSpPr>
            <p:spPr bwMode="auto">
              <a:xfrm rot="20106117" flipH="1">
                <a:off x="4324825" y="2208953"/>
                <a:ext cx="3779189" cy="1125482"/>
              </a:xfrm>
              <a:prstGeom prst="curvedDownArrow">
                <a:avLst>
                  <a:gd name="adj1" fmla="val 67703"/>
                  <a:gd name="adj2" fmla="val 125753"/>
                  <a:gd name="adj3" fmla="val 44994"/>
                </a:avLst>
              </a:prstGeom>
              <a:solidFill>
                <a:schemeClr val="accent4"/>
              </a:solidFill>
              <a:ln w="9525" cap="flat" cmpd="sng" algn="ctr">
                <a:solidFill>
                  <a:srgbClr val="FFFFFF">
                    <a:shade val="95000"/>
                    <a:satMod val="105000"/>
                  </a:srgbClr>
                </a:solidFill>
                <a:prstDash val="solid"/>
                <a:headEnd type="none" w="med" len="med"/>
                <a:tailEnd type="none" w="med" len="med"/>
              </a:ln>
              <a:effectLst>
                <a:outerShdw blurRad="40000" dist="23000" dir="5400000" rotWithShape="0">
                  <a:srgbClr val="000000">
                    <a:alpha val="35000"/>
                  </a:srgbClr>
                </a:outerShdw>
              </a:effectLst>
            </p:spPr>
            <p:txBody>
              <a:bodyPr vert="horz" wrap="square" lIns="91440" tIns="45720" rIns="91440" bIns="45720" numCol="1" rtlCol="0" anchor="t" anchorCtr="0" compatLnSpc="1"/>
              <a:lstStyle/>
              <a:p>
                <a:pPr marL="0" marR="0" lvl="0" indent="0" algn="r"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cs typeface="+mn-cs"/>
                </a:endParaRPr>
              </a:p>
            </p:txBody>
          </p:sp>
          <p:sp>
            <p:nvSpPr>
              <p:cNvPr id="252" name="TextBox 32"/>
              <p:cNvSpPr txBox="1">
                <a:spLocks noChangeArrowheads="1"/>
              </p:cNvSpPr>
              <p:nvPr>
                <p:custDataLst>
                  <p:tags r:id="rId72"/>
                </p:custDataLst>
              </p:nvPr>
            </p:nvSpPr>
            <p:spPr bwMode="auto">
              <a:xfrm>
                <a:off x="4973469" y="1994749"/>
                <a:ext cx="2153685" cy="582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0" tIns="45715" rIns="91430" bIns="45715">
                <a:spAutoFit/>
              </a:bodyPr>
              <a:lstStyle>
                <a:lvl1pPr eaLnBrk="0" hangingPunct="0">
                  <a:spcBef>
                    <a:spcPct val="20000"/>
                  </a:spcBef>
                  <a:buFont typeface="Wingdings" panose="05000000000000000000" pitchFamily="2" charset="2"/>
                  <a:buChar char="q"/>
                  <a:defRPr sz="2800" b="1">
                    <a:solidFill>
                      <a:schemeClr val="tx1"/>
                    </a:solidFill>
                    <a:latin typeface="Arial" panose="020B0604020202020204" pitchFamily="34" charset="0"/>
                    <a:ea typeface="华文细黑" panose="02010600040101010101" pitchFamily="2" charset="-122"/>
                  </a:defRPr>
                </a:lvl1pPr>
                <a:lvl2pPr marL="742950" indent="-285750" eaLnBrk="0" hangingPunct="0">
                  <a:spcBef>
                    <a:spcPct val="20000"/>
                  </a:spcBef>
                  <a:buSzPct val="75000"/>
                  <a:buFont typeface="Wingdings" panose="05000000000000000000" pitchFamily="2" charset="2"/>
                  <a:buChar char="Ø"/>
                  <a:defRPr sz="2800">
                    <a:solidFill>
                      <a:schemeClr val="tx1"/>
                    </a:solidFill>
                    <a:latin typeface="Arial" panose="020B0604020202020204" pitchFamily="34" charset="0"/>
                    <a:ea typeface="华文细黑" panose="0201060004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华文细黑" panose="02010600040101010101" pitchFamily="2" charset="-122"/>
                  </a:defRPr>
                </a:lvl3pPr>
                <a:lvl4pPr marL="1600200" indent="-228600" eaLnBrk="0" hangingPunct="0">
                  <a:spcBef>
                    <a:spcPct val="20000"/>
                  </a:spcBef>
                  <a:buChar char="–"/>
                  <a:defRPr>
                    <a:solidFill>
                      <a:schemeClr val="tx1"/>
                    </a:solidFill>
                    <a:latin typeface="Arial" panose="020B0604020202020204" pitchFamily="34" charset="0"/>
                    <a:ea typeface="华文细黑" panose="02010600040101010101" pitchFamily="2" charset="-122"/>
                  </a:defRPr>
                </a:lvl4pPr>
                <a:lvl5pPr marL="2057400" indent="-228600" eaLnBrk="0" hangingPunct="0">
                  <a:spcBef>
                    <a:spcPct val="20000"/>
                  </a:spcBef>
                  <a:buClr>
                    <a:schemeClr val="tx2"/>
                  </a:buClr>
                  <a:buChar char="o"/>
                  <a:defRPr sz="1600">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20000"/>
                  </a:spcBef>
                  <a:spcAft>
                    <a:spcPct val="0"/>
                  </a:spcAft>
                  <a:buClr>
                    <a:schemeClr val="tx2"/>
                  </a:buClr>
                  <a:buChar char="o"/>
                  <a:defRPr sz="1600">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20000"/>
                  </a:spcBef>
                  <a:spcAft>
                    <a:spcPct val="0"/>
                  </a:spcAft>
                  <a:buClr>
                    <a:schemeClr val="tx2"/>
                  </a:buClr>
                  <a:buChar char="o"/>
                  <a:defRPr sz="1600">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20000"/>
                  </a:spcBef>
                  <a:spcAft>
                    <a:spcPct val="0"/>
                  </a:spcAft>
                  <a:buClr>
                    <a:schemeClr val="tx2"/>
                  </a:buClr>
                  <a:buChar char="o"/>
                  <a:defRPr sz="1600">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20000"/>
                  </a:spcBef>
                  <a:spcAft>
                    <a:spcPct val="0"/>
                  </a:spcAft>
                  <a:buClr>
                    <a:schemeClr val="tx2"/>
                  </a:buClr>
                  <a:buChar char="o"/>
                  <a:defRPr sz="1600">
                    <a:solidFill>
                      <a:schemeClr val="tx1"/>
                    </a:solidFill>
                    <a:latin typeface="Arial" panose="020B0604020202020204" pitchFamily="34" charset="0"/>
                    <a:ea typeface="华文细黑" panose="02010600040101010101" pitchFamily="2" charset="-122"/>
                  </a:defRPr>
                </a:lvl9pPr>
              </a:lstStyle>
              <a:p>
                <a:pPr marL="0" marR="0" lvl="0" indent="0" algn="ctr" defTabSz="914400" eaLnBrk="1" fontAlgn="auto" latinLnBrk="0" hangingPunct="1">
                  <a:lnSpc>
                    <a:spcPct val="100000"/>
                  </a:lnSpc>
                  <a:spcBef>
                    <a:spcPct val="0"/>
                  </a:spcBef>
                  <a:spcAft>
                    <a:spcPts val="0"/>
                  </a:spcAft>
                  <a:buClrTx/>
                  <a:buSzTx/>
                  <a:buFontTx/>
                  <a:buNone/>
                  <a:defRPr/>
                </a:pPr>
                <a:r>
                  <a:rPr kumimoji="0" lang="zh-CN" altLang="en-US" sz="3200" b="1"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rPr>
                  <a:t>事后规范</a:t>
                </a:r>
                <a:endParaRPr kumimoji="0" lang="zh-CN" altLang="en-US" sz="3200" b="1"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endParaRPr>
              </a:p>
            </p:txBody>
          </p:sp>
        </p:grpSp>
        <p:grpSp>
          <p:nvGrpSpPr>
            <p:cNvPr id="253" name="组合 252"/>
            <p:cNvGrpSpPr/>
            <p:nvPr/>
          </p:nvGrpSpPr>
          <p:grpSpPr>
            <a:xfrm>
              <a:off x="10153" y="6799"/>
              <a:ext cx="6244" cy="2102"/>
              <a:chOff x="4922875" y="4317105"/>
              <a:chExt cx="3964668" cy="1334886"/>
            </a:xfrm>
          </p:grpSpPr>
          <p:sp>
            <p:nvSpPr>
              <p:cNvPr id="254" name="上弧形箭头 253"/>
              <p:cNvSpPr/>
              <p:nvPr>
                <p:custDataLst>
                  <p:tags r:id="rId73"/>
                </p:custDataLst>
              </p:nvPr>
            </p:nvSpPr>
            <p:spPr bwMode="auto">
              <a:xfrm rot="9530408" flipH="1">
                <a:off x="4922875" y="4317105"/>
                <a:ext cx="3964668" cy="1199583"/>
              </a:xfrm>
              <a:prstGeom prst="curvedDownArrow">
                <a:avLst>
                  <a:gd name="adj1" fmla="val 67703"/>
                  <a:gd name="adj2" fmla="val 125753"/>
                  <a:gd name="adj3" fmla="val 44994"/>
                </a:avLst>
              </a:prstGeom>
              <a:solidFill>
                <a:schemeClr val="accent4"/>
              </a:solidFill>
              <a:ln w="9525" cap="flat" cmpd="sng" algn="ctr">
                <a:solidFill>
                  <a:srgbClr val="FFFFFF">
                    <a:shade val="95000"/>
                    <a:satMod val="105000"/>
                  </a:srgbClr>
                </a:solidFill>
                <a:prstDash val="solid"/>
                <a:headEnd type="none" w="med" len="med"/>
                <a:tailEnd type="none" w="med" len="med"/>
              </a:ln>
              <a:effectLst>
                <a:outerShdw blurRad="40000" dist="23000" dir="5400000" rotWithShape="0">
                  <a:srgbClr val="000000">
                    <a:alpha val="35000"/>
                  </a:srgbClr>
                </a:outerShdw>
              </a:effectLst>
            </p:spPr>
            <p:txBody>
              <a:bodyPr vert="horz" wrap="square" lIns="91440" tIns="45720" rIns="91440" bIns="45720" numCol="1" rtlCol="0" anchor="t" anchorCtr="0" compatLnSpc="1"/>
              <a:lstStyle/>
              <a:p>
                <a:pPr marL="0" marR="0" lvl="0" indent="0" algn="r"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cs typeface="+mn-cs"/>
                </a:endParaRPr>
              </a:p>
            </p:txBody>
          </p:sp>
          <p:sp>
            <p:nvSpPr>
              <p:cNvPr id="255" name="TextBox 32"/>
              <p:cNvSpPr txBox="1">
                <a:spLocks noChangeArrowheads="1"/>
              </p:cNvSpPr>
              <p:nvPr>
                <p:custDataLst>
                  <p:tags r:id="rId74"/>
                </p:custDataLst>
              </p:nvPr>
            </p:nvSpPr>
            <p:spPr bwMode="auto">
              <a:xfrm>
                <a:off x="5630958" y="5069684"/>
                <a:ext cx="2426735" cy="582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0" tIns="45715" rIns="91430" bIns="45715">
                <a:spAutoFit/>
              </a:bodyPr>
              <a:lstStyle>
                <a:lvl1pPr eaLnBrk="0" hangingPunct="0">
                  <a:spcBef>
                    <a:spcPct val="20000"/>
                  </a:spcBef>
                  <a:buFont typeface="Wingdings" panose="05000000000000000000" pitchFamily="2" charset="2"/>
                  <a:buChar char="q"/>
                  <a:defRPr sz="2800" b="1">
                    <a:solidFill>
                      <a:schemeClr val="tx1"/>
                    </a:solidFill>
                    <a:latin typeface="Arial" panose="020B0604020202020204" pitchFamily="34" charset="0"/>
                    <a:ea typeface="华文细黑" panose="02010600040101010101" pitchFamily="2" charset="-122"/>
                  </a:defRPr>
                </a:lvl1pPr>
                <a:lvl2pPr marL="742950" indent="-285750" eaLnBrk="0" hangingPunct="0">
                  <a:spcBef>
                    <a:spcPct val="20000"/>
                  </a:spcBef>
                  <a:buSzPct val="75000"/>
                  <a:buFont typeface="Wingdings" panose="05000000000000000000" pitchFamily="2" charset="2"/>
                  <a:buChar char="Ø"/>
                  <a:defRPr sz="2800">
                    <a:solidFill>
                      <a:schemeClr val="tx1"/>
                    </a:solidFill>
                    <a:latin typeface="Arial" panose="020B0604020202020204" pitchFamily="34" charset="0"/>
                    <a:ea typeface="华文细黑" panose="0201060004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华文细黑" panose="02010600040101010101" pitchFamily="2" charset="-122"/>
                  </a:defRPr>
                </a:lvl3pPr>
                <a:lvl4pPr marL="1600200" indent="-228600" eaLnBrk="0" hangingPunct="0">
                  <a:spcBef>
                    <a:spcPct val="20000"/>
                  </a:spcBef>
                  <a:buChar char="–"/>
                  <a:defRPr>
                    <a:solidFill>
                      <a:schemeClr val="tx1"/>
                    </a:solidFill>
                    <a:latin typeface="Arial" panose="020B0604020202020204" pitchFamily="34" charset="0"/>
                    <a:ea typeface="华文细黑" panose="02010600040101010101" pitchFamily="2" charset="-122"/>
                  </a:defRPr>
                </a:lvl4pPr>
                <a:lvl5pPr marL="2057400" indent="-228600" eaLnBrk="0" hangingPunct="0">
                  <a:spcBef>
                    <a:spcPct val="20000"/>
                  </a:spcBef>
                  <a:buClr>
                    <a:schemeClr val="tx2"/>
                  </a:buClr>
                  <a:buChar char="o"/>
                  <a:defRPr sz="1600">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20000"/>
                  </a:spcBef>
                  <a:spcAft>
                    <a:spcPct val="0"/>
                  </a:spcAft>
                  <a:buClr>
                    <a:schemeClr val="tx2"/>
                  </a:buClr>
                  <a:buChar char="o"/>
                  <a:defRPr sz="1600">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20000"/>
                  </a:spcBef>
                  <a:spcAft>
                    <a:spcPct val="0"/>
                  </a:spcAft>
                  <a:buClr>
                    <a:schemeClr val="tx2"/>
                  </a:buClr>
                  <a:buChar char="o"/>
                  <a:defRPr sz="1600">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20000"/>
                  </a:spcBef>
                  <a:spcAft>
                    <a:spcPct val="0"/>
                  </a:spcAft>
                  <a:buClr>
                    <a:schemeClr val="tx2"/>
                  </a:buClr>
                  <a:buChar char="o"/>
                  <a:defRPr sz="1600">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20000"/>
                  </a:spcBef>
                  <a:spcAft>
                    <a:spcPct val="0"/>
                  </a:spcAft>
                  <a:buClr>
                    <a:schemeClr val="tx2"/>
                  </a:buClr>
                  <a:buChar char="o"/>
                  <a:defRPr sz="1600">
                    <a:solidFill>
                      <a:schemeClr val="tx1"/>
                    </a:solidFill>
                    <a:latin typeface="Arial" panose="020B0604020202020204" pitchFamily="34" charset="0"/>
                    <a:ea typeface="华文细黑" panose="02010600040101010101" pitchFamily="2" charset="-122"/>
                  </a:defRPr>
                </a:lvl9pPr>
              </a:lstStyle>
              <a:p>
                <a:pPr marL="0" marR="0" lvl="0" indent="0" algn="ctr" defTabSz="914400" eaLnBrk="1" fontAlgn="auto" latinLnBrk="0" hangingPunct="1">
                  <a:lnSpc>
                    <a:spcPct val="100000"/>
                  </a:lnSpc>
                  <a:spcBef>
                    <a:spcPct val="0"/>
                  </a:spcBef>
                  <a:spcAft>
                    <a:spcPts val="0"/>
                  </a:spcAft>
                  <a:buClrTx/>
                  <a:buSzTx/>
                  <a:buFontTx/>
                  <a:buNone/>
                  <a:defRPr/>
                </a:pPr>
                <a:r>
                  <a:rPr kumimoji="0" lang="zh-CN" altLang="en-US" sz="3200" b="1"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rPr>
                  <a:t>事后检查</a:t>
                </a:r>
                <a:endParaRPr kumimoji="0" lang="zh-CN" altLang="en-US" sz="3200" b="1"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endParaRPr>
              </a:p>
            </p:txBody>
          </p:sp>
        </p:grpSp>
      </p:grpSp>
      <p:sp>
        <p:nvSpPr>
          <p:cNvPr id="9" name="标题 8"/>
          <p:cNvSpPr>
            <a:spLocks noGrp="1"/>
          </p:cNvSpPr>
          <p:nvPr>
            <p:ph type="title"/>
            <p:custDataLst>
              <p:tags r:id="rId75"/>
            </p:custDataLst>
          </p:nvPr>
        </p:nvSpPr>
        <p:spPr/>
        <p:txBody>
          <a:bodyPr vert="horz" lIns="91440" tIns="45720" rIns="91440" bIns="45720" rtlCol="0" anchor="ctr">
            <a:normAutofit/>
          </a:bodyPr>
          <a:p>
            <a:pPr lvl="0" algn="l">
              <a:buClrTx/>
              <a:buSzTx/>
              <a:buFontTx/>
            </a:pPr>
            <a:r>
              <a:rPr lang="zh-CN" altLang="en-US" smtClean="0">
                <a:sym typeface="+mn-ea"/>
              </a:rPr>
              <a:t>广义数据治理的概念、关系及实施路径</a:t>
            </a:r>
            <a:endParaRPr lang="zh-CN" altLang="en-US" smtClean="0">
              <a:sym typeface="+mn-ea"/>
            </a:endParaRPr>
          </a:p>
        </p:txBody>
      </p:sp>
    </p:spTree>
    <p:custDataLst>
      <p:tags r:id="rId76"/>
    </p:custData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内容占位符 2"/>
          <p:cNvSpPr>
            <a:spLocks noGrp="1"/>
          </p:cNvSpPr>
          <p:nvPr>
            <p:custDataLst>
              <p:tags r:id="rId1"/>
            </p:custDataLst>
          </p:nvPr>
        </p:nvSpPr>
        <p:spPr>
          <a:xfrm>
            <a:off x="672465" y="1219200"/>
            <a:ext cx="10824210" cy="5105400"/>
          </a:xfrm>
          <a:prstGeom prst="rect">
            <a:avLst/>
          </a:prstGeom>
          <a:noFill/>
          <a:ln>
            <a:noFill/>
          </a:ln>
        </p:spPr>
        <p:txBody>
          <a:bodyPr vert="horz" wrap="square" lIns="91440" tIns="45720" rIns="91440" bIns="45720" numCol="1" anchor="t" anchorCtr="0" compatLnSpc="1">
            <a:normAutofit/>
          </a:bodyPr>
          <a:lstStyle>
            <a:lvl1pPr marL="342900" indent="-342900" algn="l" rtl="0" eaLnBrk="1" fontAlgn="base" hangingPunct="1">
              <a:spcBef>
                <a:spcPct val="20000"/>
              </a:spcBef>
              <a:spcAft>
                <a:spcPct val="0"/>
              </a:spcAft>
              <a:buClr>
                <a:schemeClr val="tx1"/>
              </a:buClr>
              <a:buFont typeface="Wingdings" panose="05000000000000000000" pitchFamily="2" charset="2"/>
              <a:buChar char="v"/>
              <a:defRPr sz="2000" b="1">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defRPr>
            </a:lvl1pPr>
            <a:lvl2pPr marL="742950" indent="-285750" algn="l" rtl="0" eaLnBrk="1" fontAlgn="base" hangingPunct="1">
              <a:spcBef>
                <a:spcPct val="20000"/>
              </a:spcBef>
              <a:spcAft>
                <a:spcPct val="0"/>
              </a:spcAft>
              <a:buFont typeface="Wingdings" panose="05000000000000000000" pitchFamily="2" charset="2"/>
              <a:buChar char="§"/>
              <a:defRPr sz="2000">
                <a:solidFill>
                  <a:schemeClr val="bg1">
                    <a:lumMod val="50000"/>
                  </a:schemeClr>
                </a:solidFill>
                <a:latin typeface="微软雅黑" panose="020B0503020204020204" pitchFamily="34" charset="-122"/>
                <a:ea typeface="微软雅黑" panose="020B0503020204020204" pitchFamily="34" charset="-122"/>
              </a:defRPr>
            </a:lvl2pPr>
            <a:lvl3pPr marL="1143000" indent="-228600" algn="l" rtl="0" eaLnBrk="1" fontAlgn="base" hangingPunct="1">
              <a:spcBef>
                <a:spcPct val="20000"/>
              </a:spcBef>
              <a:spcAft>
                <a:spcPct val="0"/>
              </a:spcAft>
              <a:buChar char="•"/>
              <a:defRPr sz="1800">
                <a:solidFill>
                  <a:schemeClr val="bg1">
                    <a:lumMod val="50000"/>
                  </a:schemeClr>
                </a:solidFill>
                <a:latin typeface="微软雅黑" panose="020B0503020204020204" pitchFamily="34" charset="-122"/>
                <a:ea typeface="微软雅黑" panose="020B0503020204020204" pitchFamily="34" charset="-122"/>
              </a:defRPr>
            </a:lvl3pPr>
            <a:lvl4pPr marL="1600200" indent="-228600" algn="l" rtl="0" eaLnBrk="1" fontAlgn="base" hangingPunct="1">
              <a:spcBef>
                <a:spcPct val="20000"/>
              </a:spcBef>
              <a:spcAft>
                <a:spcPct val="0"/>
              </a:spcAft>
              <a:buChar char="–"/>
              <a:defRPr sz="1600">
                <a:solidFill>
                  <a:schemeClr val="bg1">
                    <a:lumMod val="50000"/>
                  </a:schemeClr>
                </a:solidFill>
                <a:latin typeface="微软雅黑" panose="020B0503020204020204" pitchFamily="34" charset="-122"/>
                <a:ea typeface="微软雅黑" panose="020B0503020204020204" pitchFamily="34" charset="-122"/>
              </a:defRPr>
            </a:lvl4pPr>
            <a:lvl5pPr marL="2057400" indent="-228600" algn="l" rtl="0" eaLnBrk="1" fontAlgn="base" hangingPunct="1">
              <a:spcBef>
                <a:spcPct val="20000"/>
              </a:spcBef>
              <a:spcAft>
                <a:spcPct val="0"/>
              </a:spcAft>
              <a:buChar char="»"/>
              <a:defRPr sz="1600">
                <a:solidFill>
                  <a:schemeClr val="bg1">
                    <a:lumMod val="50000"/>
                  </a:schemeClr>
                </a:solidFill>
                <a:latin typeface="微软雅黑" panose="020B0503020204020204" pitchFamily="34" charset="-122"/>
                <a:ea typeface="微软雅黑" panose="020B0503020204020204" pitchFamily="34" charset="-122"/>
              </a:defRPr>
            </a:lvl5pPr>
            <a:lvl6pPr marL="2514600" indent="-228600" algn="l" rtl="0" eaLnBrk="1" fontAlgn="base" hangingPunct="1">
              <a:spcBef>
                <a:spcPct val="20000"/>
              </a:spcBef>
              <a:spcAft>
                <a:spcPct val="0"/>
              </a:spcAft>
              <a:buChar char="»"/>
              <a:defRPr sz="2000">
                <a:solidFill>
                  <a:schemeClr val="tx1"/>
                </a:solidFill>
                <a:latin typeface="Arial" panose="020B0604020202020204" pitchFamily="34" charset="0"/>
              </a:defRPr>
            </a:lvl6pPr>
            <a:lvl7pPr marL="2971800" indent="-228600" algn="l" rtl="0" eaLnBrk="1" fontAlgn="base" hangingPunct="1">
              <a:spcBef>
                <a:spcPct val="20000"/>
              </a:spcBef>
              <a:spcAft>
                <a:spcPct val="0"/>
              </a:spcAft>
              <a:buChar char="»"/>
              <a:defRPr sz="2000">
                <a:solidFill>
                  <a:schemeClr val="tx1"/>
                </a:solidFill>
                <a:latin typeface="Arial" panose="020B0604020202020204" pitchFamily="34" charset="0"/>
              </a:defRPr>
            </a:lvl7pPr>
            <a:lvl8pPr marL="3429000" indent="-228600" algn="l" rtl="0" eaLnBrk="1" fontAlgn="base" hangingPunct="1">
              <a:spcBef>
                <a:spcPct val="20000"/>
              </a:spcBef>
              <a:spcAft>
                <a:spcPct val="0"/>
              </a:spcAft>
              <a:buChar char="»"/>
              <a:defRPr sz="2000">
                <a:solidFill>
                  <a:schemeClr val="tx1"/>
                </a:solidFill>
                <a:latin typeface="Arial" panose="020B0604020202020204" pitchFamily="34" charset="0"/>
              </a:defRPr>
            </a:lvl8pPr>
            <a:lvl9pPr marL="3886200" indent="-228600" algn="l" rtl="0" eaLnBrk="1" fontAlgn="base" hangingPunct="1">
              <a:spcBef>
                <a:spcPct val="20000"/>
              </a:spcBef>
              <a:spcAft>
                <a:spcPct val="0"/>
              </a:spcAft>
              <a:buChar char="»"/>
              <a:defRPr sz="2000">
                <a:solidFill>
                  <a:schemeClr val="tx1"/>
                </a:solidFill>
                <a:latin typeface="Arial" panose="020B0604020202020204" pitchFamily="34" charset="0"/>
              </a:defRPr>
            </a:lvl9pPr>
          </a:lstStyle>
          <a:p>
            <a:r>
              <a:rPr lang="zh-CN" altLang="en-US" sz="1600" dirty="0">
                <a:solidFill>
                  <a:schemeClr val="tx1"/>
                </a:solidFill>
                <a:cs typeface="微软雅黑" panose="020B0503020204020204" pitchFamily="34" charset="-122"/>
              </a:rPr>
              <a:t>数据治理，</a:t>
            </a:r>
            <a:r>
              <a:rPr lang="zh-CN" altLang="en-US" sz="1600" b="1" dirty="0">
                <a:solidFill>
                  <a:schemeClr val="tx1"/>
                </a:solidFill>
                <a:cs typeface="微软雅黑" panose="020B0503020204020204" pitchFamily="34" charset="-122"/>
              </a:rPr>
              <a:t>不急于买</a:t>
            </a:r>
            <a:r>
              <a:rPr lang="en-US" altLang="zh-CN" sz="1600" b="1" dirty="0">
                <a:solidFill>
                  <a:schemeClr val="tx1"/>
                </a:solidFill>
                <a:cs typeface="微软雅黑" panose="020B0503020204020204" pitchFamily="34" charset="-122"/>
              </a:rPr>
              <a:t>/</a:t>
            </a:r>
            <a:r>
              <a:rPr lang="zh-CN" altLang="en-US" sz="1600" b="1" dirty="0">
                <a:solidFill>
                  <a:schemeClr val="tx1"/>
                </a:solidFill>
                <a:cs typeface="微软雅黑" panose="020B0503020204020204" pitchFamily="34" charset="-122"/>
              </a:rPr>
              <a:t>建工具</a:t>
            </a:r>
            <a:r>
              <a:rPr lang="zh-CN" altLang="en-US" sz="1600" dirty="0">
                <a:solidFill>
                  <a:schemeClr val="tx1"/>
                </a:solidFill>
                <a:cs typeface="微软雅黑" panose="020B0503020204020204" pitchFamily="34" charset="-122"/>
              </a:rPr>
              <a:t>。</a:t>
            </a:r>
            <a:endParaRPr lang="en-US" altLang="zh-CN" sz="1600" dirty="0">
              <a:solidFill>
                <a:schemeClr val="tx1"/>
              </a:solidFill>
              <a:cs typeface="微软雅黑" panose="020B0503020204020204" pitchFamily="34" charset="-122"/>
            </a:endParaRPr>
          </a:p>
          <a:p>
            <a:r>
              <a:rPr lang="zh-CN" altLang="en-US" sz="1600" dirty="0">
                <a:solidFill>
                  <a:schemeClr val="tx1"/>
                </a:solidFill>
                <a:cs typeface="微软雅黑" panose="020B0503020204020204" pitchFamily="34" charset="-122"/>
              </a:rPr>
              <a:t>如果数据治理没有做过或没有做好，买</a:t>
            </a:r>
            <a:r>
              <a:rPr lang="en-US" altLang="zh-CN" sz="1600" dirty="0">
                <a:solidFill>
                  <a:schemeClr val="tx1"/>
                </a:solidFill>
                <a:cs typeface="微软雅黑" panose="020B0503020204020204" pitchFamily="34" charset="-122"/>
              </a:rPr>
              <a:t>/</a:t>
            </a:r>
            <a:r>
              <a:rPr lang="zh-CN" altLang="en-US" sz="1600" dirty="0">
                <a:solidFill>
                  <a:schemeClr val="tx1"/>
                </a:solidFill>
                <a:cs typeface="微软雅黑" panose="020B0503020204020204" pitchFamily="34" charset="-122"/>
              </a:rPr>
              <a:t>建工具都是浪费。</a:t>
            </a:r>
            <a:r>
              <a:rPr lang="zh-CN" altLang="en-US" sz="1600" b="1" dirty="0">
                <a:solidFill>
                  <a:schemeClr val="tx1"/>
                </a:solidFill>
                <a:cs typeface="微软雅黑" panose="020B0503020204020204" pitchFamily="34" charset="-122"/>
              </a:rPr>
              <a:t>工具是把已经做的事情提高效率。</a:t>
            </a:r>
            <a:endParaRPr lang="en-US" altLang="zh-CN" sz="1600" b="1" dirty="0">
              <a:solidFill>
                <a:schemeClr val="tx1"/>
              </a:solidFill>
              <a:cs typeface="微软雅黑" panose="020B0503020204020204" pitchFamily="34" charset="-122"/>
            </a:endParaRPr>
          </a:p>
          <a:p>
            <a:r>
              <a:rPr lang="zh-CN" altLang="en-US" sz="1600" b="1" dirty="0">
                <a:solidFill>
                  <a:schemeClr val="tx1"/>
                </a:solidFill>
                <a:cs typeface="微软雅黑" panose="020B0503020204020204" pitchFamily="34" charset="-122"/>
              </a:rPr>
              <a:t>不要把数据治理项目变成产品选型项目</a:t>
            </a:r>
            <a:r>
              <a:rPr lang="zh-CN" altLang="en-US" sz="1600" dirty="0">
                <a:solidFill>
                  <a:schemeClr val="tx1"/>
                </a:solidFill>
                <a:cs typeface="微软雅黑" panose="020B0503020204020204" pitchFamily="34" charset="-122"/>
              </a:rPr>
              <a:t>。</a:t>
            </a:r>
            <a:endParaRPr lang="en-US" altLang="zh-CN" sz="1600" dirty="0">
              <a:solidFill>
                <a:schemeClr val="tx1"/>
              </a:solidFill>
              <a:cs typeface="微软雅黑" panose="020B0503020204020204" pitchFamily="34" charset="-122"/>
            </a:endParaRPr>
          </a:p>
          <a:p>
            <a:r>
              <a:rPr lang="zh-CN" altLang="en-US" sz="1600" dirty="0">
                <a:solidFill>
                  <a:schemeClr val="tx1"/>
                </a:solidFill>
                <a:cs typeface="微软雅黑" panose="020B0503020204020204" pitchFamily="34" charset="-122"/>
              </a:rPr>
              <a:t>常见数据治理工具的功能</a:t>
            </a:r>
            <a:endParaRPr lang="en-US" altLang="zh-CN" sz="1600" dirty="0">
              <a:solidFill>
                <a:schemeClr val="tx1"/>
              </a:solidFill>
              <a:cs typeface="微软雅黑" panose="020B0503020204020204" pitchFamily="34" charset="-122"/>
            </a:endParaRPr>
          </a:p>
          <a:p>
            <a:pPr lvl="1"/>
            <a:r>
              <a:rPr lang="zh-CN" altLang="en-US" sz="1600" dirty="0">
                <a:solidFill>
                  <a:schemeClr val="tx1"/>
                </a:solidFill>
                <a:cs typeface="微软雅黑" panose="020B0503020204020204" pitchFamily="34" charset="-122"/>
              </a:rPr>
              <a:t>原则和政策管理</a:t>
            </a:r>
            <a:endParaRPr lang="en-US" altLang="zh-CN" sz="1600" dirty="0">
              <a:solidFill>
                <a:schemeClr val="tx1"/>
              </a:solidFill>
              <a:cs typeface="微软雅黑" panose="020B0503020204020204" pitchFamily="34" charset="-122"/>
            </a:endParaRPr>
          </a:p>
          <a:p>
            <a:pPr lvl="1"/>
            <a:r>
              <a:rPr lang="zh-CN" altLang="en-US" sz="1600" dirty="0">
                <a:solidFill>
                  <a:schemeClr val="tx1"/>
                </a:solidFill>
                <a:cs typeface="微软雅黑" panose="020B0503020204020204" pitchFamily="34" charset="-122"/>
              </a:rPr>
              <a:t>业务规则和标准管理</a:t>
            </a:r>
            <a:endParaRPr lang="en-US" altLang="zh-CN" sz="1600" dirty="0">
              <a:solidFill>
                <a:schemeClr val="tx1"/>
              </a:solidFill>
              <a:cs typeface="微软雅黑" panose="020B0503020204020204" pitchFamily="34" charset="-122"/>
            </a:endParaRPr>
          </a:p>
          <a:p>
            <a:pPr lvl="1"/>
            <a:r>
              <a:rPr lang="zh-CN" altLang="en-US" sz="1600" dirty="0">
                <a:solidFill>
                  <a:schemeClr val="tx1"/>
                </a:solidFill>
                <a:cs typeface="微软雅黑" panose="020B0503020204020204" pitchFamily="34" charset="-122"/>
              </a:rPr>
              <a:t>组织管理</a:t>
            </a:r>
            <a:endParaRPr lang="en-US" altLang="zh-CN" sz="1600" dirty="0">
              <a:solidFill>
                <a:schemeClr val="tx1"/>
              </a:solidFill>
              <a:cs typeface="微软雅黑" panose="020B0503020204020204" pitchFamily="34" charset="-122"/>
            </a:endParaRPr>
          </a:p>
          <a:p>
            <a:pPr lvl="1"/>
            <a:r>
              <a:rPr lang="zh-CN" altLang="en-US" sz="1600" dirty="0">
                <a:solidFill>
                  <a:schemeClr val="tx1"/>
                </a:solidFill>
                <a:cs typeface="微软雅黑" panose="020B0503020204020204" pitchFamily="34" charset="-122"/>
              </a:rPr>
              <a:t>工作流（问题和审计）</a:t>
            </a:r>
            <a:endParaRPr lang="en-US" altLang="zh-CN" sz="1600" dirty="0">
              <a:solidFill>
                <a:schemeClr val="tx1"/>
              </a:solidFill>
              <a:cs typeface="微软雅黑" panose="020B0503020204020204" pitchFamily="34" charset="-122"/>
            </a:endParaRPr>
          </a:p>
          <a:p>
            <a:pPr lvl="1"/>
            <a:r>
              <a:rPr lang="zh-CN" altLang="en-US" sz="1600" dirty="0">
                <a:solidFill>
                  <a:schemeClr val="tx1"/>
                </a:solidFill>
                <a:cs typeface="微软雅黑" panose="020B0503020204020204" pitchFamily="34" charset="-122"/>
              </a:rPr>
              <a:t>数据字典</a:t>
            </a:r>
            <a:endParaRPr lang="en-US" altLang="zh-CN" sz="1600" dirty="0">
              <a:solidFill>
                <a:schemeClr val="tx1"/>
              </a:solidFill>
              <a:cs typeface="微软雅黑" panose="020B0503020204020204" pitchFamily="34" charset="-122"/>
            </a:endParaRPr>
          </a:p>
          <a:p>
            <a:pPr lvl="1"/>
            <a:r>
              <a:rPr lang="zh-CN" altLang="en-US" sz="1600" dirty="0">
                <a:solidFill>
                  <a:schemeClr val="tx1"/>
                </a:solidFill>
                <a:cs typeface="微软雅黑" panose="020B0503020204020204" pitchFamily="34" charset="-122"/>
              </a:rPr>
              <a:t>企业搜索</a:t>
            </a:r>
            <a:endParaRPr lang="en-US" altLang="zh-CN" sz="1600" dirty="0">
              <a:solidFill>
                <a:schemeClr val="tx1"/>
              </a:solidFill>
              <a:cs typeface="微软雅黑" panose="020B0503020204020204" pitchFamily="34" charset="-122"/>
            </a:endParaRPr>
          </a:p>
          <a:p>
            <a:pPr lvl="1"/>
            <a:r>
              <a:rPr lang="zh-CN" altLang="en-US" sz="1600" dirty="0">
                <a:solidFill>
                  <a:schemeClr val="tx1"/>
                </a:solidFill>
                <a:cs typeface="微软雅黑" panose="020B0503020204020204" pitchFamily="34" charset="-122"/>
              </a:rPr>
              <a:t>文档管理</a:t>
            </a:r>
            <a:endParaRPr lang="en-US" altLang="zh-CN" sz="1600" dirty="0">
              <a:solidFill>
                <a:schemeClr val="tx1"/>
              </a:solidFill>
              <a:cs typeface="微软雅黑" panose="020B0503020204020204" pitchFamily="34" charset="-122"/>
            </a:endParaRPr>
          </a:p>
          <a:p>
            <a:pPr lvl="1"/>
            <a:r>
              <a:rPr lang="zh-CN" altLang="en-US" sz="1600" dirty="0">
                <a:solidFill>
                  <a:schemeClr val="tx1"/>
                </a:solidFill>
                <a:cs typeface="微软雅黑" panose="020B0503020204020204" pitchFamily="34" charset="-122"/>
              </a:rPr>
              <a:t>指标收集、整合和展示</a:t>
            </a:r>
            <a:endParaRPr lang="en-US" altLang="zh-CN" sz="1600" dirty="0">
              <a:solidFill>
                <a:schemeClr val="tx1"/>
              </a:solidFill>
              <a:cs typeface="微软雅黑" panose="020B0503020204020204" pitchFamily="34" charset="-122"/>
            </a:endParaRPr>
          </a:p>
          <a:p>
            <a:pPr lvl="1"/>
            <a:r>
              <a:rPr lang="zh-CN" altLang="en-US" sz="1600" dirty="0">
                <a:solidFill>
                  <a:schemeClr val="tx1"/>
                </a:solidFill>
                <a:cs typeface="微软雅黑" panose="020B0503020204020204" pitchFamily="34" charset="-122"/>
              </a:rPr>
              <a:t>与工作流和其他方法论集成</a:t>
            </a:r>
            <a:endParaRPr lang="en-US" altLang="zh-CN" sz="1600" dirty="0">
              <a:solidFill>
                <a:schemeClr val="tx1"/>
              </a:solidFill>
              <a:cs typeface="微软雅黑" panose="020B0503020204020204" pitchFamily="34" charset="-122"/>
            </a:endParaRPr>
          </a:p>
          <a:p>
            <a:pPr lvl="1"/>
            <a:r>
              <a:rPr lang="zh-CN" altLang="en-US" sz="1600" dirty="0">
                <a:solidFill>
                  <a:schemeClr val="tx1"/>
                </a:solidFill>
                <a:cs typeface="微软雅黑" panose="020B0503020204020204" pitchFamily="34" charset="-122"/>
              </a:rPr>
              <a:t>培训和合作功能</a:t>
            </a:r>
            <a:endParaRPr lang="zh-CN" altLang="en-US" sz="1600" dirty="0">
              <a:solidFill>
                <a:schemeClr val="tx1"/>
              </a:solidFill>
              <a:cs typeface="微软雅黑" panose="020B0503020204020204" pitchFamily="34" charset="-122"/>
            </a:endParaRPr>
          </a:p>
        </p:txBody>
      </p:sp>
      <p:sp>
        <p:nvSpPr>
          <p:cNvPr id="5" name="灯片编号占位符 4"/>
          <p:cNvSpPr>
            <a:spLocks noGrp="1"/>
          </p:cNvSpPr>
          <p:nvPr>
            <p:custDataLst>
              <p:tags r:id="rId2"/>
            </p:custDataLst>
          </p:nvPr>
        </p:nvSpPr>
        <p:spPr>
          <a:xfrm>
            <a:off x="10134600" y="6607175"/>
            <a:ext cx="533400" cy="244475"/>
          </a:xfrm>
          <a:prstGeom prst="rect">
            <a:avLst/>
          </a:prstGeom>
        </p:spPr>
        <p:txBody>
          <a:bodyPr vert="horz" lIns="91440" tIns="45720" rIns="91440" bIns="45720" rtlCol="0" anchor="ctr"/>
          <a:lstStyle>
            <a:defPPr>
              <a:defRPr lang="zh-CN"/>
            </a:defPPr>
            <a:lvl1pPr marL="0" algn="l" defTabSz="914400" rtl="0" eaLnBrk="1" latinLnBrk="0" hangingPunct="1">
              <a:defRPr lang="en-US" altLang="zh-CN" sz="1000" kern="1200" baseline="0" smtClean="0">
                <a:solidFill>
                  <a:srgbClr val="666666"/>
                </a:solidFill>
                <a:latin typeface="微软雅黑" panose="020B0503020204020204" pitchFamily="34" charset="-122"/>
                <a:ea typeface="微软雅黑" panose="020B0503020204020204" pitchFamily="34" charset="-122"/>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874E8E66-71D6-45D4-A3A2-5B086109405E}" type="slidenum">
              <a:rPr lang="en-US" altLang="zh-CN" smtClean="0">
                <a:solidFill>
                  <a:schemeClr val="tx1"/>
                </a:solidFill>
              </a:rPr>
            </a:fld>
            <a:endParaRPr lang="en-US" altLang="zh-CN" dirty="0" smtClean="0">
              <a:solidFill>
                <a:schemeClr val="tx1"/>
              </a:solidFill>
            </a:endParaRPr>
          </a:p>
        </p:txBody>
      </p:sp>
      <p:pic>
        <p:nvPicPr>
          <p:cNvPr id="6" name="Picture 2"/>
          <p:cNvPicPr>
            <a:picLocks noChangeAspect="1" noChangeArrowheads="1"/>
          </p:cNvPicPr>
          <p:nvPr>
            <p:custDataLst>
              <p:tags r:id="rId3"/>
            </p:custDataLst>
          </p:nvPr>
        </p:nvPicPr>
        <p:blipFill>
          <a:blip r:embed="rId4"/>
          <a:srcRect/>
          <a:stretch>
            <a:fillRect/>
          </a:stretch>
        </p:blipFill>
        <p:spPr bwMode="auto">
          <a:xfrm>
            <a:off x="5880373" y="2637119"/>
            <a:ext cx="5525497" cy="2736598"/>
          </a:xfrm>
          <a:prstGeom prst="rect">
            <a:avLst/>
          </a:prstGeom>
          <a:noFill/>
          <a:ln>
            <a:noFill/>
          </a:ln>
        </p:spPr>
      </p:pic>
      <p:sp>
        <p:nvSpPr>
          <p:cNvPr id="4" name="矩形 3"/>
          <p:cNvSpPr/>
          <p:nvPr>
            <p:custDataLst>
              <p:tags r:id="rId5"/>
            </p:custDataLst>
          </p:nvPr>
        </p:nvSpPr>
        <p:spPr>
          <a:xfrm>
            <a:off x="7823931" y="2204767"/>
            <a:ext cx="2016760" cy="368300"/>
          </a:xfrm>
          <a:prstGeom prst="rect">
            <a:avLst/>
          </a:prstGeom>
        </p:spPr>
        <p:txBody>
          <a:bodyPr wrap="none">
            <a:spAutoFit/>
          </a:bodyPr>
          <a:lstStyle/>
          <a:p>
            <a:r>
              <a:rPr lang="zh-CN" altLang="en-US" b="1" dirty="0">
                <a:solidFill>
                  <a:srgbClr val="187BFF"/>
                </a:solidFill>
              </a:rPr>
              <a:t>数据治理相关工具</a:t>
            </a:r>
            <a:endParaRPr lang="zh-CN" altLang="en-US" b="1" dirty="0">
              <a:solidFill>
                <a:srgbClr val="187BFF"/>
              </a:solidFill>
            </a:endParaRPr>
          </a:p>
        </p:txBody>
      </p:sp>
      <p:sp>
        <p:nvSpPr>
          <p:cNvPr id="15" name="标题 14"/>
          <p:cNvSpPr>
            <a:spLocks noGrp="1"/>
          </p:cNvSpPr>
          <p:nvPr>
            <p:ph type="title"/>
            <p:custDataLst>
              <p:tags r:id="rId6"/>
            </p:custDataLst>
          </p:nvPr>
        </p:nvSpPr>
        <p:spPr/>
        <p:txBody>
          <a:bodyPr vert="horz" lIns="91440" tIns="45720" rIns="91440" bIns="45720" rtlCol="0" anchor="ctr">
            <a:normAutofit/>
          </a:bodyPr>
          <a:p>
            <a:pPr lvl="0" algn="l">
              <a:buClrTx/>
              <a:buSzTx/>
              <a:buFontTx/>
            </a:pPr>
            <a:r>
              <a:rPr lang="zh-CN" altLang="en-US" smtClean="0">
                <a:sym typeface="+mn-ea"/>
              </a:rPr>
              <a:t>如何看待数据治理的技术工具？</a:t>
            </a:r>
            <a:endParaRPr lang="zh-CN" altLang="en-US" smtClean="0">
              <a:sym typeface="+mn-ea"/>
            </a:endParaRPr>
          </a:p>
        </p:txBody>
      </p:sp>
    </p:spTree>
    <p:custDataLst>
      <p:tags r:id="rId7"/>
    </p:custData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矩形 56"/>
          <p:cNvSpPr>
            <a:spLocks noChangeArrowheads="1"/>
          </p:cNvSpPr>
          <p:nvPr>
            <p:custDataLst>
              <p:tags r:id="rId1"/>
            </p:custDataLst>
          </p:nvPr>
        </p:nvSpPr>
        <p:spPr bwMode="auto">
          <a:xfrm>
            <a:off x="983298" y="1196975"/>
            <a:ext cx="7529830" cy="9220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rmAutofit/>
          </a:bodyPr>
          <a:lstStyle>
            <a:lvl1pPr marL="285750" indent="-285750" eaLnBrk="0" hangingPunct="0">
              <a:spcBef>
                <a:spcPct val="20000"/>
              </a:spcBef>
              <a:buChar char="•"/>
              <a:defRPr sz="2800">
                <a:solidFill>
                  <a:schemeClr val="tx1"/>
                </a:solidFill>
                <a:latin typeface="微软雅黑" panose="020B0503020204020204" pitchFamily="34" charset="-122"/>
                <a:ea typeface="微软雅黑" panose="020B0503020204020204" pitchFamily="34" charset="-122"/>
              </a:defRPr>
            </a:lvl1pPr>
            <a:lvl2pPr marL="742950" indent="-285750" eaLnBrk="0" hangingPunct="0">
              <a:spcBef>
                <a:spcPct val="20000"/>
              </a:spcBef>
              <a:buChar char="–"/>
              <a:defRPr sz="2400">
                <a:solidFill>
                  <a:schemeClr val="tx1"/>
                </a:solidFill>
                <a:latin typeface="微软雅黑" panose="020B0503020204020204" pitchFamily="34" charset="-122"/>
                <a:ea typeface="微软雅黑" panose="020B0503020204020204" pitchFamily="34" charset="-122"/>
              </a:defRPr>
            </a:lvl2pPr>
            <a:lvl3pPr marL="1143000" indent="-228600" eaLnBrk="0" hangingPunct="0">
              <a:spcBef>
                <a:spcPct val="20000"/>
              </a:spcBef>
              <a:buChar char="•"/>
              <a:defRPr sz="2000">
                <a:solidFill>
                  <a:schemeClr val="tx1"/>
                </a:solidFill>
                <a:latin typeface="微软雅黑" panose="020B0503020204020204" pitchFamily="34" charset="-122"/>
                <a:ea typeface="微软雅黑" panose="020B0503020204020204" pitchFamily="34" charset="-122"/>
              </a:defRPr>
            </a:lvl3pPr>
            <a:lvl4pPr marL="1600200" indent="-228600" eaLnBrk="0" hangingPunct="0">
              <a:spcBef>
                <a:spcPct val="20000"/>
              </a:spcBef>
              <a:buChar char="–"/>
              <a:defRPr>
                <a:solidFill>
                  <a:schemeClr val="tx1"/>
                </a:solidFill>
                <a:latin typeface="微软雅黑" panose="020B0503020204020204" pitchFamily="34" charset="-122"/>
                <a:ea typeface="微软雅黑" panose="020B0503020204020204" pitchFamily="34" charset="-122"/>
              </a:defRPr>
            </a:lvl4pPr>
            <a:lvl5pPr marL="2057400" indent="-228600" eaLnBrk="0" hangingPunct="0">
              <a:spcBef>
                <a:spcPct val="20000"/>
              </a:spcBef>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a:solidFill>
                  <a:schemeClr val="tx1"/>
                </a:solidFill>
                <a:latin typeface="微软雅黑" panose="020B0503020204020204" pitchFamily="34" charset="-122"/>
                <a:ea typeface="微软雅黑" panose="020B0503020204020204" pitchFamily="34" charset="-122"/>
              </a:defRPr>
            </a:lvl9pPr>
          </a:lstStyle>
          <a:p>
            <a:pPr eaLnBrk="1" hangingPunct="1">
              <a:lnSpc>
                <a:spcPct val="150000"/>
              </a:lnSpc>
              <a:spcBef>
                <a:spcPct val="0"/>
              </a:spcBef>
            </a:pPr>
            <a:r>
              <a:rPr lang="zh-CN" altLang="en-US" sz="1800" b="1">
                <a:solidFill>
                  <a:schemeClr val="accent1">
                    <a:lumMod val="50000"/>
                  </a:schemeClr>
                </a:solidFill>
                <a:cs typeface="微软雅黑" panose="020B0503020204020204" pitchFamily="34" charset="-122"/>
              </a:rPr>
              <a:t>顶天：</a:t>
            </a:r>
            <a:r>
              <a:rPr lang="zh-CN" altLang="en-US" sz="1800">
                <a:solidFill>
                  <a:schemeClr val="tx1"/>
                </a:solidFill>
                <a:cs typeface="微软雅黑" panose="020B0503020204020204" pitchFamily="34" charset="-122"/>
              </a:rPr>
              <a:t>业务战略、</a:t>
            </a:r>
            <a:r>
              <a:rPr lang="en-US" altLang="zh-CN" sz="1800">
                <a:solidFill>
                  <a:schemeClr val="tx1"/>
                </a:solidFill>
                <a:cs typeface="微软雅黑" panose="020B0503020204020204" pitchFamily="34" charset="-122"/>
              </a:rPr>
              <a:t>IT</a:t>
            </a:r>
            <a:r>
              <a:rPr lang="zh-CN" altLang="en-US" sz="1800">
                <a:solidFill>
                  <a:schemeClr val="tx1"/>
                </a:solidFill>
                <a:cs typeface="微软雅黑" panose="020B0503020204020204" pitchFamily="34" charset="-122"/>
              </a:rPr>
              <a:t>战略、数据战略、管理制度、变革管理、组织行为</a:t>
            </a:r>
            <a:endParaRPr lang="en-US" altLang="zh-CN" sz="1800">
              <a:solidFill>
                <a:schemeClr val="tx1"/>
              </a:solidFill>
              <a:cs typeface="微软雅黑" panose="020B0503020204020204" pitchFamily="34" charset="-122"/>
            </a:endParaRPr>
          </a:p>
          <a:p>
            <a:pPr eaLnBrk="1" hangingPunct="1">
              <a:lnSpc>
                <a:spcPct val="150000"/>
              </a:lnSpc>
              <a:spcBef>
                <a:spcPct val="0"/>
              </a:spcBef>
            </a:pPr>
            <a:r>
              <a:rPr lang="zh-CN" altLang="en-US" sz="1800" b="1">
                <a:solidFill>
                  <a:schemeClr val="accent1">
                    <a:lumMod val="50000"/>
                  </a:schemeClr>
                </a:solidFill>
                <a:cs typeface="微软雅黑" panose="020B0503020204020204" pitchFamily="34" charset="-122"/>
              </a:rPr>
              <a:t>立地：</a:t>
            </a:r>
            <a:r>
              <a:rPr lang="zh-CN" altLang="en-US" sz="1800">
                <a:solidFill>
                  <a:schemeClr val="tx1"/>
                </a:solidFill>
                <a:cs typeface="微软雅黑" panose="020B0503020204020204" pitchFamily="34" charset="-122"/>
              </a:rPr>
              <a:t>数据架构、数据模型、实体、属性、编码取值、质量规则</a:t>
            </a:r>
            <a:endParaRPr lang="zh-CN" altLang="en-US" sz="1800">
              <a:solidFill>
                <a:schemeClr val="tx1"/>
              </a:solidFill>
              <a:cs typeface="微软雅黑" panose="020B0503020204020204" pitchFamily="34" charset="-122"/>
            </a:endParaRPr>
          </a:p>
        </p:txBody>
      </p:sp>
      <p:sp>
        <p:nvSpPr>
          <p:cNvPr id="8" name="标题 7"/>
          <p:cNvSpPr>
            <a:spLocks noGrp="1"/>
          </p:cNvSpPr>
          <p:nvPr>
            <p:ph type="title"/>
            <p:custDataLst>
              <p:tags r:id="rId2"/>
            </p:custDataLst>
          </p:nvPr>
        </p:nvSpPr>
        <p:spPr/>
        <p:txBody>
          <a:bodyPr vert="horz" lIns="91440" tIns="45720" rIns="91440" bIns="45720" rtlCol="0" anchor="ctr">
            <a:normAutofit/>
          </a:bodyPr>
          <a:p>
            <a:pPr lvl="0" algn="l">
              <a:buClrTx/>
              <a:buSzTx/>
              <a:buFontTx/>
            </a:pPr>
            <a:r>
              <a:rPr lang="zh-CN" altLang="en-US" smtClean="0">
                <a:sym typeface="+mn-ea"/>
              </a:rPr>
              <a:t>个人能力提升：数据世界，顶天立地</a:t>
            </a:r>
            <a:endParaRPr lang="zh-CN" altLang="en-US" smtClean="0">
              <a:sym typeface="+mn-ea"/>
            </a:endParaRPr>
          </a:p>
        </p:txBody>
      </p:sp>
      <p:grpSp>
        <p:nvGrpSpPr>
          <p:cNvPr id="39" name="组合 38"/>
          <p:cNvGrpSpPr/>
          <p:nvPr/>
        </p:nvGrpSpPr>
        <p:grpSpPr>
          <a:xfrm>
            <a:off x="1192530" y="2329815"/>
            <a:ext cx="10044430" cy="3977640"/>
            <a:chOff x="923" y="3459"/>
            <a:chExt cx="12245" cy="5573"/>
          </a:xfrm>
        </p:grpSpPr>
        <p:sp>
          <p:nvSpPr>
            <p:cNvPr id="11" name="右箭头 10"/>
            <p:cNvSpPr/>
            <p:nvPr/>
          </p:nvSpPr>
          <p:spPr>
            <a:xfrm rot="17902697">
              <a:off x="46" y="5489"/>
              <a:ext cx="5433" cy="1652"/>
            </a:xfrm>
            <a:prstGeom prst="rightArrow">
              <a:avLst/>
            </a:prstGeom>
            <a:solidFill>
              <a:srgbClr val="92D050"/>
            </a:solidFill>
          </p:spPr>
          <p:style>
            <a:lnRef idx="1">
              <a:schemeClr val="accent3"/>
            </a:lnRef>
            <a:fillRef idx="2">
              <a:schemeClr val="accent3"/>
            </a:fillRef>
            <a:effectRef idx="1">
              <a:schemeClr val="accent3"/>
            </a:effectRef>
            <a:fontRef idx="minor">
              <a:schemeClr val="dk1"/>
            </a:fontRef>
          </p:style>
          <p:txBody>
            <a:bodyPr anchor="ctr"/>
            <a:lstStyle/>
            <a:p>
              <a:pPr algn="ctr">
                <a:defRPr/>
              </a:pPr>
              <a:endParaRPr lang="zh-CN" altLang="en-US">
                <a:latin typeface="微软雅黑" panose="020B0503020204020204" pitchFamily="34" charset="-122"/>
                <a:ea typeface="微软雅黑" panose="020B0503020204020204" pitchFamily="34" charset="-122"/>
              </a:endParaRPr>
            </a:p>
          </p:txBody>
        </p:sp>
        <p:grpSp>
          <p:nvGrpSpPr>
            <p:cNvPr id="12" name="组合 58"/>
            <p:cNvGrpSpPr/>
            <p:nvPr/>
          </p:nvGrpSpPr>
          <p:grpSpPr bwMode="auto">
            <a:xfrm>
              <a:off x="2631" y="4926"/>
              <a:ext cx="2490" cy="3402"/>
              <a:chOff x="1046298" y="3734495"/>
              <a:chExt cx="1581486" cy="2160240"/>
            </a:xfrm>
          </p:grpSpPr>
          <p:sp>
            <p:nvSpPr>
              <p:cNvPr id="13" name="椭圆 12"/>
              <p:cNvSpPr/>
              <p:nvPr/>
            </p:nvSpPr>
            <p:spPr>
              <a:xfrm>
                <a:off x="1046298" y="5678870"/>
                <a:ext cx="215946" cy="215865"/>
              </a:xfrm>
              <a:prstGeom prst="ellipse">
                <a:avLst/>
              </a:prstGeom>
            </p:spPr>
            <p:style>
              <a:lnRef idx="1">
                <a:schemeClr val="accent1"/>
              </a:lnRef>
              <a:fillRef idx="2">
                <a:schemeClr val="accent1"/>
              </a:fillRef>
              <a:effectRef idx="1">
                <a:schemeClr val="accent1"/>
              </a:effectRef>
              <a:fontRef idx="minor">
                <a:schemeClr val="dk1"/>
              </a:fontRef>
            </p:style>
            <p:txBody>
              <a:bodyPr anchor="ctr"/>
              <a:lstStyle/>
              <a:p>
                <a:pPr algn="ctr">
                  <a:defRPr/>
                </a:pPr>
                <a:endParaRPr lang="zh-CN" altLang="en-US">
                  <a:latin typeface="微软雅黑" panose="020B0503020204020204" pitchFamily="34" charset="-122"/>
                  <a:ea typeface="微软雅黑" panose="020B0503020204020204" pitchFamily="34" charset="-122"/>
                </a:endParaRPr>
              </a:p>
            </p:txBody>
          </p:sp>
          <p:sp>
            <p:nvSpPr>
              <p:cNvPr id="14" name="椭圆 13"/>
              <p:cNvSpPr/>
              <p:nvPr/>
            </p:nvSpPr>
            <p:spPr>
              <a:xfrm>
                <a:off x="1478190" y="5678870"/>
                <a:ext cx="215946" cy="215865"/>
              </a:xfrm>
              <a:prstGeom prst="ellipse">
                <a:avLst/>
              </a:prstGeom>
            </p:spPr>
            <p:style>
              <a:lnRef idx="1">
                <a:schemeClr val="accent1"/>
              </a:lnRef>
              <a:fillRef idx="2">
                <a:schemeClr val="accent1"/>
              </a:fillRef>
              <a:effectRef idx="1">
                <a:schemeClr val="accent1"/>
              </a:effectRef>
              <a:fontRef idx="minor">
                <a:schemeClr val="dk1"/>
              </a:fontRef>
            </p:style>
            <p:txBody>
              <a:bodyPr anchor="ctr"/>
              <a:lstStyle/>
              <a:p>
                <a:pPr algn="ctr">
                  <a:defRPr/>
                </a:pPr>
                <a:endParaRPr lang="zh-CN" altLang="en-US">
                  <a:latin typeface="微软雅黑" panose="020B0503020204020204" pitchFamily="34" charset="-122"/>
                  <a:ea typeface="微软雅黑" panose="020B0503020204020204" pitchFamily="34" charset="-122"/>
                </a:endParaRPr>
              </a:p>
            </p:txBody>
          </p:sp>
          <p:sp>
            <p:nvSpPr>
              <p:cNvPr id="15" name="椭圆 14"/>
              <p:cNvSpPr/>
              <p:nvPr/>
            </p:nvSpPr>
            <p:spPr>
              <a:xfrm>
                <a:off x="1910082" y="5678870"/>
                <a:ext cx="215946" cy="215865"/>
              </a:xfrm>
              <a:prstGeom prst="ellipse">
                <a:avLst/>
              </a:prstGeom>
            </p:spPr>
            <p:style>
              <a:lnRef idx="1">
                <a:schemeClr val="accent1"/>
              </a:lnRef>
              <a:fillRef idx="2">
                <a:schemeClr val="accent1"/>
              </a:fillRef>
              <a:effectRef idx="1">
                <a:schemeClr val="accent1"/>
              </a:effectRef>
              <a:fontRef idx="minor">
                <a:schemeClr val="dk1"/>
              </a:fontRef>
            </p:style>
            <p:txBody>
              <a:bodyPr anchor="ctr"/>
              <a:lstStyle/>
              <a:p>
                <a:pPr algn="ctr">
                  <a:defRPr/>
                </a:pPr>
                <a:endParaRPr lang="zh-CN" altLang="en-US">
                  <a:latin typeface="微软雅黑" panose="020B0503020204020204" pitchFamily="34" charset="-122"/>
                  <a:ea typeface="微软雅黑" panose="020B0503020204020204" pitchFamily="34" charset="-122"/>
                </a:endParaRPr>
              </a:p>
            </p:txBody>
          </p:sp>
          <p:sp>
            <p:nvSpPr>
              <p:cNvPr id="16" name="椭圆 15"/>
              <p:cNvSpPr/>
              <p:nvPr/>
            </p:nvSpPr>
            <p:spPr>
              <a:xfrm>
                <a:off x="1478346" y="5033738"/>
                <a:ext cx="216024" cy="216024"/>
              </a:xfrm>
              <a:prstGeom prst="ellipse">
                <a:avLst/>
              </a:prstGeom>
            </p:spPr>
            <p:style>
              <a:lnRef idx="0">
                <a:schemeClr val="accent5"/>
              </a:lnRef>
              <a:fillRef idx="3">
                <a:schemeClr val="accent5"/>
              </a:fillRef>
              <a:effectRef idx="3">
                <a:schemeClr val="accent5"/>
              </a:effectRef>
              <a:fontRef idx="minor">
                <a:schemeClr val="lt1"/>
              </a:fontRef>
            </p:style>
            <p:txBody>
              <a:bodyPr anchor="ctr"/>
              <a:lstStyle/>
              <a:p>
                <a:pPr algn="ctr">
                  <a:defRPr/>
                </a:pPr>
                <a:endParaRPr lang="zh-CN" altLang="en-US">
                  <a:latin typeface="微软雅黑" panose="020B0503020204020204" pitchFamily="34" charset="-122"/>
                  <a:ea typeface="微软雅黑" panose="020B0503020204020204" pitchFamily="34" charset="-122"/>
                </a:endParaRPr>
              </a:p>
            </p:txBody>
          </p:sp>
          <p:sp>
            <p:nvSpPr>
              <p:cNvPr id="17" name="椭圆 16"/>
              <p:cNvSpPr/>
              <p:nvPr/>
            </p:nvSpPr>
            <p:spPr>
              <a:xfrm>
                <a:off x="1842043" y="5033738"/>
                <a:ext cx="216024" cy="216024"/>
              </a:xfrm>
              <a:prstGeom prst="ellipse">
                <a:avLst/>
              </a:prstGeom>
            </p:spPr>
            <p:style>
              <a:lnRef idx="0">
                <a:schemeClr val="accent5"/>
              </a:lnRef>
              <a:fillRef idx="3">
                <a:schemeClr val="accent5"/>
              </a:fillRef>
              <a:effectRef idx="3">
                <a:schemeClr val="accent5"/>
              </a:effectRef>
              <a:fontRef idx="minor">
                <a:schemeClr val="lt1"/>
              </a:fontRef>
            </p:style>
            <p:txBody>
              <a:bodyPr anchor="ctr"/>
              <a:lstStyle/>
              <a:p>
                <a:pPr algn="ctr">
                  <a:defRPr/>
                </a:pPr>
                <a:endParaRPr lang="zh-CN" altLang="en-US">
                  <a:latin typeface="微软雅黑" panose="020B0503020204020204" pitchFamily="34" charset="-122"/>
                  <a:ea typeface="微软雅黑" panose="020B0503020204020204" pitchFamily="34" charset="-122"/>
                </a:endParaRPr>
              </a:p>
            </p:txBody>
          </p:sp>
          <p:sp>
            <p:nvSpPr>
              <p:cNvPr id="18" name="椭圆 17"/>
              <p:cNvSpPr/>
              <p:nvPr/>
            </p:nvSpPr>
            <p:spPr>
              <a:xfrm>
                <a:off x="1842043" y="4322806"/>
                <a:ext cx="216024" cy="216024"/>
              </a:xfrm>
              <a:prstGeom prst="ellipse">
                <a:avLst/>
              </a:prstGeom>
            </p:spPr>
            <p:style>
              <a:lnRef idx="0">
                <a:schemeClr val="accent3"/>
              </a:lnRef>
              <a:fillRef idx="3">
                <a:schemeClr val="accent3"/>
              </a:fillRef>
              <a:effectRef idx="3">
                <a:schemeClr val="accent3"/>
              </a:effectRef>
              <a:fontRef idx="minor">
                <a:schemeClr val="lt1"/>
              </a:fontRef>
            </p:style>
            <p:txBody>
              <a:bodyPr anchor="ctr"/>
              <a:lstStyle/>
              <a:p>
                <a:pPr algn="ctr">
                  <a:defRPr/>
                </a:pPr>
                <a:endParaRPr lang="zh-CN" altLang="en-US">
                  <a:latin typeface="微软雅黑" panose="020B0503020204020204" pitchFamily="34" charset="-122"/>
                  <a:ea typeface="微软雅黑" panose="020B0503020204020204" pitchFamily="34" charset="-122"/>
                </a:endParaRPr>
              </a:p>
            </p:txBody>
          </p:sp>
          <p:sp>
            <p:nvSpPr>
              <p:cNvPr id="19" name="椭圆 18"/>
              <p:cNvSpPr/>
              <p:nvPr/>
            </p:nvSpPr>
            <p:spPr>
              <a:xfrm>
                <a:off x="2126418" y="3734495"/>
                <a:ext cx="216024" cy="216024"/>
              </a:xfrm>
              <a:prstGeom prst="ellipse">
                <a:avLst/>
              </a:prstGeom>
            </p:spPr>
            <p:style>
              <a:lnRef idx="0">
                <a:schemeClr val="accent2"/>
              </a:lnRef>
              <a:fillRef idx="3">
                <a:schemeClr val="accent2"/>
              </a:fillRef>
              <a:effectRef idx="3">
                <a:schemeClr val="accent2"/>
              </a:effectRef>
              <a:fontRef idx="minor">
                <a:schemeClr val="lt1"/>
              </a:fontRef>
            </p:style>
            <p:txBody>
              <a:bodyPr anchor="ctr"/>
              <a:lstStyle/>
              <a:p>
                <a:pPr algn="ctr">
                  <a:defRPr/>
                </a:pPr>
                <a:endParaRPr lang="zh-CN" altLang="en-US">
                  <a:latin typeface="微软雅黑" panose="020B0503020204020204" pitchFamily="34" charset="-122"/>
                  <a:ea typeface="微软雅黑" panose="020B0503020204020204" pitchFamily="34" charset="-122"/>
                </a:endParaRPr>
              </a:p>
            </p:txBody>
          </p:sp>
          <p:sp>
            <p:nvSpPr>
              <p:cNvPr id="20" name="椭圆 19"/>
              <p:cNvSpPr/>
              <p:nvPr/>
            </p:nvSpPr>
            <p:spPr>
              <a:xfrm>
                <a:off x="2411760" y="4319458"/>
                <a:ext cx="216024" cy="216024"/>
              </a:xfrm>
              <a:prstGeom prst="ellipse">
                <a:avLst/>
              </a:prstGeom>
            </p:spPr>
            <p:style>
              <a:lnRef idx="0">
                <a:schemeClr val="accent3"/>
              </a:lnRef>
              <a:fillRef idx="3">
                <a:schemeClr val="accent3"/>
              </a:fillRef>
              <a:effectRef idx="3">
                <a:schemeClr val="accent3"/>
              </a:effectRef>
              <a:fontRef idx="minor">
                <a:schemeClr val="lt1"/>
              </a:fontRef>
            </p:style>
            <p:txBody>
              <a:bodyPr anchor="ctr"/>
              <a:lstStyle/>
              <a:p>
                <a:pPr algn="ctr">
                  <a:defRPr/>
                </a:pPr>
                <a:endParaRPr lang="zh-CN" altLang="en-US">
                  <a:latin typeface="微软雅黑" panose="020B0503020204020204" pitchFamily="34" charset="-122"/>
                  <a:ea typeface="微软雅黑" panose="020B0503020204020204" pitchFamily="34" charset="-122"/>
                </a:endParaRPr>
              </a:p>
            </p:txBody>
          </p:sp>
          <p:sp>
            <p:nvSpPr>
              <p:cNvPr id="21" name="椭圆 20"/>
              <p:cNvSpPr/>
              <p:nvPr/>
            </p:nvSpPr>
            <p:spPr>
              <a:xfrm>
                <a:off x="2213149" y="5019145"/>
                <a:ext cx="216024" cy="216024"/>
              </a:xfrm>
              <a:prstGeom prst="ellipse">
                <a:avLst/>
              </a:prstGeom>
            </p:spPr>
            <p:style>
              <a:lnRef idx="0">
                <a:schemeClr val="accent5"/>
              </a:lnRef>
              <a:fillRef idx="3">
                <a:schemeClr val="accent5"/>
              </a:fillRef>
              <a:effectRef idx="3">
                <a:schemeClr val="accent5"/>
              </a:effectRef>
              <a:fontRef idx="minor">
                <a:schemeClr val="lt1"/>
              </a:fontRef>
            </p:style>
            <p:txBody>
              <a:bodyPr anchor="ctr"/>
              <a:lstStyle/>
              <a:p>
                <a:pPr algn="ctr">
                  <a:defRPr/>
                </a:pPr>
                <a:endParaRPr lang="zh-CN" altLang="en-US">
                  <a:latin typeface="微软雅黑" panose="020B0503020204020204" pitchFamily="34" charset="-122"/>
                  <a:ea typeface="微软雅黑" panose="020B0503020204020204" pitchFamily="34" charset="-122"/>
                </a:endParaRPr>
              </a:p>
            </p:txBody>
          </p:sp>
          <p:cxnSp>
            <p:nvCxnSpPr>
              <p:cNvPr id="22" name="直接连接符 21"/>
              <p:cNvCxnSpPr>
                <a:endCxn id="13" idx="7"/>
              </p:cNvCxnSpPr>
              <p:nvPr/>
            </p:nvCxnSpPr>
            <p:spPr>
              <a:xfrm flipH="1">
                <a:off x="1230487" y="5218569"/>
                <a:ext cx="279459" cy="492046"/>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直接连接符 22"/>
              <p:cNvCxnSpPr>
                <a:endCxn id="14" idx="0"/>
              </p:cNvCxnSpPr>
              <p:nvPr/>
            </p:nvCxnSpPr>
            <p:spPr>
              <a:xfrm>
                <a:off x="1586163" y="5250314"/>
                <a:ext cx="0" cy="428556"/>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直接连接符 23"/>
              <p:cNvCxnSpPr>
                <a:endCxn id="15" idx="1"/>
              </p:cNvCxnSpPr>
              <p:nvPr/>
            </p:nvCxnSpPr>
            <p:spPr>
              <a:xfrm>
                <a:off x="1662379" y="5218569"/>
                <a:ext cx="279459" cy="492046"/>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flipH="1">
                <a:off x="1586163" y="4507483"/>
                <a:ext cx="287398" cy="526965"/>
              </a:xfrm>
              <a:prstGeom prst="line">
                <a:avLst/>
              </a:prstGeom>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a:off x="1949777" y="4539228"/>
                <a:ext cx="0" cy="495220"/>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2025993" y="4507483"/>
                <a:ext cx="295338" cy="511093"/>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flipH="1">
                <a:off x="1949777" y="3918615"/>
                <a:ext cx="208007" cy="404747"/>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a:off x="2310217" y="3918615"/>
                <a:ext cx="209595" cy="401572"/>
              </a:xfrm>
              <a:prstGeom prst="line">
                <a:avLst/>
              </a:prstGeom>
            </p:spPr>
            <p:style>
              <a:lnRef idx="1">
                <a:schemeClr val="accent1"/>
              </a:lnRef>
              <a:fillRef idx="0">
                <a:schemeClr val="accent1"/>
              </a:fillRef>
              <a:effectRef idx="0">
                <a:schemeClr val="accent1"/>
              </a:effectRef>
              <a:fontRef idx="minor">
                <a:schemeClr val="tx1"/>
              </a:fontRef>
            </p:style>
          </p:cxnSp>
        </p:grpSp>
        <p:sp>
          <p:nvSpPr>
            <p:cNvPr id="30" name="TextBox 76"/>
            <p:cNvSpPr txBox="1">
              <a:spLocks noChangeArrowheads="1"/>
            </p:cNvSpPr>
            <p:nvPr/>
          </p:nvSpPr>
          <p:spPr bwMode="auto">
            <a:xfrm>
              <a:off x="923" y="7796"/>
              <a:ext cx="1973" cy="7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2800">
                  <a:solidFill>
                    <a:schemeClr val="tx1"/>
                  </a:solidFill>
                  <a:latin typeface="微软雅黑" panose="020B0503020204020204" pitchFamily="34" charset="-122"/>
                  <a:ea typeface="微软雅黑" panose="020B0503020204020204" pitchFamily="34" charset="-122"/>
                </a:defRPr>
              </a:lvl1pPr>
              <a:lvl2pPr marL="742950" indent="-285750" eaLnBrk="0" hangingPunct="0">
                <a:spcBef>
                  <a:spcPct val="20000"/>
                </a:spcBef>
                <a:buChar char="–"/>
                <a:defRPr sz="2400">
                  <a:solidFill>
                    <a:schemeClr val="tx1"/>
                  </a:solidFill>
                  <a:latin typeface="微软雅黑" panose="020B0503020204020204" pitchFamily="34" charset="-122"/>
                  <a:ea typeface="微软雅黑" panose="020B0503020204020204" pitchFamily="34" charset="-122"/>
                </a:defRPr>
              </a:lvl2pPr>
              <a:lvl3pPr marL="1143000" indent="-228600" eaLnBrk="0" hangingPunct="0">
                <a:spcBef>
                  <a:spcPct val="20000"/>
                </a:spcBef>
                <a:buChar char="•"/>
                <a:defRPr sz="2000">
                  <a:solidFill>
                    <a:schemeClr val="tx1"/>
                  </a:solidFill>
                  <a:latin typeface="微软雅黑" panose="020B0503020204020204" pitchFamily="34" charset="-122"/>
                  <a:ea typeface="微软雅黑" panose="020B0503020204020204" pitchFamily="34" charset="-122"/>
                </a:defRPr>
              </a:lvl3pPr>
              <a:lvl4pPr marL="1600200" indent="-228600" eaLnBrk="0" hangingPunct="0">
                <a:spcBef>
                  <a:spcPct val="20000"/>
                </a:spcBef>
                <a:buChar char="–"/>
                <a:defRPr>
                  <a:solidFill>
                    <a:schemeClr val="tx1"/>
                  </a:solidFill>
                  <a:latin typeface="微软雅黑" panose="020B0503020204020204" pitchFamily="34" charset="-122"/>
                  <a:ea typeface="微软雅黑" panose="020B0503020204020204" pitchFamily="34" charset="-122"/>
                </a:defRPr>
              </a:lvl4pPr>
              <a:lvl5pPr marL="2057400" indent="-228600" eaLnBrk="0" hangingPunct="0">
                <a:spcBef>
                  <a:spcPct val="20000"/>
                </a:spcBef>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a:solidFill>
                    <a:schemeClr val="tx1"/>
                  </a:solidFill>
                  <a:latin typeface="微软雅黑" panose="020B0503020204020204" pitchFamily="34" charset="-122"/>
                  <a:ea typeface="微软雅黑" panose="020B0503020204020204" pitchFamily="34" charset="-122"/>
                </a:defRPr>
              </a:lvl9pPr>
            </a:lstStyle>
            <a:p>
              <a:pPr algn="ctr" eaLnBrk="1" hangingPunct="1">
                <a:spcBef>
                  <a:spcPct val="0"/>
                </a:spcBef>
                <a:buFontTx/>
                <a:buNone/>
              </a:pPr>
              <a:r>
                <a:rPr lang="zh-CN" altLang="en-US" sz="1400" b="1"/>
                <a:t>团队成员</a:t>
              </a:r>
              <a:endParaRPr lang="en-US" altLang="zh-CN" sz="1400" b="1"/>
            </a:p>
            <a:p>
              <a:pPr algn="ctr" eaLnBrk="1" hangingPunct="1">
                <a:spcBef>
                  <a:spcPct val="0"/>
                </a:spcBef>
                <a:buFontTx/>
                <a:buNone/>
              </a:pPr>
              <a:r>
                <a:rPr lang="zh-CN" altLang="en-US" sz="1400" b="1"/>
                <a:t>（人手）</a:t>
              </a:r>
              <a:endParaRPr lang="zh-CN" altLang="en-US" sz="1400" b="1"/>
            </a:p>
          </p:txBody>
        </p:sp>
        <p:sp>
          <p:nvSpPr>
            <p:cNvPr id="31" name="TextBox 77"/>
            <p:cNvSpPr txBox="1">
              <a:spLocks noChangeArrowheads="1"/>
            </p:cNvSpPr>
            <p:nvPr/>
          </p:nvSpPr>
          <p:spPr bwMode="auto">
            <a:xfrm>
              <a:off x="1436" y="6901"/>
              <a:ext cx="1972" cy="7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2800">
                  <a:solidFill>
                    <a:schemeClr val="tx1"/>
                  </a:solidFill>
                  <a:latin typeface="微软雅黑" panose="020B0503020204020204" pitchFamily="34" charset="-122"/>
                  <a:ea typeface="微软雅黑" panose="020B0503020204020204" pitchFamily="34" charset="-122"/>
                </a:defRPr>
              </a:lvl1pPr>
              <a:lvl2pPr marL="742950" indent="-285750" eaLnBrk="0" hangingPunct="0">
                <a:spcBef>
                  <a:spcPct val="20000"/>
                </a:spcBef>
                <a:buChar char="–"/>
                <a:defRPr sz="2400">
                  <a:solidFill>
                    <a:schemeClr val="tx1"/>
                  </a:solidFill>
                  <a:latin typeface="微软雅黑" panose="020B0503020204020204" pitchFamily="34" charset="-122"/>
                  <a:ea typeface="微软雅黑" panose="020B0503020204020204" pitchFamily="34" charset="-122"/>
                </a:defRPr>
              </a:lvl2pPr>
              <a:lvl3pPr marL="1143000" indent="-228600" eaLnBrk="0" hangingPunct="0">
                <a:spcBef>
                  <a:spcPct val="20000"/>
                </a:spcBef>
                <a:buChar char="•"/>
                <a:defRPr sz="2000">
                  <a:solidFill>
                    <a:schemeClr val="tx1"/>
                  </a:solidFill>
                  <a:latin typeface="微软雅黑" panose="020B0503020204020204" pitchFamily="34" charset="-122"/>
                  <a:ea typeface="微软雅黑" panose="020B0503020204020204" pitchFamily="34" charset="-122"/>
                </a:defRPr>
              </a:lvl3pPr>
              <a:lvl4pPr marL="1600200" indent="-228600" eaLnBrk="0" hangingPunct="0">
                <a:spcBef>
                  <a:spcPct val="20000"/>
                </a:spcBef>
                <a:buChar char="–"/>
                <a:defRPr>
                  <a:solidFill>
                    <a:schemeClr val="tx1"/>
                  </a:solidFill>
                  <a:latin typeface="微软雅黑" panose="020B0503020204020204" pitchFamily="34" charset="-122"/>
                  <a:ea typeface="微软雅黑" panose="020B0503020204020204" pitchFamily="34" charset="-122"/>
                </a:defRPr>
              </a:lvl4pPr>
              <a:lvl5pPr marL="2057400" indent="-228600" eaLnBrk="0" hangingPunct="0">
                <a:spcBef>
                  <a:spcPct val="20000"/>
                </a:spcBef>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a:solidFill>
                    <a:schemeClr val="tx1"/>
                  </a:solidFill>
                  <a:latin typeface="微软雅黑" panose="020B0503020204020204" pitchFamily="34" charset="-122"/>
                  <a:ea typeface="微软雅黑" panose="020B0503020204020204" pitchFamily="34" charset="-122"/>
                </a:defRPr>
              </a:lvl9pPr>
            </a:lstStyle>
            <a:p>
              <a:pPr algn="ctr" eaLnBrk="1" hangingPunct="1">
                <a:spcBef>
                  <a:spcPct val="0"/>
                </a:spcBef>
                <a:buFontTx/>
                <a:buNone/>
              </a:pPr>
              <a:r>
                <a:rPr lang="zh-CN" altLang="en-US" sz="1400" b="1"/>
                <a:t>数据经理</a:t>
              </a:r>
              <a:endParaRPr lang="en-US" altLang="zh-CN" sz="1400" b="1"/>
            </a:p>
            <a:p>
              <a:pPr algn="ctr" eaLnBrk="1" hangingPunct="1">
                <a:spcBef>
                  <a:spcPct val="0"/>
                </a:spcBef>
                <a:buFontTx/>
                <a:buNone/>
              </a:pPr>
              <a:r>
                <a:rPr lang="zh-CN" altLang="en-US" sz="1400" b="1"/>
                <a:t>（人才）</a:t>
              </a:r>
              <a:endParaRPr lang="zh-CN" altLang="en-US" sz="1400" b="1"/>
            </a:p>
          </p:txBody>
        </p:sp>
        <p:sp>
          <p:nvSpPr>
            <p:cNvPr id="32" name="TextBox 78"/>
            <p:cNvSpPr txBox="1">
              <a:spLocks noChangeArrowheads="1"/>
            </p:cNvSpPr>
            <p:nvPr/>
          </p:nvSpPr>
          <p:spPr bwMode="auto">
            <a:xfrm>
              <a:off x="1911" y="5744"/>
              <a:ext cx="1972" cy="7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2800">
                  <a:solidFill>
                    <a:schemeClr val="tx1"/>
                  </a:solidFill>
                  <a:latin typeface="微软雅黑" panose="020B0503020204020204" pitchFamily="34" charset="-122"/>
                  <a:ea typeface="微软雅黑" panose="020B0503020204020204" pitchFamily="34" charset="-122"/>
                </a:defRPr>
              </a:lvl1pPr>
              <a:lvl2pPr marL="742950" indent="-285750" eaLnBrk="0" hangingPunct="0">
                <a:spcBef>
                  <a:spcPct val="20000"/>
                </a:spcBef>
                <a:buChar char="–"/>
                <a:defRPr sz="2400">
                  <a:solidFill>
                    <a:schemeClr val="tx1"/>
                  </a:solidFill>
                  <a:latin typeface="微软雅黑" panose="020B0503020204020204" pitchFamily="34" charset="-122"/>
                  <a:ea typeface="微软雅黑" panose="020B0503020204020204" pitchFamily="34" charset="-122"/>
                </a:defRPr>
              </a:lvl2pPr>
              <a:lvl3pPr marL="1143000" indent="-228600" eaLnBrk="0" hangingPunct="0">
                <a:spcBef>
                  <a:spcPct val="20000"/>
                </a:spcBef>
                <a:buChar char="•"/>
                <a:defRPr sz="2000">
                  <a:solidFill>
                    <a:schemeClr val="tx1"/>
                  </a:solidFill>
                  <a:latin typeface="微软雅黑" panose="020B0503020204020204" pitchFamily="34" charset="-122"/>
                  <a:ea typeface="微软雅黑" panose="020B0503020204020204" pitchFamily="34" charset="-122"/>
                </a:defRPr>
              </a:lvl3pPr>
              <a:lvl4pPr marL="1600200" indent="-228600" eaLnBrk="0" hangingPunct="0">
                <a:spcBef>
                  <a:spcPct val="20000"/>
                </a:spcBef>
                <a:buChar char="–"/>
                <a:defRPr>
                  <a:solidFill>
                    <a:schemeClr val="tx1"/>
                  </a:solidFill>
                  <a:latin typeface="微软雅黑" panose="020B0503020204020204" pitchFamily="34" charset="-122"/>
                  <a:ea typeface="微软雅黑" panose="020B0503020204020204" pitchFamily="34" charset="-122"/>
                </a:defRPr>
              </a:lvl4pPr>
              <a:lvl5pPr marL="2057400" indent="-228600" eaLnBrk="0" hangingPunct="0">
                <a:spcBef>
                  <a:spcPct val="20000"/>
                </a:spcBef>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a:solidFill>
                    <a:schemeClr val="tx1"/>
                  </a:solidFill>
                  <a:latin typeface="微软雅黑" panose="020B0503020204020204" pitchFamily="34" charset="-122"/>
                  <a:ea typeface="微软雅黑" panose="020B0503020204020204" pitchFamily="34" charset="-122"/>
                </a:defRPr>
              </a:lvl9pPr>
            </a:lstStyle>
            <a:p>
              <a:pPr algn="ctr" eaLnBrk="1" hangingPunct="1">
                <a:spcBef>
                  <a:spcPct val="0"/>
                </a:spcBef>
                <a:buFontTx/>
                <a:buNone/>
              </a:pPr>
              <a:r>
                <a:rPr lang="zh-CN" altLang="en-US" sz="1400" b="1"/>
                <a:t>数据总监</a:t>
              </a:r>
              <a:endParaRPr lang="en-US" altLang="zh-CN" sz="1400" b="1"/>
            </a:p>
            <a:p>
              <a:pPr algn="ctr" eaLnBrk="1" hangingPunct="1">
                <a:spcBef>
                  <a:spcPct val="0"/>
                </a:spcBef>
                <a:buFontTx/>
                <a:buNone/>
              </a:pPr>
              <a:r>
                <a:rPr lang="zh-CN" altLang="en-US" sz="1400" b="1"/>
                <a:t>（人物）</a:t>
              </a:r>
              <a:endParaRPr lang="zh-CN" altLang="en-US" sz="1400" b="1"/>
            </a:p>
          </p:txBody>
        </p:sp>
        <p:sp>
          <p:nvSpPr>
            <p:cNvPr id="33" name="TextBox 79"/>
            <p:cNvSpPr txBox="1">
              <a:spLocks noChangeArrowheads="1"/>
            </p:cNvSpPr>
            <p:nvPr/>
          </p:nvSpPr>
          <p:spPr bwMode="auto">
            <a:xfrm>
              <a:off x="2398" y="4684"/>
              <a:ext cx="1973" cy="7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2800">
                  <a:solidFill>
                    <a:schemeClr val="tx1"/>
                  </a:solidFill>
                  <a:latin typeface="微软雅黑" panose="020B0503020204020204" pitchFamily="34" charset="-122"/>
                  <a:ea typeface="微软雅黑" panose="020B0503020204020204" pitchFamily="34" charset="-122"/>
                </a:defRPr>
              </a:lvl1pPr>
              <a:lvl2pPr marL="742950" indent="-285750" eaLnBrk="0" hangingPunct="0">
                <a:spcBef>
                  <a:spcPct val="20000"/>
                </a:spcBef>
                <a:buChar char="–"/>
                <a:defRPr sz="2400">
                  <a:solidFill>
                    <a:schemeClr val="tx1"/>
                  </a:solidFill>
                  <a:latin typeface="微软雅黑" panose="020B0503020204020204" pitchFamily="34" charset="-122"/>
                  <a:ea typeface="微软雅黑" panose="020B0503020204020204" pitchFamily="34" charset="-122"/>
                </a:defRPr>
              </a:lvl2pPr>
              <a:lvl3pPr marL="1143000" indent="-228600" eaLnBrk="0" hangingPunct="0">
                <a:spcBef>
                  <a:spcPct val="20000"/>
                </a:spcBef>
                <a:buChar char="•"/>
                <a:defRPr sz="2000">
                  <a:solidFill>
                    <a:schemeClr val="tx1"/>
                  </a:solidFill>
                  <a:latin typeface="微软雅黑" panose="020B0503020204020204" pitchFamily="34" charset="-122"/>
                  <a:ea typeface="微软雅黑" panose="020B0503020204020204" pitchFamily="34" charset="-122"/>
                </a:defRPr>
              </a:lvl3pPr>
              <a:lvl4pPr marL="1600200" indent="-228600" eaLnBrk="0" hangingPunct="0">
                <a:spcBef>
                  <a:spcPct val="20000"/>
                </a:spcBef>
                <a:buChar char="–"/>
                <a:defRPr>
                  <a:solidFill>
                    <a:schemeClr val="tx1"/>
                  </a:solidFill>
                  <a:latin typeface="微软雅黑" panose="020B0503020204020204" pitchFamily="34" charset="-122"/>
                  <a:ea typeface="微软雅黑" panose="020B0503020204020204" pitchFamily="34" charset="-122"/>
                </a:defRPr>
              </a:lvl4pPr>
              <a:lvl5pPr marL="2057400" indent="-228600" eaLnBrk="0" hangingPunct="0">
                <a:spcBef>
                  <a:spcPct val="20000"/>
                </a:spcBef>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a:solidFill>
                    <a:schemeClr val="tx1"/>
                  </a:solidFill>
                  <a:latin typeface="微软雅黑" panose="020B0503020204020204" pitchFamily="34" charset="-122"/>
                  <a:ea typeface="微软雅黑" panose="020B0503020204020204" pitchFamily="34" charset="-122"/>
                </a:defRPr>
              </a:lvl9pPr>
            </a:lstStyle>
            <a:p>
              <a:pPr algn="ctr" eaLnBrk="1" hangingPunct="1">
                <a:spcBef>
                  <a:spcPct val="0"/>
                </a:spcBef>
                <a:buFontTx/>
                <a:buNone/>
              </a:pPr>
              <a:r>
                <a:rPr lang="en-US" altLang="zh-CN" sz="1400" b="1">
                  <a:cs typeface="微软雅黑" panose="020B0503020204020204" pitchFamily="34" charset="-122"/>
                </a:rPr>
                <a:t>CDO</a:t>
              </a:r>
              <a:endParaRPr lang="en-US" altLang="zh-CN" sz="1400" b="1">
                <a:cs typeface="微软雅黑" panose="020B0503020204020204" pitchFamily="34" charset="-122"/>
              </a:endParaRPr>
            </a:p>
            <a:p>
              <a:pPr algn="ctr" eaLnBrk="1" hangingPunct="1">
                <a:spcBef>
                  <a:spcPct val="0"/>
                </a:spcBef>
                <a:buFontTx/>
                <a:buNone/>
              </a:pPr>
              <a:r>
                <a:rPr lang="zh-CN" altLang="en-US" sz="1400" b="1">
                  <a:cs typeface="微软雅黑" panose="020B0503020204020204" pitchFamily="34" charset="-122"/>
                </a:rPr>
                <a:t>（人精）</a:t>
              </a:r>
              <a:endParaRPr lang="zh-CN" altLang="en-US" sz="1400" b="1">
                <a:cs typeface="微软雅黑" panose="020B0503020204020204" pitchFamily="34" charset="-122"/>
              </a:endParaRPr>
            </a:p>
          </p:txBody>
        </p:sp>
        <p:sp>
          <p:nvSpPr>
            <p:cNvPr id="34" name="矩形 80"/>
            <p:cNvSpPr>
              <a:spLocks noChangeArrowheads="1"/>
            </p:cNvSpPr>
            <p:nvPr/>
          </p:nvSpPr>
          <p:spPr bwMode="auto">
            <a:xfrm>
              <a:off x="2103" y="3459"/>
              <a:ext cx="3200" cy="5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Char char="•"/>
                <a:defRPr sz="2800">
                  <a:solidFill>
                    <a:schemeClr val="tx1"/>
                  </a:solidFill>
                  <a:latin typeface="微软雅黑" panose="020B0503020204020204" pitchFamily="34" charset="-122"/>
                  <a:ea typeface="微软雅黑" panose="020B0503020204020204" pitchFamily="34" charset="-122"/>
                </a:defRPr>
              </a:lvl1pPr>
              <a:lvl2pPr marL="742950" indent="-285750" eaLnBrk="0" hangingPunct="0">
                <a:spcBef>
                  <a:spcPct val="20000"/>
                </a:spcBef>
                <a:buChar char="–"/>
                <a:defRPr sz="2400">
                  <a:solidFill>
                    <a:schemeClr val="tx1"/>
                  </a:solidFill>
                  <a:latin typeface="微软雅黑" panose="020B0503020204020204" pitchFamily="34" charset="-122"/>
                  <a:ea typeface="微软雅黑" panose="020B0503020204020204" pitchFamily="34" charset="-122"/>
                </a:defRPr>
              </a:lvl2pPr>
              <a:lvl3pPr marL="1143000" indent="-228600" eaLnBrk="0" hangingPunct="0">
                <a:spcBef>
                  <a:spcPct val="20000"/>
                </a:spcBef>
                <a:buChar char="•"/>
                <a:defRPr sz="2000">
                  <a:solidFill>
                    <a:schemeClr val="tx1"/>
                  </a:solidFill>
                  <a:latin typeface="微软雅黑" panose="020B0503020204020204" pitchFamily="34" charset="-122"/>
                  <a:ea typeface="微软雅黑" panose="020B0503020204020204" pitchFamily="34" charset="-122"/>
                </a:defRPr>
              </a:lvl3pPr>
              <a:lvl4pPr marL="1600200" indent="-228600" eaLnBrk="0" hangingPunct="0">
                <a:spcBef>
                  <a:spcPct val="20000"/>
                </a:spcBef>
                <a:buChar char="–"/>
                <a:defRPr>
                  <a:solidFill>
                    <a:schemeClr val="tx1"/>
                  </a:solidFill>
                  <a:latin typeface="微软雅黑" panose="020B0503020204020204" pitchFamily="34" charset="-122"/>
                  <a:ea typeface="微软雅黑" panose="020B0503020204020204" pitchFamily="34" charset="-122"/>
                </a:defRPr>
              </a:lvl4pPr>
              <a:lvl5pPr marL="2057400" indent="-228600" eaLnBrk="0" hangingPunct="0">
                <a:spcBef>
                  <a:spcPct val="20000"/>
                </a:spcBef>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a:solidFill>
                    <a:schemeClr val="tx1"/>
                  </a:solidFill>
                  <a:latin typeface="微软雅黑" panose="020B0503020204020204" pitchFamily="34" charset="-122"/>
                  <a:ea typeface="微软雅黑" panose="020B0503020204020204" pitchFamily="34" charset="-122"/>
                </a:defRPr>
              </a:lvl9pPr>
            </a:lstStyle>
            <a:p>
              <a:pPr eaLnBrk="1" hangingPunct="1">
                <a:spcBef>
                  <a:spcPct val="0"/>
                </a:spcBef>
                <a:buFontTx/>
                <a:buNone/>
              </a:pPr>
              <a:r>
                <a:rPr lang="zh-CN" altLang="en-US" sz="1800" b="1"/>
                <a:t>数据人才进阶路线</a:t>
              </a:r>
              <a:endParaRPr lang="zh-CN" altLang="en-US" sz="1800" b="1"/>
            </a:p>
          </p:txBody>
        </p:sp>
        <p:sp>
          <p:nvSpPr>
            <p:cNvPr id="35" name="TextBox 1"/>
            <p:cNvSpPr txBox="1">
              <a:spLocks noChangeArrowheads="1"/>
            </p:cNvSpPr>
            <p:nvPr/>
          </p:nvSpPr>
          <p:spPr bwMode="auto">
            <a:xfrm>
              <a:off x="5448" y="8064"/>
              <a:ext cx="4733" cy="4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600" b="1">
                  <a:latin typeface="微软雅黑" panose="020B0503020204020204" pitchFamily="34" charset="-122"/>
                  <a:ea typeface="微软雅黑" panose="020B0503020204020204" pitchFamily="34" charset="-122"/>
                </a:rPr>
                <a:t>数据技术操作能力</a:t>
              </a:r>
              <a:endParaRPr lang="zh-CN" altLang="en-US" sz="1600" b="1">
                <a:latin typeface="微软雅黑" panose="020B0503020204020204" pitchFamily="34" charset="-122"/>
                <a:ea typeface="微软雅黑" panose="020B0503020204020204" pitchFamily="34" charset="-122"/>
              </a:endParaRPr>
            </a:p>
          </p:txBody>
        </p:sp>
        <p:sp>
          <p:nvSpPr>
            <p:cNvPr id="36" name="TextBox 31"/>
            <p:cNvSpPr txBox="1">
              <a:spLocks noChangeArrowheads="1"/>
            </p:cNvSpPr>
            <p:nvPr/>
          </p:nvSpPr>
          <p:spPr bwMode="auto">
            <a:xfrm>
              <a:off x="5448" y="6996"/>
              <a:ext cx="6850" cy="4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600" b="1">
                  <a:latin typeface="微软雅黑" panose="020B0503020204020204" pitchFamily="34" charset="-122"/>
                  <a:ea typeface="微软雅黑" panose="020B0503020204020204" pitchFamily="34" charset="-122"/>
                  <a:cs typeface="微软雅黑" panose="020B0503020204020204" pitchFamily="34" charset="-122"/>
                </a:rPr>
                <a:t>数据项目</a:t>
              </a:r>
              <a:r>
                <a:rPr lang="en-US" altLang="zh-CN" sz="1600" b="1">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600" b="1">
                  <a:latin typeface="微软雅黑" panose="020B0503020204020204" pitchFamily="34" charset="-122"/>
                  <a:ea typeface="微软雅黑" panose="020B0503020204020204" pitchFamily="34" charset="-122"/>
                  <a:cs typeface="微软雅黑" panose="020B0503020204020204" pitchFamily="34" charset="-122"/>
                </a:rPr>
                <a:t>系统管理能力、团队管理能力</a:t>
              </a:r>
              <a:endParaRPr lang="zh-CN" altLang="en-US" sz="1600" b="1">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7" name="TextBox 32"/>
            <p:cNvSpPr txBox="1">
              <a:spLocks noChangeArrowheads="1"/>
            </p:cNvSpPr>
            <p:nvPr/>
          </p:nvSpPr>
          <p:spPr bwMode="auto">
            <a:xfrm>
              <a:off x="5448" y="5876"/>
              <a:ext cx="7225" cy="4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600" b="1">
                  <a:latin typeface="微软雅黑" panose="020B0503020204020204" pitchFamily="34" charset="-122"/>
                  <a:ea typeface="微软雅黑" panose="020B0503020204020204" pitchFamily="34" charset="-122"/>
                </a:rPr>
                <a:t>企业数据架构规划能力、数据战略实施能力</a:t>
              </a:r>
              <a:endParaRPr lang="zh-CN" altLang="en-US" sz="1600" b="1">
                <a:latin typeface="微软雅黑" panose="020B0503020204020204" pitchFamily="34" charset="-122"/>
                <a:ea typeface="微软雅黑" panose="020B0503020204020204" pitchFamily="34" charset="-122"/>
              </a:endParaRPr>
            </a:p>
          </p:txBody>
        </p:sp>
        <p:sp>
          <p:nvSpPr>
            <p:cNvPr id="38" name="TextBox 33"/>
            <p:cNvSpPr txBox="1">
              <a:spLocks noChangeArrowheads="1"/>
            </p:cNvSpPr>
            <p:nvPr/>
          </p:nvSpPr>
          <p:spPr bwMode="auto">
            <a:xfrm>
              <a:off x="5448" y="4659"/>
              <a:ext cx="7720" cy="4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600" b="1">
                  <a:latin typeface="微软雅黑" panose="020B0503020204020204" pitchFamily="34" charset="-122"/>
                  <a:ea typeface="微软雅黑" panose="020B0503020204020204" pitchFamily="34" charset="-122"/>
                </a:rPr>
                <a:t>企业数据战略规划能力、业务能力、领导力</a:t>
              </a:r>
              <a:endParaRPr lang="zh-CN" altLang="en-US" sz="1600" b="1">
                <a:latin typeface="微软雅黑" panose="020B0503020204020204" pitchFamily="34" charset="-122"/>
                <a:ea typeface="微软雅黑" panose="020B0503020204020204" pitchFamily="34" charset="-122"/>
              </a:endParaRPr>
            </a:p>
          </p:txBody>
        </p:sp>
      </p:grpSp>
    </p:spTree>
    <p:custDataLst>
      <p:tags r:id="rId3"/>
    </p:custDataLst>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4"/>
          <p:cNvSpPr>
            <a:spLocks noGrp="1"/>
          </p:cNvSpPr>
          <p:nvPr>
            <p:custDataLst>
              <p:tags r:id="rId1"/>
            </p:custDataLst>
          </p:nvPr>
        </p:nvSpPr>
        <p:spPr>
          <a:xfrm>
            <a:off x="11104245" y="6607175"/>
            <a:ext cx="533400" cy="244475"/>
          </a:xfrm>
          <a:prstGeom prst="rect">
            <a:avLst/>
          </a:prstGeom>
        </p:spPr>
        <p:txBody>
          <a:bodyPr vert="horz" lIns="91440" tIns="45720" rIns="91440" bIns="45720" rtlCol="0" anchor="ctr"/>
          <a:lstStyle>
            <a:defPPr>
              <a:defRPr lang="zh-CN"/>
            </a:defPPr>
            <a:lvl1pPr marL="0" algn="l" defTabSz="914400" rtl="0" eaLnBrk="1" latinLnBrk="0" hangingPunct="1">
              <a:defRPr lang="en-US" altLang="zh-CN" sz="1000" kern="1200" baseline="0" smtClean="0">
                <a:solidFill>
                  <a:srgbClr val="666666"/>
                </a:solidFill>
                <a:latin typeface="微软雅黑" panose="020B0503020204020204" pitchFamily="34" charset="-122"/>
                <a:ea typeface="微软雅黑" panose="020B0503020204020204" pitchFamily="34" charset="-122"/>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874E8E66-71D6-45D4-A3A2-5B086109405E}" type="slidenum">
              <a:rPr lang="en-US" altLang="zh-CN" smtClean="0">
                <a:solidFill>
                  <a:schemeClr val="tx1"/>
                </a:solidFill>
              </a:rPr>
            </a:fld>
            <a:endParaRPr lang="en-US" altLang="zh-CN" dirty="0" smtClean="0">
              <a:solidFill>
                <a:schemeClr val="tx1"/>
              </a:solidFill>
            </a:endParaRPr>
          </a:p>
        </p:txBody>
      </p:sp>
      <p:sp>
        <p:nvSpPr>
          <p:cNvPr id="4" name="矩形 3"/>
          <p:cNvSpPr/>
          <p:nvPr>
            <p:custDataLst>
              <p:tags r:id="rId2"/>
            </p:custDataLst>
          </p:nvPr>
        </p:nvSpPr>
        <p:spPr>
          <a:xfrm>
            <a:off x="1024255" y="980440"/>
            <a:ext cx="7016115" cy="6231255"/>
          </a:xfrm>
          <a:prstGeom prst="rect">
            <a:avLst/>
          </a:prstGeom>
        </p:spPr>
        <p:txBody>
          <a:bodyPr wrap="square">
            <a:normAutofit/>
          </a:bodyPr>
          <a:lstStyle/>
          <a:p>
            <a:pPr lvl="0">
              <a:lnSpc>
                <a:spcPct val="150000"/>
              </a:lnSpc>
            </a:pPr>
            <a:r>
              <a:rPr lang="zh-CN" altLang="en-US" sz="1400" b="1" dirty="0">
                <a:solidFill>
                  <a:schemeClr val="tx1"/>
                </a:solidFill>
              </a:rPr>
              <a:t>中文：</a:t>
            </a:r>
            <a:endParaRPr lang="en-US" altLang="zh-CN" sz="1400" b="1" dirty="0">
              <a:solidFill>
                <a:schemeClr val="tx1"/>
              </a:solidFill>
            </a:endParaRPr>
          </a:p>
          <a:p>
            <a:pPr marL="342900" lvl="0" indent="-342900">
              <a:lnSpc>
                <a:spcPct val="150000"/>
              </a:lnSpc>
              <a:buFont typeface="+mj-lt"/>
              <a:buAutoNum type="arabicPeriod"/>
            </a:pPr>
            <a:r>
              <a:rPr lang="zh-CN" altLang="zh-CN" sz="1400" b="1" dirty="0">
                <a:solidFill>
                  <a:schemeClr val="tx1"/>
                </a:solidFill>
              </a:rPr>
              <a:t>《</a:t>
            </a:r>
            <a:r>
              <a:rPr lang="en-US" altLang="zh-CN" sz="1400" b="1" dirty="0">
                <a:solidFill>
                  <a:schemeClr val="tx1"/>
                </a:solidFill>
              </a:rPr>
              <a:t>DAMA</a:t>
            </a:r>
            <a:r>
              <a:rPr lang="zh-CN" altLang="zh-CN" sz="1400" b="1" dirty="0">
                <a:solidFill>
                  <a:schemeClr val="tx1"/>
                </a:solidFill>
              </a:rPr>
              <a:t>数据管理知识体系指南》</a:t>
            </a:r>
            <a:endParaRPr lang="en-US" altLang="zh-CN" sz="1400" b="1" dirty="0">
              <a:solidFill>
                <a:schemeClr val="tx1"/>
              </a:solidFill>
            </a:endParaRPr>
          </a:p>
          <a:p>
            <a:pPr marL="342900" lvl="0" indent="-342900">
              <a:lnSpc>
                <a:spcPct val="150000"/>
              </a:lnSpc>
              <a:buFont typeface="+mj-lt"/>
              <a:buAutoNum type="arabicPeriod"/>
            </a:pPr>
            <a:r>
              <a:rPr lang="en-US" altLang="zh-CN" sz="1400" b="1" dirty="0">
                <a:solidFill>
                  <a:schemeClr val="tx1"/>
                </a:solidFill>
              </a:rPr>
              <a:t>《</a:t>
            </a:r>
            <a:r>
              <a:rPr lang="zh-CN" altLang="en-US" sz="1400" b="1" dirty="0">
                <a:solidFill>
                  <a:schemeClr val="tx1"/>
                </a:solidFill>
              </a:rPr>
              <a:t>首席数据官实战</a:t>
            </a:r>
            <a:r>
              <a:rPr lang="en-US" altLang="zh-CN" sz="1400" b="1" dirty="0">
                <a:solidFill>
                  <a:schemeClr val="tx1"/>
                </a:solidFill>
              </a:rPr>
              <a:t>》</a:t>
            </a:r>
            <a:endParaRPr lang="en-US" altLang="zh-CN" sz="1400" dirty="0">
              <a:solidFill>
                <a:schemeClr val="tx1"/>
              </a:solidFill>
            </a:endParaRPr>
          </a:p>
          <a:p>
            <a:pPr marL="342900" lvl="0" indent="-342900">
              <a:lnSpc>
                <a:spcPct val="150000"/>
              </a:lnSpc>
              <a:buFont typeface="+mj-lt"/>
              <a:buAutoNum type="arabicPeriod"/>
            </a:pPr>
            <a:r>
              <a:rPr lang="zh-CN" altLang="zh-CN" sz="1400" b="1" dirty="0">
                <a:solidFill>
                  <a:schemeClr val="tx1"/>
                </a:solidFill>
              </a:rPr>
              <a:t>《数据质量工程实践：获取高质量数据和可信信息的十大步骤》</a:t>
            </a:r>
            <a:endParaRPr lang="en-US" altLang="zh-CN" sz="1400" dirty="0">
              <a:solidFill>
                <a:schemeClr val="tx1"/>
              </a:solidFill>
            </a:endParaRPr>
          </a:p>
          <a:p>
            <a:pPr marL="342900" lvl="0" indent="-342900">
              <a:lnSpc>
                <a:spcPct val="150000"/>
              </a:lnSpc>
              <a:buFont typeface="+mj-lt"/>
              <a:buAutoNum type="arabicPeriod"/>
            </a:pPr>
            <a:r>
              <a:rPr lang="zh-CN" altLang="zh-CN" sz="1400" b="1" dirty="0">
                <a:solidFill>
                  <a:schemeClr val="tx1"/>
                </a:solidFill>
              </a:rPr>
              <a:t>《信息资源规划：信息化建设基础工程》</a:t>
            </a:r>
            <a:endParaRPr lang="en-US" altLang="zh-CN" sz="1400" dirty="0">
              <a:solidFill>
                <a:schemeClr val="tx1"/>
              </a:solidFill>
            </a:endParaRPr>
          </a:p>
          <a:p>
            <a:pPr marL="342900" lvl="0" indent="-342900">
              <a:lnSpc>
                <a:spcPct val="150000"/>
              </a:lnSpc>
              <a:buFont typeface="+mj-lt"/>
              <a:buAutoNum type="arabicPeriod"/>
            </a:pPr>
            <a:r>
              <a:rPr lang="en-US" altLang="zh-CN" sz="1400" b="1" dirty="0">
                <a:solidFill>
                  <a:schemeClr val="tx1"/>
                </a:solidFill>
              </a:rPr>
              <a:t>《</a:t>
            </a:r>
            <a:r>
              <a:rPr lang="zh-CN" altLang="en-US" sz="1400" b="1" dirty="0">
                <a:solidFill>
                  <a:schemeClr val="tx1"/>
                </a:solidFill>
              </a:rPr>
              <a:t>大数据治理</a:t>
            </a:r>
            <a:r>
              <a:rPr lang="en-US" altLang="zh-CN" sz="1400" b="1" dirty="0">
                <a:solidFill>
                  <a:schemeClr val="tx1"/>
                </a:solidFill>
              </a:rPr>
              <a:t>》</a:t>
            </a:r>
            <a:endParaRPr lang="en-US" altLang="zh-CN" sz="1400" b="1" dirty="0">
              <a:solidFill>
                <a:schemeClr val="tx1"/>
              </a:solidFill>
            </a:endParaRPr>
          </a:p>
          <a:p>
            <a:pPr marL="342900" indent="-342900">
              <a:lnSpc>
                <a:spcPct val="150000"/>
              </a:lnSpc>
              <a:buFont typeface="+mj-lt"/>
              <a:buAutoNum type="arabicPeriod"/>
            </a:pPr>
            <a:r>
              <a:rPr lang="en-US" altLang="zh-CN" sz="1400" b="1" dirty="0">
                <a:solidFill>
                  <a:schemeClr val="tx1"/>
                </a:solidFill>
              </a:rPr>
              <a:t>《</a:t>
            </a:r>
            <a:r>
              <a:rPr lang="zh-CN" altLang="en-US" sz="1400" b="1" dirty="0">
                <a:solidFill>
                  <a:schemeClr val="tx1"/>
                </a:solidFill>
              </a:rPr>
              <a:t>大数据管理：数据集成的技术、方法与最佳实践</a:t>
            </a:r>
            <a:r>
              <a:rPr lang="en-US" altLang="zh-CN" sz="1400" b="1" dirty="0">
                <a:solidFill>
                  <a:schemeClr val="tx1"/>
                </a:solidFill>
              </a:rPr>
              <a:t>》</a:t>
            </a:r>
            <a:endParaRPr lang="en-US" altLang="zh-CN" sz="1400" b="1" dirty="0">
              <a:solidFill>
                <a:schemeClr val="tx1"/>
              </a:solidFill>
            </a:endParaRPr>
          </a:p>
          <a:p>
            <a:pPr marL="342900" indent="-342900">
              <a:lnSpc>
                <a:spcPct val="150000"/>
              </a:lnSpc>
              <a:buFont typeface="+mj-lt"/>
              <a:buAutoNum type="arabicPeriod"/>
            </a:pPr>
            <a:r>
              <a:rPr lang="en-US" altLang="zh-CN" sz="1400" b="1" dirty="0">
                <a:solidFill>
                  <a:schemeClr val="tx1"/>
                </a:solidFill>
              </a:rPr>
              <a:t>《</a:t>
            </a:r>
            <a:r>
              <a:rPr lang="zh-CN" altLang="en-US" sz="1400" b="1" dirty="0">
                <a:solidFill>
                  <a:schemeClr val="tx1"/>
                </a:solidFill>
              </a:rPr>
              <a:t>信息质量</a:t>
            </a:r>
            <a:r>
              <a:rPr lang="en-US" altLang="zh-CN" sz="1400" b="1" dirty="0">
                <a:solidFill>
                  <a:schemeClr val="tx1"/>
                </a:solidFill>
              </a:rPr>
              <a:t>》</a:t>
            </a:r>
            <a:endParaRPr lang="en-US" altLang="zh-CN" sz="1400" b="1" dirty="0">
              <a:solidFill>
                <a:schemeClr val="tx1"/>
              </a:solidFill>
            </a:endParaRPr>
          </a:p>
          <a:p>
            <a:pPr marL="342900" indent="-342900">
              <a:lnSpc>
                <a:spcPct val="150000"/>
              </a:lnSpc>
              <a:buFont typeface="+mj-lt"/>
              <a:buAutoNum type="arabicPeriod"/>
            </a:pPr>
            <a:r>
              <a:rPr lang="en-US" altLang="zh-CN" sz="1400" b="1" dirty="0">
                <a:solidFill>
                  <a:schemeClr val="tx1"/>
                </a:solidFill>
              </a:rPr>
              <a:t>《</a:t>
            </a:r>
            <a:r>
              <a:rPr lang="zh-CN" altLang="en-US" sz="1400" b="1" dirty="0">
                <a:solidFill>
                  <a:schemeClr val="tx1"/>
                </a:solidFill>
              </a:rPr>
              <a:t>数据质量征途</a:t>
            </a:r>
            <a:r>
              <a:rPr lang="en-US" altLang="zh-CN" sz="1400" b="1" dirty="0">
                <a:solidFill>
                  <a:schemeClr val="tx1"/>
                </a:solidFill>
              </a:rPr>
              <a:t>》</a:t>
            </a:r>
            <a:endParaRPr lang="en-US" altLang="zh-CN" sz="1400" b="1" dirty="0">
              <a:solidFill>
                <a:schemeClr val="tx1"/>
              </a:solidFill>
            </a:endParaRPr>
          </a:p>
          <a:p>
            <a:pPr marL="342900" indent="-342900">
              <a:lnSpc>
                <a:spcPct val="150000"/>
              </a:lnSpc>
              <a:buFont typeface="+mj-lt"/>
              <a:buAutoNum type="arabicPeriod"/>
            </a:pPr>
            <a:r>
              <a:rPr lang="en-US" altLang="zh-CN" sz="1400" b="1" dirty="0">
                <a:solidFill>
                  <a:schemeClr val="tx1"/>
                </a:solidFill>
              </a:rPr>
              <a:t>《</a:t>
            </a:r>
            <a:r>
              <a:rPr lang="zh-CN" altLang="en-US" sz="1400" b="1" dirty="0">
                <a:solidFill>
                  <a:schemeClr val="tx1"/>
                </a:solidFill>
              </a:rPr>
              <a:t>数据质量测量的持续改进</a:t>
            </a:r>
            <a:r>
              <a:rPr lang="en-US" altLang="zh-CN" sz="1400" b="1" dirty="0">
                <a:solidFill>
                  <a:schemeClr val="tx1"/>
                </a:solidFill>
              </a:rPr>
              <a:t>》</a:t>
            </a:r>
            <a:endParaRPr lang="en-US" altLang="zh-CN" sz="1400" b="1" dirty="0">
              <a:solidFill>
                <a:schemeClr val="tx1"/>
              </a:solidFill>
            </a:endParaRPr>
          </a:p>
          <a:p>
            <a:pPr>
              <a:lnSpc>
                <a:spcPct val="150000"/>
              </a:lnSpc>
            </a:pPr>
            <a:r>
              <a:rPr lang="zh-CN" altLang="en-US" sz="1400" b="1" dirty="0">
                <a:solidFill>
                  <a:schemeClr val="tx1"/>
                </a:solidFill>
              </a:rPr>
              <a:t>英文：</a:t>
            </a:r>
            <a:endParaRPr lang="en-US" altLang="zh-CN" sz="1400" b="1" dirty="0">
              <a:solidFill>
                <a:schemeClr val="tx1"/>
              </a:solidFill>
            </a:endParaRPr>
          </a:p>
          <a:p>
            <a:pPr marL="342900" indent="-342900">
              <a:lnSpc>
                <a:spcPct val="150000"/>
              </a:lnSpc>
              <a:buFont typeface="+mj-lt"/>
              <a:buAutoNum type="arabicPeriod" startAt="7"/>
            </a:pPr>
            <a:r>
              <a:rPr lang="zh-CN" altLang="zh-CN" sz="1400" dirty="0">
                <a:solidFill>
                  <a:schemeClr val="tx1"/>
                </a:solidFill>
              </a:rPr>
              <a:t>“</a:t>
            </a:r>
            <a:r>
              <a:rPr lang="en-US" altLang="zh-CN" sz="1400" dirty="0">
                <a:solidFill>
                  <a:schemeClr val="tx1"/>
                </a:solidFill>
              </a:rPr>
              <a:t>Information Quality Applied: Best Practices for Improving Business Information, Processes and Systems</a:t>
            </a:r>
            <a:r>
              <a:rPr lang="zh-CN" altLang="zh-CN" sz="1400" dirty="0">
                <a:solidFill>
                  <a:schemeClr val="tx1"/>
                </a:solidFill>
              </a:rPr>
              <a:t>”</a:t>
            </a:r>
            <a:endParaRPr lang="en-US" altLang="zh-CN" sz="1400" dirty="0">
              <a:solidFill>
                <a:schemeClr val="tx1"/>
              </a:solidFill>
            </a:endParaRPr>
          </a:p>
          <a:p>
            <a:pPr marL="342900" indent="-342900">
              <a:lnSpc>
                <a:spcPct val="150000"/>
              </a:lnSpc>
              <a:buAutoNum type="arabicPeriod" startAt="7"/>
            </a:pPr>
            <a:r>
              <a:rPr lang="zh-CN" altLang="zh-CN" sz="1400" dirty="0">
                <a:solidFill>
                  <a:schemeClr val="tx1"/>
                </a:solidFill>
              </a:rPr>
              <a:t>“</a:t>
            </a:r>
            <a:r>
              <a:rPr lang="en-US" altLang="zh-CN" sz="1400" dirty="0">
                <a:solidFill>
                  <a:schemeClr val="tx1"/>
                </a:solidFill>
              </a:rPr>
              <a:t>Data Warehouse and Business Information Quality</a:t>
            </a:r>
            <a:r>
              <a:rPr lang="zh-CN" altLang="zh-CN" sz="1400" dirty="0">
                <a:solidFill>
                  <a:schemeClr val="tx1"/>
                </a:solidFill>
              </a:rPr>
              <a:t>”</a:t>
            </a:r>
            <a:endParaRPr lang="en-US" altLang="zh-CN" sz="1400" dirty="0">
              <a:solidFill>
                <a:schemeClr val="tx1"/>
              </a:solidFill>
            </a:endParaRPr>
          </a:p>
          <a:p>
            <a:pPr marL="342900" indent="-342900">
              <a:lnSpc>
                <a:spcPct val="150000"/>
              </a:lnSpc>
              <a:buAutoNum type="arabicPeriod" startAt="7"/>
            </a:pPr>
            <a:r>
              <a:rPr lang="zh-CN" altLang="en-US" sz="1400" dirty="0">
                <a:solidFill>
                  <a:schemeClr val="tx1"/>
                </a:solidFill>
              </a:rPr>
              <a:t>“</a:t>
            </a:r>
            <a:r>
              <a:rPr lang="en-US" altLang="zh-CN" sz="1400" dirty="0">
                <a:solidFill>
                  <a:schemeClr val="tx1"/>
                </a:solidFill>
              </a:rPr>
              <a:t>Data Stewardship: An actionable guide for data governance and management”</a:t>
            </a:r>
            <a:endParaRPr lang="en-US" altLang="zh-CN" sz="1400" dirty="0">
              <a:solidFill>
                <a:schemeClr val="tx1"/>
              </a:solidFill>
            </a:endParaRPr>
          </a:p>
          <a:p>
            <a:pPr marL="342900" indent="-342900">
              <a:lnSpc>
                <a:spcPct val="150000"/>
              </a:lnSpc>
              <a:buAutoNum type="arabicPeriod" startAt="7"/>
            </a:pPr>
            <a:r>
              <a:rPr lang="en-US" altLang="zh-CN" sz="1400" dirty="0">
                <a:solidFill>
                  <a:schemeClr val="tx1"/>
                </a:solidFill>
              </a:rPr>
              <a:t>“Data Governance: How to design, deploy and sustain an effective data governance program”</a:t>
            </a:r>
            <a:endParaRPr lang="en-US" altLang="zh-CN" sz="1400" dirty="0">
              <a:solidFill>
                <a:schemeClr val="tx1"/>
              </a:solidFill>
            </a:endParaRPr>
          </a:p>
          <a:p>
            <a:pPr marL="342900" indent="-342900">
              <a:lnSpc>
                <a:spcPct val="150000"/>
              </a:lnSpc>
              <a:buAutoNum type="arabicPeriod" startAt="7"/>
            </a:pPr>
            <a:endParaRPr lang="en-US" altLang="zh-CN" sz="1400" dirty="0">
              <a:solidFill>
                <a:schemeClr val="tx1"/>
              </a:solidFill>
            </a:endParaRPr>
          </a:p>
        </p:txBody>
      </p:sp>
      <p:pic>
        <p:nvPicPr>
          <p:cNvPr id="7" name="图片 6" descr="D:\00-DGWorkshop\04-Marketing\公众号\御数之旅\10steps.png"/>
          <p:cNvPicPr/>
          <p:nvPr>
            <p:custDataLst>
              <p:tags r:id="rId3"/>
            </p:custDataLst>
          </p:nvPr>
        </p:nvPicPr>
        <p:blipFill>
          <a:blip r:embed="rId4">
            <a:extLst>
              <a:ext uri="{28A0092B-C50C-407E-A947-70E740481C1C}">
                <a14:useLocalDpi xmlns:a14="http://schemas.microsoft.com/office/drawing/2010/main" val="0"/>
              </a:ext>
            </a:extLst>
          </a:blip>
          <a:srcRect/>
          <a:stretch>
            <a:fillRect/>
          </a:stretch>
        </p:blipFill>
        <p:spPr bwMode="auto">
          <a:xfrm>
            <a:off x="8773218" y="2845945"/>
            <a:ext cx="1520190" cy="1520190"/>
          </a:xfrm>
          <a:prstGeom prst="rect">
            <a:avLst/>
          </a:prstGeom>
          <a:noFill/>
          <a:ln>
            <a:noFill/>
          </a:ln>
        </p:spPr>
      </p:pic>
      <p:pic>
        <p:nvPicPr>
          <p:cNvPr id="12292" name="Picture 4" descr="信息资源规划：信息化建设基础工程"/>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229992" y="2845945"/>
            <a:ext cx="1661966" cy="1472225"/>
          </a:xfrm>
          <a:prstGeom prst="rect">
            <a:avLst/>
          </a:prstGeom>
          <a:noFill/>
          <a:extLst>
            <a:ext uri="{909E8E84-426E-40DD-AFC4-6F175D3DCCD1}">
              <a14:hiddenFill xmlns:a14="http://schemas.microsoft.com/office/drawing/2010/main">
                <a:solidFill>
                  <a:srgbClr val="FFFFFF"/>
                </a:solidFill>
              </a14:hiddenFill>
            </a:ext>
          </a:extLst>
        </p:spPr>
      </p:pic>
      <p:sp>
        <p:nvSpPr>
          <p:cNvPr id="5" name="AutoShape 6" descr="产品详细信息"/>
          <p:cNvSpPr>
            <a:spLocks noChangeAspect="1" noChangeArrowheads="1"/>
          </p:cNvSpPr>
          <p:nvPr>
            <p:custDataLst>
              <p:tags r:id="rId6"/>
            </p:custDataLst>
          </p:nvPr>
        </p:nvSpPr>
        <p:spPr bwMode="auto">
          <a:xfrm>
            <a:off x="1679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solidFill>
                <a:schemeClr val="tx1"/>
              </a:solidFill>
            </a:endParaRPr>
          </a:p>
        </p:txBody>
      </p:sp>
      <p:sp>
        <p:nvSpPr>
          <p:cNvPr id="8" name="AutoShape 8" descr="产品详细信息"/>
          <p:cNvSpPr>
            <a:spLocks noChangeAspect="1" noChangeArrowheads="1"/>
          </p:cNvSpPr>
          <p:nvPr>
            <p:custDataLst>
              <p:tags r:id="rId7"/>
            </p:custDataLst>
          </p:nvPr>
        </p:nvSpPr>
        <p:spPr bwMode="auto">
          <a:xfrm>
            <a:off x="1831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solidFill>
                <a:schemeClr val="tx1"/>
              </a:solidFill>
            </a:endParaRPr>
          </a:p>
        </p:txBody>
      </p:sp>
      <p:sp>
        <p:nvSpPr>
          <p:cNvPr id="10" name="AutoShape 10" descr="data:image/jpeg;base64,/9j/4AAQSkZJRgABAQAAAQABAAD/2wBDAAoHBwgHBgoICAgLCgoLDhgQDg0NDh0VFhEYIx8lJCIfIiEmKzcvJik0KSEiMEExNDk7Pj4+JS5ESUM8SDc9Pjv/2wBDAQoLCw4NDhwQEBw7KCIoOzs7Ozs7Ozs7Ozs7Ozs7Ozs7Ozs7Ozs7Ozs7Ozs7Ozs7Ozs7Ozs7Ozs7Ozs7Ozs7Ozv/wAARCAFaAPYDASIAAhEBAxEB/8QAHAAAAQUBAQEAAAAAAAAAAAAAAwACBAUGAQcI/8QAURAAAQIEBAMEBAcKDAUFAQAAAQIDAAQFEQYSITETQVEUImFxBzKBkRUjQlKhsdEWM1VicoKSlLLSFyQ0Q1NUc3SEk8HhJTVFg/AmNkRjomT/xAAZAQADAQEBAAAAAAAAAAAAAAAAAQIDBAX/xAAmEQACAgEDBAMBAQEBAAAAAAAAAQIRIQMSMQQTQVEiMmEzFFJC/9oADAMBAAIRAxEAPwCzfm5sT8wkTLoSl1QACzoLxLbmXja77hP5ZgJTLdsmeLmzcZVrbWvBAlCV9xRKTtePUSjSwePKUreS3pyVzLgClqyjUknaLB51hSEoaQLJ3VbUxUMO2RkSSB0ESEr8I55QTdm0dVqNEu4JsB9EP4ZBspFj4iBMKzOpSLAk7mLN1omaaHLLvGUqi6NY3JXYKUYQtZK0AgDpCmFJacypZZ21ukG0SFvpZTnVYKINkjeK/c3OpO94mMdztlyltVJkhgMlXFdS3rplCdB7IOttvbgNj80RAgzcw42LaKttflDlDygjqeGSG2m1HLw2/akQ5DTIVqyg/miAmZWoWCQnyhJcWdyYnYVv9EgNNqH3hv2IEHRKsW1Yb/QEBacI+2JqdReM5KjWLvIzssv/AFdr9AQuyy/9Xa/QEFhQiwXZZf8Aq7X6Ahdll/6u1+gILChAC7LLf1dr9AQuyy39Xa/QEGjkMARlJb+gb/QEMMrL/wBC3+gIkQxdoaJlwRlSzH9E3+iICphobNo/REHcSTsREdRMbxRyykwam2rfe0e4QFaUckJ90GKtLcoA6tIG0bRivRzym/ZEcuDtaI7il30JHtg7rib3vEZxzXRQjqjFejmlOXsGVOfPUPbDFF0H76v9Iw4qG97wNTg5xrtXoz3y9kiUKy4cy1KFtiYUck1BTpsfkwo8vqlWoev0jb0smVmXFiqTQCv59f7RiYwtSiALxauycspUw4ttKjmJOlucBl1yiHC6pu3RsJ098dymnHCPPlH5OyzkpdCWSXdFKGmv0wFDyXRnYJU2okA9baQaReS+6ovZQpaSkFWoSOkOnGH6cpt2UQgS5HfSlIKUq6+F450/lTNWrjaDSbLi1g29vSJU3MLQsModNwLLNt4r2alNkmzgF+YSIIkqJKicxOpJMS4O7ZSmlGohUEjrBReGJvBEjWEykLUwgFQTLaO5bnaIsqhgvBELVbaHBsnpBEN6wm0Uos624r5sTWVqt6lh5wFtAvEpGgtGcmjeCY6FChRmbChRzNHCuwgoVodCuIjrdI8oCp9Q5xag2Zy1UiYVAjeAOEjUG8RTMi9jpDFvkag3jVabMZaqYZbnWBldxoYjLnBsdYAuZSfVNjG0dNnNLVRLUvTXWIjy0HnaAuTC0i51ERXJwcxrG8dMwlOxPHooWiE4pYOsddfSo3sffEdTtzoTHXFGDEXVCGF88zDFODnAlFJ5kRokSWdJdzzSh+IfrEKA0QWnV6/zZ+sQo8brf6ns9F/IdVmVodQ+1q0okLIOyrnQwJCUpsSL35dIukMMTIcYUmyFKOYjfNfeKp1ns7qmwNUGxMdGnK47Tj1Y1KyQwRcReJ4XZFlQ+KU2QTuPM+POKanuS6SQ+3nJNt9hFyphttlYZdBDiCkJcNxcjS8Y6vNGuknTKRldwOQic24IrVIVKvKl3bcRBsYO2vURu43lHOnRaNqBNrxn57F8/T8Ty2HhQEPzU22XGFonQEqT3tyU6HunT64umlgAGMViSZdY9LmH3WJRybcTJLsy2pKVKuHNiogeOp5RzTVHVpNM0UxjBVImGUYho7tMl5hfDbm0PJeZCuiiLFPuibieuTGGaU5UxThOSzNuNZ/IpNzYWGUgjXrGLx9VpmqSspRKhTXqJIvzKVPT83ZaBa9kjh5hfXmYvvSGpsejeoNsqztJaaDas2bMkKTY356Rn7NklizQ0WpP1GktVGblGpBt9oPISX85DZF7qNgBp5xCksUTlbWteHaSJmSQop7fNv8AAacUN8gCVKUPG1oy2Oqk/TvRBTUS6ikzjEtLuKG4QW8xHty28iY3NDlmZOhU6Vl7cFqWbCbbHujX27wqKulZGl8TzSMQyVDqNGdk5mc4hQ8l0OMLCUlXdVoSdNiBaNMFEecY2pYplWMWU+hzVBnHakFF6SUlxvKQUqSVXzaDLmuD7to2aToLiM2WY5zHtSbxMvDgww67UEN8Wzc2jIpHzgpQHXpEiYx6zSphpnEdJnaMl5WVEw7lcYJ6FaCbHzEU6NfT+vwpH+ojUYykGKjhCrS0yhKkGVcWMw9VSUkg+wgQjRlulaXEBaFBSVC6VA3BHKKevYlkqDM0uXmj36nNCXb1sE3HrHwvlHtjP+iKpTNR9H8uHyVKlXly6FK3UkWI92a3sitxTQ1Y4p9eqKE8QyfxFKCTqS0buqT+Uq6fzR4RRnWT0Fdwopv74yj+LphDM7Ms4cqD0pJrdSuZC20pUGyQpSQVXI0MS8IV4YkwrJVLMeMUcN8HcOJ0V79/IxzEFmMM1ZCEhKOwv6JFhqhRMbxTatHLJ06ZSt45XN0X4aYw1UVyORS+KlbZ7qSQTbNfSxi8TM52kPNm6HEhSR4EXjOYAVb0e01KiCkpcBB5/GKixqFQapFLemVABEu3ZtAGhOyUjzNh7Y6dNPbbOfUa3bUvJ2Xr0nUKvP0pskPyKUFZv62YcvLQe2JCswBI1jz+oSKsJ1ejVt10kzF2Ko6DcKWslRUfaT+iI2vaFNKy3zCNdJt2nyZ6sUqa4DKfWkWufbEdx8H1k+6Cl1t0a6GI7rW5SdI6EjBgHFg+qrWAKdVzjrgN9dIAoqB30jVIkIHR1hbjrAxY+sLQ4C3qqigLKhj+OrP/ANZ+sQoVDJ7asH+jP1iFHidb/Y9nov5EqVqaGp11pZsA6oE+2O1cZJgPNLzImBfbaM7MuH4UmhyDy/2jFv2xE1TAlYs4yQEq6g7x1dvbUkcTndxYmV2HW8TGZstKCCbkxCZ1slAuekEUEsTeWYcQ2od4hRtpDaTwQm0TK9MNkyygBxlAlVhy0tEOXd+UT5xBmJnts+6+kZUqOg6AaC8EDoPdGwio6e2KQpS3SstETRJsDa0Y+pT5V6S6TVkyc+5Jycupt15Em4QFELGnd19YRo2SVEC94s2VFIGvgBGepp2i9OdMzWL59/FFBXQqPSp+YfmnEEvPSq2mmQlQJJUsDXS3kTHcUyyqf6Nhh1sPzs2mXaaQGGFuBZSoXNwNBobX5RsM6spurTaCMXQMw0jncOTeOpwkjPGmSmMPR8zR1h1hxuVZQC+ypssvIQLaKAuNCCRyJhuHMRuUOlsUfFcu/ITUmgNNzIaU4zMIA7pC0gi9tLeHsGpCifWh6XFbXNohwNFPwYsrXiP0r0etUth92myEqpt+aU0ptsKIc0BUBm9YbR6SlQylXIamKxKySAfYIlMu2SReM3CjSOpZ5ya1LM+mN6trZnfg7sHZxMpk3VJK9DpZNyN9fCLnEtfn8S0p+i4Vps2+5OJLTs5MsLYZZbOhN1gEmx2A/wB9oh4lG+ohF26N4jabb0YubclvR1gFqkyXEfneEpDJbaUorcUe84QAbAFV/IAQamYOwl8FypZpMpNpDSR2hxoFThAsVG43J3jSF9SFmxgbqs3e3jWMMnPPVtHmuE6lKYYxjWaM2pz4Gmng5JvcFXDbcO6L221y327g6xqsWT0vLYaqKX1ELelXWmkAFSlrKCAABvqYtjMFJyFXdMRHFlpWZPqmN4adKjmnq3JMx+An0DCMnKXKZhjOHWlpKVJuskaHlYiB1io0+p1uUosxZcq2ouzAWk5VuAWQ3fbcknyEa51fFTqb9DFc9mSbXjqhD4qJi5re5GYxFh2ipoU6USbEusNEtuBOoWNQB5nT2w7ClcFTosu1MApnJdGR1CkkEgaBWvhb23i8Usg3T7oCtWc3G/SNlp1LciXqXDa8jlL0uDCEwoaK1EBUojSxhue51jWjEkkoX4wFTXzdoHmPI2h6XddYYDSkDcQ21jEi6SOsDU3zTDsRNoRPbV3/AKM/WIUdoYInV3H82frEKPF63+x7PR/yKSc/5rNG/wDPL/aMObeKXCALwKdV/wAVmx/96/2jEl5pEq22kZVOKGZSgb78o9NfVHmy+zLOlzXZ30rXqSbAGKvHU+KTOmddQXe0JQJZsbqVa1veIc2sqUnmenWKT0hLdTW8McYWYbWd/nZ03v7Mvujm1G4PcvJtpLf8WSmZapKbSqbqi2XlC6mpdCMiPC5BJgtOdqKatNSs64h1CWkLl1oRlChdVyfxtvd4wcA3VY2Ub2Nr2PWKukVCqTeIZ+muvsZJJNwpDVlLvtz0jWVRaJjc0+Cwk6pN1mqzMnTHhLSkmQh+byhS1r+agHQeZBibUJyq4akxVTNLqlPbUBNNOoSl1tJNs6CkAHU7ERn/AEZaUWbQoHiibIXff1Rv9ManE5R9yFWC7ZRKq368o538obvJq6jqbPAXEU7Uk4bVWMOziVcNkPhtTSVJdb3J11BA19kWGF6g5VMLyVRfme0OTSAtaggJCVbKSAOQIMUno/S4ME01uaTcKQvuq5oK1WHlYxBwpNN4Tq9cw1OvKRKyYVPSqln+asCoDqbWPmFRi8NN+S0sOK8Giamas/jCZkWp5PwbKMIceSWE5g4smzYV0yi999YgqqtdOP14aRVW0SvY+0pdVKpUseB2B5xaYcYfZpAmZv8AldQcM2/+KV2yp/NSEp9kZycE456ZFiRmGWHRSx3nmi4m19dAR9cTJYRUXlr0jTFuvy05KOJqjU5LKeCJloyoQoIPykkHkbX8IgV6tV6n4zpFEkaiwhiqhRzuywWprLfQWIuLW3iRIS9abxIh+fnGZmWMopDQYZLYbXnSTe5JJIGmvIxUYtMwfSbhPsgbL3DdyB0nLsd7awpqkVpu3RYVfFdYwfXqdLVl2Vn6XUVltMw0yWnGVAgG4uQQLj6YtcYztapNFmqlSJphK5ROdTD7OcOC+tiCCDGUkkOYwx2uWxSttiZoSs8tTWU/FujQ8TMdVfJNrDS3jGqxqsnCFTUTrwhr+cIhK7Lk6aA4YxSxiij9rQnhTbB4c3LnQtOeXQ8v9oa3O1Q4rcpyp5pUkmUTM24PxhJWU5Sb7aHW19Yo8Y0maw3WjjWgNBVhlqcokGzqDuu3uv0IB6xIplWlaric1CRc4ku/S2ykndJ4q7g+I1EawzSZjLFyXBfT8w3LNOPuqystoK1noALmM3hLFLmI5CaE0zwJmXfKFNHQhB1R7baezxgmLZxopkqStTnDnHc8xwm1OKDKNVAhIJso5U+0xlnalL070gtzrBfblasjhP8AFZW2A7sD3gPD3mOjdUl+GUYXF4yaivzVSkaa/N0+YZQqXbLhbebzJWBqdQRYxGw5iNrEdMzrTwp1juzDJ0yq6gdD9EExAsLw3UgrcSy/qMZ2tU6apz0viSjptNMtJ7UykaPN2Fzb2a+/lGsrjK0RBRlCnyXE07UE19qURMtJl3WFvG7N1JykC172+UOXKI0/VnvhVFIpraHJwp4jq3b5GEdTbUnbTyh8jU5WtVmnzssu7a5F3Q7oVnbuk+IikwwpS8V4hW8Txg7lF9wnMfo0TDU+EvLHs8tcIvJhFYal1OMzLE24kX4LjPDC/wAkg6e28V1Tqs9KYXZrLC2s/CbU40ts2JVa9tdNT9EXqj0iixiAjCE4hKQlN0WAG3fEa6i2xbT8EQalJJrySWRV3pdt4T8oC42FhJlTYXF7XzxIkXph2TbVNoSiY1DgSNLgkaeGkQVorRoA7MuSKuzDKAhYXbLy19a23jFqpOxHTnFQyKfHg6FlMFQ+DorSADQQvPSNTGi7oxBm1/2Z+sQobQpd9t/iraWlpbRyrI0Oo5wo8TrGnq4PX6RVpFFOJbFTmbXzcdd7n8YwNxRzaRJqTaGanMcRxKVKWpYSd7EnWI6lMpJJVnO4Cdo9OL+KPOkvkyfJJTLNGdfQVNt2CUg2zK5C8VNak0YiZcbnVKClqzoWndtXK3hBS844AlSyUA6JvoIIkAAqUQANydABCcU+QTa4Icn8MMNpamGmJxSdA8l0oK/ygRv4iCUakTMnWJ6pzTjQcnLDhNEkIA/GNr+6JwUhsjiLSjMbDMbXMHC0IWlC3EpWrZKjYnyidq98FbnnHJDl6TM02rv1Kk8JbM3rNSbqikKUPlIUAbHU6ePukVKRqNeYTIzgbkKctQVMIbdzvPgG4Te1kjTxiYXmGiEOPNoJF7LUBBBMsuLSEvtnN6tljveXWM3CPBSnLnyWMk2hAbZaQENtgJQhOyUgaCKjEeF0YirtKnlKARKrKZkXsXGtwnxF9LdFGLZhxDTZccWlA2BUbXPTzh7c3LJNjNMhXTiC8RNJ4YQlJZRPUu5HK/SMouj19OOXMSNykipoyvZ0sKm1JVb5xOQ8xGj7SxxQ32hoLvbLnF7+UEW6hppS3VpbQN1KNgIhxTKi2immRXqlwpV2Uk5OTccHaltzSluKbBuUpGRNr7XvsTA6xRq1UMa0euS0vKCWpoUnI5MELcBvcju2Gh0i27TLqQHBMNFFx3gsW98S2H23R8W4lwjfKb2hSgn5HGbWaKbFWH5usKkazSHW5OuSCgWlrPcUg7oUbajf6RziTXGa5V8MTEgJCUanZhASo9qJaTYgkg5b8jpaLRDzSwvI4ghHrEKHd8+kJmZZfTdp5ty3zFAxGxFb2Jt5x5kl9hLa1Cym8wWPK/O8Y2lYWbw5X6lNSZtIzbaeG3fVpVySny6RrlPNIdKS6gHexULiI0yArvIUFA6hQNwY2jFWjJykk/0oKa1Ufhmen56VabL6UtsKQ9n4bab90i25Juf9oh4zpMzXaQJWUaQp9LgcQ6teUNkfXcXi5L7aFkl1sDmSoRxxxCR31pSCLi6hrG2yNV7J3PcpUZ2bTVJqgOyjss32x5ktLKXhkJtbN9ekWTBeXKt8ZoNOoSElIVmBsOvSOvltKs3ERlPPMLQ1t21rG4OxG0bKKu7JbtVRSU2gIpGJX5+VATKzDKgWxpw1lQNgOht/pDqhSZtqtfDdILRmFoyTEu7ol4C2x5HQe6LtxOYXG/OA8VG2dH6Qg7caoe+TdlcJupvpKBTDJrt98fdStKfIJNz9EQ6/IzU7RF0uTaU8peUqeddA2Vc3vrfSLxxSDpnT74As5SDcWPjDcdypsFKmmkRJeZqLMqy38FFSm20p0mEAEgWiRT0zIly5O2Ey6srUhKrpQNgkewD23grAD7mRLzDel8zrgSAI0T1FkpdtpKypRsFKUFb6WNvC4vC3KLSuwfHBXU6kv1FQUlJSwFWW59g5mNPK0qk05QJljnKbBSzn08jp9EdlHJZqmpDCCAklNk6AGBLVmV6xXpuY55SlqOnhAqhwHedQQGmQEMpAyoAsEwoAk8oUedrx2zo9LpnenZ5/UlOP1ubW8oqyOqSm/JIJsIaRdXhE+rMOv1qYVZKQFWFucAMo62cxTcdRHrQfxRwT5YmkXIiPVU9pbRT0Idc7RcupZIC+GN9yBqbDfmYlpEFQw2HePw08XLl4lu9bpfpBLKoUcOypYUKlh1MrUBmeaeblppBV3rhaRe/UixuOsSJJcw1V5SmT+Z19jOtmZKdHmspF7/OGx9kT00+UUpajKM3cUFLOQd8jYnqYosXYpmsPVOXlmJWXdBYDiVOpJUgkkG1j0EYyW3LNo/J7YotqgF/dNRlNobUstzNg5tbKnpEapSUxOMybDXCaqCZtxxHCPdS6EKUj3gJvfrrFjKJZqtMkZ+blGFTDrIWDlvkuLkAnURJZkZRK2yiVaSW1FSCEjuqO5HiYNt2/YlKqXoq5mbTWnaFUQChhuoNIS0RYcUgly/W1kpHjmibT2Hnp3ELbcrKvMKqKQ9xd8hQjPbS3q35wWvztIoci3N1CSDjLLnxSW2gSlw3Nx0N76xnKzi6nSVNkKjKUKTfaqqVreS8O9dJykEjc+cYyVcmkbksIsK5Zyq4jSmXZclX2JJD0yoZjKoUF/GhNrm2+4I0MXigleNpCSmnDMS7NLLkmpwhQedzAKX0KstveYgv4oodNxEimv09QnJ9hriuMoC8xWNG1cyLH6YgSuLZOcxMnCjWG2VNMzSmmnEvW4WW4UtIy6WAJ0MRVMdSa48EjETrLlIxawiTaZWwhriLQq4dJFwrLbum2hizqEnNN4gfqlJSO2ScoxmY2TNNkuZkH8bujKeoiwXSqcWHZdUm0tp0hTiVJvxCNiq+/tjk8tmkU2dqzMulT0vLFV72K0pFwknp9saODfJCkuEUip+XqQpSm28tIqlWdMwFpy5l2u22seKhYjmU2i+4zTWLG5VEgylwyS19oSrKcgWkFBTbXW1tdNesUmFsRy2K6LUXpikMsS7Kyp1m/ES6bZibEDX/WKiW9JuFZR4vs0ueS6pOXiKspeX5tyq9vCISoppt0kaaaShXpDYUUJV/wdy9xv8YkRU0J1+SpjWHUuLbcnWGn6e8BcpbcTd23ighZHmB0iAv0m4TfmjNLpc8ZkoLfFsnNkO6b5tvCNPhmo0qv0cTdOlFsMM5pVAc0UhPdJAIOg9X3Q0reGJpxWUZWUlmk0HDKUSzbo7c6OG5ayvvu5sen0RIXS35BNJYdSw6tdVccQzc8NlCm1kNg2vYWvtvFhiR/D+Fqey49KJzNrKpOWbUQc/MjpvqfHxjtPnKPimVbnmhxiyfUUSlbCvEA767xrGPjyLc+awV1alh2FptyUlUPmpsqLLZuixOVJ25gdOsCoyUNIqU0pIlxx1KclRtLFIsQfO19NNYBiyuU7D09LSApiJsE9oeBdUkpVslQPWwO+2kXKZWTrck3VFSLjRmmxmS4SlSkjbNY6+F+Vo0j9xNfDPkq6VMOsVkiZS6j4Tb4gQ4kgNup+QL/AIhH6PjHH6ZIjErUsJNksmQUSkoFic4Fz4+MWM8zKJaTMzo+LlPjErKlfF256c4gfdHhZc2J01BHaQnJnyuaJ6Wta0XVYbJy8pApaQl5uqV+VdQC24GUX5j4sa+d9YscN0lGJG5eXm30NuUy/aW0JuUuJORFxyCu8r82ICa9haTfNQ7S6tt9wJfcl0qUSbXAIVbkNIvkelTBMuHhJy000p9YW4pMsAVKCQkHfoBGOrNqlE1jBtNtDKHSZdUvVkCi0+al0Vpba3nvvjbQUi5GnIXN8wtv4HfTFNlZttKVhQTYBKEG1hHmLeOPR63nHZ6jkcc4jqQXMrijuVDPY353j1OYetLcVJKswBTbpHJ8lLDHJWrkiLONNSsgUsgISO7a0UiFqUbZrCDzTz7qsrqjY8uUR0JF7R3aUdscnHNpvBLQsKXYdIUCl9HCPCFHn9V/Q9Lpf5lI8yDPPE6kuK+uLBqUSWSuxKRooWgS1JVNuI0zZz9cHTNqYUEj1ecdlvaqOJr5MoJhhLE0pttwOJTzH1REqlVl6LIidm0OLbzhFmwCbnzI6RpZiksTmeal3Q2si6kbgn/SIMzQpOel+zVFoTDeiuHcgBXmIvfaxyCSTyZRv0j0JJ70tPfoJ0//AFGSxlXZTENVam5JDqG0MBsh0AG4JPInrHp33DYYygfBKATpfOv7Y8yxxK0yRxTMSVIbDcvLpShQBv37d76dPZGE5SrJ1aWzd8TR07H9GlKXJyrrE4XGGUtqKUJtcC2nei3pGOaNUqnLyLDU2HX1ZUFaEgA+PeiuwxQMPVfDsrNuU9C3tW3jnUO+Dz15ix9saGQwpQpF9E5L05Lb7SrtrC1HKfIm0aLfXJElp28ETHAq8zTRIUynJnWpkLExdNy3lIKSDcWN7+6PK5idW9JS0lw0IbllKUCkklSlWuTcn5o2sI9Lx/NVNmlIYk5mXYYmTldCncjrnUAmwy66+fSMHWqdTKa3ISkpPtTUypBXNzDaszSVE6JFugH0xnP7GujiJo5CerEviViuT2GWkLlkBb7/AA3Lpby2CyCogGw0NrRRYeqFdp0/M4ip1PVNlAXxnlMKcbbzaqJI2Nr7nYmLGu00y03MLw7VkT6aonI9KyywtYToopIvc94G1hsNYJhmpCS9H+K5RSsjvxYCDoTnJQrTwt9MQX4sucNY6xJXKvLsOyDCpJbmV99lhdkC19VXIHtiTjis4ol3qhISNNU7SFy9nJgS6lWSU945xpprBPRXLqZwrMPKBHaJpVvFISkfXeO40xtISEtUMPhh92bdZ4ajolCMybg33OhEaf8AnLMKXcpIzGAqhWpduYk5KRLtMfKu1P8ACUoN9w/KGg5bxUYZrUrRjMmZoEtVw8EhIfQFcK19rg73+iLLBUziFqXmWaa0VUsFS55VgABkIN1Hw1sNdIBgyoYopyZxeGZJUyHCjjkM8TLbNl8tzEGzXISs4qp1WpbsjK4SkZF5ZSQ+whOdFjc7JB129sbz0UJUnB6klBBM4vQix9VMed4dqOIpTEc1N0aVMxUnEr4zYaz2BUCrTlraPTMH1TFlRm5oYjkTLNobBZUWeHmVfUeOkOLyRqL40Rq7XcIVypu4bqixmb0RNnRLbp0ISrkRpvofZEKl4bpuARN1SpVFLqykoaA7t0dAn5SjbyEGxdgChPtmpomUUgB1PaFnVpQUQL25HUeHXrDsZYapU1Qab/xNFOkpDuNzCwXQpKgLDTc6DXzi1d5M1VJJ4MTRuz4nxc7Ua3Ny8vLJVxXEvuBIWL2S2L78vYIsq1i6p07FodE8xOU5B7jUssFtbZ0INvlDx5+ERUYcwZYB7F5X+QwU/XeFNYdwiJZfwdioKmdOGl5BCFHobJuILZq9tm8falKpTszZD0nON6EEjMk/VHm+MqPJUWelWZJktocbKlBSiq5vbnG/peGJqlYVmaQZ8vPvNrDarWQypQt3edr63jzbEdFn6HNMsVCbE0txGZKgpSsova2sazlccoy00lJpMvsbUOSolClEU9pTKX5gqWFKKrkJ0Nz5xRV2oUafp9KZpEgqVmZaXCJ1xSQOM5ZIzCxN9QrpvFxjHD1Tw1h6TlqpUUzinppTjakLUoITkAI73+kVFerknWqdSZWUpjck5T5cMvOoteYVZIzGwGvdO994wbt2kbxWORYpqFCqTsoug09ck22wEPpUkJzuX1VoTH0kyC1LsNBJUOGlJVaPm3FeIafX5iUdkaW3TUy7AaWhGX4w39Y2Aj6PW+UsthKvkJ+qMpJtpE6lKOSuqTB7QpRPdA0itOiriLycAmJTiAWUDZUUzqCnQR16UricMlkdKqzOm++WFHJTRw+UKOLqv6HodN/MoplavhB0gm4dVbw1iYpQdQFKIvbWAPtgzrxP9Ir64StTYCO1cI42sj2VFDmiyB9cTpdCl94JJHWIbbZuIDiCmz1Qob0vT6g9JTGW6S2q3E09UncX8IiTGlbIOLsZyeHWVsSriJipkWbbT3ktfjL+yMRgvBj2KlTlQn1LRLlK0tuq/nHyN/EAm58beMWeGPRe9MLROYiUWWb5jKIV8Y5+Ur5I+nyj1CXbl2GkMSjSWWGk5W2kCwSkchGOW8m1qCqPJ4zhfEM3gSuTVMq0spyTWvJNy4sSkjZxHjb2Eey3pNPqMhVZVL1OmkTDZ10PeT5jcRKxJgWnYxYHEX2WoNps1NJTfT5qhzH1RiMPei2r0/FB+FiES0sM6HmHSEvnlYixHjz98EZ7XRTUZrcXeLqLI1OkdpnUTTnYkqU03K+stSrCxFjzA8tY8uojdCD76cQdvbAT8UmVSkHN+Nm+znHr2KziKm04TFEbQt9Ku+3ws6lA80eXS0ZOUwDibFU4moYnmjLI0GU24hTvYJGiR/5aKm7Y4Oo5ZB9FEtKqxK9OvPMtrl28su2twBSlK07o52Fx7YpsayzdOxdVZeUfStp1zMsNnQFVlFJ8lfVGkxR6P52j1KWnMLsvLSohIbSSpxldvWvyHjyMWtJ9E8mmkOitTC11B9PdU0ruy53/ADj15dOsT+FWr3WXeEGGGMIU5Eq6h5sM5lLQbjOdVDzBNoi4pw9S3qZVq07JpdnkyaglxRuEWSbEDa/j4RU4KwdWaDiCbVNTa25JoWSGlfFzROxsem/WJmN8O4hrL7Aos26JZ1sommDMFDeh0JF9bg9OUXeODOvlaZmMM1AU30X4gWVWU++GGxfUlSQD9Fz7Ipmp2p4ew5ITEhOzEoZ9x5ay0opzpTlSn3HP740j/orrSaS0w3UmHXONnclxcITewKgo7kAcwPCJuP8ACdQmm6NKUSnuTMvIyxaOS2huN78zvE5NLjZQzuFcV4QlX6721uX2S47LvHOrMR4dbRvvRxUJyqYUMzPzLky92lac7irm1hYRma5gXFYpTgOIZmri6f4mVrOfXeyjbSNT6OaZO0jC3ZahLKl3+0rVw172IFjDXJE8xKD0t1lLUhKURtV3HVcd4DkkaJHtNz7IWJqWaN6HpGSWnK4lbS3EncKUSog+V7RKr/o8m6jixisInO1y7syhUy09YKaQDsORTYWtv5xeekOmT1awsuVp0uqYmDMIWEAgaC9zrD8iwkkjI4OwJRq7hhiozrT6nlrWklDuUWCrDSM3jShSeHsRsyUkhaWi0hyy1ZjcqI39kaKj+jGrP0xDk3V5imOkm8qASEi+huFW13itrPo9r8rVGkSoeqrQCVGYJAsb6psVcv8AWDxwWn8uT1GemGJGTdm5lRQwyjOtQSTYeQjyHHVdp1fqcs/TlOKaZZyKU4nLc3J0j2iYYamGXGHUJcZdQULSdlAixEZym4Bw7S7KTJdqcGueaOf6NvojRttUYxai7ZSymPsR1mkLepdEZfmmX22m2EsKdu3lVdW+90pGnWMnjaqYgqrsp90dJTTFNpWGUpl1NZwbX9Y62sI2dUkPSH8Ovv4cTlkGiEsEKaSB3RewVrveKOt4V9JGI1tLrEr2tTIIbJeZTlB32I6CMWqdG0dqyWjWMfSEEMtHCTPDASnN8HuG467x6etQCt7x5aGvS8hIQCsBIAAzMRvsPiqigyoretRseP6u9zb1dNrbQRVMz1M5LBaiBpsd4iOove8SztrA1JvfSOiLo5miKwjK4fKFBgjKbwo4Opd6h36H0KF4EzbvTiK+uHhuxvBHEXmnNPln64Lk1taOxPCOZrImW7m5iSEXUB0jraMqYMy3pcxDkKjhTYecOl2iVgdYJkBOsSZVA4qTa+sQ5YKSs4gFCiNQRHFrS4vJxAXLXyX1A62iVMNZXVH5xvFU+w9mqnCaVxHWk8JdjZWliLjW/lGe7yVt8EwqQG7uqSEJ+Uo6COLIB0Vp15Rn8MUep0hidRUpMBLqCpAQpThVr3U6kjQWTbcZRyF4dXqVPTmDZemSrF3yhpDjaiAAEjUG4I0IH/mhFMbhkv20JdNrAk/KHKBuNFN08xpGWk8P1H7mZWQfp6M0tMrfTLlQykZbBJ01uVk3sdjttFjNUOdMlTG5Jp5hEs5qM+XIVOgKUEg3twy5qToDYC50N+R7P0sC2SdtdoQaJsLaRGmaTNro6wpbzq+xpb7CVhWd4KvmLuhIVoDtp0MZuWw/Py9BmmH6cRMktgMsuKKHbrspSgdQU3KreWmkV3B7TYhux8vGHZCk2jBy2HKt9yiZNFPWxMNvpUtAdICkhnU6GxJKin2CNXRKbNSNEdlc3CmFFRQtSEDKopABOUC9iNzcnmTAp5BxosQ2b3tHQlW5BilqEnVFvsrkmn0pSygKSX9AQSVAd4XUdBqCDcai2sSXpuJQag4t97JMNvqYaU+CplalIKADfTTMN9CD1h7xbTT5bb6Q8JPTaIlJTNN9pam2nBaZdW24pQUlTalqKALG4skjQgWijMjiETQKETJaDpULzHyuIg3IzWUjIFgWA9Yd0bwOQtppygkbGBqbIjKzVKxbw1JbmXVFLJGduYIUpag4q47wGilJTqNgLWtFwxLT3wkhTjEyqWUwUrQVkC+uw4h1Jtvc7HMNoN4bCfw792Gqa6i0RqtSp9WC3WnW1TdQ7OA402RdZt3gD1Pl7Ii4Mo1VlKS+ioJcDxfP30WKrgEq3ta5PLe8Puq6DZgupR0MqLa9G1nU9D1gy0lKrE7QRFNuTxVhPS2t4K5KuKAIUHABvaxgc42S4sjuEuEWTrb3wPlBwyomwGojgbuq1tfGKTRNACnrDCjSJRbtvpHC1pFKQqIShZPthQZ9GVA84Ucmu7mdeiqiUymyX1m3yj9cFSjUm0WyJZrIgqF8wuRHFSMsXClGcXOmsarUVGLjkrwdQn3xKQkZYF2dxpwcRNr7HrExnh3CXNoTZNDEIvE6XQAQecD7MRqlQUOUSGwlA7xjOUsFxQn0jPm6iBAhBBIuPCCvk50DlaBqTtCTwNrI8EuqG+UbCGqZKjcA3O8OaQSoAQR0lAGU77mC6Y6AFCm7XB1jpJO8cVdWpMJNwddRFWFAVaLuNxCUOML7LSNfxoKtsDoQYYEG+kOwoGAd7x3LBcmsdyQ7CgNvCEBBsvuhBHhDsKGBN9IpxiOWVVkUsS75mFuKQkad4JVlUrfaLwJtFczhxpmoJqXbpkOBxS0IumwClZlJGmxMJtgl7JjpSw2tx05ENpKlKI2A3MV9JxHLVCfEoxKzKVrZ4vFUkZQNNLg+NvMdIvXFl5lbedTedJTnRa6b8xfnFNSsKSFEnu1SEw+kWUjgqKSjIbWTtewsCLkn3xLk+ASROmpkSjQfdJy50o35qUAPrgOHsQyldbmOC260plQSpDpTmIIuFAJJ7p5HnY2iROybc/KmWdU4lClJVdtWVXdUFCx3Go5axHpVFl6MmYTKqdUJh5Tq+IsqsSb6XgabEqWSyUpTSrDUbiGNukE5hcHlCUCTcwkouYdKsit3gdxAHBlTp9JhONfGZwN46lOVQMOUq+nKFxwLkjuI7x00gfK0S1i6LiAFItpFqRNESbSAwD+N/oYUFqCAmTQeZX/oYUYTdyOrT+o5ACpZF7aJFjAHFEK00MGaSFsobKSO4DcQxxlSDdWo5GGmZSQ5tfEBS4b+BiMpBS6U7WMSWlhseqD5iHgtvXBSAdwRyhp0FWhjS8oF9REkBLis3hvERIvaDpJtaE0NBlN8RQvvDVItcdII36tvbDlp2iLrBe2wLZINxCfHeSb69OkFACUknkIj3Us3OsNZYqoQTHbeEOAhxTpF2KgITdUOCL20h+UXh6RZQ0gsdAigXjuSJCmwrVNhCLWmkLcFEfL4RzL4QbJHMkVYqGJSAbkXEInNrD8ndjmWABojgMPURksBbrDAIpMVBkJbUL3N4fwhuDAUi0GQTtEMFRxTRtcaw0IVexTBSu0MLi76Qk2NqI2ZTMJlV9kQ2p+3cDiilPtIB+qMN6PKnWqxVK05UnXVssvcIodt8W4AnugDQW1vYDf3bOpVFql0yZn5lQDUu2VquoC9uVzzO3tjKYVxDTH8VTdMkadKSjbkuh1txhN1PKIuu6kjKQL731IOpiclqmjYqGuUDSEGgDaCHeOA62i7MaIVVTllEflj6jCjtXN5VP5Y+owozfJ0R4I7bpCEAHTKBBy4hQyq26xCa9VPkIKo2i6MryOKMq7QVKCiy9rxHbUSbGJaSFDKraEwQMC0FaSCqxhtrG28dToYTYUSRYDoBCC0nY3EDXdbRCN4Ej4tWoPlEJWaWOczkd9XPQCOJEOWrOryjoEWI6B4w8JjqRDgOghWFDAmHhIh4EdtCsdHALR0x2FAOhlrxzLzgloWkVYtoMJ0hhAB1gx1hpTDTJaI5EICDFMIJuReKsQNKSfGCtpIJvD8thYQuUS3Y0qGERy1ocRHCICSFVJGn1CQdl6mw0/KWzOIeHc05+yM3hAYedrs1O0aa4yplgLyJY4aUpOVWtgASM4A0BHevc3jQ1ylisUaapxLY46MoLjYWkHcXB05Rl8JUJmRxKiak5qQW0zTBKrZYdJUO/fP4gqQRrroYGUuDbG973hvO8EA0jhEOyKIFUv2VP5Y+owodVgBKI/LH1GFES5NYcEJoXSmCOCOMpJSnyEEWm5i7IojKn2JaZZlXA6Xpg2bCGlEHcnvWsNATvyg01UZanKaMySA4oJBFrJ1AuTyGv1xAnlUtEwhU9VDLrbupCeOEcPu2J8LgneGViWpCHmXqrVeykJSWgSgZgkggklJJ119sYyk8mkYrFlpM1KVlZtiVdcSHJi5Sc6QEgC9zcw2Zq0lKJSpTvFC0KWOD37gaX05XIHnESoSFMD0vN1KdvwUZQt1YCjtZQItY3F7jf2QaZpUgZZsJKJdooDAIQFZwpScoJO9zpr84xO6WSqiSHqvLy1Pansjq23lhCQUFCtdzZVraAnx9sEfn5dLMs+pRAmrcFJFlKuM2x6C5PlECpSshL0xiVnai00hCMjYmgkoWQN8ul9OhG8BdkacqhS66pOtOMtBSlzCk5c6CDdIBJIG2g+aNILdjpUTV1qRRSRUwpapdRsjukFRvaw9vPbxjvw7Iok3Jw8UtNPBgkIvmUSPVtuNfoMAak6fO0pSZippnpZtwAOtKSEt2ATlBT9PnBDQpOdkVpbeSpTkxxVup7ySpKzpa+ltU6Wgbl4Co+SW1WJJySdm0OZm2llBAIzFQNgBrz0t5iE3XZFySmZxCypmWUUrULG+2o121gAozMtJqYdmkljOFo4yU/FrvdSgeV7nyubaaRFapdGm5afYlZyWWpbgU+tnKtYQLEIUdSRpz31guQJRLOn1uVqPH4IWgMAFanBYa3+ww6mVeXqrTjrAWkNqykLAB67X/wB4padIU+VL0m3VkPuTQUgtvgWcVqQE2sSBc3APPleOSLNDo806yqflDNgZG3FC5aBsMpuTqVEm2m+0JOWLG0vBfy9Tl5mZdlm1fGN3uFaE2NiQOYB5+IhjFWZmJzsyG13uoZ7pKbptcaHxERqbQEU18OtTbhGTIW8iAkpF7Ad24AuecPlKExIzrb8qrhtpQpKkEXKyQkA38AnbxirkL4hk1Vpc6JYNrJKy3nBSUhQBNjY32B5QhV5Y1FUjch1Jsb2A2SevPMAPI9IC3Q2pefamZZQaSlZW6nLcuGygNeVsyvfAm8Phmeem5Z8SynHQsJaaSE2sAUqBGtyL30Iv53PkGC5MU72IWUTglEy7q3S6W7AgXAvdW+2nO17xccopZrDjU2+266ptZStZJW0kqAUVHQ8iLjqNNoct3gSryGqdaYpocCk8VxtriKQkjQXAF+l7nXwMT2HEvtIdSLJWAobf6RXz9CYntVBsnIQc7YOZXd7x6mybRMp0i1TZJEqySUIJIJtckkk7abmGnK88CajWOSTCtHY5FAcIjlofHCIZLRArE21JUmZfezlIbIs2klSidAABrckj/aML6LZR2nztSln5ZPEmGmptTyctwV37iu8VDwBAvYk7iPSIg05qZQ5NrmFZs8wotaAWbsAB9B98AlwTLR20dtHYAorquP4qn8sfUYUdrA/iif7QfUYUSy0qRHZHxSPIQawhjAu0j8kQY6QNkUZ+o0qcerrNQYk0OtS+U5LpCnF63VqdrWTrr0EGq9AdqU4xNIcSgm3FSvvBFhoAOn03N+UBnnZ/jqSwqaSDMOgENrUAnhd3YbZ9vGHPTFaDM5lQ/ZbIKFZLqZWltJUAAO9mJIFtLgxz1F3Z0K1VHa5Rn5tUsJBC8jDRSc7twLerbMdVb778zoIfW6E9U5eWlWHE9ml1oIDpUtz1hmJUTrYDY3ufZAarNzya5L8AFKUJPDcbZcdDe1+IkW9bbwtfnA678NGYKWi8G1rYS3wrBIcBusJO9jpv0OogbjnAK8ZJFepFRn6K3KoV2iaSbFbZ4LRSDpmQVb+/blDqpRJmawkuny6T2kNm6V5SpxVut7C51htWmaqapKdhl5lLZYUVEiyEKII7+hFxv7PGGTzky5hqnIafmWM0sjjPBCiUhSLXJsbkHcHz0NoPjbErpE1+jzaMO/BzU05MOggAoysggnUbGwAueunOJdDkH6dKKlnkpshXcWl5a84tYGyvU29UEiKesTk5N0yntyiJlCX/AL4A0blASel9xrl322gc/VZ13C6EIU63PodDb5GbM2sEE67bKGu2ul4NyTwOm0aGryCqnTlSyFJSsrQtKlAkDKsK5eUV9OoE1TJSaQiYamHXGUtNlSVgJAKjrdSj8o7EDTlEenzE4imU5q7qS0FoeShlactmzYG9762soaE7dI5KzVZMg04FPKcTwnChbR+MAbJcRqLgkjyBI8odpuxU0qGyVBqEvUpeadCnAl/OoqWkkAhV1Gw8UDTnflaJ/wADI+HUEMviTShTpHaCGuMVgiyAfyjtbWIc5M1Vcq+c77RTPtnRHqtFKDlGmveOpHQw9MzUfgRaeK4JgPthYdaUkhK1AWSed773uLkHUQLasDds0t46IzEuaqxQZ0TkypS8yktuNKBcKsxBFso3PS++ltIj0Ocm0UOcYfTMIdSFPIOpVlJOiTre3gfdFb8onbg2EcjMUKZnu1Tjk4ZpIS0VhLjbmVPeVYC98xtbaJNGn50TCpWotuIW8VOsfEqsUkk2KrkBQGmU2t4xSnYnGi+vCjOUZqsirTTk3OBTbZyuNJIUFLyIII7gI08ftLqaakmsLS4Zh1tPdcLhTYXKlA2CtNwOegh7/wADaaGFGYpc9MuVxSXhNFnO8hKlJcsVcQ5bi2UJCRodPqMFdqLzVfQHHCGVqs01qFOXFtjYaEE3vtyuRBvVBtNHCjLvz1Qan1ZxMcMzRIyNOKsgcyAfVNraAjw1vA6u/UhO9yanG2VvWCW2blLeX1gE66KHPrzhdz8DaayOX1tDUKC0JUL2ULi4sYzNXVUhW7NLU2haQ2zdQSlRulSrkJvawVz0t42NSlSsSVujUQNtlpnOW0JRnUVqyi2Y9T4xnnpucTQJBxmYUeK1a4QpxS1ZFEag9bawSTXNIw8kOzD4dWbAoll5kEd5QIOpGhF9PDlC3htNCNReOxnsMzLdlyjcz2kttpKilzMlvTKE2KiRexP2bRoIcXasGqZArP8AJEf2g+owoVZ/kiP7QfUYUNiPJqj6TcQyFVm5JhqQLUu+tpBWyomyVEC/e30iEv0vYoFxwabv/QK/ejPV5Q+6Opaj+Vu8/wAcxUOBWbQR6sdDTaWDj3yvk3TXpdxOon4im6D+hV+9BP4W8S/0FO/yV/vRgmu6Tm084LnT84e+K/z6X/Iu5P2bMemHE407NTP8lf78Fa9L+JVXvK03To0v96MBZV9j7oI13b3084f+fS/5F3Jez0D+F3Edr9kpvj8Wv96Bj0yYk/qdN/y1/vxiCtNjZQgOVXzTAun0vQLUl7PQm/TBiNYJMlTb/wBmv96Hn0u4gAJ7DTv0F/vRgGjlTY6G/OCFQynW8H+fS9B3Z3ybf+GPEen8QpvlkX+9BW/TBiFSbmRp3sQv96PPLK+afdBmjlTY6ecP/PpegerP2b9Xper6Uk9gp+n4q/3oEPTHiG+tPptvyF/vRiFEFBANz0gISroYX+fS9AtWfs9Db9L1eUgE0+n+xK/3o6r0u11CCRT6f+iv96ME2bIAJA8I64oFBsbwf59P0Luz9m4Hpir/AOD6d+iv96DI9LtcKQTTpDXwX+9HnYCuhiQ2oBABNjDfT6XoO7P2bxfperiE3FOkN+i/3oGPTDXN/g2n+Oi/3owzhzJ7up8IHlV80wLp9L0Hdn7PRB6XKyQCabJf/v7Y456XaykC1MkjfxX9sYZBGUXI0EMeOYC2vlCXT6foXdn7N1/DDWR/0uS96/tg/wDC3VvwXKfpKjzix6GJOYfOHvhvptL0Puz9m7d9L9WQRalSmv46oYPTDVSoXpEn551Rg3rqIy6+UMCVZhcGH/m0q4Duz9no49LdRGnwTLD/ALioa56YKik2FHljp/Sq+yMHcdRAntVC2unKEun0vQd2fs37fpgn82lFlhc6kOn7IkfwuT34HY/zj9kebIBC06c4lZh1ED6bS9B3Z+z02j48mcTz65B6nty6W2y8FpcKiSCBbb8aFGWwBriJ8/8A8qv2kQo83qYRhqVE69KTlG2Y3EOmJqp/fHf2zEcnujyiZX2gcS1M3Os47+2YrVukG1hpHqR+qOSXI53YQHnBB8aLK0t0jvBHUxYgogb24hodV0EPA4vraW6QCBp9YRKvAuEBrc3Ec4qughiY543UPKOI9cecOADozK0PhDuEE965uIADXgLv3z2RwPK6CHhPE7yjaAQ1r74nziRzgWQI7w1IjnGV0EAHHPvhhzP3wR0IDnfOl47kDYzDUw7AMDEdf3xXnDg8RyEPDYX3iTrrAsCOMeufKDgwFQ4PeGt4XHV80QcgMV6x84IwdTHeClWtzrrCIDG2t4dgGuYiC2a8E4yvmiHcBPUwLHIzrB0V5wVR7p8oCfidBrfrHOMTpYawgBxIYPxfthvAT1MIng90C48YYBVnuK8ojw/i5zkIteH9nFvWMHAGp9Hf/N3f7sr9pMKF6Pu7Xnm9wJVRv+cmFHkdX/U7tD6GUr6h90lS1H8rd/bMVC0qKj3TvE/EX/uaqf3x39sxGVsLdI9CP1RzNZBtd299POCZh1EDe2ECG8UTQ/KehgrXdBvprzhwvA3tx5QwDXBBsRtAcivmmGo9YecS+cMQ1rupIOnnD1EZSAQTaAu+uPKOIvnHnAFHcquhg7RATZWmsO1gLt+J7IOQ5DLIKCBrAcivmmE166Ykc9YBDWyAgA7x1w3RYa+EBc9cw5n14YqOZT80+6JCCAlNyL2jo1iOv11ecHIB3e8nTU35QIIVb1TDmD3j5QcEwXQCBFhqIY9qBbXygJ9Y+cFY+VD/AEBlj0MSLjqI6YiXg5AK7ckWF/KGJScw0O8FY2VD1eqfKC/AHdOogb2qxbXSAiJDJsj2wcADbHfGkSgR1EDX97VABByOjX4AH/qJ88uyq/aRCjvo8/5w7/dlftJhR5PV/wBTt0foZDEDIOI6mdf5Y7+2YrVOkG1hpFrXlAYjqeo/lbv7ZioUhRO0ehH6o5nyOB4vrcukd4SRzOkcbGQnNpeCZhbcRQgfGO1hDkgOi5FrdIHkV80wVo5QQrSGI7wkpF9biEHj0EPKklJAIgYbX80w0ARKQ6Mx0tDg0Ed4Em0JruJsrQ3h6iCggHW0ADA8eghyUBzvEWJgeRXzTBmyEpANgYBHMgbGYbiOcY8wIIshSCAQT0EB4a/mmAB4QHO8Ta8dyhrvA3hyCEoAJAIhOd5NhqeghiGh8/NHvh4bCxmN9dYEEK+aYkIUEpAJEADSOD3ki99NY5xz80Q9yywAnU3hgbXb1TAFBOAki5J1jhHB9XW/WChSbAFQ98MdGe2UZvKAKGF4/Nh3AT1MM4a/mmD5k/OED/BgVWYNgL31hB4qGXKNfGHOgrUCnXyhgbUFA5TAA/s4HyjCKuD3QLwa46iBOpKl6C4tygAQcKzlKd9L3hwYT1MMQghYJBA62iRdPUQAaX0fnLXX2+QllG/5yYULAAP3QPq5GVVr+cmFHk9X/Q7NH6mNxBb7pap/fHf2zEUiJ9fbScSVM9Zt39sxV8VXQR6MfqjmlyJ3kYYLXHnDx8bvy6Q7hpGuukUIJA3fWHlDQ6roIekB3VQ8IaENQO8POJQgXDSkXHKEHj0EAHXPX9kJu2cecOSA6Mx08odw0pGYcoYBbG8Bd++GO8Y9BBpaX7Y+hsEJUs2uToIXAAGtHAYkWi5fwhMyrtOQmbllrqCwhPeIDZJO9x0/82vBmqY/KolVl1kiaTmGZWUIFzbMo90XCSbXv4RK1IvhjcGVjg+MMOZHxkWrmHnW55iWfmpZCnkIWVh0KCApIVcgXOx068ofN4dfk3Wm2XUTDzqCtKAFJJASVaAi5vlVa2lxB3I+w2sgDeI6h3z5xdIoE6Kg5KPrZlyhtxzO6rKFBJtzta5IAgkxhh9iqCQW6gPKZU7mUCEm19vDTc2g7kfYbWUzAAWfKJAg1TprlGebbdUhanWkOgoWFABSQbaE9fbvtEMPk8hFL5ZRNDPlGCsbqjoaQRfXWOEhn1Re/WKAKdjEO2sG456CHcFHjAsAcY2V5wRXqnygZIZNki4PWGOzXDaWsp0SkmF+joba1okM+ofOKVE7MIbQ4lYdCvWCk2sfC0TEVRLSBxmii4vcHMPtjFdRpy8mj0pIsVfez5QADSEzNtTIs2pKgd7HUQdLSOpjZNGdVyaf0f8A/Nnf7ur9pMKFgI2rryBsJZRv+cmFHldV/Q69H6mQr60/dJU9f/mO/tmKotq6RPxD/wC5qn/fHf2zEYx6MfqjmfINAyXzaXh+ZNrAiBu7i8MSO8IoVDg2rpBW+4myjaHQN31hDEFzJKSAdTDA0vpDWx3x5xLAgAa1ZAsogG+0OUQpJAIuYG6O/vyhNj4wQDEG1/NiTKvCVdQ4UIWpBuEuC4vyNudt/ZCt0MAdHxhg5wBcTuJKhPhjOtsrlnM7JyA5NAALHQ2y315wKbrc9PrZ7TLyjjTITkYDCUoulOW5y2J62va/K2kVjY+MEHidkV4DcyW9Wp6YU27MPhUy2VEP5QFgKJJTcfJ1Nhyvp0g03X5yemFPPBt8KRwwyu5QlOXLpre9h13inWPjDDmR34eyPoLZas12cZm1TSJSXC1haVpSFALz2zX18BBFYgnFzQms4ZdDJZPCUpN0W0B15bjxivAgCh3z5wtkfQbpPyT6lOqqbjbnAZaUhCW7M5gClICU7k7AARDDK+n0w5gd8+UHilhUhMYFJsBmENcGcDJraBEamCsDRUMQzhL5pg2dI+VDrRFIg5AI4kuEFOtt4hVK6GENq/nVWOvIamJ8uNDFdVT/ABxCnkuBlpu6CgaFUZa8nGDo001ckR5clUy4oqyIa7qbaDxP+kEfCUrlkrSkqcUCCkciPp5e6AodQUDIyHmydQBqknn/AOWhy0obUJkpVlbvlA15C3s3jyjuJFMQtc066sAJa+LBHT/y0WwWgcxEWnsqbpgKtFOXcPt/2tBAmPV0I1ppHFqO5M1mAQTX31j1TKq1/OTCh3o/Fqq7/d1ftJhR5/Vf0OjR+pj6+hJxHUzb/wCY7+2YrOKrwj3Vyh0h1xTjlLklrWSpSlS6CVE7km2sM+56h/gaQ/VkfZHTHVxwZOB4ak8T1htHciQL2j3IYeog2o8h+rI+yF9z9F/A8h+rI+yK734TsPDA6roIIgBwXUNY9u+56ifgaQ/VkfZHRQKKNqRIj/DI+yH3vwNh4nkSkE21G0IPK6CPbfgGjfgiR/VkfZHPufov4Ikf1ZH2Qd78HsPF0JDozKGsOKQkXA2j2cUKjjakyI/w6PshfAVHP/SpL9XR9kHe/BbDxcPK6CHABwZlDWPZvgCjfgiR/VkfZHRQqONqVJfq6Psh978DYeMKSlsZgNRDeMroI9pNCo53pUkf8Oj7I58AUb8ESP6sj7IO9+BsPGkoSsZiNTHSA2MyRrHsoodIAsKVJfq6PshGh0g70qS/V0fZB3vwXbPGg8roIKG0qsojePX/AICo/wCCZH9XR9kO+BaT+C5P/IT9kHe/A7Z4+qzQBSNTpDeMroI9hNEpJ3pcmf8ADo+yF8B0j8FSX6uj7Ife/A7Z5EGkEXy7xxXxXq8+sev/AALSvwZJ/wCQn7IRolJO9Lkz/h0fZC734Hb/AE8e4yjyEP4SL+rHrvwHSPwVJfq6PsjvwNSvwZJ/5Cfsget+B2/08gUeFokaGEHVE5bCx0MevmiUk70uTP8Ah0fZHPgSkD/pcl+ro+yDvfg9h485TJN03UyATzTofoiGqlFjiNMzCg06O+Fi5t4GPbvgalfg2U/yE/ZCNFpJNzS5M/8AYT9kZNwlzEpblwzyNteazeUBO1oMGUdI9WFFpINxTJMf9hP2R34Ipn4OlP8AIT9kad78J2GNwIbVx9AtYSyv2kwo2zEhJSrhcl5RhlZFiptsJJHS4hRwa8t07OjTVRP/2Q=="/>
          <p:cNvSpPr>
            <a:spLocks noChangeAspect="1" noChangeArrowheads="1"/>
          </p:cNvSpPr>
          <p:nvPr>
            <p:custDataLst>
              <p:tags r:id="rId8"/>
            </p:custDataLst>
          </p:nvPr>
        </p:nvSpPr>
        <p:spPr bwMode="auto">
          <a:xfrm>
            <a:off x="1984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solidFill>
                <a:schemeClr val="tx1"/>
              </a:solidFill>
            </a:endParaRPr>
          </a:p>
        </p:txBody>
      </p:sp>
      <p:pic>
        <p:nvPicPr>
          <p:cNvPr id="12299" name="Picture 11" descr="C:\Users\lenovo\Desktop\51.jpg"/>
          <p:cNvPicPr>
            <a:picLocks noChangeAspect="1" noChangeArrowheads="1"/>
          </p:cNvPicPr>
          <p:nvPr>
            <p:custDataLst>
              <p:tags r:id="rId9"/>
            </p:custDataLst>
          </p:nvPr>
        </p:nvPicPr>
        <p:blipFill>
          <a:blip r:embed="rId10">
            <a:extLst>
              <a:ext uri="{28A0092B-C50C-407E-A947-70E740481C1C}">
                <a14:useLocalDpi xmlns:a14="http://schemas.microsoft.com/office/drawing/2010/main" val="0"/>
              </a:ext>
            </a:extLst>
          </a:blip>
          <a:srcRect/>
          <a:stretch>
            <a:fillRect/>
          </a:stretch>
        </p:blipFill>
        <p:spPr bwMode="auto">
          <a:xfrm>
            <a:off x="10344797" y="2801873"/>
            <a:ext cx="1093774" cy="1564262"/>
          </a:xfrm>
          <a:prstGeom prst="rect">
            <a:avLst/>
          </a:prstGeom>
          <a:noFill/>
          <a:extLst>
            <a:ext uri="{909E8E84-426E-40DD-AFC4-6F175D3DCCD1}">
              <a14:hiddenFill xmlns:a14="http://schemas.microsoft.com/office/drawing/2010/main">
                <a:solidFill>
                  <a:srgbClr val="FFFFFF"/>
                </a:solidFill>
              </a14:hiddenFill>
            </a:ext>
          </a:extLst>
        </p:spPr>
      </p:pic>
      <p:pic>
        <p:nvPicPr>
          <p:cNvPr id="3074" name="Picture 2"/>
          <p:cNvPicPr>
            <a:picLocks noChangeAspect="1" noChangeArrowheads="1"/>
          </p:cNvPicPr>
          <p:nvPr>
            <p:custDataLst>
              <p:tags r:id="rId11"/>
            </p:custDataLst>
          </p:nvPr>
        </p:nvPicPr>
        <p:blipFill>
          <a:blip r:embed="rId12">
            <a:extLst>
              <a:ext uri="{28A0092B-C50C-407E-A947-70E740481C1C}">
                <a14:useLocalDpi xmlns:a14="http://schemas.microsoft.com/office/drawing/2010/main" val="0"/>
              </a:ext>
            </a:extLst>
          </a:blip>
          <a:srcRect/>
          <a:stretch>
            <a:fillRect/>
          </a:stretch>
        </p:blipFill>
        <p:spPr bwMode="auto">
          <a:xfrm>
            <a:off x="8885820" y="4545601"/>
            <a:ext cx="1294985" cy="178707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1266" name="Picture 2" descr="产品详细信息"/>
          <p:cNvPicPr>
            <a:picLocks noChangeAspect="1" noChangeArrowheads="1"/>
          </p:cNvPicPr>
          <p:nvPr>
            <p:custDataLst>
              <p:tags r:id="rId13"/>
            </p:custDataLst>
          </p:nvPr>
        </p:nvPicPr>
        <p:blipFill>
          <a:blip r:embed="rId14">
            <a:extLst>
              <a:ext uri="{28A0092B-C50C-407E-A947-70E740481C1C}">
                <a14:useLocalDpi xmlns:a14="http://schemas.microsoft.com/office/drawing/2010/main" val="0"/>
              </a:ext>
            </a:extLst>
          </a:blip>
          <a:srcRect/>
          <a:stretch>
            <a:fillRect/>
          </a:stretch>
        </p:blipFill>
        <p:spPr bwMode="auto">
          <a:xfrm>
            <a:off x="10113645" y="4677139"/>
            <a:ext cx="1524000" cy="1524001"/>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2" descr="D:\00-DGWorkshop\01-Publishing\00-CDO\封面.jpg"/>
          <p:cNvPicPr>
            <a:picLocks noChangeAspect="1" noChangeArrowheads="1"/>
          </p:cNvPicPr>
          <p:nvPr>
            <p:custDataLst>
              <p:tags r:id="rId15"/>
            </p:custDataLst>
          </p:nvPr>
        </p:nvPicPr>
        <p:blipFill>
          <a:blip r:embed="rId16" cstate="print">
            <a:extLst>
              <a:ext uri="{28A0092B-C50C-407E-A947-70E740481C1C}">
                <a14:useLocalDpi xmlns:a14="http://schemas.microsoft.com/office/drawing/2010/main" val="0"/>
              </a:ext>
            </a:extLst>
          </a:blip>
          <a:srcRect/>
          <a:stretch>
            <a:fillRect/>
          </a:stretch>
        </p:blipFill>
        <p:spPr bwMode="auto">
          <a:xfrm>
            <a:off x="10344797" y="1160322"/>
            <a:ext cx="1109786" cy="1514420"/>
          </a:xfrm>
          <a:prstGeom prst="rect">
            <a:avLst/>
          </a:prstGeom>
          <a:noFill/>
          <a:extLst>
            <a:ext uri="{909E8E84-426E-40DD-AFC4-6F175D3DCCD1}">
              <a14:hiddenFill xmlns:a14="http://schemas.microsoft.com/office/drawing/2010/main">
                <a:solidFill>
                  <a:srgbClr val="FFFFFF"/>
                </a:solidFill>
              </a14:hiddenFill>
            </a:ext>
          </a:extLst>
        </p:spPr>
      </p:pic>
      <p:sp>
        <p:nvSpPr>
          <p:cNvPr id="20" name="标题 19"/>
          <p:cNvSpPr>
            <a:spLocks noGrp="1"/>
          </p:cNvSpPr>
          <p:nvPr>
            <p:ph type="title"/>
            <p:custDataLst>
              <p:tags r:id="rId17"/>
            </p:custDataLst>
          </p:nvPr>
        </p:nvSpPr>
        <p:spPr/>
        <p:txBody>
          <a:bodyPr vert="horz" lIns="91440" tIns="45720" rIns="91440" bIns="45720" rtlCol="0" anchor="ctr">
            <a:normAutofit/>
          </a:bodyPr>
          <a:p>
            <a:pPr lvl="0" algn="l">
              <a:buClrTx/>
              <a:buSzTx/>
              <a:buFontTx/>
            </a:pPr>
            <a:r>
              <a:rPr lang="zh-CN" altLang="en-US" smtClean="0">
                <a:sym typeface="+mn-ea"/>
              </a:rPr>
              <a:t>个人能力提升：书籍推荐</a:t>
            </a:r>
            <a:endParaRPr lang="zh-CN" altLang="en-US" smtClean="0">
              <a:sym typeface="+mn-ea"/>
            </a:endParaRPr>
          </a:p>
        </p:txBody>
      </p:sp>
      <p:pic>
        <p:nvPicPr>
          <p:cNvPr id="23" name="图片 22"/>
          <p:cNvPicPr/>
          <p:nvPr/>
        </p:nvPicPr>
        <p:blipFill>
          <a:blip r:embed="rId18"/>
          <a:stretch>
            <a:fillRect/>
          </a:stretch>
        </p:blipFill>
        <p:spPr>
          <a:xfrm>
            <a:off x="7967980" y="1193165"/>
            <a:ext cx="1077595" cy="1576705"/>
          </a:xfrm>
          <a:prstGeom prst="rect">
            <a:avLst/>
          </a:prstGeom>
        </p:spPr>
      </p:pic>
    </p:spTree>
    <p:custDataLst>
      <p:tags r:id="rId19"/>
    </p:custData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3"/>
          <p:cNvSpPr>
            <a:spLocks noGrp="1"/>
          </p:cNvSpPr>
          <p:nvPr>
            <p:custDataLst>
              <p:tags r:id="rId1"/>
            </p:custDataLst>
          </p:nvPr>
        </p:nvSpPr>
        <p:spPr>
          <a:xfrm>
            <a:off x="9677400" y="6569810"/>
            <a:ext cx="533400" cy="244475"/>
          </a:xfrm>
          <a:prstGeom prst="rect">
            <a:avLst/>
          </a:prstGeom>
        </p:spPr>
        <p:txBody>
          <a:bodyPr vert="horz" lIns="91440" tIns="45720" rIns="91440" bIns="45720" rtlCol="0" anchor="ctr"/>
          <a:lstStyle>
            <a:defPPr>
              <a:defRPr lang="zh-CN"/>
            </a:defPPr>
            <a:lvl1pPr marL="0" algn="l" defTabSz="914400" rtl="0" eaLnBrk="1" latinLnBrk="0" hangingPunct="1">
              <a:defRPr lang="en-US" altLang="zh-CN" sz="1000" kern="1200" baseline="0" smtClean="0">
                <a:solidFill>
                  <a:srgbClr val="666666"/>
                </a:solidFill>
                <a:latin typeface="微软雅黑" panose="020B0503020204020204" pitchFamily="34" charset="-122"/>
                <a:ea typeface="微软雅黑" panose="020B0503020204020204" pitchFamily="34" charset="-122"/>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51791624-A806-46AB-AB47-014D33233F7F}" type="slidenum">
              <a:rPr lang="en-US" altLang="zh-CN" smtClean="0">
                <a:solidFill>
                  <a:schemeClr val="tx1"/>
                </a:solidFill>
              </a:rPr>
            </a:fld>
            <a:endParaRPr lang="en-US" altLang="zh-CN" smtClean="0">
              <a:solidFill>
                <a:schemeClr val="tx1"/>
              </a:solidFill>
            </a:endParaRPr>
          </a:p>
        </p:txBody>
      </p:sp>
      <p:pic>
        <p:nvPicPr>
          <p:cNvPr id="5" name="内容占位符 4" descr="C:\Users\cindy\Desktop\在线课程及线下公开课\5.19\CDMP Structure1_0.png"/>
          <p:cNvPicPr/>
          <p:nvPr>
            <p:custDataLst>
              <p:tags r:id="rId2"/>
            </p:custDataLst>
          </p:nvPr>
        </p:nvPicPr>
        <p:blipFill>
          <a:blip r:embed="rId3">
            <a:extLst>
              <a:ext uri="{28A0092B-C50C-407E-A947-70E740481C1C}">
                <a14:useLocalDpi xmlns:a14="http://schemas.microsoft.com/office/drawing/2010/main" val="0"/>
              </a:ext>
            </a:extLst>
          </a:blip>
          <a:srcRect/>
          <a:stretch>
            <a:fillRect/>
          </a:stretch>
        </p:blipFill>
        <p:spPr bwMode="auto">
          <a:xfrm>
            <a:off x="1847528" y="1772816"/>
            <a:ext cx="4644008" cy="36724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8" name="直接连接符 7"/>
          <p:cNvCxnSpPr/>
          <p:nvPr>
            <p:custDataLst>
              <p:tags r:id="rId4"/>
            </p:custDataLst>
          </p:nvPr>
        </p:nvCxnSpPr>
        <p:spPr bwMode="auto">
          <a:xfrm>
            <a:off x="3719736" y="4437112"/>
            <a:ext cx="6624736" cy="0"/>
          </a:xfrm>
          <a:prstGeom prst="line">
            <a:avLst/>
          </a:prstGeom>
          <a:solidFill>
            <a:schemeClr val="accent1"/>
          </a:solidFill>
          <a:ln w="12700" cap="flat" cmpd="sng" algn="ctr">
            <a:solidFill>
              <a:schemeClr val="accent2">
                <a:lumMod val="85000"/>
              </a:schemeClr>
            </a:solidFill>
            <a:prstDash val="lgDashDot"/>
            <a:round/>
            <a:headEnd type="none" w="med" len="med"/>
            <a:tailEnd type="none" w="med" len="med"/>
          </a:ln>
          <a:effectLst/>
        </p:spPr>
      </p:cxnSp>
      <p:cxnSp>
        <p:nvCxnSpPr>
          <p:cNvPr id="9" name="直接连接符 8"/>
          <p:cNvCxnSpPr/>
          <p:nvPr>
            <p:custDataLst>
              <p:tags r:id="rId5"/>
            </p:custDataLst>
          </p:nvPr>
        </p:nvCxnSpPr>
        <p:spPr bwMode="auto">
          <a:xfrm>
            <a:off x="4511824" y="3573016"/>
            <a:ext cx="5760640" cy="0"/>
          </a:xfrm>
          <a:prstGeom prst="line">
            <a:avLst/>
          </a:prstGeom>
          <a:solidFill>
            <a:schemeClr val="accent1"/>
          </a:solidFill>
          <a:ln w="12700" cap="flat" cmpd="sng" algn="ctr">
            <a:solidFill>
              <a:schemeClr val="accent2">
                <a:lumMod val="85000"/>
              </a:schemeClr>
            </a:solidFill>
            <a:prstDash val="lgDashDot"/>
            <a:round/>
            <a:headEnd type="none" w="med" len="med"/>
            <a:tailEnd type="none" w="med" len="med"/>
          </a:ln>
          <a:effectLst/>
        </p:spPr>
      </p:cxnSp>
      <p:cxnSp>
        <p:nvCxnSpPr>
          <p:cNvPr id="12" name="直接连接符 11"/>
          <p:cNvCxnSpPr/>
          <p:nvPr>
            <p:custDataLst>
              <p:tags r:id="rId6"/>
            </p:custDataLst>
          </p:nvPr>
        </p:nvCxnSpPr>
        <p:spPr bwMode="auto">
          <a:xfrm>
            <a:off x="5231904" y="2780928"/>
            <a:ext cx="5040560" cy="0"/>
          </a:xfrm>
          <a:prstGeom prst="line">
            <a:avLst/>
          </a:prstGeom>
          <a:solidFill>
            <a:schemeClr val="accent1"/>
          </a:solidFill>
          <a:ln w="12700" cap="flat" cmpd="sng" algn="ctr">
            <a:solidFill>
              <a:schemeClr val="accent2">
                <a:lumMod val="85000"/>
              </a:schemeClr>
            </a:solidFill>
            <a:prstDash val="lgDashDot"/>
            <a:round/>
            <a:headEnd type="none" w="med" len="med"/>
            <a:tailEnd type="none" w="med" len="med"/>
          </a:ln>
          <a:effectLst/>
        </p:spPr>
      </p:cxnSp>
      <p:sp>
        <p:nvSpPr>
          <p:cNvPr id="14" name="TextBox 13"/>
          <p:cNvSpPr txBox="1"/>
          <p:nvPr>
            <p:custDataLst>
              <p:tags r:id="rId7"/>
            </p:custDataLst>
          </p:nvPr>
        </p:nvSpPr>
        <p:spPr>
          <a:xfrm>
            <a:off x="4583832" y="4643844"/>
            <a:ext cx="4824536" cy="368300"/>
          </a:xfrm>
          <a:prstGeom prst="rect">
            <a:avLst/>
          </a:prstGeom>
          <a:noFill/>
        </p:spPr>
        <p:txBody>
          <a:bodyPr wrap="square" rtlCol="0">
            <a:spAutoFit/>
          </a:bodyPr>
          <a:lstStyle/>
          <a:p>
            <a:r>
              <a:rPr lang="en-US" altLang="zh-CN" b="1" dirty="0">
                <a:solidFill>
                  <a:schemeClr val="tx1"/>
                </a:solidFill>
              </a:rPr>
              <a:t>Associate </a:t>
            </a:r>
            <a:r>
              <a:rPr lang="zh-CN" altLang="en-US" b="1" dirty="0">
                <a:solidFill>
                  <a:schemeClr val="tx1"/>
                </a:solidFill>
              </a:rPr>
              <a:t>基础级（</a:t>
            </a:r>
            <a:r>
              <a:rPr lang="en-US" altLang="zh-CN" b="1" dirty="0">
                <a:solidFill>
                  <a:schemeClr val="tx1"/>
                </a:solidFill>
              </a:rPr>
              <a:t>A</a:t>
            </a:r>
            <a:r>
              <a:rPr lang="zh-CN" altLang="en-US" b="1" dirty="0">
                <a:solidFill>
                  <a:schemeClr val="tx1"/>
                </a:solidFill>
              </a:rPr>
              <a:t>级）</a:t>
            </a:r>
            <a:endParaRPr lang="zh-CN" altLang="en-US" b="1" dirty="0">
              <a:solidFill>
                <a:schemeClr val="tx1"/>
              </a:solidFill>
            </a:endParaRPr>
          </a:p>
        </p:txBody>
      </p:sp>
      <p:sp>
        <p:nvSpPr>
          <p:cNvPr id="15" name="TextBox 14"/>
          <p:cNvSpPr txBox="1"/>
          <p:nvPr>
            <p:custDataLst>
              <p:tags r:id="rId8"/>
            </p:custDataLst>
          </p:nvPr>
        </p:nvSpPr>
        <p:spPr>
          <a:xfrm>
            <a:off x="6096000" y="3789040"/>
            <a:ext cx="4176464" cy="368300"/>
          </a:xfrm>
          <a:prstGeom prst="rect">
            <a:avLst/>
          </a:prstGeom>
          <a:noFill/>
        </p:spPr>
        <p:txBody>
          <a:bodyPr wrap="square" rtlCol="0">
            <a:spAutoFit/>
          </a:bodyPr>
          <a:lstStyle/>
          <a:p>
            <a:r>
              <a:rPr lang="en-US" altLang="zh-CN" b="1" dirty="0">
                <a:solidFill>
                  <a:schemeClr val="tx1"/>
                </a:solidFill>
              </a:rPr>
              <a:t>Practitioner </a:t>
            </a:r>
            <a:r>
              <a:rPr lang="zh-CN" altLang="en-US" b="1" dirty="0">
                <a:solidFill>
                  <a:schemeClr val="tx1"/>
                </a:solidFill>
              </a:rPr>
              <a:t>实践级（</a:t>
            </a:r>
            <a:r>
              <a:rPr lang="en-US" altLang="zh-CN" b="1" dirty="0">
                <a:solidFill>
                  <a:schemeClr val="tx1"/>
                </a:solidFill>
              </a:rPr>
              <a:t>P</a:t>
            </a:r>
            <a:r>
              <a:rPr lang="zh-CN" altLang="en-US" b="1" dirty="0">
                <a:solidFill>
                  <a:schemeClr val="tx1"/>
                </a:solidFill>
              </a:rPr>
              <a:t>级）</a:t>
            </a:r>
            <a:endParaRPr lang="zh-CN" altLang="en-US" b="1" dirty="0">
              <a:solidFill>
                <a:schemeClr val="tx1"/>
              </a:solidFill>
            </a:endParaRPr>
          </a:p>
        </p:txBody>
      </p:sp>
      <p:sp>
        <p:nvSpPr>
          <p:cNvPr id="16" name="TextBox 15"/>
          <p:cNvSpPr txBox="1"/>
          <p:nvPr>
            <p:custDataLst>
              <p:tags r:id="rId9"/>
            </p:custDataLst>
          </p:nvPr>
        </p:nvSpPr>
        <p:spPr>
          <a:xfrm>
            <a:off x="6816080" y="2996952"/>
            <a:ext cx="3744416" cy="368300"/>
          </a:xfrm>
          <a:prstGeom prst="rect">
            <a:avLst/>
          </a:prstGeom>
          <a:noFill/>
        </p:spPr>
        <p:txBody>
          <a:bodyPr wrap="square" rtlCol="0">
            <a:spAutoFit/>
          </a:bodyPr>
          <a:lstStyle/>
          <a:p>
            <a:r>
              <a:rPr lang="en-US" altLang="zh-CN" b="1" dirty="0">
                <a:solidFill>
                  <a:schemeClr val="tx1"/>
                </a:solidFill>
              </a:rPr>
              <a:t>Master </a:t>
            </a:r>
            <a:r>
              <a:rPr lang="zh-CN" altLang="en-US" b="1" dirty="0">
                <a:solidFill>
                  <a:schemeClr val="tx1"/>
                </a:solidFill>
              </a:rPr>
              <a:t>专业级（</a:t>
            </a:r>
            <a:r>
              <a:rPr lang="en-US" altLang="zh-CN" b="1" dirty="0">
                <a:solidFill>
                  <a:schemeClr val="tx1"/>
                </a:solidFill>
              </a:rPr>
              <a:t>M</a:t>
            </a:r>
            <a:r>
              <a:rPr lang="zh-CN" altLang="en-US" b="1" dirty="0">
                <a:solidFill>
                  <a:schemeClr val="tx1"/>
                </a:solidFill>
              </a:rPr>
              <a:t>级）</a:t>
            </a:r>
            <a:endParaRPr lang="zh-CN" altLang="en-US" b="1" dirty="0">
              <a:solidFill>
                <a:schemeClr val="tx1"/>
              </a:solidFill>
            </a:endParaRPr>
          </a:p>
        </p:txBody>
      </p:sp>
      <p:sp>
        <p:nvSpPr>
          <p:cNvPr id="17" name="TextBox 16"/>
          <p:cNvSpPr txBox="1"/>
          <p:nvPr>
            <p:custDataLst>
              <p:tags r:id="rId10"/>
            </p:custDataLst>
          </p:nvPr>
        </p:nvSpPr>
        <p:spPr>
          <a:xfrm>
            <a:off x="7248128" y="2132856"/>
            <a:ext cx="3024336" cy="368300"/>
          </a:xfrm>
          <a:prstGeom prst="rect">
            <a:avLst/>
          </a:prstGeom>
          <a:noFill/>
        </p:spPr>
        <p:txBody>
          <a:bodyPr wrap="square" rtlCol="0">
            <a:spAutoFit/>
          </a:bodyPr>
          <a:lstStyle/>
          <a:p>
            <a:r>
              <a:rPr lang="en-US" altLang="zh-CN" b="1" dirty="0">
                <a:solidFill>
                  <a:schemeClr val="tx1"/>
                </a:solidFill>
              </a:rPr>
              <a:t>Fellow </a:t>
            </a:r>
            <a:r>
              <a:rPr lang="zh-CN" altLang="en-US" b="1" dirty="0">
                <a:solidFill>
                  <a:schemeClr val="tx1"/>
                </a:solidFill>
              </a:rPr>
              <a:t>大师级（</a:t>
            </a:r>
            <a:r>
              <a:rPr lang="en-US" altLang="zh-CN" b="1" dirty="0">
                <a:solidFill>
                  <a:schemeClr val="tx1"/>
                </a:solidFill>
              </a:rPr>
              <a:t>F</a:t>
            </a:r>
            <a:r>
              <a:rPr lang="zh-CN" altLang="en-US" b="1" dirty="0">
                <a:solidFill>
                  <a:schemeClr val="tx1"/>
                </a:solidFill>
              </a:rPr>
              <a:t>级）</a:t>
            </a:r>
            <a:endParaRPr lang="zh-CN" altLang="en-US" b="1" dirty="0">
              <a:solidFill>
                <a:schemeClr val="tx1"/>
              </a:solidFill>
            </a:endParaRPr>
          </a:p>
        </p:txBody>
      </p:sp>
      <p:sp>
        <p:nvSpPr>
          <p:cNvPr id="11" name="标题 10"/>
          <p:cNvSpPr>
            <a:spLocks noGrp="1"/>
          </p:cNvSpPr>
          <p:nvPr>
            <p:ph type="title"/>
            <p:custDataLst>
              <p:tags r:id="rId11"/>
            </p:custDataLst>
          </p:nvPr>
        </p:nvSpPr>
        <p:spPr/>
        <p:txBody>
          <a:bodyPr vert="horz" lIns="91440" tIns="45720" rIns="91440" bIns="45720" rtlCol="0" anchor="ctr">
            <a:normAutofit/>
          </a:bodyPr>
          <a:p>
            <a:pPr lvl="0" algn="l">
              <a:buClrTx/>
              <a:buSzTx/>
              <a:buFontTx/>
            </a:pPr>
            <a:r>
              <a:rPr lang="zh-CN" altLang="en-US" smtClean="0">
                <a:sym typeface="+mn-ea"/>
              </a:rPr>
              <a:t>CDMP——</a:t>
            </a:r>
            <a:r>
              <a:rPr lang="zh-CN" altLang="en-US" smtClean="0">
                <a:sym typeface="+mn-ea"/>
              </a:rPr>
              <a:t>数据管理专业认证</a:t>
            </a:r>
            <a:endParaRPr lang="zh-CN" altLang="en-US" smtClean="0">
              <a:sym typeface="+mn-ea"/>
            </a:endParaRPr>
          </a:p>
        </p:txBody>
      </p:sp>
    </p:spTree>
    <p:custDataLst>
      <p:tags r:id="rId12"/>
    </p:custDataLst>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2"/>
          <p:cNvGrpSpPr/>
          <p:nvPr/>
        </p:nvGrpSpPr>
        <p:grpSpPr>
          <a:xfrm>
            <a:off x="7104112" y="1094130"/>
            <a:ext cx="2903938" cy="2664296"/>
            <a:chOff x="3275854" y="1844824"/>
            <a:chExt cx="4320481" cy="4028962"/>
          </a:xfrm>
        </p:grpSpPr>
        <p:sp>
          <p:nvSpPr>
            <p:cNvPr id="14" name="Freeform 128"/>
            <p:cNvSpPr>
              <a:spLocks noChangeAspect="1"/>
            </p:cNvSpPr>
            <p:nvPr>
              <p:custDataLst>
                <p:tags r:id="rId1"/>
              </p:custDataLst>
            </p:nvPr>
          </p:nvSpPr>
          <p:spPr bwMode="auto">
            <a:xfrm>
              <a:off x="5417662" y="1844824"/>
              <a:ext cx="1526177" cy="1608834"/>
            </a:xfrm>
            <a:custGeom>
              <a:avLst/>
              <a:gdLst/>
              <a:ahLst/>
              <a:cxnLst>
                <a:cxn ang="0">
                  <a:pos x="0" y="859"/>
                </a:cxn>
                <a:cxn ang="0">
                  <a:pos x="0" y="429"/>
                </a:cxn>
                <a:cxn ang="0">
                  <a:pos x="0" y="0"/>
                </a:cxn>
                <a:cxn ang="0">
                  <a:pos x="30" y="0"/>
                </a:cxn>
                <a:cxn ang="0">
                  <a:pos x="59" y="1"/>
                </a:cxn>
                <a:cxn ang="0">
                  <a:pos x="88" y="3"/>
                </a:cxn>
                <a:cxn ang="0">
                  <a:pos x="118" y="6"/>
                </a:cxn>
                <a:cxn ang="0">
                  <a:pos x="147" y="9"/>
                </a:cxn>
                <a:cxn ang="0">
                  <a:pos x="176" y="13"/>
                </a:cxn>
                <a:cxn ang="0">
                  <a:pos x="205" y="18"/>
                </a:cxn>
                <a:cxn ang="0">
                  <a:pos x="234" y="23"/>
                </a:cxn>
                <a:cxn ang="0">
                  <a:pos x="263" y="29"/>
                </a:cxn>
                <a:cxn ang="0">
                  <a:pos x="291" y="36"/>
                </a:cxn>
                <a:cxn ang="0">
                  <a:pos x="320" y="43"/>
                </a:cxn>
                <a:cxn ang="0">
                  <a:pos x="348" y="52"/>
                </a:cxn>
                <a:cxn ang="0">
                  <a:pos x="362" y="56"/>
                </a:cxn>
                <a:cxn ang="0">
                  <a:pos x="376" y="60"/>
                </a:cxn>
                <a:cxn ang="0">
                  <a:pos x="404" y="70"/>
                </a:cxn>
                <a:cxn ang="0">
                  <a:pos x="431" y="80"/>
                </a:cxn>
                <a:cxn ang="0">
                  <a:pos x="459" y="91"/>
                </a:cxn>
                <a:cxn ang="0">
                  <a:pos x="486" y="103"/>
                </a:cxn>
                <a:cxn ang="0">
                  <a:pos x="513" y="115"/>
                </a:cxn>
                <a:cxn ang="0">
                  <a:pos x="539" y="128"/>
                </a:cxn>
                <a:cxn ang="0">
                  <a:pos x="565" y="141"/>
                </a:cxn>
                <a:cxn ang="0">
                  <a:pos x="591" y="155"/>
                </a:cxn>
                <a:cxn ang="0">
                  <a:pos x="617" y="170"/>
                </a:cxn>
                <a:cxn ang="0">
                  <a:pos x="642" y="185"/>
                </a:cxn>
                <a:cxn ang="0">
                  <a:pos x="667" y="201"/>
                </a:cxn>
                <a:cxn ang="0">
                  <a:pos x="691" y="218"/>
                </a:cxn>
                <a:cxn ang="0">
                  <a:pos x="703" y="227"/>
                </a:cxn>
                <a:cxn ang="0">
                  <a:pos x="715" y="235"/>
                </a:cxn>
                <a:cxn ang="0">
                  <a:pos x="739" y="253"/>
                </a:cxn>
                <a:cxn ang="0">
                  <a:pos x="762" y="271"/>
                </a:cxn>
                <a:cxn ang="0">
                  <a:pos x="784" y="290"/>
                </a:cxn>
                <a:cxn ang="0">
                  <a:pos x="806" y="310"/>
                </a:cxn>
                <a:cxn ang="0">
                  <a:pos x="817" y="320"/>
                </a:cxn>
                <a:cxn ang="0">
                  <a:pos x="827" y="330"/>
                </a:cxn>
                <a:cxn ang="0">
                  <a:pos x="848" y="351"/>
                </a:cxn>
                <a:cxn ang="0">
                  <a:pos x="241" y="958"/>
                </a:cxn>
                <a:cxn ang="0">
                  <a:pos x="229" y="947"/>
                </a:cxn>
                <a:cxn ang="0">
                  <a:pos x="217" y="936"/>
                </a:cxn>
                <a:cxn ang="0">
                  <a:pos x="204" y="926"/>
                </a:cxn>
                <a:cxn ang="0">
                  <a:pos x="191" y="917"/>
                </a:cxn>
                <a:cxn ang="0">
                  <a:pos x="177" y="908"/>
                </a:cxn>
                <a:cxn ang="0">
                  <a:pos x="162" y="900"/>
                </a:cxn>
                <a:cxn ang="0">
                  <a:pos x="148" y="892"/>
                </a:cxn>
                <a:cxn ang="0">
                  <a:pos x="133" y="885"/>
                </a:cxn>
                <a:cxn ang="0">
                  <a:pos x="125" y="882"/>
                </a:cxn>
                <a:cxn ang="0">
                  <a:pos x="117" y="879"/>
                </a:cxn>
                <a:cxn ang="0">
                  <a:pos x="101" y="874"/>
                </a:cxn>
                <a:cxn ang="0">
                  <a:pos x="93" y="872"/>
                </a:cxn>
                <a:cxn ang="0">
                  <a:pos x="85" y="869"/>
                </a:cxn>
                <a:cxn ang="0">
                  <a:pos x="69" y="866"/>
                </a:cxn>
                <a:cxn ang="0">
                  <a:pos x="61" y="864"/>
                </a:cxn>
                <a:cxn ang="0">
                  <a:pos x="52" y="863"/>
                </a:cxn>
                <a:cxn ang="0">
                  <a:pos x="35" y="861"/>
                </a:cxn>
                <a:cxn ang="0">
                  <a:pos x="18" y="859"/>
                </a:cxn>
                <a:cxn ang="0">
                  <a:pos x="0" y="859"/>
                </a:cxn>
              </a:cxnLst>
              <a:rect l="0" t="0" r="r" b="b"/>
              <a:pathLst>
                <a:path w="848" h="958">
                  <a:moveTo>
                    <a:pt x="0" y="859"/>
                  </a:moveTo>
                  <a:lnTo>
                    <a:pt x="0" y="429"/>
                  </a:lnTo>
                  <a:lnTo>
                    <a:pt x="0" y="0"/>
                  </a:lnTo>
                  <a:lnTo>
                    <a:pt x="30" y="0"/>
                  </a:lnTo>
                  <a:lnTo>
                    <a:pt x="59" y="1"/>
                  </a:lnTo>
                  <a:lnTo>
                    <a:pt x="88" y="3"/>
                  </a:lnTo>
                  <a:lnTo>
                    <a:pt x="118" y="6"/>
                  </a:lnTo>
                  <a:lnTo>
                    <a:pt x="147" y="9"/>
                  </a:lnTo>
                  <a:lnTo>
                    <a:pt x="176" y="13"/>
                  </a:lnTo>
                  <a:lnTo>
                    <a:pt x="205" y="18"/>
                  </a:lnTo>
                  <a:lnTo>
                    <a:pt x="234" y="23"/>
                  </a:lnTo>
                  <a:lnTo>
                    <a:pt x="263" y="29"/>
                  </a:lnTo>
                  <a:lnTo>
                    <a:pt x="291" y="36"/>
                  </a:lnTo>
                  <a:lnTo>
                    <a:pt x="320" y="43"/>
                  </a:lnTo>
                  <a:lnTo>
                    <a:pt x="348" y="52"/>
                  </a:lnTo>
                  <a:lnTo>
                    <a:pt x="362" y="56"/>
                  </a:lnTo>
                  <a:lnTo>
                    <a:pt x="376" y="60"/>
                  </a:lnTo>
                  <a:lnTo>
                    <a:pt x="404" y="70"/>
                  </a:lnTo>
                  <a:lnTo>
                    <a:pt x="431" y="80"/>
                  </a:lnTo>
                  <a:lnTo>
                    <a:pt x="459" y="91"/>
                  </a:lnTo>
                  <a:lnTo>
                    <a:pt x="486" y="103"/>
                  </a:lnTo>
                  <a:lnTo>
                    <a:pt x="513" y="115"/>
                  </a:lnTo>
                  <a:lnTo>
                    <a:pt x="539" y="128"/>
                  </a:lnTo>
                  <a:lnTo>
                    <a:pt x="565" y="141"/>
                  </a:lnTo>
                  <a:lnTo>
                    <a:pt x="591" y="155"/>
                  </a:lnTo>
                  <a:lnTo>
                    <a:pt x="617" y="170"/>
                  </a:lnTo>
                  <a:lnTo>
                    <a:pt x="642" y="185"/>
                  </a:lnTo>
                  <a:lnTo>
                    <a:pt x="667" y="201"/>
                  </a:lnTo>
                  <a:lnTo>
                    <a:pt x="691" y="218"/>
                  </a:lnTo>
                  <a:lnTo>
                    <a:pt x="703" y="227"/>
                  </a:lnTo>
                  <a:lnTo>
                    <a:pt x="715" y="235"/>
                  </a:lnTo>
                  <a:lnTo>
                    <a:pt x="739" y="253"/>
                  </a:lnTo>
                  <a:lnTo>
                    <a:pt x="762" y="271"/>
                  </a:lnTo>
                  <a:lnTo>
                    <a:pt x="784" y="290"/>
                  </a:lnTo>
                  <a:lnTo>
                    <a:pt x="806" y="310"/>
                  </a:lnTo>
                  <a:lnTo>
                    <a:pt x="817" y="320"/>
                  </a:lnTo>
                  <a:lnTo>
                    <a:pt x="827" y="330"/>
                  </a:lnTo>
                  <a:lnTo>
                    <a:pt x="848" y="351"/>
                  </a:lnTo>
                  <a:lnTo>
                    <a:pt x="241" y="958"/>
                  </a:lnTo>
                  <a:lnTo>
                    <a:pt x="229" y="947"/>
                  </a:lnTo>
                  <a:lnTo>
                    <a:pt x="217" y="936"/>
                  </a:lnTo>
                  <a:lnTo>
                    <a:pt x="204" y="926"/>
                  </a:lnTo>
                  <a:lnTo>
                    <a:pt x="191" y="917"/>
                  </a:lnTo>
                  <a:lnTo>
                    <a:pt x="177" y="908"/>
                  </a:lnTo>
                  <a:lnTo>
                    <a:pt x="162" y="900"/>
                  </a:lnTo>
                  <a:lnTo>
                    <a:pt x="148" y="892"/>
                  </a:lnTo>
                  <a:lnTo>
                    <a:pt x="133" y="885"/>
                  </a:lnTo>
                  <a:lnTo>
                    <a:pt x="125" y="882"/>
                  </a:lnTo>
                  <a:lnTo>
                    <a:pt x="117" y="879"/>
                  </a:lnTo>
                  <a:lnTo>
                    <a:pt x="101" y="874"/>
                  </a:lnTo>
                  <a:lnTo>
                    <a:pt x="93" y="872"/>
                  </a:lnTo>
                  <a:lnTo>
                    <a:pt x="85" y="869"/>
                  </a:lnTo>
                  <a:lnTo>
                    <a:pt x="69" y="866"/>
                  </a:lnTo>
                  <a:lnTo>
                    <a:pt x="61" y="864"/>
                  </a:lnTo>
                  <a:lnTo>
                    <a:pt x="52" y="863"/>
                  </a:lnTo>
                  <a:lnTo>
                    <a:pt x="35" y="861"/>
                  </a:lnTo>
                  <a:lnTo>
                    <a:pt x="18" y="859"/>
                  </a:lnTo>
                  <a:lnTo>
                    <a:pt x="0" y="859"/>
                  </a:lnTo>
                  <a:close/>
                </a:path>
              </a:pathLst>
            </a:custGeom>
            <a:solidFill>
              <a:schemeClr val="accent1"/>
            </a:solidFill>
            <a:ln w="12700" cmpd="sng">
              <a:solidFill>
                <a:schemeClr val="bg1"/>
              </a:solidFill>
              <a:round/>
            </a:ln>
          </p:spPr>
          <p:txBody>
            <a:bodyPr lIns="45720" rIns="45720" anchor="ctr" anchorCtr="1"/>
            <a:lstStyle/>
            <a:p>
              <a:pPr algn="ctr"/>
              <a:endParaRPr lang="en-US">
                <a:solidFill>
                  <a:schemeClr val="tx1"/>
                </a:solidFill>
              </a:endParaRPr>
            </a:p>
          </p:txBody>
        </p:sp>
        <p:sp>
          <p:nvSpPr>
            <p:cNvPr id="15" name="Freeform 129"/>
            <p:cNvSpPr>
              <a:spLocks noChangeAspect="1"/>
            </p:cNvSpPr>
            <p:nvPr>
              <p:custDataLst>
                <p:tags r:id="rId2"/>
              </p:custDataLst>
            </p:nvPr>
          </p:nvSpPr>
          <p:spPr bwMode="auto">
            <a:xfrm>
              <a:off x="5871092" y="2436104"/>
              <a:ext cx="1725243" cy="1423200"/>
            </a:xfrm>
            <a:custGeom>
              <a:avLst/>
              <a:gdLst/>
              <a:ahLst/>
              <a:cxnLst>
                <a:cxn ang="0">
                  <a:pos x="0" y="607"/>
                </a:cxn>
                <a:cxn ang="0">
                  <a:pos x="607" y="0"/>
                </a:cxn>
                <a:cxn ang="0">
                  <a:pos x="628" y="21"/>
                </a:cxn>
                <a:cxn ang="0">
                  <a:pos x="648" y="42"/>
                </a:cxn>
                <a:cxn ang="0">
                  <a:pos x="668" y="64"/>
                </a:cxn>
                <a:cxn ang="0">
                  <a:pos x="687" y="87"/>
                </a:cxn>
                <a:cxn ang="0">
                  <a:pos x="705" y="110"/>
                </a:cxn>
                <a:cxn ang="0">
                  <a:pos x="723" y="133"/>
                </a:cxn>
                <a:cxn ang="0">
                  <a:pos x="740" y="157"/>
                </a:cxn>
                <a:cxn ang="0">
                  <a:pos x="748" y="169"/>
                </a:cxn>
                <a:cxn ang="0">
                  <a:pos x="756" y="181"/>
                </a:cxn>
                <a:cxn ang="0">
                  <a:pos x="772" y="206"/>
                </a:cxn>
                <a:cxn ang="0">
                  <a:pos x="788" y="231"/>
                </a:cxn>
                <a:cxn ang="0">
                  <a:pos x="803" y="257"/>
                </a:cxn>
                <a:cxn ang="0">
                  <a:pos x="817" y="283"/>
                </a:cxn>
                <a:cxn ang="0">
                  <a:pos x="830" y="309"/>
                </a:cxn>
                <a:cxn ang="0">
                  <a:pos x="843" y="336"/>
                </a:cxn>
                <a:cxn ang="0">
                  <a:pos x="856" y="362"/>
                </a:cxn>
                <a:cxn ang="0">
                  <a:pos x="867" y="389"/>
                </a:cxn>
                <a:cxn ang="0">
                  <a:pos x="878" y="417"/>
                </a:cxn>
                <a:cxn ang="0">
                  <a:pos x="888" y="444"/>
                </a:cxn>
                <a:cxn ang="0">
                  <a:pos x="898" y="472"/>
                </a:cxn>
                <a:cxn ang="0">
                  <a:pos x="907" y="500"/>
                </a:cxn>
                <a:cxn ang="0">
                  <a:pos x="915" y="528"/>
                </a:cxn>
                <a:cxn ang="0">
                  <a:pos x="923" y="557"/>
                </a:cxn>
                <a:cxn ang="0">
                  <a:pos x="930" y="585"/>
                </a:cxn>
                <a:cxn ang="0">
                  <a:pos x="936" y="614"/>
                </a:cxn>
                <a:cxn ang="0">
                  <a:pos x="941" y="643"/>
                </a:cxn>
                <a:cxn ang="0">
                  <a:pos x="946" y="672"/>
                </a:cxn>
                <a:cxn ang="0">
                  <a:pos x="950" y="701"/>
                </a:cxn>
                <a:cxn ang="0">
                  <a:pos x="953" y="730"/>
                </a:cxn>
                <a:cxn ang="0">
                  <a:pos x="956" y="760"/>
                </a:cxn>
                <a:cxn ang="0">
                  <a:pos x="957" y="789"/>
                </a:cxn>
                <a:cxn ang="0">
                  <a:pos x="958" y="818"/>
                </a:cxn>
                <a:cxn ang="0">
                  <a:pos x="958" y="848"/>
                </a:cxn>
                <a:cxn ang="0">
                  <a:pos x="529" y="848"/>
                </a:cxn>
                <a:cxn ang="0">
                  <a:pos x="99" y="848"/>
                </a:cxn>
                <a:cxn ang="0">
                  <a:pos x="99" y="830"/>
                </a:cxn>
                <a:cxn ang="0">
                  <a:pos x="98" y="813"/>
                </a:cxn>
                <a:cxn ang="0">
                  <a:pos x="97" y="805"/>
                </a:cxn>
                <a:cxn ang="0">
                  <a:pos x="96" y="796"/>
                </a:cxn>
                <a:cxn ang="0">
                  <a:pos x="94" y="788"/>
                </a:cxn>
                <a:cxn ang="0">
                  <a:pos x="93" y="779"/>
                </a:cxn>
                <a:cxn ang="0">
                  <a:pos x="89" y="763"/>
                </a:cxn>
                <a:cxn ang="0">
                  <a:pos x="84" y="747"/>
                </a:cxn>
                <a:cxn ang="0">
                  <a:pos x="79" y="731"/>
                </a:cxn>
                <a:cxn ang="0">
                  <a:pos x="73" y="716"/>
                </a:cxn>
                <a:cxn ang="0">
                  <a:pos x="66" y="700"/>
                </a:cxn>
                <a:cxn ang="0">
                  <a:pos x="58" y="686"/>
                </a:cxn>
                <a:cxn ang="0">
                  <a:pos x="50" y="672"/>
                </a:cxn>
                <a:cxn ang="0">
                  <a:pos x="41" y="658"/>
                </a:cxn>
                <a:cxn ang="0">
                  <a:pos x="32" y="644"/>
                </a:cxn>
                <a:cxn ang="0">
                  <a:pos x="22" y="632"/>
                </a:cxn>
                <a:cxn ang="0">
                  <a:pos x="11" y="619"/>
                </a:cxn>
                <a:cxn ang="0">
                  <a:pos x="0" y="607"/>
                </a:cxn>
              </a:cxnLst>
              <a:rect l="0" t="0" r="r" b="b"/>
              <a:pathLst>
                <a:path w="958" h="848">
                  <a:moveTo>
                    <a:pt x="0" y="607"/>
                  </a:moveTo>
                  <a:lnTo>
                    <a:pt x="607" y="0"/>
                  </a:lnTo>
                  <a:lnTo>
                    <a:pt x="628" y="21"/>
                  </a:lnTo>
                  <a:lnTo>
                    <a:pt x="648" y="42"/>
                  </a:lnTo>
                  <a:lnTo>
                    <a:pt x="668" y="64"/>
                  </a:lnTo>
                  <a:lnTo>
                    <a:pt x="687" y="87"/>
                  </a:lnTo>
                  <a:lnTo>
                    <a:pt x="705" y="110"/>
                  </a:lnTo>
                  <a:lnTo>
                    <a:pt x="723" y="133"/>
                  </a:lnTo>
                  <a:lnTo>
                    <a:pt x="740" y="157"/>
                  </a:lnTo>
                  <a:lnTo>
                    <a:pt x="748" y="169"/>
                  </a:lnTo>
                  <a:lnTo>
                    <a:pt x="756" y="181"/>
                  </a:lnTo>
                  <a:lnTo>
                    <a:pt x="772" y="206"/>
                  </a:lnTo>
                  <a:lnTo>
                    <a:pt x="788" y="231"/>
                  </a:lnTo>
                  <a:lnTo>
                    <a:pt x="803" y="257"/>
                  </a:lnTo>
                  <a:lnTo>
                    <a:pt x="817" y="283"/>
                  </a:lnTo>
                  <a:lnTo>
                    <a:pt x="830" y="309"/>
                  </a:lnTo>
                  <a:lnTo>
                    <a:pt x="843" y="336"/>
                  </a:lnTo>
                  <a:lnTo>
                    <a:pt x="856" y="362"/>
                  </a:lnTo>
                  <a:lnTo>
                    <a:pt x="867" y="389"/>
                  </a:lnTo>
                  <a:lnTo>
                    <a:pt x="878" y="417"/>
                  </a:lnTo>
                  <a:lnTo>
                    <a:pt x="888" y="444"/>
                  </a:lnTo>
                  <a:lnTo>
                    <a:pt x="898" y="472"/>
                  </a:lnTo>
                  <a:lnTo>
                    <a:pt x="907" y="500"/>
                  </a:lnTo>
                  <a:lnTo>
                    <a:pt x="915" y="528"/>
                  </a:lnTo>
                  <a:lnTo>
                    <a:pt x="923" y="557"/>
                  </a:lnTo>
                  <a:lnTo>
                    <a:pt x="930" y="585"/>
                  </a:lnTo>
                  <a:lnTo>
                    <a:pt x="936" y="614"/>
                  </a:lnTo>
                  <a:lnTo>
                    <a:pt x="941" y="643"/>
                  </a:lnTo>
                  <a:lnTo>
                    <a:pt x="946" y="672"/>
                  </a:lnTo>
                  <a:lnTo>
                    <a:pt x="950" y="701"/>
                  </a:lnTo>
                  <a:lnTo>
                    <a:pt x="953" y="730"/>
                  </a:lnTo>
                  <a:lnTo>
                    <a:pt x="956" y="760"/>
                  </a:lnTo>
                  <a:lnTo>
                    <a:pt x="957" y="789"/>
                  </a:lnTo>
                  <a:lnTo>
                    <a:pt x="958" y="818"/>
                  </a:lnTo>
                  <a:lnTo>
                    <a:pt x="958" y="848"/>
                  </a:lnTo>
                  <a:lnTo>
                    <a:pt x="529" y="848"/>
                  </a:lnTo>
                  <a:lnTo>
                    <a:pt x="99" y="848"/>
                  </a:lnTo>
                  <a:lnTo>
                    <a:pt x="99" y="830"/>
                  </a:lnTo>
                  <a:lnTo>
                    <a:pt x="98" y="813"/>
                  </a:lnTo>
                  <a:lnTo>
                    <a:pt x="97" y="805"/>
                  </a:lnTo>
                  <a:lnTo>
                    <a:pt x="96" y="796"/>
                  </a:lnTo>
                  <a:lnTo>
                    <a:pt x="94" y="788"/>
                  </a:lnTo>
                  <a:lnTo>
                    <a:pt x="93" y="779"/>
                  </a:lnTo>
                  <a:lnTo>
                    <a:pt x="89" y="763"/>
                  </a:lnTo>
                  <a:lnTo>
                    <a:pt x="84" y="747"/>
                  </a:lnTo>
                  <a:lnTo>
                    <a:pt x="79" y="731"/>
                  </a:lnTo>
                  <a:lnTo>
                    <a:pt x="73" y="716"/>
                  </a:lnTo>
                  <a:lnTo>
                    <a:pt x="66" y="700"/>
                  </a:lnTo>
                  <a:lnTo>
                    <a:pt x="58" y="686"/>
                  </a:lnTo>
                  <a:lnTo>
                    <a:pt x="50" y="672"/>
                  </a:lnTo>
                  <a:lnTo>
                    <a:pt x="41" y="658"/>
                  </a:lnTo>
                  <a:lnTo>
                    <a:pt x="32" y="644"/>
                  </a:lnTo>
                  <a:lnTo>
                    <a:pt x="22" y="632"/>
                  </a:lnTo>
                  <a:lnTo>
                    <a:pt x="11" y="619"/>
                  </a:lnTo>
                  <a:lnTo>
                    <a:pt x="0" y="607"/>
                  </a:lnTo>
                  <a:close/>
                </a:path>
              </a:pathLst>
            </a:custGeom>
            <a:solidFill>
              <a:schemeClr val="accent1"/>
            </a:solidFill>
            <a:ln w="12700" cmpd="sng">
              <a:solidFill>
                <a:schemeClr val="bg1"/>
              </a:solidFill>
              <a:round/>
            </a:ln>
          </p:spPr>
          <p:txBody>
            <a:bodyPr lIns="45720" rIns="45720" anchor="ctr" anchorCtr="1"/>
            <a:lstStyle/>
            <a:p>
              <a:pPr algn="ctr"/>
              <a:endParaRPr lang="en-US">
                <a:solidFill>
                  <a:schemeClr val="tx1"/>
                </a:solidFill>
              </a:endParaRPr>
            </a:p>
          </p:txBody>
        </p:sp>
        <p:sp>
          <p:nvSpPr>
            <p:cNvPr id="16" name="Freeform 130"/>
            <p:cNvSpPr>
              <a:spLocks noChangeAspect="1"/>
            </p:cNvSpPr>
            <p:nvPr>
              <p:custDataLst>
                <p:tags r:id="rId3"/>
              </p:custDataLst>
            </p:nvPr>
          </p:nvSpPr>
          <p:spPr bwMode="auto">
            <a:xfrm>
              <a:off x="5871090" y="3859306"/>
              <a:ext cx="1725243" cy="1423200"/>
            </a:xfrm>
            <a:custGeom>
              <a:avLst/>
              <a:gdLst/>
              <a:ahLst/>
              <a:cxnLst>
                <a:cxn ang="0">
                  <a:pos x="99" y="0"/>
                </a:cxn>
                <a:cxn ang="0">
                  <a:pos x="529" y="0"/>
                </a:cxn>
                <a:cxn ang="0">
                  <a:pos x="958" y="0"/>
                </a:cxn>
                <a:cxn ang="0">
                  <a:pos x="958" y="29"/>
                </a:cxn>
                <a:cxn ang="0">
                  <a:pos x="957" y="59"/>
                </a:cxn>
                <a:cxn ang="0">
                  <a:pos x="955" y="88"/>
                </a:cxn>
                <a:cxn ang="0">
                  <a:pos x="953" y="117"/>
                </a:cxn>
                <a:cxn ang="0">
                  <a:pos x="949" y="147"/>
                </a:cxn>
                <a:cxn ang="0">
                  <a:pos x="945" y="176"/>
                </a:cxn>
                <a:cxn ang="0">
                  <a:pos x="941" y="205"/>
                </a:cxn>
                <a:cxn ang="0">
                  <a:pos x="935" y="234"/>
                </a:cxn>
                <a:cxn ang="0">
                  <a:pos x="929" y="262"/>
                </a:cxn>
                <a:cxn ang="0">
                  <a:pos x="922" y="291"/>
                </a:cxn>
                <a:cxn ang="0">
                  <a:pos x="915" y="319"/>
                </a:cxn>
                <a:cxn ang="0">
                  <a:pos x="907" y="348"/>
                </a:cxn>
                <a:cxn ang="0">
                  <a:pos x="902" y="362"/>
                </a:cxn>
                <a:cxn ang="0">
                  <a:pos x="898" y="376"/>
                </a:cxn>
                <a:cxn ang="0">
                  <a:pos x="888" y="404"/>
                </a:cxn>
                <a:cxn ang="0">
                  <a:pos x="878" y="431"/>
                </a:cxn>
                <a:cxn ang="0">
                  <a:pos x="867" y="458"/>
                </a:cxn>
                <a:cxn ang="0">
                  <a:pos x="856" y="485"/>
                </a:cxn>
                <a:cxn ang="0">
                  <a:pos x="843" y="512"/>
                </a:cxn>
                <a:cxn ang="0">
                  <a:pos x="831" y="539"/>
                </a:cxn>
                <a:cxn ang="0">
                  <a:pos x="817" y="565"/>
                </a:cxn>
                <a:cxn ang="0">
                  <a:pos x="803" y="591"/>
                </a:cxn>
                <a:cxn ang="0">
                  <a:pos x="788" y="617"/>
                </a:cxn>
                <a:cxn ang="0">
                  <a:pos x="773" y="642"/>
                </a:cxn>
                <a:cxn ang="0">
                  <a:pos x="757" y="667"/>
                </a:cxn>
                <a:cxn ang="0">
                  <a:pos x="740" y="691"/>
                </a:cxn>
                <a:cxn ang="0">
                  <a:pos x="732" y="703"/>
                </a:cxn>
                <a:cxn ang="0">
                  <a:pos x="723" y="715"/>
                </a:cxn>
                <a:cxn ang="0">
                  <a:pos x="705" y="738"/>
                </a:cxn>
                <a:cxn ang="0">
                  <a:pos x="687" y="761"/>
                </a:cxn>
                <a:cxn ang="0">
                  <a:pos x="668" y="784"/>
                </a:cxn>
                <a:cxn ang="0">
                  <a:pos x="648" y="806"/>
                </a:cxn>
                <a:cxn ang="0">
                  <a:pos x="638" y="816"/>
                </a:cxn>
                <a:cxn ang="0">
                  <a:pos x="628" y="827"/>
                </a:cxn>
                <a:cxn ang="0">
                  <a:pos x="607" y="848"/>
                </a:cxn>
                <a:cxn ang="0">
                  <a:pos x="0" y="240"/>
                </a:cxn>
                <a:cxn ang="0">
                  <a:pos x="11" y="229"/>
                </a:cxn>
                <a:cxn ang="0">
                  <a:pos x="22" y="216"/>
                </a:cxn>
                <a:cxn ang="0">
                  <a:pos x="32" y="203"/>
                </a:cxn>
                <a:cxn ang="0">
                  <a:pos x="41" y="190"/>
                </a:cxn>
                <a:cxn ang="0">
                  <a:pos x="50" y="176"/>
                </a:cxn>
                <a:cxn ang="0">
                  <a:pos x="58" y="162"/>
                </a:cxn>
                <a:cxn ang="0">
                  <a:pos x="66" y="147"/>
                </a:cxn>
                <a:cxn ang="0">
                  <a:pos x="73" y="132"/>
                </a:cxn>
                <a:cxn ang="0">
                  <a:pos x="76" y="125"/>
                </a:cxn>
                <a:cxn ang="0">
                  <a:pos x="79" y="117"/>
                </a:cxn>
                <a:cxn ang="0">
                  <a:pos x="84" y="101"/>
                </a:cxn>
                <a:cxn ang="0">
                  <a:pos x="87" y="93"/>
                </a:cxn>
                <a:cxn ang="0">
                  <a:pos x="89" y="85"/>
                </a:cxn>
                <a:cxn ang="0">
                  <a:pos x="93" y="68"/>
                </a:cxn>
                <a:cxn ang="0">
                  <a:pos x="94" y="60"/>
                </a:cxn>
                <a:cxn ang="0">
                  <a:pos x="96" y="52"/>
                </a:cxn>
                <a:cxn ang="0">
                  <a:pos x="98" y="35"/>
                </a:cxn>
                <a:cxn ang="0">
                  <a:pos x="99" y="17"/>
                </a:cxn>
                <a:cxn ang="0">
                  <a:pos x="99" y="0"/>
                </a:cxn>
              </a:cxnLst>
              <a:rect l="0" t="0" r="r" b="b"/>
              <a:pathLst>
                <a:path w="958" h="848">
                  <a:moveTo>
                    <a:pt x="99" y="0"/>
                  </a:moveTo>
                  <a:lnTo>
                    <a:pt x="529" y="0"/>
                  </a:lnTo>
                  <a:lnTo>
                    <a:pt x="958" y="0"/>
                  </a:lnTo>
                  <a:lnTo>
                    <a:pt x="958" y="29"/>
                  </a:lnTo>
                  <a:lnTo>
                    <a:pt x="957" y="59"/>
                  </a:lnTo>
                  <a:lnTo>
                    <a:pt x="955" y="88"/>
                  </a:lnTo>
                  <a:lnTo>
                    <a:pt x="953" y="117"/>
                  </a:lnTo>
                  <a:lnTo>
                    <a:pt x="949" y="147"/>
                  </a:lnTo>
                  <a:lnTo>
                    <a:pt x="945" y="176"/>
                  </a:lnTo>
                  <a:lnTo>
                    <a:pt x="941" y="205"/>
                  </a:lnTo>
                  <a:lnTo>
                    <a:pt x="935" y="234"/>
                  </a:lnTo>
                  <a:lnTo>
                    <a:pt x="929" y="262"/>
                  </a:lnTo>
                  <a:lnTo>
                    <a:pt x="922" y="291"/>
                  </a:lnTo>
                  <a:lnTo>
                    <a:pt x="915" y="319"/>
                  </a:lnTo>
                  <a:lnTo>
                    <a:pt x="907" y="348"/>
                  </a:lnTo>
                  <a:lnTo>
                    <a:pt x="902" y="362"/>
                  </a:lnTo>
                  <a:lnTo>
                    <a:pt x="898" y="376"/>
                  </a:lnTo>
                  <a:lnTo>
                    <a:pt x="888" y="404"/>
                  </a:lnTo>
                  <a:lnTo>
                    <a:pt x="878" y="431"/>
                  </a:lnTo>
                  <a:lnTo>
                    <a:pt x="867" y="458"/>
                  </a:lnTo>
                  <a:lnTo>
                    <a:pt x="856" y="485"/>
                  </a:lnTo>
                  <a:lnTo>
                    <a:pt x="843" y="512"/>
                  </a:lnTo>
                  <a:lnTo>
                    <a:pt x="831" y="539"/>
                  </a:lnTo>
                  <a:lnTo>
                    <a:pt x="817" y="565"/>
                  </a:lnTo>
                  <a:lnTo>
                    <a:pt x="803" y="591"/>
                  </a:lnTo>
                  <a:lnTo>
                    <a:pt x="788" y="617"/>
                  </a:lnTo>
                  <a:lnTo>
                    <a:pt x="773" y="642"/>
                  </a:lnTo>
                  <a:lnTo>
                    <a:pt x="757" y="667"/>
                  </a:lnTo>
                  <a:lnTo>
                    <a:pt x="740" y="691"/>
                  </a:lnTo>
                  <a:lnTo>
                    <a:pt x="732" y="703"/>
                  </a:lnTo>
                  <a:lnTo>
                    <a:pt x="723" y="715"/>
                  </a:lnTo>
                  <a:lnTo>
                    <a:pt x="705" y="738"/>
                  </a:lnTo>
                  <a:lnTo>
                    <a:pt x="687" y="761"/>
                  </a:lnTo>
                  <a:lnTo>
                    <a:pt x="668" y="784"/>
                  </a:lnTo>
                  <a:lnTo>
                    <a:pt x="648" y="806"/>
                  </a:lnTo>
                  <a:lnTo>
                    <a:pt x="638" y="816"/>
                  </a:lnTo>
                  <a:lnTo>
                    <a:pt x="628" y="827"/>
                  </a:lnTo>
                  <a:lnTo>
                    <a:pt x="607" y="848"/>
                  </a:lnTo>
                  <a:lnTo>
                    <a:pt x="0" y="240"/>
                  </a:lnTo>
                  <a:lnTo>
                    <a:pt x="11" y="229"/>
                  </a:lnTo>
                  <a:lnTo>
                    <a:pt x="22" y="216"/>
                  </a:lnTo>
                  <a:lnTo>
                    <a:pt x="32" y="203"/>
                  </a:lnTo>
                  <a:lnTo>
                    <a:pt x="41" y="190"/>
                  </a:lnTo>
                  <a:lnTo>
                    <a:pt x="50" y="176"/>
                  </a:lnTo>
                  <a:lnTo>
                    <a:pt x="58" y="162"/>
                  </a:lnTo>
                  <a:lnTo>
                    <a:pt x="66" y="147"/>
                  </a:lnTo>
                  <a:lnTo>
                    <a:pt x="73" y="132"/>
                  </a:lnTo>
                  <a:lnTo>
                    <a:pt x="76" y="125"/>
                  </a:lnTo>
                  <a:lnTo>
                    <a:pt x="79" y="117"/>
                  </a:lnTo>
                  <a:lnTo>
                    <a:pt x="84" y="101"/>
                  </a:lnTo>
                  <a:lnTo>
                    <a:pt x="87" y="93"/>
                  </a:lnTo>
                  <a:lnTo>
                    <a:pt x="89" y="85"/>
                  </a:lnTo>
                  <a:lnTo>
                    <a:pt x="93" y="68"/>
                  </a:lnTo>
                  <a:lnTo>
                    <a:pt x="94" y="60"/>
                  </a:lnTo>
                  <a:lnTo>
                    <a:pt x="96" y="52"/>
                  </a:lnTo>
                  <a:lnTo>
                    <a:pt x="98" y="35"/>
                  </a:lnTo>
                  <a:lnTo>
                    <a:pt x="99" y="17"/>
                  </a:lnTo>
                  <a:lnTo>
                    <a:pt x="99" y="0"/>
                  </a:lnTo>
                  <a:close/>
                </a:path>
              </a:pathLst>
            </a:custGeom>
            <a:solidFill>
              <a:schemeClr val="accent1"/>
            </a:solidFill>
            <a:ln w="12700" cmpd="sng">
              <a:solidFill>
                <a:schemeClr val="bg1"/>
              </a:solidFill>
              <a:round/>
            </a:ln>
          </p:spPr>
          <p:txBody>
            <a:bodyPr lIns="45720" rIns="45720" anchor="ctr" anchorCtr="1"/>
            <a:lstStyle/>
            <a:p>
              <a:pPr algn="ctr"/>
              <a:endParaRPr lang="en-US">
                <a:solidFill>
                  <a:schemeClr val="tx1"/>
                </a:solidFill>
              </a:endParaRPr>
            </a:p>
          </p:txBody>
        </p:sp>
        <p:sp>
          <p:nvSpPr>
            <p:cNvPr id="17" name="Freeform 131"/>
            <p:cNvSpPr>
              <a:spLocks noChangeAspect="1"/>
            </p:cNvSpPr>
            <p:nvPr>
              <p:custDataLst>
                <p:tags r:id="rId4"/>
              </p:custDataLst>
            </p:nvPr>
          </p:nvSpPr>
          <p:spPr bwMode="auto">
            <a:xfrm>
              <a:off x="5436093" y="4261513"/>
              <a:ext cx="1526177" cy="1612273"/>
            </a:xfrm>
            <a:custGeom>
              <a:avLst/>
              <a:gdLst/>
              <a:ahLst/>
              <a:cxnLst>
                <a:cxn ang="0">
                  <a:pos x="241" y="0"/>
                </a:cxn>
                <a:cxn ang="0">
                  <a:pos x="848" y="608"/>
                </a:cxn>
                <a:cxn ang="0">
                  <a:pos x="827" y="629"/>
                </a:cxn>
                <a:cxn ang="0">
                  <a:pos x="806" y="649"/>
                </a:cxn>
                <a:cxn ang="0">
                  <a:pos x="784" y="668"/>
                </a:cxn>
                <a:cxn ang="0">
                  <a:pos x="761" y="687"/>
                </a:cxn>
                <a:cxn ang="0">
                  <a:pos x="738" y="705"/>
                </a:cxn>
                <a:cxn ang="0">
                  <a:pos x="715" y="723"/>
                </a:cxn>
                <a:cxn ang="0">
                  <a:pos x="691" y="740"/>
                </a:cxn>
                <a:cxn ang="0">
                  <a:pos x="679" y="749"/>
                </a:cxn>
                <a:cxn ang="0">
                  <a:pos x="667" y="757"/>
                </a:cxn>
                <a:cxn ang="0">
                  <a:pos x="642" y="773"/>
                </a:cxn>
                <a:cxn ang="0">
                  <a:pos x="617" y="788"/>
                </a:cxn>
                <a:cxn ang="0">
                  <a:pos x="591" y="803"/>
                </a:cxn>
                <a:cxn ang="0">
                  <a:pos x="565" y="817"/>
                </a:cxn>
                <a:cxn ang="0">
                  <a:pos x="539" y="831"/>
                </a:cxn>
                <a:cxn ang="0">
                  <a:pos x="513" y="844"/>
                </a:cxn>
                <a:cxn ang="0">
                  <a:pos x="486" y="856"/>
                </a:cxn>
                <a:cxn ang="0">
                  <a:pos x="459" y="868"/>
                </a:cxn>
                <a:cxn ang="0">
                  <a:pos x="432" y="879"/>
                </a:cxn>
                <a:cxn ang="0">
                  <a:pos x="404" y="889"/>
                </a:cxn>
                <a:cxn ang="0">
                  <a:pos x="376" y="899"/>
                </a:cxn>
                <a:cxn ang="0">
                  <a:pos x="348" y="908"/>
                </a:cxn>
                <a:cxn ang="0">
                  <a:pos x="320" y="916"/>
                </a:cxn>
                <a:cxn ang="0">
                  <a:pos x="292" y="923"/>
                </a:cxn>
                <a:cxn ang="0">
                  <a:pos x="263" y="930"/>
                </a:cxn>
                <a:cxn ang="0">
                  <a:pos x="234" y="936"/>
                </a:cxn>
                <a:cxn ang="0">
                  <a:pos x="205" y="942"/>
                </a:cxn>
                <a:cxn ang="0">
                  <a:pos x="176" y="946"/>
                </a:cxn>
                <a:cxn ang="0">
                  <a:pos x="147" y="950"/>
                </a:cxn>
                <a:cxn ang="0">
                  <a:pos x="118" y="954"/>
                </a:cxn>
                <a:cxn ang="0">
                  <a:pos x="89" y="956"/>
                </a:cxn>
                <a:cxn ang="0">
                  <a:pos x="59" y="958"/>
                </a:cxn>
                <a:cxn ang="0">
                  <a:pos x="30" y="959"/>
                </a:cxn>
                <a:cxn ang="0">
                  <a:pos x="0" y="959"/>
                </a:cxn>
                <a:cxn ang="0">
                  <a:pos x="0" y="530"/>
                </a:cxn>
                <a:cxn ang="0">
                  <a:pos x="0" y="100"/>
                </a:cxn>
                <a:cxn ang="0">
                  <a:pos x="18" y="100"/>
                </a:cxn>
                <a:cxn ang="0">
                  <a:pos x="35" y="98"/>
                </a:cxn>
                <a:cxn ang="0">
                  <a:pos x="44" y="97"/>
                </a:cxn>
                <a:cxn ang="0">
                  <a:pos x="52" y="96"/>
                </a:cxn>
                <a:cxn ang="0">
                  <a:pos x="61" y="95"/>
                </a:cxn>
                <a:cxn ang="0">
                  <a:pos x="69" y="93"/>
                </a:cxn>
                <a:cxn ang="0">
                  <a:pos x="85" y="89"/>
                </a:cxn>
                <a:cxn ang="0">
                  <a:pos x="101" y="85"/>
                </a:cxn>
                <a:cxn ang="0">
                  <a:pos x="117" y="79"/>
                </a:cxn>
                <a:cxn ang="0">
                  <a:pos x="133" y="73"/>
                </a:cxn>
                <a:cxn ang="0">
                  <a:pos x="148" y="67"/>
                </a:cxn>
                <a:cxn ang="0">
                  <a:pos x="162" y="59"/>
                </a:cxn>
                <a:cxn ang="0">
                  <a:pos x="177" y="51"/>
                </a:cxn>
                <a:cxn ang="0">
                  <a:pos x="191" y="42"/>
                </a:cxn>
                <a:cxn ang="0">
                  <a:pos x="204" y="33"/>
                </a:cxn>
                <a:cxn ang="0">
                  <a:pos x="217" y="22"/>
                </a:cxn>
                <a:cxn ang="0">
                  <a:pos x="229" y="12"/>
                </a:cxn>
                <a:cxn ang="0">
                  <a:pos x="241" y="0"/>
                </a:cxn>
              </a:cxnLst>
              <a:rect l="0" t="0" r="r" b="b"/>
              <a:pathLst>
                <a:path w="848" h="959">
                  <a:moveTo>
                    <a:pt x="241" y="0"/>
                  </a:moveTo>
                  <a:lnTo>
                    <a:pt x="848" y="608"/>
                  </a:lnTo>
                  <a:lnTo>
                    <a:pt x="827" y="629"/>
                  </a:lnTo>
                  <a:lnTo>
                    <a:pt x="806" y="649"/>
                  </a:lnTo>
                  <a:lnTo>
                    <a:pt x="784" y="668"/>
                  </a:lnTo>
                  <a:lnTo>
                    <a:pt x="761" y="687"/>
                  </a:lnTo>
                  <a:lnTo>
                    <a:pt x="738" y="705"/>
                  </a:lnTo>
                  <a:lnTo>
                    <a:pt x="715" y="723"/>
                  </a:lnTo>
                  <a:lnTo>
                    <a:pt x="691" y="740"/>
                  </a:lnTo>
                  <a:lnTo>
                    <a:pt x="679" y="749"/>
                  </a:lnTo>
                  <a:lnTo>
                    <a:pt x="667" y="757"/>
                  </a:lnTo>
                  <a:lnTo>
                    <a:pt x="642" y="773"/>
                  </a:lnTo>
                  <a:lnTo>
                    <a:pt x="617" y="788"/>
                  </a:lnTo>
                  <a:lnTo>
                    <a:pt x="591" y="803"/>
                  </a:lnTo>
                  <a:lnTo>
                    <a:pt x="565" y="817"/>
                  </a:lnTo>
                  <a:lnTo>
                    <a:pt x="539" y="831"/>
                  </a:lnTo>
                  <a:lnTo>
                    <a:pt x="513" y="844"/>
                  </a:lnTo>
                  <a:lnTo>
                    <a:pt x="486" y="856"/>
                  </a:lnTo>
                  <a:lnTo>
                    <a:pt x="459" y="868"/>
                  </a:lnTo>
                  <a:lnTo>
                    <a:pt x="432" y="879"/>
                  </a:lnTo>
                  <a:lnTo>
                    <a:pt x="404" y="889"/>
                  </a:lnTo>
                  <a:lnTo>
                    <a:pt x="376" y="899"/>
                  </a:lnTo>
                  <a:lnTo>
                    <a:pt x="348" y="908"/>
                  </a:lnTo>
                  <a:lnTo>
                    <a:pt x="320" y="916"/>
                  </a:lnTo>
                  <a:lnTo>
                    <a:pt x="292" y="923"/>
                  </a:lnTo>
                  <a:lnTo>
                    <a:pt x="263" y="930"/>
                  </a:lnTo>
                  <a:lnTo>
                    <a:pt x="234" y="936"/>
                  </a:lnTo>
                  <a:lnTo>
                    <a:pt x="205" y="942"/>
                  </a:lnTo>
                  <a:lnTo>
                    <a:pt x="176" y="946"/>
                  </a:lnTo>
                  <a:lnTo>
                    <a:pt x="147" y="950"/>
                  </a:lnTo>
                  <a:lnTo>
                    <a:pt x="118" y="954"/>
                  </a:lnTo>
                  <a:lnTo>
                    <a:pt x="89" y="956"/>
                  </a:lnTo>
                  <a:lnTo>
                    <a:pt x="59" y="958"/>
                  </a:lnTo>
                  <a:lnTo>
                    <a:pt x="30" y="959"/>
                  </a:lnTo>
                  <a:lnTo>
                    <a:pt x="0" y="959"/>
                  </a:lnTo>
                  <a:lnTo>
                    <a:pt x="0" y="530"/>
                  </a:lnTo>
                  <a:lnTo>
                    <a:pt x="0" y="100"/>
                  </a:lnTo>
                  <a:lnTo>
                    <a:pt x="18" y="100"/>
                  </a:lnTo>
                  <a:lnTo>
                    <a:pt x="35" y="98"/>
                  </a:lnTo>
                  <a:lnTo>
                    <a:pt x="44" y="97"/>
                  </a:lnTo>
                  <a:lnTo>
                    <a:pt x="52" y="96"/>
                  </a:lnTo>
                  <a:lnTo>
                    <a:pt x="61" y="95"/>
                  </a:lnTo>
                  <a:lnTo>
                    <a:pt x="69" y="93"/>
                  </a:lnTo>
                  <a:lnTo>
                    <a:pt x="85" y="89"/>
                  </a:lnTo>
                  <a:lnTo>
                    <a:pt x="101" y="85"/>
                  </a:lnTo>
                  <a:lnTo>
                    <a:pt x="117" y="79"/>
                  </a:lnTo>
                  <a:lnTo>
                    <a:pt x="133" y="73"/>
                  </a:lnTo>
                  <a:lnTo>
                    <a:pt x="148" y="67"/>
                  </a:lnTo>
                  <a:lnTo>
                    <a:pt x="162" y="59"/>
                  </a:lnTo>
                  <a:lnTo>
                    <a:pt x="177" y="51"/>
                  </a:lnTo>
                  <a:lnTo>
                    <a:pt x="191" y="42"/>
                  </a:lnTo>
                  <a:lnTo>
                    <a:pt x="204" y="33"/>
                  </a:lnTo>
                  <a:lnTo>
                    <a:pt x="217" y="22"/>
                  </a:lnTo>
                  <a:lnTo>
                    <a:pt x="229" y="12"/>
                  </a:lnTo>
                  <a:lnTo>
                    <a:pt x="241" y="0"/>
                  </a:lnTo>
                  <a:close/>
                </a:path>
              </a:pathLst>
            </a:custGeom>
            <a:solidFill>
              <a:schemeClr val="accent1"/>
            </a:solidFill>
            <a:ln w="12700" cmpd="sng">
              <a:solidFill>
                <a:schemeClr val="bg1"/>
              </a:solidFill>
              <a:round/>
            </a:ln>
          </p:spPr>
          <p:txBody>
            <a:bodyPr lIns="45720" rIns="45720" anchor="ctr" anchorCtr="1"/>
            <a:lstStyle/>
            <a:p>
              <a:pPr algn="ctr"/>
              <a:endParaRPr lang="en-US">
                <a:solidFill>
                  <a:schemeClr val="tx1"/>
                </a:solidFill>
              </a:endParaRPr>
            </a:p>
          </p:txBody>
        </p:sp>
        <p:sp>
          <p:nvSpPr>
            <p:cNvPr id="18" name="Freeform 132"/>
            <p:cNvSpPr>
              <a:spLocks noChangeAspect="1"/>
            </p:cNvSpPr>
            <p:nvPr>
              <p:custDataLst>
                <p:tags r:id="rId5"/>
              </p:custDataLst>
            </p:nvPr>
          </p:nvSpPr>
          <p:spPr bwMode="auto">
            <a:xfrm>
              <a:off x="3909917" y="4261513"/>
              <a:ext cx="1526177" cy="1612273"/>
            </a:xfrm>
            <a:custGeom>
              <a:avLst/>
              <a:gdLst/>
              <a:ahLst/>
              <a:cxnLst>
                <a:cxn ang="0">
                  <a:pos x="848" y="100"/>
                </a:cxn>
                <a:cxn ang="0">
                  <a:pos x="848" y="530"/>
                </a:cxn>
                <a:cxn ang="0">
                  <a:pos x="848" y="959"/>
                </a:cxn>
                <a:cxn ang="0">
                  <a:pos x="819" y="959"/>
                </a:cxn>
                <a:cxn ang="0">
                  <a:pos x="790" y="958"/>
                </a:cxn>
                <a:cxn ang="0">
                  <a:pos x="760" y="956"/>
                </a:cxn>
                <a:cxn ang="0">
                  <a:pos x="731" y="953"/>
                </a:cxn>
                <a:cxn ang="0">
                  <a:pos x="702" y="950"/>
                </a:cxn>
                <a:cxn ang="0">
                  <a:pos x="673" y="946"/>
                </a:cxn>
                <a:cxn ang="0">
                  <a:pos x="644" y="941"/>
                </a:cxn>
                <a:cxn ang="0">
                  <a:pos x="615" y="936"/>
                </a:cxn>
                <a:cxn ang="0">
                  <a:pos x="586" y="930"/>
                </a:cxn>
                <a:cxn ang="0">
                  <a:pos x="557" y="923"/>
                </a:cxn>
                <a:cxn ang="0">
                  <a:pos x="529" y="915"/>
                </a:cxn>
                <a:cxn ang="0">
                  <a:pos x="501" y="907"/>
                </a:cxn>
                <a:cxn ang="0">
                  <a:pos x="487" y="903"/>
                </a:cxn>
                <a:cxn ang="0">
                  <a:pos x="473" y="898"/>
                </a:cxn>
                <a:cxn ang="0">
                  <a:pos x="445" y="889"/>
                </a:cxn>
                <a:cxn ang="0">
                  <a:pos x="417" y="879"/>
                </a:cxn>
                <a:cxn ang="0">
                  <a:pos x="390" y="868"/>
                </a:cxn>
                <a:cxn ang="0">
                  <a:pos x="363" y="856"/>
                </a:cxn>
                <a:cxn ang="0">
                  <a:pos x="336" y="844"/>
                </a:cxn>
                <a:cxn ang="0">
                  <a:pos x="310" y="831"/>
                </a:cxn>
                <a:cxn ang="0">
                  <a:pos x="284" y="818"/>
                </a:cxn>
                <a:cxn ang="0">
                  <a:pos x="258" y="804"/>
                </a:cxn>
                <a:cxn ang="0">
                  <a:pos x="231" y="789"/>
                </a:cxn>
                <a:cxn ang="0">
                  <a:pos x="206" y="773"/>
                </a:cxn>
                <a:cxn ang="0">
                  <a:pos x="182" y="757"/>
                </a:cxn>
                <a:cxn ang="0">
                  <a:pos x="157" y="741"/>
                </a:cxn>
                <a:cxn ang="0">
                  <a:pos x="145" y="732"/>
                </a:cxn>
                <a:cxn ang="0">
                  <a:pos x="133" y="724"/>
                </a:cxn>
                <a:cxn ang="0">
                  <a:pos x="110" y="706"/>
                </a:cxn>
                <a:cxn ang="0">
                  <a:pos x="87" y="687"/>
                </a:cxn>
                <a:cxn ang="0">
                  <a:pos x="65" y="668"/>
                </a:cxn>
                <a:cxn ang="0">
                  <a:pos x="43" y="649"/>
                </a:cxn>
                <a:cxn ang="0">
                  <a:pos x="32" y="639"/>
                </a:cxn>
                <a:cxn ang="0">
                  <a:pos x="21" y="629"/>
                </a:cxn>
                <a:cxn ang="0">
                  <a:pos x="0" y="608"/>
                </a:cxn>
                <a:cxn ang="0">
                  <a:pos x="608" y="0"/>
                </a:cxn>
                <a:cxn ang="0">
                  <a:pos x="620" y="12"/>
                </a:cxn>
                <a:cxn ang="0">
                  <a:pos x="632" y="22"/>
                </a:cxn>
                <a:cxn ang="0">
                  <a:pos x="645" y="33"/>
                </a:cxn>
                <a:cxn ang="0">
                  <a:pos x="658" y="42"/>
                </a:cxn>
                <a:cxn ang="0">
                  <a:pos x="672" y="51"/>
                </a:cxn>
                <a:cxn ang="0">
                  <a:pos x="686" y="59"/>
                </a:cxn>
                <a:cxn ang="0">
                  <a:pos x="701" y="67"/>
                </a:cxn>
                <a:cxn ang="0">
                  <a:pos x="716" y="73"/>
                </a:cxn>
                <a:cxn ang="0">
                  <a:pos x="724" y="76"/>
                </a:cxn>
                <a:cxn ang="0">
                  <a:pos x="731" y="79"/>
                </a:cxn>
                <a:cxn ang="0">
                  <a:pos x="747" y="85"/>
                </a:cxn>
                <a:cxn ang="0">
                  <a:pos x="755" y="87"/>
                </a:cxn>
                <a:cxn ang="0">
                  <a:pos x="763" y="89"/>
                </a:cxn>
                <a:cxn ang="0">
                  <a:pos x="780" y="93"/>
                </a:cxn>
                <a:cxn ang="0">
                  <a:pos x="788" y="95"/>
                </a:cxn>
                <a:cxn ang="0">
                  <a:pos x="797" y="96"/>
                </a:cxn>
                <a:cxn ang="0">
                  <a:pos x="814" y="98"/>
                </a:cxn>
                <a:cxn ang="0">
                  <a:pos x="831" y="100"/>
                </a:cxn>
                <a:cxn ang="0">
                  <a:pos x="848" y="100"/>
                </a:cxn>
              </a:cxnLst>
              <a:rect l="0" t="0" r="r" b="b"/>
              <a:pathLst>
                <a:path w="848" h="959">
                  <a:moveTo>
                    <a:pt x="848" y="100"/>
                  </a:moveTo>
                  <a:lnTo>
                    <a:pt x="848" y="530"/>
                  </a:lnTo>
                  <a:lnTo>
                    <a:pt x="848" y="959"/>
                  </a:lnTo>
                  <a:lnTo>
                    <a:pt x="819" y="959"/>
                  </a:lnTo>
                  <a:lnTo>
                    <a:pt x="790" y="958"/>
                  </a:lnTo>
                  <a:lnTo>
                    <a:pt x="760" y="956"/>
                  </a:lnTo>
                  <a:lnTo>
                    <a:pt x="731" y="953"/>
                  </a:lnTo>
                  <a:lnTo>
                    <a:pt x="702" y="950"/>
                  </a:lnTo>
                  <a:lnTo>
                    <a:pt x="673" y="946"/>
                  </a:lnTo>
                  <a:lnTo>
                    <a:pt x="644" y="941"/>
                  </a:lnTo>
                  <a:lnTo>
                    <a:pt x="615" y="936"/>
                  </a:lnTo>
                  <a:lnTo>
                    <a:pt x="586" y="930"/>
                  </a:lnTo>
                  <a:lnTo>
                    <a:pt x="557" y="923"/>
                  </a:lnTo>
                  <a:lnTo>
                    <a:pt x="529" y="915"/>
                  </a:lnTo>
                  <a:lnTo>
                    <a:pt x="501" y="907"/>
                  </a:lnTo>
                  <a:lnTo>
                    <a:pt x="487" y="903"/>
                  </a:lnTo>
                  <a:lnTo>
                    <a:pt x="473" y="898"/>
                  </a:lnTo>
                  <a:lnTo>
                    <a:pt x="445" y="889"/>
                  </a:lnTo>
                  <a:lnTo>
                    <a:pt x="417" y="879"/>
                  </a:lnTo>
                  <a:lnTo>
                    <a:pt x="390" y="868"/>
                  </a:lnTo>
                  <a:lnTo>
                    <a:pt x="363" y="856"/>
                  </a:lnTo>
                  <a:lnTo>
                    <a:pt x="336" y="844"/>
                  </a:lnTo>
                  <a:lnTo>
                    <a:pt x="310" y="831"/>
                  </a:lnTo>
                  <a:lnTo>
                    <a:pt x="284" y="818"/>
                  </a:lnTo>
                  <a:lnTo>
                    <a:pt x="258" y="804"/>
                  </a:lnTo>
                  <a:lnTo>
                    <a:pt x="231" y="789"/>
                  </a:lnTo>
                  <a:lnTo>
                    <a:pt x="206" y="773"/>
                  </a:lnTo>
                  <a:lnTo>
                    <a:pt x="182" y="757"/>
                  </a:lnTo>
                  <a:lnTo>
                    <a:pt x="157" y="741"/>
                  </a:lnTo>
                  <a:lnTo>
                    <a:pt x="145" y="732"/>
                  </a:lnTo>
                  <a:lnTo>
                    <a:pt x="133" y="724"/>
                  </a:lnTo>
                  <a:lnTo>
                    <a:pt x="110" y="706"/>
                  </a:lnTo>
                  <a:lnTo>
                    <a:pt x="87" y="687"/>
                  </a:lnTo>
                  <a:lnTo>
                    <a:pt x="65" y="668"/>
                  </a:lnTo>
                  <a:lnTo>
                    <a:pt x="43" y="649"/>
                  </a:lnTo>
                  <a:lnTo>
                    <a:pt x="32" y="639"/>
                  </a:lnTo>
                  <a:lnTo>
                    <a:pt x="21" y="629"/>
                  </a:lnTo>
                  <a:lnTo>
                    <a:pt x="0" y="608"/>
                  </a:lnTo>
                  <a:lnTo>
                    <a:pt x="608" y="0"/>
                  </a:lnTo>
                  <a:lnTo>
                    <a:pt x="620" y="12"/>
                  </a:lnTo>
                  <a:lnTo>
                    <a:pt x="632" y="22"/>
                  </a:lnTo>
                  <a:lnTo>
                    <a:pt x="645" y="33"/>
                  </a:lnTo>
                  <a:lnTo>
                    <a:pt x="658" y="42"/>
                  </a:lnTo>
                  <a:lnTo>
                    <a:pt x="672" y="51"/>
                  </a:lnTo>
                  <a:lnTo>
                    <a:pt x="686" y="59"/>
                  </a:lnTo>
                  <a:lnTo>
                    <a:pt x="701" y="67"/>
                  </a:lnTo>
                  <a:lnTo>
                    <a:pt x="716" y="73"/>
                  </a:lnTo>
                  <a:lnTo>
                    <a:pt x="724" y="76"/>
                  </a:lnTo>
                  <a:lnTo>
                    <a:pt x="731" y="79"/>
                  </a:lnTo>
                  <a:lnTo>
                    <a:pt x="747" y="85"/>
                  </a:lnTo>
                  <a:lnTo>
                    <a:pt x="755" y="87"/>
                  </a:lnTo>
                  <a:lnTo>
                    <a:pt x="763" y="89"/>
                  </a:lnTo>
                  <a:lnTo>
                    <a:pt x="780" y="93"/>
                  </a:lnTo>
                  <a:lnTo>
                    <a:pt x="788" y="95"/>
                  </a:lnTo>
                  <a:lnTo>
                    <a:pt x="797" y="96"/>
                  </a:lnTo>
                  <a:lnTo>
                    <a:pt x="814" y="98"/>
                  </a:lnTo>
                  <a:lnTo>
                    <a:pt x="831" y="100"/>
                  </a:lnTo>
                  <a:lnTo>
                    <a:pt x="848" y="100"/>
                  </a:lnTo>
                  <a:close/>
                </a:path>
              </a:pathLst>
            </a:custGeom>
            <a:solidFill>
              <a:schemeClr val="accent1"/>
            </a:solidFill>
            <a:ln w="12700" cmpd="sng">
              <a:solidFill>
                <a:schemeClr val="bg1"/>
              </a:solidFill>
              <a:round/>
            </a:ln>
          </p:spPr>
          <p:txBody>
            <a:bodyPr lIns="45720" rIns="45720" anchor="ctr" anchorCtr="1"/>
            <a:lstStyle/>
            <a:p>
              <a:pPr algn="ctr"/>
              <a:endParaRPr lang="en-US">
                <a:solidFill>
                  <a:schemeClr val="tx1"/>
                </a:solidFill>
              </a:endParaRPr>
            </a:p>
          </p:txBody>
        </p:sp>
        <p:sp>
          <p:nvSpPr>
            <p:cNvPr id="19" name="Freeform 133"/>
            <p:cNvSpPr>
              <a:spLocks noChangeAspect="1"/>
            </p:cNvSpPr>
            <p:nvPr>
              <p:custDataLst>
                <p:tags r:id="rId6"/>
              </p:custDataLst>
            </p:nvPr>
          </p:nvSpPr>
          <p:spPr bwMode="auto">
            <a:xfrm>
              <a:off x="3275854" y="3859306"/>
              <a:ext cx="1728928" cy="1423200"/>
            </a:xfrm>
            <a:custGeom>
              <a:avLst/>
              <a:gdLst/>
              <a:ahLst/>
              <a:cxnLst>
                <a:cxn ang="0">
                  <a:pos x="959" y="240"/>
                </a:cxn>
                <a:cxn ang="0">
                  <a:pos x="351" y="848"/>
                </a:cxn>
                <a:cxn ang="0">
                  <a:pos x="331" y="827"/>
                </a:cxn>
                <a:cxn ang="0">
                  <a:pos x="311" y="806"/>
                </a:cxn>
                <a:cxn ang="0">
                  <a:pos x="291" y="783"/>
                </a:cxn>
                <a:cxn ang="0">
                  <a:pos x="272" y="761"/>
                </a:cxn>
                <a:cxn ang="0">
                  <a:pos x="254" y="738"/>
                </a:cxn>
                <a:cxn ang="0">
                  <a:pos x="236" y="715"/>
                </a:cxn>
                <a:cxn ang="0">
                  <a:pos x="219" y="691"/>
                </a:cxn>
                <a:cxn ang="0">
                  <a:pos x="210" y="679"/>
                </a:cxn>
                <a:cxn ang="0">
                  <a:pos x="202" y="667"/>
                </a:cxn>
                <a:cxn ang="0">
                  <a:pos x="186" y="642"/>
                </a:cxn>
                <a:cxn ang="0">
                  <a:pos x="171" y="617"/>
                </a:cxn>
                <a:cxn ang="0">
                  <a:pos x="156" y="590"/>
                </a:cxn>
                <a:cxn ang="0">
                  <a:pos x="142" y="565"/>
                </a:cxn>
                <a:cxn ang="0">
                  <a:pos x="128" y="539"/>
                </a:cxn>
                <a:cxn ang="0">
                  <a:pos x="115" y="512"/>
                </a:cxn>
                <a:cxn ang="0">
                  <a:pos x="103" y="485"/>
                </a:cxn>
                <a:cxn ang="0">
                  <a:pos x="91" y="458"/>
                </a:cxn>
                <a:cxn ang="0">
                  <a:pos x="81" y="431"/>
                </a:cxn>
                <a:cxn ang="0">
                  <a:pos x="70" y="404"/>
                </a:cxn>
                <a:cxn ang="0">
                  <a:pos x="61" y="376"/>
                </a:cxn>
                <a:cxn ang="0">
                  <a:pos x="52" y="348"/>
                </a:cxn>
                <a:cxn ang="0">
                  <a:pos x="43" y="320"/>
                </a:cxn>
                <a:cxn ang="0">
                  <a:pos x="36" y="291"/>
                </a:cxn>
                <a:cxn ang="0">
                  <a:pos x="29" y="263"/>
                </a:cxn>
                <a:cxn ang="0">
                  <a:pos x="23" y="234"/>
                </a:cxn>
                <a:cxn ang="0">
                  <a:pos x="17" y="205"/>
                </a:cxn>
                <a:cxn ang="0">
                  <a:pos x="13" y="176"/>
                </a:cxn>
                <a:cxn ang="0">
                  <a:pos x="9" y="147"/>
                </a:cxn>
                <a:cxn ang="0">
                  <a:pos x="6" y="118"/>
                </a:cxn>
                <a:cxn ang="0">
                  <a:pos x="3" y="88"/>
                </a:cxn>
                <a:cxn ang="0">
                  <a:pos x="1" y="59"/>
                </a:cxn>
                <a:cxn ang="0">
                  <a:pos x="0" y="29"/>
                </a:cxn>
                <a:cxn ang="0">
                  <a:pos x="0" y="0"/>
                </a:cxn>
                <a:cxn ang="0">
                  <a:pos x="429" y="0"/>
                </a:cxn>
                <a:cxn ang="0">
                  <a:pos x="859" y="0"/>
                </a:cxn>
                <a:cxn ang="0">
                  <a:pos x="860" y="17"/>
                </a:cxn>
                <a:cxn ang="0">
                  <a:pos x="861" y="35"/>
                </a:cxn>
                <a:cxn ang="0">
                  <a:pos x="862" y="43"/>
                </a:cxn>
                <a:cxn ang="0">
                  <a:pos x="863" y="52"/>
                </a:cxn>
                <a:cxn ang="0">
                  <a:pos x="864" y="60"/>
                </a:cxn>
                <a:cxn ang="0">
                  <a:pos x="866" y="68"/>
                </a:cxn>
                <a:cxn ang="0">
                  <a:pos x="870" y="85"/>
                </a:cxn>
                <a:cxn ang="0">
                  <a:pos x="874" y="101"/>
                </a:cxn>
                <a:cxn ang="0">
                  <a:pos x="880" y="117"/>
                </a:cxn>
                <a:cxn ang="0">
                  <a:pos x="886" y="132"/>
                </a:cxn>
                <a:cxn ang="0">
                  <a:pos x="893" y="147"/>
                </a:cxn>
                <a:cxn ang="0">
                  <a:pos x="900" y="162"/>
                </a:cxn>
                <a:cxn ang="0">
                  <a:pos x="908" y="176"/>
                </a:cxn>
                <a:cxn ang="0">
                  <a:pos x="917" y="190"/>
                </a:cxn>
                <a:cxn ang="0">
                  <a:pos x="927" y="203"/>
                </a:cxn>
                <a:cxn ang="0">
                  <a:pos x="937" y="216"/>
                </a:cxn>
                <a:cxn ang="0">
                  <a:pos x="948" y="229"/>
                </a:cxn>
                <a:cxn ang="0">
                  <a:pos x="959" y="240"/>
                </a:cxn>
              </a:cxnLst>
              <a:rect l="0" t="0" r="r" b="b"/>
              <a:pathLst>
                <a:path w="959" h="848">
                  <a:moveTo>
                    <a:pt x="959" y="240"/>
                  </a:moveTo>
                  <a:lnTo>
                    <a:pt x="351" y="848"/>
                  </a:lnTo>
                  <a:lnTo>
                    <a:pt x="331" y="827"/>
                  </a:lnTo>
                  <a:lnTo>
                    <a:pt x="311" y="806"/>
                  </a:lnTo>
                  <a:lnTo>
                    <a:pt x="291" y="783"/>
                  </a:lnTo>
                  <a:lnTo>
                    <a:pt x="272" y="761"/>
                  </a:lnTo>
                  <a:lnTo>
                    <a:pt x="254" y="738"/>
                  </a:lnTo>
                  <a:lnTo>
                    <a:pt x="236" y="715"/>
                  </a:lnTo>
                  <a:lnTo>
                    <a:pt x="219" y="691"/>
                  </a:lnTo>
                  <a:lnTo>
                    <a:pt x="210" y="679"/>
                  </a:lnTo>
                  <a:lnTo>
                    <a:pt x="202" y="667"/>
                  </a:lnTo>
                  <a:lnTo>
                    <a:pt x="186" y="642"/>
                  </a:lnTo>
                  <a:lnTo>
                    <a:pt x="171" y="617"/>
                  </a:lnTo>
                  <a:lnTo>
                    <a:pt x="156" y="590"/>
                  </a:lnTo>
                  <a:lnTo>
                    <a:pt x="142" y="565"/>
                  </a:lnTo>
                  <a:lnTo>
                    <a:pt x="128" y="539"/>
                  </a:lnTo>
                  <a:lnTo>
                    <a:pt x="115" y="512"/>
                  </a:lnTo>
                  <a:lnTo>
                    <a:pt x="103" y="485"/>
                  </a:lnTo>
                  <a:lnTo>
                    <a:pt x="91" y="458"/>
                  </a:lnTo>
                  <a:lnTo>
                    <a:pt x="81" y="431"/>
                  </a:lnTo>
                  <a:lnTo>
                    <a:pt x="70" y="404"/>
                  </a:lnTo>
                  <a:lnTo>
                    <a:pt x="61" y="376"/>
                  </a:lnTo>
                  <a:lnTo>
                    <a:pt x="52" y="348"/>
                  </a:lnTo>
                  <a:lnTo>
                    <a:pt x="43" y="320"/>
                  </a:lnTo>
                  <a:lnTo>
                    <a:pt x="36" y="291"/>
                  </a:lnTo>
                  <a:lnTo>
                    <a:pt x="29" y="263"/>
                  </a:lnTo>
                  <a:lnTo>
                    <a:pt x="23" y="234"/>
                  </a:lnTo>
                  <a:lnTo>
                    <a:pt x="17" y="205"/>
                  </a:lnTo>
                  <a:lnTo>
                    <a:pt x="13" y="176"/>
                  </a:lnTo>
                  <a:lnTo>
                    <a:pt x="9" y="147"/>
                  </a:lnTo>
                  <a:lnTo>
                    <a:pt x="6" y="118"/>
                  </a:lnTo>
                  <a:lnTo>
                    <a:pt x="3" y="88"/>
                  </a:lnTo>
                  <a:lnTo>
                    <a:pt x="1" y="59"/>
                  </a:lnTo>
                  <a:lnTo>
                    <a:pt x="0" y="29"/>
                  </a:lnTo>
                  <a:lnTo>
                    <a:pt x="0" y="0"/>
                  </a:lnTo>
                  <a:lnTo>
                    <a:pt x="429" y="0"/>
                  </a:lnTo>
                  <a:lnTo>
                    <a:pt x="859" y="0"/>
                  </a:lnTo>
                  <a:lnTo>
                    <a:pt x="860" y="17"/>
                  </a:lnTo>
                  <a:lnTo>
                    <a:pt x="861" y="35"/>
                  </a:lnTo>
                  <a:lnTo>
                    <a:pt x="862" y="43"/>
                  </a:lnTo>
                  <a:lnTo>
                    <a:pt x="863" y="52"/>
                  </a:lnTo>
                  <a:lnTo>
                    <a:pt x="864" y="60"/>
                  </a:lnTo>
                  <a:lnTo>
                    <a:pt x="866" y="68"/>
                  </a:lnTo>
                  <a:lnTo>
                    <a:pt x="870" y="85"/>
                  </a:lnTo>
                  <a:lnTo>
                    <a:pt x="874" y="101"/>
                  </a:lnTo>
                  <a:lnTo>
                    <a:pt x="880" y="117"/>
                  </a:lnTo>
                  <a:lnTo>
                    <a:pt x="886" y="132"/>
                  </a:lnTo>
                  <a:lnTo>
                    <a:pt x="893" y="147"/>
                  </a:lnTo>
                  <a:lnTo>
                    <a:pt x="900" y="162"/>
                  </a:lnTo>
                  <a:lnTo>
                    <a:pt x="908" y="176"/>
                  </a:lnTo>
                  <a:lnTo>
                    <a:pt x="917" y="190"/>
                  </a:lnTo>
                  <a:lnTo>
                    <a:pt x="927" y="203"/>
                  </a:lnTo>
                  <a:lnTo>
                    <a:pt x="937" y="216"/>
                  </a:lnTo>
                  <a:lnTo>
                    <a:pt x="948" y="229"/>
                  </a:lnTo>
                  <a:lnTo>
                    <a:pt x="959" y="240"/>
                  </a:lnTo>
                  <a:close/>
                </a:path>
              </a:pathLst>
            </a:custGeom>
            <a:solidFill>
              <a:schemeClr val="accent1"/>
            </a:solidFill>
            <a:ln w="12700" cmpd="sng">
              <a:solidFill>
                <a:schemeClr val="bg1"/>
              </a:solidFill>
              <a:round/>
            </a:ln>
          </p:spPr>
          <p:txBody>
            <a:bodyPr lIns="45720" rIns="45720" anchor="ctr" anchorCtr="1"/>
            <a:lstStyle/>
            <a:p>
              <a:pPr algn="ctr"/>
              <a:endParaRPr lang="en-US">
                <a:solidFill>
                  <a:schemeClr val="tx1"/>
                </a:solidFill>
              </a:endParaRPr>
            </a:p>
          </p:txBody>
        </p:sp>
        <p:sp>
          <p:nvSpPr>
            <p:cNvPr id="20" name="Freeform 134"/>
            <p:cNvSpPr>
              <a:spLocks noChangeAspect="1"/>
            </p:cNvSpPr>
            <p:nvPr>
              <p:custDataLst>
                <p:tags r:id="rId7"/>
              </p:custDataLst>
            </p:nvPr>
          </p:nvSpPr>
          <p:spPr bwMode="auto">
            <a:xfrm>
              <a:off x="3275854" y="2436104"/>
              <a:ext cx="1728928" cy="1423200"/>
            </a:xfrm>
            <a:custGeom>
              <a:avLst/>
              <a:gdLst/>
              <a:ahLst/>
              <a:cxnLst>
                <a:cxn ang="0">
                  <a:pos x="859" y="848"/>
                </a:cxn>
                <a:cxn ang="0">
                  <a:pos x="429" y="848"/>
                </a:cxn>
                <a:cxn ang="0">
                  <a:pos x="0" y="848"/>
                </a:cxn>
                <a:cxn ang="0">
                  <a:pos x="1" y="819"/>
                </a:cxn>
                <a:cxn ang="0">
                  <a:pos x="2" y="789"/>
                </a:cxn>
                <a:cxn ang="0">
                  <a:pos x="3" y="760"/>
                </a:cxn>
                <a:cxn ang="0">
                  <a:pos x="6" y="730"/>
                </a:cxn>
                <a:cxn ang="0">
                  <a:pos x="9" y="701"/>
                </a:cxn>
                <a:cxn ang="0">
                  <a:pos x="13" y="672"/>
                </a:cxn>
                <a:cxn ang="0">
                  <a:pos x="18" y="643"/>
                </a:cxn>
                <a:cxn ang="0">
                  <a:pos x="23" y="614"/>
                </a:cxn>
                <a:cxn ang="0">
                  <a:pos x="29" y="585"/>
                </a:cxn>
                <a:cxn ang="0">
                  <a:pos x="36" y="557"/>
                </a:cxn>
                <a:cxn ang="0">
                  <a:pos x="44" y="528"/>
                </a:cxn>
                <a:cxn ang="0">
                  <a:pos x="52" y="500"/>
                </a:cxn>
                <a:cxn ang="0">
                  <a:pos x="56" y="486"/>
                </a:cxn>
                <a:cxn ang="0">
                  <a:pos x="61" y="472"/>
                </a:cxn>
                <a:cxn ang="0">
                  <a:pos x="70" y="444"/>
                </a:cxn>
                <a:cxn ang="0">
                  <a:pos x="81" y="417"/>
                </a:cxn>
                <a:cxn ang="0">
                  <a:pos x="91" y="389"/>
                </a:cxn>
                <a:cxn ang="0">
                  <a:pos x="103" y="362"/>
                </a:cxn>
                <a:cxn ang="0">
                  <a:pos x="115" y="336"/>
                </a:cxn>
                <a:cxn ang="0">
                  <a:pos x="128" y="309"/>
                </a:cxn>
                <a:cxn ang="0">
                  <a:pos x="142" y="283"/>
                </a:cxn>
                <a:cxn ang="0">
                  <a:pos x="156" y="257"/>
                </a:cxn>
                <a:cxn ang="0">
                  <a:pos x="170" y="231"/>
                </a:cxn>
                <a:cxn ang="0">
                  <a:pos x="186" y="206"/>
                </a:cxn>
                <a:cxn ang="0">
                  <a:pos x="202" y="181"/>
                </a:cxn>
                <a:cxn ang="0">
                  <a:pos x="218" y="157"/>
                </a:cxn>
                <a:cxn ang="0">
                  <a:pos x="227" y="145"/>
                </a:cxn>
                <a:cxn ang="0">
                  <a:pos x="236" y="133"/>
                </a:cxn>
                <a:cxn ang="0">
                  <a:pos x="253" y="110"/>
                </a:cxn>
                <a:cxn ang="0">
                  <a:pos x="272" y="87"/>
                </a:cxn>
                <a:cxn ang="0">
                  <a:pos x="291" y="64"/>
                </a:cxn>
                <a:cxn ang="0">
                  <a:pos x="310" y="42"/>
                </a:cxn>
                <a:cxn ang="0">
                  <a:pos x="320" y="31"/>
                </a:cxn>
                <a:cxn ang="0">
                  <a:pos x="330" y="21"/>
                </a:cxn>
                <a:cxn ang="0">
                  <a:pos x="351" y="0"/>
                </a:cxn>
                <a:cxn ang="0">
                  <a:pos x="959" y="607"/>
                </a:cxn>
                <a:cxn ang="0">
                  <a:pos x="948" y="619"/>
                </a:cxn>
                <a:cxn ang="0">
                  <a:pos x="937" y="632"/>
                </a:cxn>
                <a:cxn ang="0">
                  <a:pos x="927" y="644"/>
                </a:cxn>
                <a:cxn ang="0">
                  <a:pos x="917" y="658"/>
                </a:cxn>
                <a:cxn ang="0">
                  <a:pos x="908" y="672"/>
                </a:cxn>
                <a:cxn ang="0">
                  <a:pos x="900" y="686"/>
                </a:cxn>
                <a:cxn ang="0">
                  <a:pos x="893" y="700"/>
                </a:cxn>
                <a:cxn ang="0">
                  <a:pos x="886" y="716"/>
                </a:cxn>
                <a:cxn ang="0">
                  <a:pos x="883" y="723"/>
                </a:cxn>
                <a:cxn ang="0">
                  <a:pos x="880" y="731"/>
                </a:cxn>
                <a:cxn ang="0">
                  <a:pos x="874" y="747"/>
                </a:cxn>
                <a:cxn ang="0">
                  <a:pos x="872" y="755"/>
                </a:cxn>
                <a:cxn ang="0">
                  <a:pos x="870" y="763"/>
                </a:cxn>
                <a:cxn ang="0">
                  <a:pos x="866" y="779"/>
                </a:cxn>
                <a:cxn ang="0">
                  <a:pos x="864" y="788"/>
                </a:cxn>
                <a:cxn ang="0">
                  <a:pos x="863" y="796"/>
                </a:cxn>
                <a:cxn ang="0">
                  <a:pos x="861" y="813"/>
                </a:cxn>
                <a:cxn ang="0">
                  <a:pos x="860" y="830"/>
                </a:cxn>
                <a:cxn ang="0">
                  <a:pos x="859" y="848"/>
                </a:cxn>
              </a:cxnLst>
              <a:rect l="0" t="0" r="r" b="b"/>
              <a:pathLst>
                <a:path w="959" h="848">
                  <a:moveTo>
                    <a:pt x="859" y="848"/>
                  </a:moveTo>
                  <a:lnTo>
                    <a:pt x="429" y="848"/>
                  </a:lnTo>
                  <a:lnTo>
                    <a:pt x="0" y="848"/>
                  </a:lnTo>
                  <a:lnTo>
                    <a:pt x="1" y="819"/>
                  </a:lnTo>
                  <a:lnTo>
                    <a:pt x="2" y="789"/>
                  </a:lnTo>
                  <a:lnTo>
                    <a:pt x="3" y="760"/>
                  </a:lnTo>
                  <a:lnTo>
                    <a:pt x="6" y="730"/>
                  </a:lnTo>
                  <a:lnTo>
                    <a:pt x="9" y="701"/>
                  </a:lnTo>
                  <a:lnTo>
                    <a:pt x="13" y="672"/>
                  </a:lnTo>
                  <a:lnTo>
                    <a:pt x="18" y="643"/>
                  </a:lnTo>
                  <a:lnTo>
                    <a:pt x="23" y="614"/>
                  </a:lnTo>
                  <a:lnTo>
                    <a:pt x="29" y="585"/>
                  </a:lnTo>
                  <a:lnTo>
                    <a:pt x="36" y="557"/>
                  </a:lnTo>
                  <a:lnTo>
                    <a:pt x="44" y="528"/>
                  </a:lnTo>
                  <a:lnTo>
                    <a:pt x="52" y="500"/>
                  </a:lnTo>
                  <a:lnTo>
                    <a:pt x="56" y="486"/>
                  </a:lnTo>
                  <a:lnTo>
                    <a:pt x="61" y="472"/>
                  </a:lnTo>
                  <a:lnTo>
                    <a:pt x="70" y="444"/>
                  </a:lnTo>
                  <a:lnTo>
                    <a:pt x="81" y="417"/>
                  </a:lnTo>
                  <a:lnTo>
                    <a:pt x="91" y="389"/>
                  </a:lnTo>
                  <a:lnTo>
                    <a:pt x="103" y="362"/>
                  </a:lnTo>
                  <a:lnTo>
                    <a:pt x="115" y="336"/>
                  </a:lnTo>
                  <a:lnTo>
                    <a:pt x="128" y="309"/>
                  </a:lnTo>
                  <a:lnTo>
                    <a:pt x="142" y="283"/>
                  </a:lnTo>
                  <a:lnTo>
                    <a:pt x="156" y="257"/>
                  </a:lnTo>
                  <a:lnTo>
                    <a:pt x="170" y="231"/>
                  </a:lnTo>
                  <a:lnTo>
                    <a:pt x="186" y="206"/>
                  </a:lnTo>
                  <a:lnTo>
                    <a:pt x="202" y="181"/>
                  </a:lnTo>
                  <a:lnTo>
                    <a:pt x="218" y="157"/>
                  </a:lnTo>
                  <a:lnTo>
                    <a:pt x="227" y="145"/>
                  </a:lnTo>
                  <a:lnTo>
                    <a:pt x="236" y="133"/>
                  </a:lnTo>
                  <a:lnTo>
                    <a:pt x="253" y="110"/>
                  </a:lnTo>
                  <a:lnTo>
                    <a:pt x="272" y="87"/>
                  </a:lnTo>
                  <a:lnTo>
                    <a:pt x="291" y="64"/>
                  </a:lnTo>
                  <a:lnTo>
                    <a:pt x="310" y="42"/>
                  </a:lnTo>
                  <a:lnTo>
                    <a:pt x="320" y="31"/>
                  </a:lnTo>
                  <a:lnTo>
                    <a:pt x="330" y="21"/>
                  </a:lnTo>
                  <a:lnTo>
                    <a:pt x="351" y="0"/>
                  </a:lnTo>
                  <a:lnTo>
                    <a:pt x="959" y="607"/>
                  </a:lnTo>
                  <a:lnTo>
                    <a:pt x="948" y="619"/>
                  </a:lnTo>
                  <a:lnTo>
                    <a:pt x="937" y="632"/>
                  </a:lnTo>
                  <a:lnTo>
                    <a:pt x="927" y="644"/>
                  </a:lnTo>
                  <a:lnTo>
                    <a:pt x="917" y="658"/>
                  </a:lnTo>
                  <a:lnTo>
                    <a:pt x="908" y="672"/>
                  </a:lnTo>
                  <a:lnTo>
                    <a:pt x="900" y="686"/>
                  </a:lnTo>
                  <a:lnTo>
                    <a:pt x="893" y="700"/>
                  </a:lnTo>
                  <a:lnTo>
                    <a:pt x="886" y="716"/>
                  </a:lnTo>
                  <a:lnTo>
                    <a:pt x="883" y="723"/>
                  </a:lnTo>
                  <a:lnTo>
                    <a:pt x="880" y="731"/>
                  </a:lnTo>
                  <a:lnTo>
                    <a:pt x="874" y="747"/>
                  </a:lnTo>
                  <a:lnTo>
                    <a:pt x="872" y="755"/>
                  </a:lnTo>
                  <a:lnTo>
                    <a:pt x="870" y="763"/>
                  </a:lnTo>
                  <a:lnTo>
                    <a:pt x="866" y="779"/>
                  </a:lnTo>
                  <a:lnTo>
                    <a:pt x="864" y="788"/>
                  </a:lnTo>
                  <a:lnTo>
                    <a:pt x="863" y="796"/>
                  </a:lnTo>
                  <a:lnTo>
                    <a:pt x="861" y="813"/>
                  </a:lnTo>
                  <a:lnTo>
                    <a:pt x="860" y="830"/>
                  </a:lnTo>
                  <a:lnTo>
                    <a:pt x="859" y="848"/>
                  </a:lnTo>
                  <a:close/>
                </a:path>
              </a:pathLst>
            </a:custGeom>
            <a:solidFill>
              <a:schemeClr val="accent1"/>
            </a:solidFill>
            <a:ln w="12700" cmpd="sng">
              <a:solidFill>
                <a:schemeClr val="bg1"/>
              </a:solidFill>
              <a:round/>
            </a:ln>
          </p:spPr>
          <p:txBody>
            <a:bodyPr lIns="45720" rIns="45720" anchor="ctr" anchorCtr="1"/>
            <a:lstStyle/>
            <a:p>
              <a:pPr algn="ctr"/>
              <a:endParaRPr lang="en-US">
                <a:solidFill>
                  <a:schemeClr val="tx1"/>
                </a:solidFill>
              </a:endParaRPr>
            </a:p>
          </p:txBody>
        </p:sp>
        <p:sp>
          <p:nvSpPr>
            <p:cNvPr id="21" name="Freeform 135"/>
            <p:cNvSpPr>
              <a:spLocks noChangeAspect="1"/>
            </p:cNvSpPr>
            <p:nvPr>
              <p:custDataLst>
                <p:tags r:id="rId8"/>
              </p:custDataLst>
            </p:nvPr>
          </p:nvSpPr>
          <p:spPr bwMode="auto">
            <a:xfrm>
              <a:off x="3909917" y="1844824"/>
              <a:ext cx="1526177" cy="1608834"/>
            </a:xfrm>
            <a:custGeom>
              <a:avLst/>
              <a:gdLst/>
              <a:ahLst/>
              <a:cxnLst>
                <a:cxn ang="0">
                  <a:pos x="608" y="958"/>
                </a:cxn>
                <a:cxn ang="0">
                  <a:pos x="0" y="351"/>
                </a:cxn>
                <a:cxn ang="0">
                  <a:pos x="21" y="330"/>
                </a:cxn>
                <a:cxn ang="0">
                  <a:pos x="43" y="310"/>
                </a:cxn>
                <a:cxn ang="0">
                  <a:pos x="65" y="291"/>
                </a:cxn>
                <a:cxn ang="0">
                  <a:pos x="87" y="272"/>
                </a:cxn>
                <a:cxn ang="0">
                  <a:pos x="110" y="253"/>
                </a:cxn>
                <a:cxn ang="0">
                  <a:pos x="134" y="236"/>
                </a:cxn>
                <a:cxn ang="0">
                  <a:pos x="157" y="218"/>
                </a:cxn>
                <a:cxn ang="0">
                  <a:pos x="170" y="210"/>
                </a:cxn>
                <a:cxn ang="0">
                  <a:pos x="182" y="202"/>
                </a:cxn>
                <a:cxn ang="0">
                  <a:pos x="206" y="186"/>
                </a:cxn>
                <a:cxn ang="0">
                  <a:pos x="231" y="170"/>
                </a:cxn>
                <a:cxn ang="0">
                  <a:pos x="258" y="156"/>
                </a:cxn>
                <a:cxn ang="0">
                  <a:pos x="284" y="141"/>
                </a:cxn>
                <a:cxn ang="0">
                  <a:pos x="310" y="128"/>
                </a:cxn>
                <a:cxn ang="0">
                  <a:pos x="336" y="115"/>
                </a:cxn>
                <a:cxn ang="0">
                  <a:pos x="363" y="103"/>
                </a:cxn>
                <a:cxn ang="0">
                  <a:pos x="390" y="91"/>
                </a:cxn>
                <a:cxn ang="0">
                  <a:pos x="417" y="80"/>
                </a:cxn>
                <a:cxn ang="0">
                  <a:pos x="445" y="70"/>
                </a:cxn>
                <a:cxn ang="0">
                  <a:pos x="472" y="60"/>
                </a:cxn>
                <a:cxn ang="0">
                  <a:pos x="500" y="51"/>
                </a:cxn>
                <a:cxn ang="0">
                  <a:pos x="529" y="43"/>
                </a:cxn>
                <a:cxn ang="0">
                  <a:pos x="557" y="35"/>
                </a:cxn>
                <a:cxn ang="0">
                  <a:pos x="586" y="29"/>
                </a:cxn>
                <a:cxn ang="0">
                  <a:pos x="614" y="23"/>
                </a:cxn>
                <a:cxn ang="0">
                  <a:pos x="643" y="17"/>
                </a:cxn>
                <a:cxn ang="0">
                  <a:pos x="672" y="12"/>
                </a:cxn>
                <a:cxn ang="0">
                  <a:pos x="701" y="8"/>
                </a:cxn>
                <a:cxn ang="0">
                  <a:pos x="731" y="5"/>
                </a:cxn>
                <a:cxn ang="0">
                  <a:pos x="760" y="3"/>
                </a:cxn>
                <a:cxn ang="0">
                  <a:pos x="789" y="1"/>
                </a:cxn>
                <a:cxn ang="0">
                  <a:pos x="819" y="0"/>
                </a:cxn>
                <a:cxn ang="0">
                  <a:pos x="848" y="0"/>
                </a:cxn>
                <a:cxn ang="0">
                  <a:pos x="848" y="429"/>
                </a:cxn>
                <a:cxn ang="0">
                  <a:pos x="848" y="859"/>
                </a:cxn>
                <a:cxn ang="0">
                  <a:pos x="831" y="859"/>
                </a:cxn>
                <a:cxn ang="0">
                  <a:pos x="814" y="861"/>
                </a:cxn>
                <a:cxn ang="0">
                  <a:pos x="805" y="861"/>
                </a:cxn>
                <a:cxn ang="0">
                  <a:pos x="797" y="863"/>
                </a:cxn>
                <a:cxn ang="0">
                  <a:pos x="788" y="864"/>
                </a:cxn>
                <a:cxn ang="0">
                  <a:pos x="780" y="866"/>
                </a:cxn>
                <a:cxn ang="0">
                  <a:pos x="763" y="869"/>
                </a:cxn>
                <a:cxn ang="0">
                  <a:pos x="747" y="874"/>
                </a:cxn>
                <a:cxn ang="0">
                  <a:pos x="731" y="879"/>
                </a:cxn>
                <a:cxn ang="0">
                  <a:pos x="716" y="885"/>
                </a:cxn>
                <a:cxn ang="0">
                  <a:pos x="701" y="892"/>
                </a:cxn>
                <a:cxn ang="0">
                  <a:pos x="686" y="900"/>
                </a:cxn>
                <a:cxn ang="0">
                  <a:pos x="672" y="908"/>
                </a:cxn>
                <a:cxn ang="0">
                  <a:pos x="658" y="917"/>
                </a:cxn>
                <a:cxn ang="0">
                  <a:pos x="645" y="926"/>
                </a:cxn>
                <a:cxn ang="0">
                  <a:pos x="632" y="936"/>
                </a:cxn>
                <a:cxn ang="0">
                  <a:pos x="620" y="947"/>
                </a:cxn>
                <a:cxn ang="0">
                  <a:pos x="608" y="958"/>
                </a:cxn>
              </a:cxnLst>
              <a:rect l="0" t="0" r="r" b="b"/>
              <a:pathLst>
                <a:path w="848" h="958">
                  <a:moveTo>
                    <a:pt x="608" y="958"/>
                  </a:moveTo>
                  <a:lnTo>
                    <a:pt x="0" y="351"/>
                  </a:lnTo>
                  <a:lnTo>
                    <a:pt x="21" y="330"/>
                  </a:lnTo>
                  <a:lnTo>
                    <a:pt x="43" y="310"/>
                  </a:lnTo>
                  <a:lnTo>
                    <a:pt x="65" y="291"/>
                  </a:lnTo>
                  <a:lnTo>
                    <a:pt x="87" y="272"/>
                  </a:lnTo>
                  <a:lnTo>
                    <a:pt x="110" y="253"/>
                  </a:lnTo>
                  <a:lnTo>
                    <a:pt x="134" y="236"/>
                  </a:lnTo>
                  <a:lnTo>
                    <a:pt x="157" y="218"/>
                  </a:lnTo>
                  <a:lnTo>
                    <a:pt x="170" y="210"/>
                  </a:lnTo>
                  <a:lnTo>
                    <a:pt x="182" y="202"/>
                  </a:lnTo>
                  <a:lnTo>
                    <a:pt x="206" y="186"/>
                  </a:lnTo>
                  <a:lnTo>
                    <a:pt x="231" y="170"/>
                  </a:lnTo>
                  <a:lnTo>
                    <a:pt x="258" y="156"/>
                  </a:lnTo>
                  <a:lnTo>
                    <a:pt x="284" y="141"/>
                  </a:lnTo>
                  <a:lnTo>
                    <a:pt x="310" y="128"/>
                  </a:lnTo>
                  <a:lnTo>
                    <a:pt x="336" y="115"/>
                  </a:lnTo>
                  <a:lnTo>
                    <a:pt x="363" y="103"/>
                  </a:lnTo>
                  <a:lnTo>
                    <a:pt x="390" y="91"/>
                  </a:lnTo>
                  <a:lnTo>
                    <a:pt x="417" y="80"/>
                  </a:lnTo>
                  <a:lnTo>
                    <a:pt x="445" y="70"/>
                  </a:lnTo>
                  <a:lnTo>
                    <a:pt x="472" y="60"/>
                  </a:lnTo>
                  <a:lnTo>
                    <a:pt x="500" y="51"/>
                  </a:lnTo>
                  <a:lnTo>
                    <a:pt x="529" y="43"/>
                  </a:lnTo>
                  <a:lnTo>
                    <a:pt x="557" y="35"/>
                  </a:lnTo>
                  <a:lnTo>
                    <a:pt x="586" y="29"/>
                  </a:lnTo>
                  <a:lnTo>
                    <a:pt x="614" y="23"/>
                  </a:lnTo>
                  <a:lnTo>
                    <a:pt x="643" y="17"/>
                  </a:lnTo>
                  <a:lnTo>
                    <a:pt x="672" y="12"/>
                  </a:lnTo>
                  <a:lnTo>
                    <a:pt x="701" y="8"/>
                  </a:lnTo>
                  <a:lnTo>
                    <a:pt x="731" y="5"/>
                  </a:lnTo>
                  <a:lnTo>
                    <a:pt x="760" y="3"/>
                  </a:lnTo>
                  <a:lnTo>
                    <a:pt x="789" y="1"/>
                  </a:lnTo>
                  <a:lnTo>
                    <a:pt x="819" y="0"/>
                  </a:lnTo>
                  <a:lnTo>
                    <a:pt x="848" y="0"/>
                  </a:lnTo>
                  <a:lnTo>
                    <a:pt x="848" y="429"/>
                  </a:lnTo>
                  <a:lnTo>
                    <a:pt x="848" y="859"/>
                  </a:lnTo>
                  <a:lnTo>
                    <a:pt x="831" y="859"/>
                  </a:lnTo>
                  <a:lnTo>
                    <a:pt x="814" y="861"/>
                  </a:lnTo>
                  <a:lnTo>
                    <a:pt x="805" y="861"/>
                  </a:lnTo>
                  <a:lnTo>
                    <a:pt x="797" y="863"/>
                  </a:lnTo>
                  <a:lnTo>
                    <a:pt x="788" y="864"/>
                  </a:lnTo>
                  <a:lnTo>
                    <a:pt x="780" y="866"/>
                  </a:lnTo>
                  <a:lnTo>
                    <a:pt x="763" y="869"/>
                  </a:lnTo>
                  <a:lnTo>
                    <a:pt x="747" y="874"/>
                  </a:lnTo>
                  <a:lnTo>
                    <a:pt x="731" y="879"/>
                  </a:lnTo>
                  <a:lnTo>
                    <a:pt x="716" y="885"/>
                  </a:lnTo>
                  <a:lnTo>
                    <a:pt x="701" y="892"/>
                  </a:lnTo>
                  <a:lnTo>
                    <a:pt x="686" y="900"/>
                  </a:lnTo>
                  <a:lnTo>
                    <a:pt x="672" y="908"/>
                  </a:lnTo>
                  <a:lnTo>
                    <a:pt x="658" y="917"/>
                  </a:lnTo>
                  <a:lnTo>
                    <a:pt x="645" y="926"/>
                  </a:lnTo>
                  <a:lnTo>
                    <a:pt x="632" y="936"/>
                  </a:lnTo>
                  <a:lnTo>
                    <a:pt x="620" y="947"/>
                  </a:lnTo>
                  <a:lnTo>
                    <a:pt x="608" y="958"/>
                  </a:lnTo>
                  <a:close/>
                </a:path>
              </a:pathLst>
            </a:custGeom>
            <a:solidFill>
              <a:schemeClr val="accent1"/>
            </a:solidFill>
            <a:ln w="12700" cmpd="sng">
              <a:solidFill>
                <a:schemeClr val="bg1"/>
              </a:solidFill>
              <a:round/>
            </a:ln>
          </p:spPr>
          <p:txBody>
            <a:bodyPr lIns="45720" rIns="45720" anchor="ctr" anchorCtr="1"/>
            <a:lstStyle/>
            <a:p>
              <a:pPr algn="ctr"/>
              <a:endParaRPr lang="en-US">
                <a:solidFill>
                  <a:schemeClr val="tx1"/>
                </a:solidFill>
              </a:endParaRPr>
            </a:p>
          </p:txBody>
        </p:sp>
        <p:sp>
          <p:nvSpPr>
            <p:cNvPr id="22" name="Text Box 136"/>
            <p:cNvSpPr txBox="1">
              <a:spLocks noChangeArrowheads="1"/>
            </p:cNvSpPr>
            <p:nvPr>
              <p:custDataLst>
                <p:tags r:id="rId9"/>
              </p:custDataLst>
            </p:nvPr>
          </p:nvSpPr>
          <p:spPr bwMode="auto">
            <a:xfrm>
              <a:off x="5633442" y="5013176"/>
              <a:ext cx="954782" cy="553467"/>
            </a:xfrm>
            <a:prstGeom prst="rect">
              <a:avLst/>
            </a:prstGeom>
            <a:noFill/>
            <a:ln w="12700">
              <a:noFill/>
              <a:miter lim="800000"/>
            </a:ln>
            <a:effectLst/>
          </p:spPr>
          <p:txBody>
            <a:bodyPr lIns="45720" rIns="45720" anchor="ctr" anchorCtr="1"/>
            <a:lstStyle/>
            <a:p>
              <a:pPr algn="ctr" eaLnBrk="0" hangingPunct="0"/>
              <a:r>
                <a:rPr lang="zh-CN" altLang="en-US" sz="1200" b="1" dirty="0">
                  <a:solidFill>
                    <a:schemeClr val="tx1"/>
                  </a:solidFill>
                </a:rPr>
                <a:t>数据   标准</a:t>
              </a:r>
              <a:endParaRPr lang="zh-CN" altLang="en-US" sz="1200" b="1" dirty="0">
                <a:solidFill>
                  <a:schemeClr val="tx1"/>
                </a:solidFill>
              </a:endParaRPr>
            </a:p>
          </p:txBody>
        </p:sp>
        <p:sp>
          <p:nvSpPr>
            <p:cNvPr id="23" name="Text Box 137"/>
            <p:cNvSpPr txBox="1">
              <a:spLocks noChangeArrowheads="1"/>
            </p:cNvSpPr>
            <p:nvPr>
              <p:custDataLst>
                <p:tags r:id="rId10"/>
              </p:custDataLst>
            </p:nvPr>
          </p:nvSpPr>
          <p:spPr bwMode="auto">
            <a:xfrm>
              <a:off x="4337298" y="5013176"/>
              <a:ext cx="954782" cy="553467"/>
            </a:xfrm>
            <a:prstGeom prst="rect">
              <a:avLst/>
            </a:prstGeom>
            <a:noFill/>
            <a:ln w="12700">
              <a:noFill/>
              <a:miter lim="800000"/>
            </a:ln>
            <a:effectLst/>
          </p:spPr>
          <p:txBody>
            <a:bodyPr lIns="45720" rIns="45720" anchor="ctr" anchorCtr="1"/>
            <a:lstStyle/>
            <a:p>
              <a:pPr algn="ctr" eaLnBrk="0" hangingPunct="0"/>
              <a:r>
                <a:rPr lang="zh-CN" altLang="en-US" sz="1200" b="1" dirty="0">
                  <a:solidFill>
                    <a:schemeClr val="tx1"/>
                  </a:solidFill>
                </a:rPr>
                <a:t>数据   质量</a:t>
              </a:r>
              <a:endParaRPr lang="zh-CN" altLang="en-US" sz="1200" b="1" dirty="0">
                <a:solidFill>
                  <a:schemeClr val="tx1"/>
                </a:solidFill>
              </a:endParaRPr>
            </a:p>
          </p:txBody>
        </p:sp>
        <p:sp>
          <p:nvSpPr>
            <p:cNvPr id="24" name="Text Box 138"/>
            <p:cNvSpPr txBox="1">
              <a:spLocks noChangeArrowheads="1"/>
            </p:cNvSpPr>
            <p:nvPr>
              <p:custDataLst>
                <p:tags r:id="rId11"/>
              </p:custDataLst>
            </p:nvPr>
          </p:nvSpPr>
          <p:spPr bwMode="auto">
            <a:xfrm>
              <a:off x="6425530" y="4171677"/>
              <a:ext cx="954782" cy="553467"/>
            </a:xfrm>
            <a:prstGeom prst="rect">
              <a:avLst/>
            </a:prstGeom>
            <a:noFill/>
            <a:ln w="12700">
              <a:noFill/>
              <a:miter lim="800000"/>
            </a:ln>
            <a:effectLst/>
          </p:spPr>
          <p:txBody>
            <a:bodyPr lIns="45720" rIns="45720" anchor="ctr" anchorCtr="1"/>
            <a:lstStyle/>
            <a:p>
              <a:pPr algn="ctr" eaLnBrk="0" hangingPunct="0"/>
              <a:r>
                <a:rPr lang="zh-CN" altLang="en-US" sz="1200" b="1" dirty="0">
                  <a:solidFill>
                    <a:schemeClr val="tx1"/>
                  </a:solidFill>
                </a:rPr>
                <a:t>数据   架构  </a:t>
              </a:r>
              <a:endParaRPr lang="zh-CN" altLang="en-US" sz="1200" b="1" dirty="0">
                <a:solidFill>
                  <a:schemeClr val="tx1"/>
                </a:solidFill>
              </a:endParaRPr>
            </a:p>
          </p:txBody>
        </p:sp>
        <p:sp>
          <p:nvSpPr>
            <p:cNvPr id="25" name="Text Box 139"/>
            <p:cNvSpPr txBox="1">
              <a:spLocks noChangeArrowheads="1"/>
            </p:cNvSpPr>
            <p:nvPr>
              <p:custDataLst>
                <p:tags r:id="rId12"/>
              </p:custDataLst>
            </p:nvPr>
          </p:nvSpPr>
          <p:spPr bwMode="auto">
            <a:xfrm>
              <a:off x="6516216" y="3019549"/>
              <a:ext cx="954782" cy="553467"/>
            </a:xfrm>
            <a:prstGeom prst="rect">
              <a:avLst/>
            </a:prstGeom>
            <a:noFill/>
            <a:ln w="12700">
              <a:noFill/>
              <a:miter lim="800000"/>
            </a:ln>
            <a:effectLst/>
          </p:spPr>
          <p:txBody>
            <a:bodyPr lIns="45720" rIns="45720" anchor="ctr" anchorCtr="1"/>
            <a:lstStyle/>
            <a:p>
              <a:pPr algn="ctr" eaLnBrk="0" hangingPunct="0"/>
              <a:r>
                <a:rPr lang="zh-CN" altLang="en-US" sz="1200" b="1" dirty="0">
                  <a:solidFill>
                    <a:schemeClr val="tx1"/>
                  </a:solidFill>
                </a:rPr>
                <a:t>数据   治理</a:t>
              </a:r>
              <a:endParaRPr lang="zh-CN" altLang="en-US" sz="1200" b="1" dirty="0">
                <a:solidFill>
                  <a:schemeClr val="tx1"/>
                </a:solidFill>
              </a:endParaRPr>
            </a:p>
          </p:txBody>
        </p:sp>
        <p:sp>
          <p:nvSpPr>
            <p:cNvPr id="26" name="Text Box 140"/>
            <p:cNvSpPr txBox="1">
              <a:spLocks noChangeArrowheads="1"/>
            </p:cNvSpPr>
            <p:nvPr>
              <p:custDataLst>
                <p:tags r:id="rId13"/>
              </p:custDataLst>
            </p:nvPr>
          </p:nvSpPr>
          <p:spPr bwMode="auto">
            <a:xfrm>
              <a:off x="3514850" y="4129683"/>
              <a:ext cx="954782" cy="553467"/>
            </a:xfrm>
            <a:prstGeom prst="rect">
              <a:avLst/>
            </a:prstGeom>
            <a:noFill/>
            <a:ln w="12700">
              <a:noFill/>
              <a:miter lim="800000"/>
            </a:ln>
            <a:effectLst/>
          </p:spPr>
          <p:txBody>
            <a:bodyPr lIns="45720" rIns="45720" anchor="ctr" anchorCtr="1"/>
            <a:lstStyle/>
            <a:p>
              <a:pPr algn="ctr" eaLnBrk="0" hangingPunct="0"/>
              <a:r>
                <a:rPr lang="zh-CN" altLang="en-US" sz="1200" b="1" dirty="0">
                  <a:solidFill>
                    <a:schemeClr val="tx1"/>
                  </a:solidFill>
                </a:rPr>
                <a:t>数据安全</a:t>
              </a:r>
              <a:endParaRPr lang="zh-CN" altLang="en-US" sz="1200" b="1" dirty="0">
                <a:solidFill>
                  <a:schemeClr val="tx1"/>
                </a:solidFill>
              </a:endParaRPr>
            </a:p>
          </p:txBody>
        </p:sp>
        <p:sp>
          <p:nvSpPr>
            <p:cNvPr id="27" name="Text Box 141"/>
            <p:cNvSpPr txBox="1">
              <a:spLocks noChangeArrowheads="1"/>
            </p:cNvSpPr>
            <p:nvPr>
              <p:custDataLst>
                <p:tags r:id="rId14"/>
              </p:custDataLst>
            </p:nvPr>
          </p:nvSpPr>
          <p:spPr bwMode="auto">
            <a:xfrm>
              <a:off x="5561434" y="2132856"/>
              <a:ext cx="954782" cy="553467"/>
            </a:xfrm>
            <a:prstGeom prst="rect">
              <a:avLst/>
            </a:prstGeom>
            <a:noFill/>
            <a:ln w="12700">
              <a:noFill/>
              <a:miter lim="800000"/>
            </a:ln>
            <a:effectLst/>
          </p:spPr>
          <p:txBody>
            <a:bodyPr lIns="45720" rIns="45720" anchor="ctr" anchorCtr="1"/>
            <a:lstStyle/>
            <a:p>
              <a:pPr algn="ctr" eaLnBrk="0" hangingPunct="0"/>
              <a:r>
                <a:rPr lang="zh-CN" altLang="en-US" sz="1200" b="1" dirty="0">
                  <a:solidFill>
                    <a:schemeClr val="tx1"/>
                  </a:solidFill>
                </a:rPr>
                <a:t>数据   战略</a:t>
              </a:r>
              <a:endParaRPr lang="zh-CN" altLang="en-US" sz="1200" b="1" dirty="0">
                <a:solidFill>
                  <a:schemeClr val="tx1"/>
                </a:solidFill>
              </a:endParaRPr>
            </a:p>
          </p:txBody>
        </p:sp>
        <p:sp>
          <p:nvSpPr>
            <p:cNvPr id="28" name="Text Box 142"/>
            <p:cNvSpPr txBox="1">
              <a:spLocks noChangeArrowheads="1"/>
            </p:cNvSpPr>
            <p:nvPr>
              <p:custDataLst>
                <p:tags r:id="rId15"/>
              </p:custDataLst>
            </p:nvPr>
          </p:nvSpPr>
          <p:spPr bwMode="auto">
            <a:xfrm>
              <a:off x="3494110" y="3074000"/>
              <a:ext cx="954782" cy="553467"/>
            </a:xfrm>
            <a:prstGeom prst="rect">
              <a:avLst/>
            </a:prstGeom>
            <a:noFill/>
            <a:ln w="12700">
              <a:noFill/>
              <a:miter lim="800000"/>
            </a:ln>
            <a:effectLst/>
          </p:spPr>
          <p:txBody>
            <a:bodyPr lIns="45720" rIns="45720" anchor="ctr" anchorCtr="1"/>
            <a:lstStyle/>
            <a:p>
              <a:pPr algn="ctr" eaLnBrk="0" hangingPunct="0"/>
              <a:r>
                <a:rPr lang="zh-CN" altLang="en-US" sz="1200" b="1" dirty="0">
                  <a:solidFill>
                    <a:schemeClr val="tx1"/>
                  </a:solidFill>
                </a:rPr>
                <a:t>数据应用</a:t>
              </a:r>
              <a:endParaRPr lang="zh-CN" altLang="en-US" sz="1200" b="1" dirty="0">
                <a:solidFill>
                  <a:schemeClr val="tx1"/>
                </a:solidFill>
              </a:endParaRPr>
            </a:p>
          </p:txBody>
        </p:sp>
        <p:sp>
          <p:nvSpPr>
            <p:cNvPr id="29" name="Text Box 143"/>
            <p:cNvSpPr txBox="1">
              <a:spLocks noChangeArrowheads="1"/>
            </p:cNvSpPr>
            <p:nvPr>
              <p:custDataLst>
                <p:tags r:id="rId16"/>
              </p:custDataLst>
            </p:nvPr>
          </p:nvSpPr>
          <p:spPr bwMode="auto">
            <a:xfrm>
              <a:off x="4431346" y="2118536"/>
              <a:ext cx="954782" cy="553467"/>
            </a:xfrm>
            <a:prstGeom prst="rect">
              <a:avLst/>
            </a:prstGeom>
            <a:noFill/>
            <a:ln w="12700">
              <a:noFill/>
              <a:miter lim="800000"/>
            </a:ln>
            <a:effectLst/>
          </p:spPr>
          <p:txBody>
            <a:bodyPr lIns="45720" rIns="45720" anchor="ctr" anchorCtr="1"/>
            <a:lstStyle/>
            <a:p>
              <a:pPr algn="ctr" eaLnBrk="0" hangingPunct="0"/>
              <a:r>
                <a:rPr lang="zh-CN" altLang="en-US" sz="1200" b="1" dirty="0">
                  <a:solidFill>
                    <a:schemeClr val="tx1"/>
                  </a:solidFill>
                </a:rPr>
                <a:t>数据生命周期</a:t>
              </a:r>
              <a:endParaRPr lang="zh-CN" altLang="en-US" sz="1200" b="1" dirty="0">
                <a:solidFill>
                  <a:schemeClr val="tx1"/>
                </a:solidFill>
              </a:endParaRPr>
            </a:p>
          </p:txBody>
        </p:sp>
        <p:grpSp>
          <p:nvGrpSpPr>
            <p:cNvPr id="3" name="组合 29"/>
            <p:cNvGrpSpPr/>
            <p:nvPr/>
          </p:nvGrpSpPr>
          <p:grpSpPr>
            <a:xfrm>
              <a:off x="4194859" y="2627574"/>
              <a:ext cx="2499387" cy="2449973"/>
              <a:chOff x="3107333" y="2292641"/>
              <a:chExt cx="2057166" cy="2052170"/>
            </a:xfrm>
          </p:grpSpPr>
          <p:pic>
            <p:nvPicPr>
              <p:cNvPr id="32" name="Picture 2"/>
              <p:cNvPicPr>
                <a:picLocks noChangeAspect="1" noChangeArrowheads="1"/>
              </p:cNvPicPr>
              <p:nvPr>
                <p:custDataLst>
                  <p:tags r:id="rId17"/>
                </p:custDataLst>
              </p:nvPr>
            </p:nvPicPr>
            <p:blipFill>
              <a:blip r:embed="rId18" cstate="print">
                <a:extLst>
                  <a:ext uri="{28A0092B-C50C-407E-A947-70E740481C1C}">
                    <a14:useLocalDpi xmlns:a14="http://schemas.microsoft.com/office/drawing/2010/main" val="0"/>
                  </a:ext>
                </a:extLst>
              </a:blip>
              <a:srcRect/>
              <a:stretch>
                <a:fillRect/>
              </a:stretch>
            </p:blipFill>
            <p:spPr bwMode="auto">
              <a:xfrm>
                <a:off x="3688634" y="2908524"/>
                <a:ext cx="876300" cy="8477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4" name="组合 32"/>
              <p:cNvGrpSpPr/>
              <p:nvPr/>
            </p:nvGrpSpPr>
            <p:grpSpPr>
              <a:xfrm>
                <a:off x="3107333" y="2292641"/>
                <a:ext cx="2057166" cy="2052170"/>
                <a:chOff x="2608778" y="1853501"/>
                <a:chExt cx="3556164" cy="3484592"/>
              </a:xfrm>
            </p:grpSpPr>
            <p:sp>
              <p:nvSpPr>
                <p:cNvPr id="34" name="Freeform 40"/>
                <p:cNvSpPr/>
                <p:nvPr>
                  <p:custDataLst>
                    <p:tags r:id="rId19"/>
                  </p:custDataLst>
                </p:nvPr>
              </p:nvSpPr>
              <p:spPr bwMode="auto">
                <a:xfrm rot="2700000">
                  <a:off x="3659726" y="3893884"/>
                  <a:ext cx="1423306" cy="1465111"/>
                </a:xfrm>
                <a:custGeom>
                  <a:avLst/>
                  <a:gdLst>
                    <a:gd name="T0" fmla="*/ 218 w 387"/>
                    <a:gd name="T1" fmla="*/ 0 h 387"/>
                    <a:gd name="T2" fmla="*/ 0 w 387"/>
                    <a:gd name="T3" fmla="*/ 219 h 387"/>
                    <a:gd name="T4" fmla="*/ 0 w 387"/>
                    <a:gd name="T5" fmla="*/ 387 h 387"/>
                    <a:gd name="T6" fmla="*/ 387 w 387"/>
                    <a:gd name="T7" fmla="*/ 0 h 387"/>
                    <a:gd name="T8" fmla="*/ 218 w 387"/>
                    <a:gd name="T9" fmla="*/ 0 h 387"/>
                  </a:gdLst>
                  <a:ahLst/>
                  <a:cxnLst>
                    <a:cxn ang="0">
                      <a:pos x="T0" y="T1"/>
                    </a:cxn>
                    <a:cxn ang="0">
                      <a:pos x="T2" y="T3"/>
                    </a:cxn>
                    <a:cxn ang="0">
                      <a:pos x="T4" y="T5"/>
                    </a:cxn>
                    <a:cxn ang="0">
                      <a:pos x="T6" y="T7"/>
                    </a:cxn>
                    <a:cxn ang="0">
                      <a:pos x="T8" y="T9"/>
                    </a:cxn>
                  </a:cxnLst>
                  <a:rect l="0" t="0" r="r" b="b"/>
                  <a:pathLst>
                    <a:path w="387" h="387">
                      <a:moveTo>
                        <a:pt x="218" y="0"/>
                      </a:moveTo>
                      <a:cubicBezTo>
                        <a:pt x="216" y="120"/>
                        <a:pt x="120" y="217"/>
                        <a:pt x="0" y="219"/>
                      </a:cubicBezTo>
                      <a:cubicBezTo>
                        <a:pt x="0" y="387"/>
                        <a:pt x="0" y="387"/>
                        <a:pt x="0" y="387"/>
                      </a:cubicBezTo>
                      <a:cubicBezTo>
                        <a:pt x="213" y="385"/>
                        <a:pt x="385" y="213"/>
                        <a:pt x="387" y="0"/>
                      </a:cubicBezTo>
                      <a:lnTo>
                        <a:pt x="218" y="0"/>
                      </a:lnTo>
                      <a:close/>
                    </a:path>
                  </a:pathLst>
                </a:custGeom>
                <a:solidFill>
                  <a:schemeClr val="accent2"/>
                </a:solidFill>
                <a:ln w="9525">
                  <a:noFill/>
                  <a:round/>
                </a:ln>
              </p:spPr>
              <p:txBody>
                <a:bodyPr vert="horz" wrap="square" lIns="91440" tIns="45720" rIns="91440" bIns="45720" numCol="1" anchor="t" anchorCtr="0" compatLnSpc="1"/>
                <a:lstStyle/>
                <a:p>
                  <a:pPr algn="ctr" defTabSz="957580" fontAlgn="auto">
                    <a:spcBef>
                      <a:spcPts val="0"/>
                    </a:spcBef>
                    <a:spcAft>
                      <a:spcPts val="0"/>
                    </a:spcAft>
                    <a:defRPr/>
                  </a:pPr>
                  <a:endParaRPr lang="en-AU" sz="2100" kern="0" dirty="0">
                    <a:solidFill>
                      <a:schemeClr val="tx1"/>
                    </a:solidFill>
                    <a:ea typeface="+mn-ea"/>
                    <a:cs typeface="Arial" panose="020B0604020202020204" pitchFamily="34" charset="0"/>
                  </a:endParaRPr>
                </a:p>
              </p:txBody>
            </p:sp>
            <p:sp>
              <p:nvSpPr>
                <p:cNvPr id="35" name="Freeform 38"/>
                <p:cNvSpPr/>
                <p:nvPr>
                  <p:custDataLst>
                    <p:tags r:id="rId20"/>
                  </p:custDataLst>
                </p:nvPr>
              </p:nvSpPr>
              <p:spPr bwMode="auto">
                <a:xfrm rot="2700000">
                  <a:off x="3692034" y="1831822"/>
                  <a:ext cx="1421754" cy="1465111"/>
                </a:xfrm>
                <a:custGeom>
                  <a:avLst/>
                  <a:gdLst>
                    <a:gd name="T0" fmla="*/ 168 w 387"/>
                    <a:gd name="T1" fmla="*/ 387 h 387"/>
                    <a:gd name="T2" fmla="*/ 387 w 387"/>
                    <a:gd name="T3" fmla="*/ 168 h 387"/>
                    <a:gd name="T4" fmla="*/ 387 w 387"/>
                    <a:gd name="T5" fmla="*/ 0 h 387"/>
                    <a:gd name="T6" fmla="*/ 0 w 387"/>
                    <a:gd name="T7" fmla="*/ 387 h 387"/>
                    <a:gd name="T8" fmla="*/ 168 w 387"/>
                    <a:gd name="T9" fmla="*/ 387 h 387"/>
                  </a:gdLst>
                  <a:ahLst/>
                  <a:cxnLst>
                    <a:cxn ang="0">
                      <a:pos x="T0" y="T1"/>
                    </a:cxn>
                    <a:cxn ang="0">
                      <a:pos x="T2" y="T3"/>
                    </a:cxn>
                    <a:cxn ang="0">
                      <a:pos x="T4" y="T5"/>
                    </a:cxn>
                    <a:cxn ang="0">
                      <a:pos x="T6" y="T7"/>
                    </a:cxn>
                    <a:cxn ang="0">
                      <a:pos x="T8" y="T9"/>
                    </a:cxn>
                  </a:cxnLst>
                  <a:rect l="0" t="0" r="r" b="b"/>
                  <a:pathLst>
                    <a:path w="387" h="387">
                      <a:moveTo>
                        <a:pt x="168" y="387"/>
                      </a:moveTo>
                      <a:cubicBezTo>
                        <a:pt x="170" y="267"/>
                        <a:pt x="267" y="170"/>
                        <a:pt x="387" y="168"/>
                      </a:cubicBezTo>
                      <a:cubicBezTo>
                        <a:pt x="387" y="0"/>
                        <a:pt x="387" y="0"/>
                        <a:pt x="387" y="0"/>
                      </a:cubicBezTo>
                      <a:cubicBezTo>
                        <a:pt x="174" y="2"/>
                        <a:pt x="2" y="174"/>
                        <a:pt x="0" y="387"/>
                      </a:cubicBezTo>
                      <a:lnTo>
                        <a:pt x="168" y="387"/>
                      </a:lnTo>
                      <a:close/>
                    </a:path>
                  </a:pathLst>
                </a:custGeom>
                <a:solidFill>
                  <a:schemeClr val="accent3"/>
                </a:solidFill>
                <a:ln w="9525">
                  <a:noFill/>
                  <a:round/>
                </a:ln>
              </p:spPr>
              <p:txBody>
                <a:bodyPr vert="horz" wrap="square" lIns="91440" tIns="45720" rIns="91440" bIns="45720" numCol="1" anchor="t" anchorCtr="0" compatLnSpc="1"/>
                <a:lstStyle/>
                <a:p>
                  <a:pPr algn="ctr" defTabSz="957580" fontAlgn="auto">
                    <a:spcBef>
                      <a:spcPts val="0"/>
                    </a:spcBef>
                    <a:spcAft>
                      <a:spcPts val="0"/>
                    </a:spcAft>
                    <a:defRPr/>
                  </a:pPr>
                  <a:endParaRPr lang="en-AU" sz="2100" kern="0" dirty="0">
                    <a:solidFill>
                      <a:schemeClr val="bg1"/>
                    </a:solidFill>
                    <a:ea typeface="+mn-ea"/>
                    <a:cs typeface="Arial" panose="020B0604020202020204" pitchFamily="34" charset="0"/>
                  </a:endParaRPr>
                </a:p>
              </p:txBody>
            </p:sp>
            <p:sp>
              <p:nvSpPr>
                <p:cNvPr id="36" name="Freeform 39"/>
                <p:cNvSpPr/>
                <p:nvPr>
                  <p:custDataLst>
                    <p:tags r:id="rId21"/>
                  </p:custDataLst>
                </p:nvPr>
              </p:nvSpPr>
              <p:spPr bwMode="auto">
                <a:xfrm rot="2700000">
                  <a:off x="4720734" y="2839478"/>
                  <a:ext cx="1423305" cy="1465111"/>
                </a:xfrm>
                <a:custGeom>
                  <a:avLst/>
                  <a:gdLst>
                    <a:gd name="T0" fmla="*/ 0 w 387"/>
                    <a:gd name="T1" fmla="*/ 168 h 387"/>
                    <a:gd name="T2" fmla="*/ 218 w 387"/>
                    <a:gd name="T3" fmla="*/ 387 h 387"/>
                    <a:gd name="T4" fmla="*/ 387 w 387"/>
                    <a:gd name="T5" fmla="*/ 387 h 387"/>
                    <a:gd name="T6" fmla="*/ 0 w 387"/>
                    <a:gd name="T7" fmla="*/ 0 h 387"/>
                    <a:gd name="T8" fmla="*/ 0 w 387"/>
                    <a:gd name="T9" fmla="*/ 168 h 387"/>
                  </a:gdLst>
                  <a:ahLst/>
                  <a:cxnLst>
                    <a:cxn ang="0">
                      <a:pos x="T0" y="T1"/>
                    </a:cxn>
                    <a:cxn ang="0">
                      <a:pos x="T2" y="T3"/>
                    </a:cxn>
                    <a:cxn ang="0">
                      <a:pos x="T4" y="T5"/>
                    </a:cxn>
                    <a:cxn ang="0">
                      <a:pos x="T6" y="T7"/>
                    </a:cxn>
                    <a:cxn ang="0">
                      <a:pos x="T8" y="T9"/>
                    </a:cxn>
                  </a:cxnLst>
                  <a:rect l="0" t="0" r="r" b="b"/>
                  <a:pathLst>
                    <a:path w="387" h="387">
                      <a:moveTo>
                        <a:pt x="0" y="168"/>
                      </a:moveTo>
                      <a:cubicBezTo>
                        <a:pt x="120" y="170"/>
                        <a:pt x="216" y="267"/>
                        <a:pt x="218" y="387"/>
                      </a:cubicBezTo>
                      <a:cubicBezTo>
                        <a:pt x="387" y="387"/>
                        <a:pt x="387" y="387"/>
                        <a:pt x="387" y="387"/>
                      </a:cubicBezTo>
                      <a:cubicBezTo>
                        <a:pt x="385" y="174"/>
                        <a:pt x="213" y="2"/>
                        <a:pt x="0" y="0"/>
                      </a:cubicBezTo>
                      <a:lnTo>
                        <a:pt x="0" y="168"/>
                      </a:lnTo>
                      <a:close/>
                    </a:path>
                  </a:pathLst>
                </a:custGeom>
                <a:solidFill>
                  <a:schemeClr val="accent4"/>
                </a:solidFill>
                <a:ln w="9525">
                  <a:noFill/>
                  <a:round/>
                </a:ln>
              </p:spPr>
              <p:txBody>
                <a:bodyPr vert="horz" wrap="square" lIns="91440" tIns="45720" rIns="91440" bIns="45720" numCol="1" anchor="t" anchorCtr="0" compatLnSpc="1"/>
                <a:lstStyle/>
                <a:p>
                  <a:pPr algn="ctr" defTabSz="957580" fontAlgn="auto">
                    <a:spcBef>
                      <a:spcPts val="0"/>
                    </a:spcBef>
                    <a:spcAft>
                      <a:spcPts val="0"/>
                    </a:spcAft>
                    <a:defRPr/>
                  </a:pPr>
                  <a:endParaRPr lang="en-AU" sz="2100" kern="0"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37" name="Freeform 41"/>
                <p:cNvSpPr/>
                <p:nvPr>
                  <p:custDataLst>
                    <p:tags r:id="rId22"/>
                  </p:custDataLst>
                </p:nvPr>
              </p:nvSpPr>
              <p:spPr bwMode="auto">
                <a:xfrm rot="2700000">
                  <a:off x="2630457" y="2871009"/>
                  <a:ext cx="1421753" cy="1465111"/>
                </a:xfrm>
                <a:custGeom>
                  <a:avLst/>
                  <a:gdLst>
                    <a:gd name="T0" fmla="*/ 387 w 387"/>
                    <a:gd name="T1" fmla="*/ 219 h 387"/>
                    <a:gd name="T2" fmla="*/ 168 w 387"/>
                    <a:gd name="T3" fmla="*/ 0 h 387"/>
                    <a:gd name="T4" fmla="*/ 0 w 387"/>
                    <a:gd name="T5" fmla="*/ 0 h 387"/>
                    <a:gd name="T6" fmla="*/ 387 w 387"/>
                    <a:gd name="T7" fmla="*/ 387 h 387"/>
                    <a:gd name="T8" fmla="*/ 387 w 387"/>
                    <a:gd name="T9" fmla="*/ 219 h 387"/>
                  </a:gdLst>
                  <a:ahLst/>
                  <a:cxnLst>
                    <a:cxn ang="0">
                      <a:pos x="T0" y="T1"/>
                    </a:cxn>
                    <a:cxn ang="0">
                      <a:pos x="T2" y="T3"/>
                    </a:cxn>
                    <a:cxn ang="0">
                      <a:pos x="T4" y="T5"/>
                    </a:cxn>
                    <a:cxn ang="0">
                      <a:pos x="T6" y="T7"/>
                    </a:cxn>
                    <a:cxn ang="0">
                      <a:pos x="T8" y="T9"/>
                    </a:cxn>
                  </a:cxnLst>
                  <a:rect l="0" t="0" r="r" b="b"/>
                  <a:pathLst>
                    <a:path w="387" h="387">
                      <a:moveTo>
                        <a:pt x="387" y="219"/>
                      </a:moveTo>
                      <a:cubicBezTo>
                        <a:pt x="267" y="217"/>
                        <a:pt x="170" y="120"/>
                        <a:pt x="168" y="0"/>
                      </a:cubicBezTo>
                      <a:cubicBezTo>
                        <a:pt x="0" y="0"/>
                        <a:pt x="0" y="0"/>
                        <a:pt x="0" y="0"/>
                      </a:cubicBezTo>
                      <a:cubicBezTo>
                        <a:pt x="2" y="213"/>
                        <a:pt x="174" y="385"/>
                        <a:pt x="387" y="387"/>
                      </a:cubicBezTo>
                      <a:lnTo>
                        <a:pt x="387" y="219"/>
                      </a:lnTo>
                      <a:close/>
                    </a:path>
                  </a:pathLst>
                </a:custGeom>
                <a:solidFill>
                  <a:schemeClr val="accent5"/>
                </a:solidFill>
                <a:ln w="9525">
                  <a:noFill/>
                  <a:round/>
                </a:ln>
              </p:spPr>
              <p:txBody>
                <a:bodyPr vert="horz" wrap="square" lIns="91440" tIns="45720" rIns="91440" bIns="45720" numCol="1" anchor="t" anchorCtr="0" compatLnSpc="1"/>
                <a:lstStyle/>
                <a:p>
                  <a:pPr algn="ctr" defTabSz="957580" fontAlgn="auto">
                    <a:spcBef>
                      <a:spcPts val="0"/>
                    </a:spcBef>
                    <a:spcAft>
                      <a:spcPts val="0"/>
                    </a:spcAft>
                    <a:defRPr/>
                  </a:pPr>
                  <a:endParaRPr lang="en-AU" sz="2100" kern="0" dirty="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38" name="Rectangle 13"/>
                <p:cNvSpPr/>
                <p:nvPr>
                  <p:custDataLst>
                    <p:tags r:id="rId23"/>
                  </p:custDataLst>
                </p:nvPr>
              </p:nvSpPr>
              <p:spPr bwMode="auto">
                <a:xfrm rot="16200000">
                  <a:off x="2504618" y="3295122"/>
                  <a:ext cx="1411497" cy="585355"/>
                </a:xfrm>
                <a:prstGeom prst="rect">
                  <a:avLst/>
                </a:prstGeom>
                <a:no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lstStyle/>
                <a:p>
                  <a:pPr algn="ctr" defTabSz="957580" eaLnBrk="0" fontAlgn="auto" hangingPunct="0">
                    <a:lnSpc>
                      <a:spcPct val="80000"/>
                    </a:lnSpc>
                    <a:spcBef>
                      <a:spcPts val="0"/>
                    </a:spcBef>
                    <a:spcAft>
                      <a:spcPts val="0"/>
                    </a:spcAft>
                    <a:defRPr/>
                  </a:pPr>
                  <a:r>
                    <a:rPr lang="zh-CN" altLang="en-US" sz="1400" b="1" kern="0" dirty="0">
                      <a:solidFill>
                        <a:schemeClr val="lt1"/>
                      </a:solidFill>
                      <a:cs typeface="Arial" panose="020B0604020202020204" pitchFamily="34" charset="0"/>
                    </a:rPr>
                    <a:t>技术</a:t>
                  </a:r>
                  <a:endParaRPr lang="zh-CN" altLang="en-US" sz="1400" b="1" kern="0" dirty="0">
                    <a:solidFill>
                      <a:schemeClr val="lt1"/>
                    </a:solidFill>
                    <a:cs typeface="Arial" panose="020B0604020202020204" pitchFamily="34" charset="0"/>
                  </a:endParaRPr>
                </a:p>
              </p:txBody>
            </p:sp>
            <p:sp>
              <p:nvSpPr>
                <p:cNvPr id="39" name="Rectangle 14"/>
                <p:cNvSpPr/>
                <p:nvPr>
                  <p:custDataLst>
                    <p:tags r:id="rId24"/>
                  </p:custDataLst>
                </p:nvPr>
              </p:nvSpPr>
              <p:spPr bwMode="auto">
                <a:xfrm rot="5400000">
                  <a:off x="4892705" y="3295122"/>
                  <a:ext cx="1204462" cy="585355"/>
                </a:xfrm>
                <a:prstGeom prst="rect">
                  <a:avLst/>
                </a:prstGeom>
                <a:no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lstStyle/>
                <a:p>
                  <a:pPr algn="ctr" defTabSz="957580" eaLnBrk="0" fontAlgn="auto" hangingPunct="0">
                    <a:lnSpc>
                      <a:spcPct val="80000"/>
                    </a:lnSpc>
                    <a:spcBef>
                      <a:spcPts val="0"/>
                    </a:spcBef>
                    <a:spcAft>
                      <a:spcPts val="0"/>
                    </a:spcAft>
                    <a:defRPr/>
                  </a:pPr>
                  <a:r>
                    <a:rPr lang="zh-CN" altLang="en-US" sz="1400" b="1" kern="0" dirty="0">
                      <a:solidFill>
                        <a:prstClr val="white"/>
                      </a:solidFill>
                      <a:cs typeface="Arial" panose="020B0604020202020204" pitchFamily="34" charset="0"/>
                    </a:rPr>
                    <a:t>制度</a:t>
                  </a:r>
                  <a:endParaRPr lang="zh-CN" altLang="en-US" sz="1400" b="1" kern="0" dirty="0">
                    <a:solidFill>
                      <a:prstClr val="white"/>
                    </a:solidFill>
                    <a:cs typeface="Arial" panose="020B0604020202020204" pitchFamily="34" charset="0"/>
                  </a:endParaRPr>
                </a:p>
              </p:txBody>
            </p:sp>
            <p:sp>
              <p:nvSpPr>
                <p:cNvPr id="40" name="Rectangle 16"/>
                <p:cNvSpPr/>
                <p:nvPr>
                  <p:custDataLst>
                    <p:tags r:id="rId25"/>
                  </p:custDataLst>
                </p:nvPr>
              </p:nvSpPr>
              <p:spPr bwMode="auto">
                <a:xfrm>
                  <a:off x="3761156" y="2221268"/>
                  <a:ext cx="1220443" cy="564317"/>
                </a:xfrm>
                <a:prstGeom prst="rect">
                  <a:avLst/>
                </a:prstGeom>
                <a:no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lstStyle/>
                <a:p>
                  <a:pPr algn="ctr" defTabSz="957580" eaLnBrk="0" fontAlgn="auto" hangingPunct="0">
                    <a:lnSpc>
                      <a:spcPct val="80000"/>
                    </a:lnSpc>
                    <a:spcBef>
                      <a:spcPts val="0"/>
                    </a:spcBef>
                    <a:spcAft>
                      <a:spcPts val="0"/>
                    </a:spcAft>
                    <a:defRPr/>
                  </a:pPr>
                  <a:r>
                    <a:rPr lang="zh-CN" altLang="en-US" sz="1400" b="1" kern="0" dirty="0">
                      <a:solidFill>
                        <a:schemeClr val="bg1"/>
                      </a:solidFill>
                      <a:cs typeface="Arial" panose="020B0604020202020204" pitchFamily="34" charset="0"/>
                    </a:rPr>
                    <a:t>组织</a:t>
                  </a:r>
                  <a:endParaRPr lang="zh-CN" altLang="en-US" sz="1400" b="1" kern="0" dirty="0">
                    <a:solidFill>
                      <a:schemeClr val="bg1"/>
                    </a:solidFill>
                    <a:cs typeface="Arial" panose="020B0604020202020204" pitchFamily="34" charset="0"/>
                  </a:endParaRPr>
                </a:p>
              </p:txBody>
            </p:sp>
            <p:sp>
              <p:nvSpPr>
                <p:cNvPr id="41" name="Rectangle 17"/>
                <p:cNvSpPr/>
                <p:nvPr>
                  <p:custDataLst>
                    <p:tags r:id="rId26"/>
                  </p:custDataLst>
                </p:nvPr>
              </p:nvSpPr>
              <p:spPr bwMode="auto">
                <a:xfrm>
                  <a:off x="3743566" y="4422991"/>
                  <a:ext cx="1255622" cy="564317"/>
                </a:xfrm>
                <a:prstGeom prst="rect">
                  <a:avLst/>
                </a:prstGeom>
                <a:no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lstStyle/>
                <a:p>
                  <a:pPr algn="ctr" defTabSz="957580" eaLnBrk="0" fontAlgn="auto" hangingPunct="0">
                    <a:lnSpc>
                      <a:spcPct val="80000"/>
                    </a:lnSpc>
                    <a:spcBef>
                      <a:spcPts val="0"/>
                    </a:spcBef>
                    <a:spcAft>
                      <a:spcPts val="0"/>
                    </a:spcAft>
                    <a:defRPr/>
                  </a:pPr>
                  <a:r>
                    <a:rPr lang="zh-CN" altLang="en-US" sz="1400" b="1" kern="0" dirty="0">
                      <a:solidFill>
                        <a:schemeClr val="tx1"/>
                      </a:solidFill>
                      <a:cs typeface="Arial" panose="020B0604020202020204" pitchFamily="34" charset="0"/>
                    </a:rPr>
                    <a:t>流程</a:t>
                  </a:r>
                  <a:endParaRPr lang="zh-CN" altLang="en-US" sz="1400" b="1" kern="0" dirty="0">
                    <a:solidFill>
                      <a:schemeClr val="tx1"/>
                    </a:solidFill>
                    <a:cs typeface="Arial" panose="020B0604020202020204" pitchFamily="34" charset="0"/>
                  </a:endParaRPr>
                </a:p>
              </p:txBody>
            </p:sp>
          </p:grpSp>
        </p:grpSp>
        <p:sp>
          <p:nvSpPr>
            <p:cNvPr id="31" name="椭圆 30"/>
            <p:cNvSpPr/>
            <p:nvPr>
              <p:custDataLst>
                <p:tags r:id="rId27"/>
              </p:custDataLst>
            </p:nvPr>
          </p:nvSpPr>
          <p:spPr>
            <a:xfrm>
              <a:off x="4380439" y="2854614"/>
              <a:ext cx="2077413" cy="2055375"/>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grpSp>
      <p:sp>
        <p:nvSpPr>
          <p:cNvPr id="42" name="TextBox 4"/>
          <p:cNvSpPr txBox="1">
            <a:spLocks noChangeArrowheads="1"/>
          </p:cNvSpPr>
          <p:nvPr>
            <p:custDataLst>
              <p:tags r:id="rId28"/>
            </p:custDataLst>
          </p:nvPr>
        </p:nvSpPr>
        <p:spPr bwMode="auto">
          <a:xfrm>
            <a:off x="706755" y="1052830"/>
            <a:ext cx="5297170" cy="29190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5780" tIns="47890" rIns="95780" bIns="4789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lnSpc>
                <a:spcPct val="150000"/>
              </a:lnSpc>
              <a:spcBef>
                <a:spcPts val="600"/>
              </a:spcBef>
              <a:spcAft>
                <a:spcPts val="600"/>
              </a:spcAft>
              <a:buFont typeface="Wingdings" panose="05000000000000000000" pitchFamily="2" charset="2"/>
              <a:buChar char="Ø"/>
            </a:pPr>
            <a:r>
              <a:rPr lang="zh-CN" altLang="en-US" sz="1700" b="1" dirty="0">
                <a:solidFill>
                  <a:schemeClr val="tx1"/>
                </a:solidFill>
                <a:latin typeface="+mn-lt"/>
                <a:ea typeface="+mn-ea"/>
              </a:rPr>
              <a:t>  数据管理能力成熟度模型</a:t>
            </a:r>
            <a:r>
              <a:rPr lang="zh-CN" altLang="en-US" sz="1600" dirty="0">
                <a:solidFill>
                  <a:schemeClr val="tx1"/>
                </a:solidFill>
                <a:latin typeface="+mn-lt"/>
                <a:ea typeface="+mn-ea"/>
              </a:rPr>
              <a:t>（</a:t>
            </a:r>
            <a:r>
              <a:rPr lang="en-US" altLang="zh-CN" sz="1600" dirty="0">
                <a:solidFill>
                  <a:schemeClr val="tx1"/>
                </a:solidFill>
                <a:latin typeface="+mn-lt"/>
                <a:ea typeface="+mn-ea"/>
              </a:rPr>
              <a:t> Data management Capability Maturity Model </a:t>
            </a:r>
            <a:r>
              <a:rPr lang="zh-CN" altLang="en-US" sz="1600" dirty="0">
                <a:solidFill>
                  <a:schemeClr val="tx1"/>
                </a:solidFill>
                <a:latin typeface="+mn-lt"/>
                <a:ea typeface="+mn-ea"/>
              </a:rPr>
              <a:t>，</a:t>
            </a:r>
            <a:r>
              <a:rPr lang="en-US" altLang="zh-CN" sz="1600" dirty="0">
                <a:solidFill>
                  <a:schemeClr val="tx1"/>
                </a:solidFill>
                <a:latin typeface="+mn-lt"/>
                <a:ea typeface="+mn-ea"/>
              </a:rPr>
              <a:t>DCMM</a:t>
            </a:r>
            <a:r>
              <a:rPr lang="zh-CN" altLang="en-US" sz="1600" dirty="0">
                <a:solidFill>
                  <a:schemeClr val="tx1"/>
                </a:solidFill>
                <a:latin typeface="+mn-lt"/>
                <a:ea typeface="+mn-ea"/>
              </a:rPr>
              <a:t>）</a:t>
            </a:r>
            <a:r>
              <a:rPr lang="zh-CN" altLang="en-US" sz="1700" dirty="0">
                <a:solidFill>
                  <a:schemeClr val="tx1"/>
                </a:solidFill>
                <a:latin typeface="+mn-lt"/>
                <a:ea typeface="+mn-ea"/>
              </a:rPr>
              <a:t>：针对一个组织数据管理、应用能力的评估框架，通过数据能力成熟度模型，组织可以清楚的定义数据当前所处的发展阶段以及和未来发展方向。</a:t>
            </a:r>
            <a:endParaRPr lang="en-US" altLang="zh-CN" sz="1700" dirty="0">
              <a:solidFill>
                <a:schemeClr val="tx1"/>
              </a:solidFill>
              <a:latin typeface="+mn-lt"/>
              <a:ea typeface="+mn-ea"/>
            </a:endParaRPr>
          </a:p>
          <a:p>
            <a:pPr lvl="1">
              <a:lnSpc>
                <a:spcPct val="150000"/>
              </a:lnSpc>
              <a:buFont typeface="Arial" panose="020B0604020202020204" pitchFamily="34" charset="0"/>
              <a:buChar char="•"/>
            </a:pPr>
            <a:endParaRPr lang="en-US" altLang="zh-CN" sz="1700" dirty="0">
              <a:solidFill>
                <a:schemeClr val="tx1"/>
              </a:solidFill>
              <a:latin typeface="+mn-lt"/>
              <a:ea typeface="+mn-ea"/>
            </a:endParaRPr>
          </a:p>
          <a:p>
            <a:pPr>
              <a:lnSpc>
                <a:spcPct val="150000"/>
              </a:lnSpc>
            </a:pPr>
            <a:r>
              <a:rPr lang="en-US" altLang="zh-CN" sz="1700" dirty="0">
                <a:solidFill>
                  <a:schemeClr val="tx1"/>
                </a:solidFill>
                <a:latin typeface="+mn-lt"/>
                <a:ea typeface="+mn-ea"/>
              </a:rPr>
              <a:t>      </a:t>
            </a:r>
            <a:endParaRPr lang="en-US" altLang="zh-CN" sz="1700" dirty="0">
              <a:solidFill>
                <a:schemeClr val="tx1"/>
              </a:solidFill>
              <a:latin typeface="+mn-lt"/>
              <a:ea typeface="+mn-ea"/>
            </a:endParaRPr>
          </a:p>
        </p:txBody>
      </p:sp>
      <p:sp>
        <p:nvSpPr>
          <p:cNvPr id="44" name="TextBox 43"/>
          <p:cNvSpPr txBox="1"/>
          <p:nvPr>
            <p:custDataLst>
              <p:tags r:id="rId29"/>
            </p:custDataLst>
          </p:nvPr>
        </p:nvSpPr>
        <p:spPr>
          <a:xfrm>
            <a:off x="6846028" y="3901643"/>
            <a:ext cx="3422015" cy="310515"/>
          </a:xfrm>
          <a:prstGeom prst="rect">
            <a:avLst/>
          </a:prstGeom>
          <a:noFill/>
        </p:spPr>
        <p:txBody>
          <a:bodyPr wrap="none" lIns="95780" tIns="47890" rIns="95780" bIns="47890" rtlCol="0">
            <a:spAutoFit/>
          </a:bodyPr>
          <a:lstStyle/>
          <a:p>
            <a:r>
              <a:rPr lang="zh-CN" altLang="en-US" sz="1400" b="1" dirty="0">
                <a:solidFill>
                  <a:schemeClr val="tx1"/>
                </a:solidFill>
              </a:rPr>
              <a:t>图</a:t>
            </a:r>
            <a:r>
              <a:rPr lang="en-US" altLang="zh-CN" sz="1400" b="1" dirty="0">
                <a:solidFill>
                  <a:schemeClr val="tx1"/>
                </a:solidFill>
              </a:rPr>
              <a:t>1  </a:t>
            </a:r>
            <a:r>
              <a:rPr lang="zh-CN" altLang="en-US" sz="1400" b="1" dirty="0">
                <a:solidFill>
                  <a:schemeClr val="tx1"/>
                </a:solidFill>
              </a:rPr>
              <a:t>数据管理能力成熟度评价模型框架图</a:t>
            </a:r>
            <a:endParaRPr lang="zh-CN" altLang="en-US" sz="1400" b="1" dirty="0">
              <a:solidFill>
                <a:schemeClr val="tx1"/>
              </a:solidFill>
            </a:endParaRPr>
          </a:p>
        </p:txBody>
      </p:sp>
      <p:pic>
        <p:nvPicPr>
          <p:cNvPr id="45" name="Picture 2"/>
          <p:cNvPicPr>
            <a:picLocks noChangeAspect="1" noChangeArrowheads="1"/>
          </p:cNvPicPr>
          <p:nvPr>
            <p:custDataLst>
              <p:tags r:id="rId30"/>
            </p:custDataLst>
          </p:nvPr>
        </p:nvPicPr>
        <p:blipFill>
          <a:blip r:embed="rId31" cstate="print">
            <a:extLst>
              <a:ext uri="{28A0092B-C50C-407E-A947-70E740481C1C}">
                <a14:useLocalDpi xmlns:a14="http://schemas.microsoft.com/office/drawing/2010/main" val="0"/>
              </a:ext>
            </a:extLst>
          </a:blip>
          <a:srcRect/>
          <a:stretch>
            <a:fillRect/>
          </a:stretch>
        </p:blipFill>
        <p:spPr bwMode="auto">
          <a:xfrm>
            <a:off x="737870" y="3573145"/>
            <a:ext cx="4991735" cy="26600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7" name="矩形 46"/>
          <p:cNvSpPr/>
          <p:nvPr>
            <p:custDataLst>
              <p:tags r:id="rId32"/>
            </p:custDataLst>
          </p:nvPr>
        </p:nvSpPr>
        <p:spPr>
          <a:xfrm>
            <a:off x="6240016" y="4437112"/>
            <a:ext cx="4392488" cy="1568450"/>
          </a:xfrm>
          <a:prstGeom prst="rect">
            <a:avLst/>
          </a:prstGeom>
        </p:spPr>
        <p:txBody>
          <a:bodyPr wrap="square">
            <a:normAutofit/>
          </a:bodyPr>
          <a:lstStyle/>
          <a:p>
            <a:pPr>
              <a:lnSpc>
                <a:spcPct val="150000"/>
              </a:lnSpc>
              <a:spcBef>
                <a:spcPts val="600"/>
              </a:spcBef>
              <a:buFont typeface="Wingdings" panose="05000000000000000000" pitchFamily="2" charset="2"/>
              <a:buChar char="Ø"/>
            </a:pPr>
            <a:r>
              <a:rPr lang="en-US" altLang="zh-CN" sz="1600" b="1" dirty="0">
                <a:solidFill>
                  <a:schemeClr val="tx1"/>
                </a:solidFill>
              </a:rPr>
              <a:t>DCMM</a:t>
            </a:r>
            <a:r>
              <a:rPr lang="zh-CN" altLang="en-US" sz="1600" b="1" dirty="0">
                <a:solidFill>
                  <a:schemeClr val="tx1"/>
                </a:solidFill>
              </a:rPr>
              <a:t>建设特点：</a:t>
            </a:r>
            <a:endParaRPr lang="en-US" altLang="zh-CN" sz="1600" b="1" dirty="0">
              <a:solidFill>
                <a:schemeClr val="tx1"/>
              </a:solidFill>
            </a:endParaRPr>
          </a:p>
          <a:p>
            <a:pPr marL="215900" lvl="1" algn="just">
              <a:lnSpc>
                <a:spcPct val="150000"/>
              </a:lnSpc>
              <a:buFont typeface="Wingdings" panose="05000000000000000000" pitchFamily="2" charset="2"/>
              <a:buChar char="u"/>
            </a:pPr>
            <a:r>
              <a:rPr lang="zh-CN" altLang="en-US" sz="1600" dirty="0">
                <a:solidFill>
                  <a:schemeClr val="tx1"/>
                </a:solidFill>
              </a:rPr>
              <a:t>充分借鉴国际理论框架、方法</a:t>
            </a:r>
            <a:endParaRPr lang="en-US" altLang="zh-CN" sz="1600" dirty="0">
              <a:solidFill>
                <a:schemeClr val="tx1"/>
              </a:solidFill>
            </a:endParaRPr>
          </a:p>
          <a:p>
            <a:pPr marL="215900" lvl="1" algn="just">
              <a:lnSpc>
                <a:spcPct val="150000"/>
              </a:lnSpc>
              <a:buFont typeface="Wingdings" panose="05000000000000000000" pitchFamily="2" charset="2"/>
              <a:buChar char="u"/>
            </a:pPr>
            <a:r>
              <a:rPr lang="zh-CN" altLang="en-US" sz="1600" dirty="0">
                <a:solidFill>
                  <a:schemeClr val="tx1"/>
                </a:solidFill>
              </a:rPr>
              <a:t>充分考虑国内数据治理情况的发展</a:t>
            </a:r>
            <a:endParaRPr lang="en-US" altLang="zh-CN" sz="1600" dirty="0">
              <a:solidFill>
                <a:schemeClr val="tx1"/>
              </a:solidFill>
            </a:endParaRPr>
          </a:p>
          <a:p>
            <a:pPr marL="215900" lvl="1" algn="just">
              <a:lnSpc>
                <a:spcPct val="150000"/>
              </a:lnSpc>
              <a:buFont typeface="Wingdings" panose="05000000000000000000" pitchFamily="2" charset="2"/>
              <a:buChar char="u"/>
            </a:pPr>
            <a:r>
              <a:rPr lang="zh-CN" altLang="en-US" sz="1600" dirty="0">
                <a:solidFill>
                  <a:schemeClr val="tx1"/>
                </a:solidFill>
              </a:rPr>
              <a:t>围绕模型的开发建立完善的配套评估体系</a:t>
            </a:r>
            <a:endParaRPr lang="zh-CN" altLang="en-US" sz="1600" dirty="0">
              <a:solidFill>
                <a:schemeClr val="tx1"/>
              </a:solidFill>
            </a:endParaRPr>
          </a:p>
        </p:txBody>
      </p:sp>
      <p:sp>
        <p:nvSpPr>
          <p:cNvPr id="48" name="TextBox 47"/>
          <p:cNvSpPr txBox="1"/>
          <p:nvPr>
            <p:custDataLst>
              <p:tags r:id="rId33"/>
            </p:custDataLst>
          </p:nvPr>
        </p:nvSpPr>
        <p:spPr>
          <a:xfrm>
            <a:off x="3099679" y="6165304"/>
            <a:ext cx="2529840" cy="310515"/>
          </a:xfrm>
          <a:prstGeom prst="rect">
            <a:avLst/>
          </a:prstGeom>
          <a:noFill/>
        </p:spPr>
        <p:txBody>
          <a:bodyPr wrap="none" lIns="95780" tIns="47890" rIns="95780" bIns="47890" rtlCol="0">
            <a:spAutoFit/>
          </a:bodyPr>
          <a:lstStyle/>
          <a:p>
            <a:r>
              <a:rPr lang="zh-CN" altLang="en-US" sz="1400" b="1" dirty="0">
                <a:solidFill>
                  <a:schemeClr val="tx1"/>
                </a:solidFill>
              </a:rPr>
              <a:t>图</a:t>
            </a:r>
            <a:r>
              <a:rPr lang="en-US" altLang="zh-CN" sz="1400" b="1" dirty="0">
                <a:solidFill>
                  <a:schemeClr val="tx1"/>
                </a:solidFill>
              </a:rPr>
              <a:t>2  </a:t>
            </a:r>
            <a:r>
              <a:rPr lang="zh-CN" altLang="en-US" sz="1400" b="1" dirty="0">
                <a:solidFill>
                  <a:schemeClr val="tx1"/>
                </a:solidFill>
              </a:rPr>
              <a:t>数据能力成熟度等级划分</a:t>
            </a:r>
            <a:endParaRPr lang="zh-CN" altLang="en-US" sz="1400" b="1" dirty="0">
              <a:solidFill>
                <a:schemeClr val="tx1"/>
              </a:solidFill>
            </a:endParaRPr>
          </a:p>
        </p:txBody>
      </p:sp>
      <p:sp>
        <p:nvSpPr>
          <p:cNvPr id="11" name="标题 10"/>
          <p:cNvSpPr>
            <a:spLocks noGrp="1"/>
          </p:cNvSpPr>
          <p:nvPr>
            <p:ph type="title"/>
            <p:custDataLst>
              <p:tags r:id="rId34"/>
            </p:custDataLst>
          </p:nvPr>
        </p:nvSpPr>
        <p:spPr/>
        <p:txBody>
          <a:bodyPr vert="horz" lIns="91440" tIns="45720" rIns="91440" bIns="45720" rtlCol="0" anchor="ctr">
            <a:normAutofit/>
          </a:bodyPr>
          <a:p>
            <a:pPr lvl="0" algn="l">
              <a:buClrTx/>
              <a:buSzTx/>
              <a:buFontTx/>
            </a:pPr>
            <a:r>
              <a:rPr lang="zh-CN" altLang="en-US" smtClean="0">
                <a:sym typeface="+mn-ea"/>
              </a:rPr>
              <a:t>企业能力提升：数据管理能力成熟度评价模型（</a:t>
            </a:r>
            <a:r>
              <a:rPr lang="zh-CN" altLang="en-US" smtClean="0">
                <a:sym typeface="+mn-ea"/>
              </a:rPr>
              <a:t>DCMM</a:t>
            </a:r>
            <a:r>
              <a:rPr lang="zh-CN" altLang="en-US" smtClean="0">
                <a:sym typeface="+mn-ea"/>
              </a:rPr>
              <a:t>）</a:t>
            </a:r>
            <a:endParaRPr lang="zh-CN" altLang="en-US" smtClean="0">
              <a:sym typeface="+mn-ea"/>
            </a:endParaRPr>
          </a:p>
        </p:txBody>
      </p:sp>
    </p:spTree>
    <p:custDataLst>
      <p:tags r:id="rId35"/>
    </p:custDataLst>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组合 11"/>
          <p:cNvGrpSpPr/>
          <p:nvPr/>
        </p:nvGrpSpPr>
        <p:grpSpPr>
          <a:xfrm>
            <a:off x="605790" y="1419860"/>
            <a:ext cx="11134090" cy="4816475"/>
            <a:chOff x="2400" y="2236"/>
            <a:chExt cx="14400" cy="7585"/>
          </a:xfrm>
        </p:grpSpPr>
        <p:grpSp>
          <p:nvGrpSpPr>
            <p:cNvPr id="31747" name="组合 24"/>
            <p:cNvGrpSpPr/>
            <p:nvPr/>
          </p:nvGrpSpPr>
          <p:grpSpPr bwMode="auto">
            <a:xfrm>
              <a:off x="2400" y="2236"/>
              <a:ext cx="14400" cy="6493"/>
              <a:chOff x="-2412777" y="1176885"/>
              <a:chExt cx="14340345" cy="3092912"/>
            </a:xfrm>
          </p:grpSpPr>
          <p:sp>
            <p:nvSpPr>
              <p:cNvPr id="31749" name="右箭头 4"/>
              <p:cNvSpPr>
                <a:spLocks noChangeArrowheads="1"/>
              </p:cNvSpPr>
              <p:nvPr/>
            </p:nvSpPr>
            <p:spPr bwMode="auto">
              <a:xfrm>
                <a:off x="-2412777" y="1315385"/>
                <a:ext cx="14340345" cy="1080120"/>
              </a:xfrm>
              <a:prstGeom prst="rightArrow">
                <a:avLst>
                  <a:gd name="adj1" fmla="val 50000"/>
                  <a:gd name="adj2" fmla="val 27506"/>
                </a:avLst>
              </a:prstGeom>
              <a:solidFill>
                <a:schemeClr val="accent2"/>
              </a:solidFill>
              <a:ln>
                <a:noFill/>
              </a:ln>
              <a:extLst>
                <a:ext uri="{91240B29-F687-4F45-9708-019B960494DF}">
                  <a14:hiddenLine xmlns:a14="http://schemas.microsoft.com/office/drawing/2010/main" w="9525">
                    <a:solidFill>
                      <a:srgbClr val="000000"/>
                    </a:solidFill>
                    <a:round/>
                  </a14:hiddenLine>
                </a:ext>
              </a:extLst>
            </p:spPr>
            <p:txBody>
              <a:bodyPr/>
              <a:lstStyle>
                <a:lvl1pPr eaLnBrk="0" hangingPunct="0">
                  <a:spcBef>
                    <a:spcPct val="20000"/>
                  </a:spcBef>
                  <a:buChar char="•"/>
                  <a:defRPr sz="2800">
                    <a:solidFill>
                      <a:schemeClr val="tx1"/>
                    </a:solidFill>
                    <a:latin typeface="微软雅黑" panose="020B0503020204020204" pitchFamily="34" charset="-122"/>
                    <a:ea typeface="微软雅黑" panose="020B0503020204020204" pitchFamily="34" charset="-122"/>
                  </a:defRPr>
                </a:lvl1pPr>
                <a:lvl2pPr marL="742950" indent="-285750" eaLnBrk="0" hangingPunct="0">
                  <a:spcBef>
                    <a:spcPct val="20000"/>
                  </a:spcBef>
                  <a:buChar char="–"/>
                  <a:defRPr sz="2400">
                    <a:solidFill>
                      <a:schemeClr val="tx1"/>
                    </a:solidFill>
                    <a:latin typeface="微软雅黑" panose="020B0503020204020204" pitchFamily="34" charset="-122"/>
                    <a:ea typeface="微软雅黑" panose="020B0503020204020204" pitchFamily="34" charset="-122"/>
                  </a:defRPr>
                </a:lvl2pPr>
                <a:lvl3pPr marL="1143000" indent="-228600" eaLnBrk="0" hangingPunct="0">
                  <a:spcBef>
                    <a:spcPct val="20000"/>
                  </a:spcBef>
                  <a:buChar char="•"/>
                  <a:defRPr sz="2000">
                    <a:solidFill>
                      <a:schemeClr val="tx1"/>
                    </a:solidFill>
                    <a:latin typeface="微软雅黑" panose="020B0503020204020204" pitchFamily="34" charset="-122"/>
                    <a:ea typeface="微软雅黑" panose="020B0503020204020204" pitchFamily="34" charset="-122"/>
                  </a:defRPr>
                </a:lvl3pPr>
                <a:lvl4pPr marL="1600200" indent="-228600" eaLnBrk="0" hangingPunct="0">
                  <a:spcBef>
                    <a:spcPct val="20000"/>
                  </a:spcBef>
                  <a:buChar char="–"/>
                  <a:defRPr>
                    <a:solidFill>
                      <a:schemeClr val="tx1"/>
                    </a:solidFill>
                    <a:latin typeface="微软雅黑" panose="020B0503020204020204" pitchFamily="34" charset="-122"/>
                    <a:ea typeface="微软雅黑" panose="020B0503020204020204" pitchFamily="34" charset="-122"/>
                  </a:defRPr>
                </a:lvl4pPr>
                <a:lvl5pPr marL="2057400" indent="-228600" eaLnBrk="0" hangingPunct="0">
                  <a:spcBef>
                    <a:spcPct val="20000"/>
                  </a:spcBef>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a:solidFill>
                      <a:schemeClr val="tx1"/>
                    </a:solidFill>
                    <a:latin typeface="微软雅黑" panose="020B0503020204020204" pitchFamily="34" charset="-122"/>
                    <a:ea typeface="微软雅黑" panose="020B0503020204020204" pitchFamily="34" charset="-122"/>
                  </a:defRPr>
                </a:lvl9pPr>
              </a:lstStyle>
              <a:p>
                <a:pPr algn="r" eaLnBrk="1" hangingPunct="1">
                  <a:spcBef>
                    <a:spcPct val="0"/>
                  </a:spcBef>
                  <a:buFontTx/>
                  <a:buNone/>
                </a:pPr>
                <a:endParaRPr lang="zh-CN" altLang="en-US" sz="1600">
                  <a:solidFill>
                    <a:schemeClr val="tx1"/>
                  </a:solidFill>
                  <a:latin typeface="+mn-lt"/>
                  <a:ea typeface="+mn-ea"/>
                </a:endParaRPr>
              </a:p>
            </p:txBody>
          </p:sp>
          <p:sp>
            <p:nvSpPr>
              <p:cNvPr id="6" name="圆角矩形 5"/>
              <p:cNvSpPr/>
              <p:nvPr/>
            </p:nvSpPr>
            <p:spPr bwMode="auto">
              <a:xfrm>
                <a:off x="635203" y="1891672"/>
                <a:ext cx="2409470" cy="2372171"/>
              </a:xfrm>
              <a:prstGeom prst="roundRect">
                <a:avLst>
                  <a:gd name="adj" fmla="val 6589"/>
                </a:avLst>
              </a:prstGeom>
              <a:solidFill>
                <a:schemeClr val="bg1"/>
              </a:solidFill>
              <a:ln>
                <a:solidFill>
                  <a:schemeClr val="accent1">
                    <a:lumMod val="90000"/>
                  </a:schemeClr>
                </a:solidFill>
                <a:headEnd type="none" w="med" len="med"/>
                <a:tailEnd type="none" w="med" len="med"/>
              </a:ln>
            </p:spPr>
            <p:style>
              <a:lnRef idx="1">
                <a:schemeClr val="accent5"/>
              </a:lnRef>
              <a:fillRef idx="2">
                <a:schemeClr val="accent5"/>
              </a:fillRef>
              <a:effectRef idx="1">
                <a:schemeClr val="accent5"/>
              </a:effectRef>
              <a:fontRef idx="minor">
                <a:schemeClr val="dk1"/>
              </a:fontRef>
            </p:style>
            <p:txBody>
              <a:bodyPr/>
              <a:lstStyle/>
              <a:p>
                <a:pPr algn="r">
                  <a:defRPr/>
                </a:pPr>
                <a:endParaRPr lang="zh-CN" altLang="en-US" sz="1600">
                  <a:solidFill>
                    <a:schemeClr val="tx1"/>
                  </a:solidFill>
                </a:endParaRPr>
              </a:p>
            </p:txBody>
          </p:sp>
          <p:sp>
            <p:nvSpPr>
              <p:cNvPr id="7" name="矩形 6"/>
              <p:cNvSpPr/>
              <p:nvPr>
                <p:custDataLst>
                  <p:tags r:id="rId1"/>
                </p:custDataLst>
              </p:nvPr>
            </p:nvSpPr>
            <p:spPr bwMode="auto">
              <a:xfrm>
                <a:off x="898237" y="1640164"/>
                <a:ext cx="1883401" cy="457286"/>
              </a:xfrm>
              <a:prstGeom prst="rect">
                <a:avLst/>
              </a:prstGeom>
              <a:solidFill>
                <a:schemeClr val="accent1"/>
              </a:solidFill>
              <a:ln>
                <a:headEnd type="none" w="med" len="med"/>
                <a:tailEnd type="none" w="med" len="med"/>
              </a:ln>
            </p:spPr>
            <p:style>
              <a:lnRef idx="1">
                <a:schemeClr val="accent5"/>
              </a:lnRef>
              <a:fillRef idx="3">
                <a:schemeClr val="accent5"/>
              </a:fillRef>
              <a:effectRef idx="2">
                <a:schemeClr val="accent5"/>
              </a:effectRef>
              <a:fontRef idx="minor">
                <a:schemeClr val="lt1"/>
              </a:fontRef>
            </p:style>
            <p:txBody>
              <a:bodyPr wrap="square" anchor="ctr">
                <a:normAutofit/>
              </a:bodyPr>
              <a:lstStyle/>
              <a:p>
                <a:pPr algn="ctr">
                  <a:defRPr/>
                </a:pPr>
                <a:r>
                  <a:rPr lang="zh-CN" altLang="en-US" sz="1600" b="1" dirty="0">
                    <a:solidFill>
                      <a:schemeClr val="tx1"/>
                    </a:solidFill>
                  </a:rPr>
                  <a:t>能力评估</a:t>
                </a:r>
                <a:endParaRPr lang="zh-CN" altLang="en-US" sz="1600" b="1" dirty="0">
                  <a:solidFill>
                    <a:schemeClr val="tx1"/>
                  </a:solidFill>
                </a:endParaRPr>
              </a:p>
            </p:txBody>
          </p:sp>
          <p:sp>
            <p:nvSpPr>
              <p:cNvPr id="8" name="圆角矩形 7"/>
              <p:cNvSpPr/>
              <p:nvPr/>
            </p:nvSpPr>
            <p:spPr bwMode="auto">
              <a:xfrm>
                <a:off x="3314473" y="1865473"/>
                <a:ext cx="2411479" cy="2404324"/>
              </a:xfrm>
              <a:prstGeom prst="roundRect">
                <a:avLst>
                  <a:gd name="adj" fmla="val 6589"/>
                </a:avLst>
              </a:prstGeom>
              <a:solidFill>
                <a:schemeClr val="bg1"/>
              </a:solidFill>
              <a:ln>
                <a:solidFill>
                  <a:schemeClr val="accent1">
                    <a:lumMod val="90000"/>
                  </a:schemeClr>
                </a:solidFill>
                <a:headEnd type="none" w="med" len="med"/>
                <a:tailEnd type="none" w="med" len="med"/>
              </a:ln>
            </p:spPr>
            <p:style>
              <a:lnRef idx="1">
                <a:schemeClr val="accent5"/>
              </a:lnRef>
              <a:fillRef idx="2">
                <a:schemeClr val="accent5"/>
              </a:fillRef>
              <a:effectRef idx="1">
                <a:schemeClr val="accent5"/>
              </a:effectRef>
              <a:fontRef idx="minor">
                <a:schemeClr val="dk1"/>
              </a:fontRef>
            </p:style>
            <p:txBody>
              <a:bodyPr/>
              <a:lstStyle/>
              <a:p>
                <a:pPr algn="r">
                  <a:defRPr/>
                </a:pPr>
                <a:endParaRPr lang="zh-CN" altLang="en-US" sz="1600">
                  <a:solidFill>
                    <a:schemeClr val="tx1"/>
                  </a:solidFill>
                </a:endParaRPr>
              </a:p>
            </p:txBody>
          </p:sp>
          <p:sp>
            <p:nvSpPr>
              <p:cNvPr id="9" name="矩形 8"/>
              <p:cNvSpPr/>
              <p:nvPr>
                <p:custDataLst>
                  <p:tags r:id="rId2"/>
                </p:custDataLst>
              </p:nvPr>
            </p:nvSpPr>
            <p:spPr bwMode="auto">
              <a:xfrm>
                <a:off x="3577507" y="1636830"/>
                <a:ext cx="1883401" cy="457286"/>
              </a:xfrm>
              <a:prstGeom prst="rect">
                <a:avLst/>
              </a:prstGeom>
              <a:solidFill>
                <a:schemeClr val="accent1"/>
              </a:solidFill>
              <a:ln>
                <a:headEnd type="none" w="med" len="med"/>
                <a:tailEnd type="none" w="med" len="med"/>
              </a:ln>
            </p:spPr>
            <p:style>
              <a:lnRef idx="1">
                <a:schemeClr val="accent5"/>
              </a:lnRef>
              <a:fillRef idx="3">
                <a:schemeClr val="accent5"/>
              </a:fillRef>
              <a:effectRef idx="2">
                <a:schemeClr val="accent5"/>
              </a:effectRef>
              <a:fontRef idx="minor">
                <a:schemeClr val="lt1"/>
              </a:fontRef>
            </p:style>
            <p:txBody>
              <a:bodyPr wrap="square" anchor="ctr">
                <a:normAutofit/>
              </a:bodyPr>
              <a:lstStyle/>
              <a:p>
                <a:pPr algn="ctr">
                  <a:defRPr/>
                </a:pPr>
                <a:r>
                  <a:rPr lang="zh-CN" altLang="en-US" sz="1600" b="1" dirty="0">
                    <a:solidFill>
                      <a:schemeClr val="tx1"/>
                    </a:solidFill>
                  </a:rPr>
                  <a:t>总体规划</a:t>
                </a:r>
                <a:endParaRPr lang="zh-CN" altLang="en-US" sz="1600" b="1" dirty="0">
                  <a:solidFill>
                    <a:schemeClr val="tx1"/>
                  </a:solidFill>
                </a:endParaRPr>
              </a:p>
            </p:txBody>
          </p:sp>
          <p:sp>
            <p:nvSpPr>
              <p:cNvPr id="10" name="圆角矩形 9"/>
              <p:cNvSpPr/>
              <p:nvPr/>
            </p:nvSpPr>
            <p:spPr bwMode="auto">
              <a:xfrm>
                <a:off x="5999611" y="1865473"/>
                <a:ext cx="2409470" cy="2398370"/>
              </a:xfrm>
              <a:prstGeom prst="roundRect">
                <a:avLst>
                  <a:gd name="adj" fmla="val 6589"/>
                </a:avLst>
              </a:prstGeom>
              <a:solidFill>
                <a:schemeClr val="bg1"/>
              </a:solidFill>
              <a:ln>
                <a:solidFill>
                  <a:schemeClr val="accent1">
                    <a:lumMod val="90000"/>
                  </a:schemeClr>
                </a:solidFill>
                <a:headEnd type="none" w="med" len="med"/>
                <a:tailEnd type="none" w="med" len="med"/>
              </a:ln>
            </p:spPr>
            <p:style>
              <a:lnRef idx="1">
                <a:schemeClr val="accent5"/>
              </a:lnRef>
              <a:fillRef idx="2">
                <a:schemeClr val="accent5"/>
              </a:fillRef>
              <a:effectRef idx="1">
                <a:schemeClr val="accent5"/>
              </a:effectRef>
              <a:fontRef idx="minor">
                <a:schemeClr val="dk1"/>
              </a:fontRef>
            </p:style>
            <p:txBody>
              <a:bodyPr/>
              <a:lstStyle/>
              <a:p>
                <a:pPr algn="r">
                  <a:defRPr/>
                </a:pPr>
                <a:endParaRPr lang="zh-CN" altLang="en-US" sz="1600">
                  <a:solidFill>
                    <a:schemeClr val="accent1">
                      <a:lumMod val="50000"/>
                    </a:schemeClr>
                  </a:solidFill>
                </a:endParaRPr>
              </a:p>
            </p:txBody>
          </p:sp>
          <p:sp>
            <p:nvSpPr>
              <p:cNvPr id="11" name="矩形 10"/>
              <p:cNvSpPr/>
              <p:nvPr>
                <p:custDataLst>
                  <p:tags r:id="rId3"/>
                </p:custDataLst>
              </p:nvPr>
            </p:nvSpPr>
            <p:spPr bwMode="auto">
              <a:xfrm>
                <a:off x="6375085" y="1636830"/>
                <a:ext cx="1582218" cy="457286"/>
              </a:xfrm>
              <a:prstGeom prst="rect">
                <a:avLst/>
              </a:prstGeom>
              <a:solidFill>
                <a:schemeClr val="accent1"/>
              </a:solidFill>
              <a:ln>
                <a:headEnd type="none" w="med" len="med"/>
                <a:tailEnd type="none" w="med" len="med"/>
              </a:ln>
            </p:spPr>
            <p:style>
              <a:lnRef idx="1">
                <a:schemeClr val="accent5"/>
              </a:lnRef>
              <a:fillRef idx="3">
                <a:schemeClr val="accent5"/>
              </a:fillRef>
              <a:effectRef idx="2">
                <a:schemeClr val="accent5"/>
              </a:effectRef>
              <a:fontRef idx="minor">
                <a:schemeClr val="lt1"/>
              </a:fontRef>
            </p:style>
            <p:txBody>
              <a:bodyPr wrap="square" anchor="ctr">
                <a:normAutofit/>
              </a:bodyPr>
              <a:lstStyle/>
              <a:p>
                <a:pPr algn="ctr">
                  <a:defRPr/>
                </a:pPr>
                <a:r>
                  <a:rPr lang="zh-CN" altLang="en-US" sz="1600" b="1" dirty="0">
                    <a:solidFill>
                      <a:schemeClr val="tx1"/>
                    </a:solidFill>
                  </a:rPr>
                  <a:t>专项提升</a:t>
                </a:r>
                <a:endParaRPr lang="zh-CN" altLang="en-US" sz="1600" b="1" dirty="0">
                  <a:solidFill>
                    <a:schemeClr val="tx1"/>
                  </a:solidFill>
                </a:endParaRPr>
              </a:p>
            </p:txBody>
          </p:sp>
          <p:sp>
            <p:nvSpPr>
              <p:cNvPr id="31756" name="矩形 11"/>
              <p:cNvSpPr>
                <a:spLocks noChangeArrowheads="1"/>
              </p:cNvSpPr>
              <p:nvPr>
                <p:custDataLst>
                  <p:tags r:id="rId4"/>
                </p:custDataLst>
              </p:nvPr>
            </p:nvSpPr>
            <p:spPr bwMode="auto">
              <a:xfrm>
                <a:off x="614251" y="1176885"/>
                <a:ext cx="7739809" cy="2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2800">
                    <a:solidFill>
                      <a:schemeClr val="tx1"/>
                    </a:solidFill>
                    <a:latin typeface="微软雅黑" panose="020B0503020204020204" pitchFamily="34" charset="-122"/>
                    <a:ea typeface="微软雅黑" panose="020B0503020204020204" pitchFamily="34" charset="-122"/>
                  </a:defRPr>
                </a:lvl1pPr>
                <a:lvl2pPr marL="742950" indent="-285750" eaLnBrk="0" hangingPunct="0">
                  <a:spcBef>
                    <a:spcPct val="20000"/>
                  </a:spcBef>
                  <a:buChar char="–"/>
                  <a:defRPr sz="2400">
                    <a:solidFill>
                      <a:schemeClr val="tx1"/>
                    </a:solidFill>
                    <a:latin typeface="微软雅黑" panose="020B0503020204020204" pitchFamily="34" charset="-122"/>
                    <a:ea typeface="微软雅黑" panose="020B0503020204020204" pitchFamily="34" charset="-122"/>
                  </a:defRPr>
                </a:lvl2pPr>
                <a:lvl3pPr marL="1143000" indent="-228600" eaLnBrk="0" hangingPunct="0">
                  <a:spcBef>
                    <a:spcPct val="20000"/>
                  </a:spcBef>
                  <a:buChar char="•"/>
                  <a:defRPr sz="2000">
                    <a:solidFill>
                      <a:schemeClr val="tx1"/>
                    </a:solidFill>
                    <a:latin typeface="微软雅黑" panose="020B0503020204020204" pitchFamily="34" charset="-122"/>
                    <a:ea typeface="微软雅黑" panose="020B0503020204020204" pitchFamily="34" charset="-122"/>
                  </a:defRPr>
                </a:lvl3pPr>
                <a:lvl4pPr marL="1600200" indent="-228600" eaLnBrk="0" hangingPunct="0">
                  <a:spcBef>
                    <a:spcPct val="20000"/>
                  </a:spcBef>
                  <a:buChar char="–"/>
                  <a:defRPr>
                    <a:solidFill>
                      <a:schemeClr val="tx1"/>
                    </a:solidFill>
                    <a:latin typeface="微软雅黑" panose="020B0503020204020204" pitchFamily="34" charset="-122"/>
                    <a:ea typeface="微软雅黑" panose="020B0503020204020204" pitchFamily="34" charset="-122"/>
                  </a:defRPr>
                </a:lvl4pPr>
                <a:lvl5pPr marL="2057400" indent="-228600" eaLnBrk="0" hangingPunct="0">
                  <a:spcBef>
                    <a:spcPct val="20000"/>
                  </a:spcBef>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a:solidFill>
                      <a:schemeClr val="tx1"/>
                    </a:solidFill>
                    <a:latin typeface="微软雅黑" panose="020B0503020204020204" pitchFamily="34" charset="-122"/>
                    <a:ea typeface="微软雅黑" panose="020B0503020204020204" pitchFamily="34" charset="-122"/>
                  </a:defRPr>
                </a:lvl9pPr>
              </a:lstStyle>
              <a:p>
                <a:pPr algn="ctr" eaLnBrk="1" hangingPunct="1">
                  <a:spcBef>
                    <a:spcPct val="0"/>
                  </a:spcBef>
                  <a:buFontTx/>
                  <a:buNone/>
                </a:pPr>
                <a:r>
                  <a:rPr lang="zh-CN" altLang="en-US" sz="1800" b="1" i="1" dirty="0">
                    <a:solidFill>
                      <a:schemeClr val="tx1"/>
                    </a:solidFill>
                    <a:latin typeface="+mn-lt"/>
                    <a:ea typeface="+mn-ea"/>
                  </a:rPr>
                  <a:t>规划、设计和实施有效、可持续的数据治理</a:t>
                </a:r>
                <a:endParaRPr lang="zh-CN" altLang="en-US" sz="1800" b="1" i="1" dirty="0">
                  <a:solidFill>
                    <a:schemeClr val="tx1"/>
                  </a:solidFill>
                  <a:latin typeface="+mn-lt"/>
                  <a:ea typeface="+mn-ea"/>
                </a:endParaRPr>
              </a:p>
            </p:txBody>
          </p:sp>
          <p:sp>
            <p:nvSpPr>
              <p:cNvPr id="13" name="TextBox 12"/>
              <p:cNvSpPr txBox="1"/>
              <p:nvPr>
                <p:custDataLst>
                  <p:tags r:id="rId5"/>
                </p:custDataLst>
              </p:nvPr>
            </p:nvSpPr>
            <p:spPr>
              <a:xfrm>
                <a:off x="635203" y="2251308"/>
                <a:ext cx="2409470" cy="1199834"/>
              </a:xfrm>
              <a:prstGeom prst="rect">
                <a:avLst/>
              </a:prstGeom>
              <a:noFill/>
            </p:spPr>
            <p:txBody>
              <a:bodyPr>
                <a:spAutoFit/>
              </a:bodyPr>
              <a:lstStyle/>
              <a:p>
                <a:pPr>
                  <a:defRPr/>
                </a:pPr>
                <a:r>
                  <a:rPr lang="zh-CN" altLang="en-US" sz="1400" b="1" dirty="0">
                    <a:solidFill>
                      <a:schemeClr val="tx1"/>
                    </a:solidFill>
                  </a:rPr>
                  <a:t>内容：</a:t>
                </a:r>
                <a:endParaRPr lang="en-US" altLang="zh-CN" sz="1400" b="1" dirty="0">
                  <a:solidFill>
                    <a:schemeClr val="tx1"/>
                  </a:solidFill>
                </a:endParaRPr>
              </a:p>
              <a:p>
                <a:pPr marL="285750" indent="-285750">
                  <a:buFont typeface="Arial" panose="020B0604020202020204" pitchFamily="34" charset="0"/>
                  <a:buChar char="•"/>
                  <a:defRPr/>
                </a:pPr>
                <a:r>
                  <a:rPr lang="zh-CN" altLang="en-US" sz="1400" b="1" dirty="0">
                    <a:solidFill>
                      <a:schemeClr val="tx1"/>
                    </a:solidFill>
                  </a:rPr>
                  <a:t>对企业数据治理与管理的组织、制度、技术全面评估</a:t>
                </a:r>
                <a:endParaRPr lang="en-US" altLang="zh-CN" sz="1400" b="1" dirty="0">
                  <a:solidFill>
                    <a:schemeClr val="tx1"/>
                  </a:solidFill>
                </a:endParaRPr>
              </a:p>
              <a:p>
                <a:pPr marL="285750" indent="-285750">
                  <a:buFont typeface="Arial" panose="020B0604020202020204" pitchFamily="34" charset="0"/>
                  <a:buChar char="•"/>
                  <a:defRPr/>
                </a:pPr>
                <a:r>
                  <a:rPr lang="zh-CN" altLang="en-US" sz="1400" b="1" dirty="0">
                    <a:solidFill>
                      <a:schemeClr val="tx1"/>
                    </a:solidFill>
                  </a:rPr>
                  <a:t>识别薄弱环节和总体水平</a:t>
                </a:r>
                <a:endParaRPr lang="zh-CN" altLang="en-US" sz="1400" b="1" dirty="0">
                  <a:solidFill>
                    <a:schemeClr val="tx1"/>
                  </a:solidFill>
                </a:endParaRPr>
              </a:p>
            </p:txBody>
          </p:sp>
          <p:sp>
            <p:nvSpPr>
              <p:cNvPr id="16" name="TextBox 15"/>
              <p:cNvSpPr txBox="1"/>
              <p:nvPr>
                <p:custDataLst>
                  <p:tags r:id="rId6"/>
                </p:custDataLst>
              </p:nvPr>
            </p:nvSpPr>
            <p:spPr>
              <a:xfrm>
                <a:off x="3298055" y="2251308"/>
                <a:ext cx="2411479" cy="2007662"/>
              </a:xfrm>
              <a:prstGeom prst="rect">
                <a:avLst/>
              </a:prstGeom>
              <a:noFill/>
            </p:spPr>
            <p:txBody>
              <a:bodyPr>
                <a:spAutoFit/>
              </a:bodyPr>
              <a:lstStyle/>
              <a:p>
                <a:pPr>
                  <a:defRPr/>
                </a:pPr>
                <a:r>
                  <a:rPr lang="zh-CN" altLang="en-US" sz="1400" b="1" dirty="0">
                    <a:solidFill>
                      <a:schemeClr val="tx1"/>
                    </a:solidFill>
                  </a:rPr>
                  <a:t>内容：</a:t>
                </a:r>
                <a:endParaRPr lang="en-US" altLang="zh-CN" sz="1400" b="1" dirty="0">
                  <a:solidFill>
                    <a:schemeClr val="tx1"/>
                  </a:solidFill>
                </a:endParaRPr>
              </a:p>
              <a:p>
                <a:pPr marL="285750" indent="-285750">
                  <a:buFont typeface="Arial" panose="020B0604020202020204" pitchFamily="34" charset="0"/>
                  <a:buChar char="•"/>
                  <a:defRPr/>
                </a:pPr>
                <a:r>
                  <a:rPr lang="zh-CN" altLang="en-US" sz="1400" b="1" dirty="0">
                    <a:solidFill>
                      <a:schemeClr val="tx1"/>
                    </a:solidFill>
                  </a:rPr>
                  <a:t>基于成熟度评估成果规划数据治理蓝图</a:t>
                </a:r>
                <a:endParaRPr lang="en-US" altLang="zh-CN" sz="1400" b="1" dirty="0">
                  <a:solidFill>
                    <a:schemeClr val="tx1"/>
                  </a:solidFill>
                </a:endParaRPr>
              </a:p>
              <a:p>
                <a:pPr marL="285750" indent="-285750">
                  <a:buFont typeface="Arial" panose="020B0604020202020204" pitchFamily="34" charset="0"/>
                  <a:buChar char="•"/>
                  <a:defRPr/>
                </a:pPr>
                <a:r>
                  <a:rPr lang="zh-CN" altLang="en-US" sz="1400" b="1" dirty="0">
                    <a:solidFill>
                      <a:schemeClr val="tx1"/>
                    </a:solidFill>
                  </a:rPr>
                  <a:t>明确价值目标，设计组织体系、制度体系、能力体系、技术体系</a:t>
                </a:r>
                <a:endParaRPr lang="en-US" altLang="zh-CN" sz="1400" b="1" dirty="0">
                  <a:solidFill>
                    <a:schemeClr val="tx1"/>
                  </a:solidFill>
                </a:endParaRPr>
              </a:p>
              <a:p>
                <a:pPr marL="285750" indent="-285750">
                  <a:buFont typeface="Arial" panose="020B0604020202020204" pitchFamily="34" charset="0"/>
                  <a:buChar char="•"/>
                  <a:defRPr/>
                </a:pPr>
                <a:r>
                  <a:rPr lang="zh-CN" altLang="en-US" sz="1400" b="1" dirty="0">
                    <a:solidFill>
                      <a:schemeClr val="tx1"/>
                    </a:solidFill>
                  </a:rPr>
                  <a:t>识别切入点、实施策略、演进路线</a:t>
                </a:r>
                <a:endParaRPr lang="zh-CN" altLang="en-US" sz="1400" b="1" dirty="0">
                  <a:solidFill>
                    <a:schemeClr val="tx1"/>
                  </a:solidFill>
                </a:endParaRPr>
              </a:p>
            </p:txBody>
          </p:sp>
          <p:sp>
            <p:nvSpPr>
              <p:cNvPr id="19" name="TextBox 18"/>
              <p:cNvSpPr txBox="1"/>
              <p:nvPr>
                <p:custDataLst>
                  <p:tags r:id="rId7"/>
                </p:custDataLst>
              </p:nvPr>
            </p:nvSpPr>
            <p:spPr>
              <a:xfrm>
                <a:off x="5999610" y="2219913"/>
                <a:ext cx="2409470" cy="1921314"/>
              </a:xfrm>
              <a:prstGeom prst="rect">
                <a:avLst/>
              </a:prstGeom>
              <a:noFill/>
            </p:spPr>
            <p:txBody>
              <a:bodyPr>
                <a:spAutoFit/>
              </a:bodyPr>
              <a:lstStyle/>
              <a:p>
                <a:pPr>
                  <a:defRPr/>
                </a:pPr>
                <a:r>
                  <a:rPr lang="zh-CN" altLang="en-US" sz="1400" b="1" dirty="0">
                    <a:solidFill>
                      <a:schemeClr val="tx1"/>
                    </a:solidFill>
                  </a:rPr>
                  <a:t>内容：</a:t>
                </a:r>
                <a:endParaRPr lang="en-US" altLang="zh-CN" sz="1400" b="1" dirty="0">
                  <a:solidFill>
                    <a:schemeClr val="tx1"/>
                  </a:solidFill>
                </a:endParaRPr>
              </a:p>
              <a:p>
                <a:pPr marL="285750" indent="-285750">
                  <a:buFont typeface="Arial" panose="020B0604020202020204" pitchFamily="34" charset="0"/>
                  <a:buChar char="•"/>
                  <a:defRPr/>
                </a:pPr>
                <a:r>
                  <a:rPr lang="zh-CN" altLang="en-US" sz="1400" b="1" dirty="0">
                    <a:solidFill>
                      <a:schemeClr val="tx1"/>
                    </a:solidFill>
                  </a:rPr>
                  <a:t>面向重点业务问题开展专项治理</a:t>
                </a:r>
                <a:endParaRPr lang="en-US" altLang="zh-CN" sz="1400" b="1" dirty="0">
                  <a:solidFill>
                    <a:schemeClr val="tx1"/>
                  </a:solidFill>
                </a:endParaRPr>
              </a:p>
              <a:p>
                <a:pPr marL="285750" indent="-285750">
                  <a:buFont typeface="Arial" panose="020B0604020202020204" pitchFamily="34" charset="0"/>
                  <a:buChar char="•"/>
                  <a:defRPr/>
                </a:pPr>
                <a:r>
                  <a:rPr lang="zh-CN" altLang="en-US" sz="1400" b="1" dirty="0">
                    <a:solidFill>
                      <a:schemeClr val="tx1"/>
                    </a:solidFill>
                  </a:rPr>
                  <a:t>面向重点数据开展治理</a:t>
                </a:r>
                <a:endParaRPr lang="en-US" altLang="zh-CN" sz="1400" b="1" dirty="0">
                  <a:solidFill>
                    <a:schemeClr val="tx1"/>
                  </a:solidFill>
                </a:endParaRPr>
              </a:p>
              <a:p>
                <a:pPr marL="285750" indent="-285750">
                  <a:buFont typeface="Arial" panose="020B0604020202020204" pitchFamily="34" charset="0"/>
                  <a:buChar char="•"/>
                  <a:defRPr/>
                </a:pPr>
                <a:r>
                  <a:rPr lang="zh-CN" altLang="en-US" sz="1400" b="1" dirty="0">
                    <a:solidFill>
                      <a:schemeClr val="tx1"/>
                    </a:solidFill>
                  </a:rPr>
                  <a:t>面向薄弱环节建设治理能力：数据架构、主数据、数据标准、数据质量、元数据</a:t>
                </a:r>
                <a:endParaRPr lang="zh-CN" altLang="en-US" sz="1400" b="1" dirty="0">
                  <a:solidFill>
                    <a:schemeClr val="tx1"/>
                  </a:solidFill>
                </a:endParaRPr>
              </a:p>
            </p:txBody>
          </p:sp>
          <p:sp>
            <p:nvSpPr>
              <p:cNvPr id="22" name="圆角矩形 21"/>
              <p:cNvSpPr/>
              <p:nvPr/>
            </p:nvSpPr>
            <p:spPr bwMode="auto">
              <a:xfrm>
                <a:off x="-2053363" y="1855946"/>
                <a:ext cx="2411477" cy="2372171"/>
              </a:xfrm>
              <a:prstGeom prst="roundRect">
                <a:avLst>
                  <a:gd name="adj" fmla="val 6589"/>
                </a:avLst>
              </a:prstGeom>
              <a:solidFill>
                <a:schemeClr val="bg1"/>
              </a:solidFill>
              <a:ln>
                <a:solidFill>
                  <a:schemeClr val="accent1">
                    <a:lumMod val="90000"/>
                  </a:schemeClr>
                </a:solidFill>
                <a:headEnd type="none" w="med" len="med"/>
                <a:tailEnd type="none" w="med" len="med"/>
              </a:ln>
            </p:spPr>
            <p:style>
              <a:lnRef idx="1">
                <a:schemeClr val="accent5"/>
              </a:lnRef>
              <a:fillRef idx="2">
                <a:schemeClr val="accent5"/>
              </a:fillRef>
              <a:effectRef idx="1">
                <a:schemeClr val="accent5"/>
              </a:effectRef>
              <a:fontRef idx="minor">
                <a:schemeClr val="dk1"/>
              </a:fontRef>
            </p:style>
            <p:txBody>
              <a:bodyPr/>
              <a:lstStyle/>
              <a:p>
                <a:pPr algn="r">
                  <a:defRPr/>
                </a:pPr>
                <a:endParaRPr lang="zh-CN" altLang="en-US" sz="1600">
                  <a:solidFill>
                    <a:schemeClr val="tx1"/>
                  </a:solidFill>
                </a:endParaRPr>
              </a:p>
            </p:txBody>
          </p:sp>
          <p:sp>
            <p:nvSpPr>
              <p:cNvPr id="23" name="矩形 22"/>
              <p:cNvSpPr/>
              <p:nvPr>
                <p:custDataLst>
                  <p:tags r:id="rId8"/>
                </p:custDataLst>
              </p:nvPr>
            </p:nvSpPr>
            <p:spPr bwMode="auto">
              <a:xfrm>
                <a:off x="-1790330" y="1627303"/>
                <a:ext cx="1883402" cy="457286"/>
              </a:xfrm>
              <a:prstGeom prst="rect">
                <a:avLst/>
              </a:prstGeom>
              <a:solidFill>
                <a:schemeClr val="accent1"/>
              </a:solidFill>
              <a:ln>
                <a:headEnd type="none" w="med" len="med"/>
                <a:tailEnd type="none" w="med" len="med"/>
              </a:ln>
            </p:spPr>
            <p:style>
              <a:lnRef idx="1">
                <a:schemeClr val="accent5"/>
              </a:lnRef>
              <a:fillRef idx="3">
                <a:schemeClr val="accent5"/>
              </a:fillRef>
              <a:effectRef idx="2">
                <a:schemeClr val="accent5"/>
              </a:effectRef>
              <a:fontRef idx="minor">
                <a:schemeClr val="lt1"/>
              </a:fontRef>
            </p:style>
            <p:txBody>
              <a:bodyPr wrap="square" anchor="ctr">
                <a:normAutofit/>
              </a:bodyPr>
              <a:lstStyle/>
              <a:p>
                <a:pPr algn="ctr">
                  <a:defRPr/>
                </a:pPr>
                <a:r>
                  <a:rPr lang="zh-CN" altLang="en-US" sz="1600" b="1" dirty="0">
                    <a:solidFill>
                      <a:schemeClr val="tx1"/>
                    </a:solidFill>
                  </a:rPr>
                  <a:t>培训宣贯</a:t>
                </a:r>
                <a:endParaRPr lang="zh-CN" altLang="en-US" sz="1600" b="1" dirty="0">
                  <a:solidFill>
                    <a:schemeClr val="tx1"/>
                  </a:solidFill>
                </a:endParaRPr>
              </a:p>
            </p:txBody>
          </p:sp>
          <p:sp>
            <p:nvSpPr>
              <p:cNvPr id="24" name="TextBox 23"/>
              <p:cNvSpPr txBox="1"/>
              <p:nvPr>
                <p:custDataLst>
                  <p:tags r:id="rId9"/>
                </p:custDataLst>
              </p:nvPr>
            </p:nvSpPr>
            <p:spPr>
              <a:xfrm>
                <a:off x="-2053363" y="2120206"/>
                <a:ext cx="2411477" cy="1382948"/>
              </a:xfrm>
              <a:prstGeom prst="rect">
                <a:avLst/>
              </a:prstGeom>
              <a:noFill/>
            </p:spPr>
            <p:txBody>
              <a:bodyPr>
                <a:spAutoFit/>
              </a:bodyPr>
              <a:lstStyle/>
              <a:p>
                <a:pPr>
                  <a:defRPr/>
                </a:pPr>
                <a:r>
                  <a:rPr lang="zh-CN" altLang="en-US" sz="1400" b="1" dirty="0">
                    <a:solidFill>
                      <a:schemeClr val="tx1"/>
                    </a:solidFill>
                  </a:rPr>
                  <a:t>内容：</a:t>
                </a:r>
                <a:endParaRPr lang="zh-CN" altLang="en-US" sz="1400" b="1" dirty="0">
                  <a:solidFill>
                    <a:schemeClr val="tx1"/>
                  </a:solidFill>
                </a:endParaRPr>
              </a:p>
              <a:p>
                <a:pPr marL="285750" indent="-285750">
                  <a:buFont typeface="Arial" panose="020B0604020202020204" pitchFamily="34" charset="0"/>
                  <a:buChar char="•"/>
                  <a:defRPr/>
                </a:pPr>
                <a:r>
                  <a:rPr lang="zh-CN" altLang="en-US" sz="1400" b="1" dirty="0">
                    <a:solidFill>
                      <a:schemeClr val="tx1"/>
                    </a:solidFill>
                  </a:rPr>
                  <a:t>对甲方业务人员、技术人员、乙方人员的全面培训</a:t>
                </a:r>
                <a:endParaRPr lang="en-US" altLang="zh-CN" sz="1400" b="1" dirty="0">
                  <a:solidFill>
                    <a:schemeClr val="tx1"/>
                  </a:solidFill>
                </a:endParaRPr>
              </a:p>
              <a:p>
                <a:pPr marL="285750" indent="-285750">
                  <a:buFont typeface="Arial" panose="020B0604020202020204" pitchFamily="34" charset="0"/>
                  <a:buChar char="•"/>
                  <a:defRPr/>
                </a:pPr>
                <a:r>
                  <a:rPr lang="zh-CN" altLang="en-US" sz="1400" b="1" dirty="0">
                    <a:solidFill>
                      <a:schemeClr val="tx1"/>
                    </a:solidFill>
                  </a:rPr>
                  <a:t>统一相关方语言、达成共识</a:t>
                </a:r>
                <a:endParaRPr lang="en-US" altLang="zh-CN" sz="1400" b="1" dirty="0">
                  <a:solidFill>
                    <a:schemeClr val="tx1"/>
                  </a:solidFill>
                </a:endParaRPr>
              </a:p>
              <a:p>
                <a:pPr marL="285750" indent="-285750">
                  <a:buFont typeface="Arial" panose="020B0604020202020204" pitchFamily="34" charset="0"/>
                  <a:buChar char="•"/>
                  <a:defRPr/>
                </a:pPr>
                <a:r>
                  <a:rPr lang="zh-CN" altLang="en-US" sz="1400" b="1" dirty="0">
                    <a:solidFill>
                      <a:schemeClr val="tx1"/>
                    </a:solidFill>
                  </a:rPr>
                  <a:t>宣贯沟通，有利推行</a:t>
                </a:r>
                <a:endParaRPr lang="zh-CN" altLang="en-US" sz="1400" b="1" dirty="0">
                  <a:solidFill>
                    <a:schemeClr val="tx1"/>
                  </a:solidFill>
                </a:endParaRPr>
              </a:p>
            </p:txBody>
          </p:sp>
          <p:sp>
            <p:nvSpPr>
              <p:cNvPr id="27" name="圆角矩形 26"/>
              <p:cNvSpPr/>
              <p:nvPr/>
            </p:nvSpPr>
            <p:spPr bwMode="auto">
              <a:xfrm>
                <a:off x="8729478" y="1844514"/>
                <a:ext cx="2409470" cy="2404324"/>
              </a:xfrm>
              <a:prstGeom prst="roundRect">
                <a:avLst>
                  <a:gd name="adj" fmla="val 6589"/>
                </a:avLst>
              </a:prstGeom>
              <a:solidFill>
                <a:schemeClr val="bg1"/>
              </a:solidFill>
              <a:ln>
                <a:solidFill>
                  <a:schemeClr val="accent1">
                    <a:lumMod val="90000"/>
                  </a:schemeClr>
                </a:solidFill>
                <a:headEnd type="none" w="med" len="med"/>
                <a:tailEnd type="none" w="med" len="med"/>
              </a:ln>
            </p:spPr>
            <p:style>
              <a:lnRef idx="1">
                <a:schemeClr val="accent5"/>
              </a:lnRef>
              <a:fillRef idx="2">
                <a:schemeClr val="accent5"/>
              </a:fillRef>
              <a:effectRef idx="1">
                <a:schemeClr val="accent5"/>
              </a:effectRef>
              <a:fontRef idx="minor">
                <a:schemeClr val="dk1"/>
              </a:fontRef>
            </p:style>
            <p:txBody>
              <a:bodyPr/>
              <a:lstStyle/>
              <a:p>
                <a:pPr algn="r">
                  <a:defRPr/>
                </a:pPr>
                <a:endParaRPr lang="zh-CN" altLang="en-US" sz="1600">
                  <a:solidFill>
                    <a:schemeClr val="accent1">
                      <a:lumMod val="50000"/>
                    </a:schemeClr>
                  </a:solidFill>
                </a:endParaRPr>
              </a:p>
            </p:txBody>
          </p:sp>
          <p:sp>
            <p:nvSpPr>
              <p:cNvPr id="28" name="矩形 27"/>
              <p:cNvSpPr/>
              <p:nvPr>
                <p:custDataLst>
                  <p:tags r:id="rId10"/>
                </p:custDataLst>
              </p:nvPr>
            </p:nvSpPr>
            <p:spPr bwMode="auto">
              <a:xfrm>
                <a:off x="9104952" y="1638735"/>
                <a:ext cx="1582218" cy="457286"/>
              </a:xfrm>
              <a:prstGeom prst="rect">
                <a:avLst/>
              </a:prstGeom>
              <a:solidFill>
                <a:schemeClr val="accent1"/>
              </a:solidFill>
              <a:ln>
                <a:headEnd type="none" w="med" len="med"/>
                <a:tailEnd type="none" w="med" len="med"/>
              </a:ln>
            </p:spPr>
            <p:style>
              <a:lnRef idx="1">
                <a:schemeClr val="accent5"/>
              </a:lnRef>
              <a:fillRef idx="3">
                <a:schemeClr val="accent5"/>
              </a:fillRef>
              <a:effectRef idx="2">
                <a:schemeClr val="accent5"/>
              </a:effectRef>
              <a:fontRef idx="minor">
                <a:schemeClr val="lt1"/>
              </a:fontRef>
            </p:style>
            <p:txBody>
              <a:bodyPr wrap="square" anchor="ctr">
                <a:normAutofit/>
              </a:bodyPr>
              <a:lstStyle/>
              <a:p>
                <a:pPr algn="ctr">
                  <a:defRPr/>
                </a:pPr>
                <a:r>
                  <a:rPr lang="zh-CN" altLang="en-US" sz="1600" b="1" dirty="0">
                    <a:solidFill>
                      <a:schemeClr val="tx1"/>
                    </a:solidFill>
                  </a:rPr>
                  <a:t>常态运营</a:t>
                </a:r>
                <a:endParaRPr lang="zh-CN" altLang="en-US" sz="1600" b="1" dirty="0">
                  <a:solidFill>
                    <a:schemeClr val="tx1"/>
                  </a:solidFill>
                </a:endParaRPr>
              </a:p>
            </p:txBody>
          </p:sp>
          <p:sp>
            <p:nvSpPr>
              <p:cNvPr id="29" name="TextBox 28"/>
              <p:cNvSpPr txBox="1"/>
              <p:nvPr>
                <p:custDataLst>
                  <p:tags r:id="rId11"/>
                </p:custDataLst>
              </p:nvPr>
            </p:nvSpPr>
            <p:spPr>
              <a:xfrm>
                <a:off x="8729478" y="2245830"/>
                <a:ext cx="2409471" cy="2007771"/>
              </a:xfrm>
              <a:prstGeom prst="rect">
                <a:avLst/>
              </a:prstGeom>
              <a:noFill/>
            </p:spPr>
            <p:txBody>
              <a:bodyPr wrap="square">
                <a:normAutofit/>
              </a:bodyPr>
              <a:lstStyle/>
              <a:p>
                <a:pPr>
                  <a:defRPr/>
                </a:pPr>
                <a:r>
                  <a:rPr lang="zh-CN" altLang="en-US" sz="1400" b="1" dirty="0">
                    <a:solidFill>
                      <a:schemeClr val="tx1"/>
                    </a:solidFill>
                  </a:rPr>
                  <a:t>内容：</a:t>
                </a:r>
                <a:endParaRPr lang="en-US" altLang="zh-CN" sz="1400" b="1" dirty="0">
                  <a:solidFill>
                    <a:schemeClr val="tx1"/>
                  </a:solidFill>
                </a:endParaRPr>
              </a:p>
              <a:p>
                <a:pPr marL="285750" indent="-285750">
                  <a:buFont typeface="Arial" panose="020B0604020202020204" pitchFamily="34" charset="0"/>
                  <a:buChar char="•"/>
                  <a:defRPr/>
                </a:pPr>
                <a:r>
                  <a:rPr lang="zh-CN" altLang="en-US" sz="1400" b="1" dirty="0">
                    <a:solidFill>
                      <a:schemeClr val="tx1"/>
                    </a:solidFill>
                  </a:rPr>
                  <a:t>常态数据治理团队和工作流程</a:t>
                </a:r>
                <a:endParaRPr lang="en-US" altLang="zh-CN" sz="1400" b="1" dirty="0">
                  <a:solidFill>
                    <a:schemeClr val="tx1"/>
                  </a:solidFill>
                </a:endParaRPr>
              </a:p>
              <a:p>
                <a:pPr marL="285750" indent="-285750">
                  <a:buFont typeface="Arial" panose="020B0604020202020204" pitchFamily="34" charset="0"/>
                  <a:buChar char="•"/>
                  <a:defRPr/>
                </a:pPr>
                <a:r>
                  <a:rPr lang="zh-CN" altLang="en-US" sz="1400" b="1" dirty="0">
                    <a:solidFill>
                      <a:schemeClr val="tx1"/>
                    </a:solidFill>
                  </a:rPr>
                  <a:t>常态数据问题和数据需求机制</a:t>
                </a:r>
                <a:endParaRPr lang="en-US" altLang="zh-CN" sz="1400" b="1" dirty="0">
                  <a:solidFill>
                    <a:schemeClr val="tx1"/>
                  </a:solidFill>
                </a:endParaRPr>
              </a:p>
              <a:p>
                <a:pPr marL="285750" indent="-285750">
                  <a:buFont typeface="Arial" panose="020B0604020202020204" pitchFamily="34" charset="0"/>
                  <a:buChar char="•"/>
                  <a:defRPr/>
                </a:pPr>
                <a:r>
                  <a:rPr lang="zh-CN" altLang="en-US" sz="1400" b="1" dirty="0">
                    <a:solidFill>
                      <a:schemeClr val="tx1"/>
                    </a:solidFill>
                  </a:rPr>
                  <a:t>常态数据治理沟通机制</a:t>
                </a:r>
                <a:endParaRPr lang="en-US" altLang="zh-CN" sz="1400" b="1" dirty="0">
                  <a:solidFill>
                    <a:schemeClr val="tx1"/>
                  </a:solidFill>
                </a:endParaRPr>
              </a:p>
              <a:p>
                <a:pPr marL="285750" indent="-285750">
                  <a:buFont typeface="Arial" panose="020B0604020202020204" pitchFamily="34" charset="0"/>
                  <a:buChar char="•"/>
                  <a:defRPr/>
                </a:pPr>
                <a:r>
                  <a:rPr lang="zh-CN" altLang="en-US" sz="1400" b="1" dirty="0">
                    <a:solidFill>
                      <a:schemeClr val="tx1"/>
                    </a:solidFill>
                  </a:rPr>
                  <a:t>动态调整阶段性数据治理工作目标</a:t>
                </a:r>
                <a:endParaRPr lang="zh-CN" altLang="en-US" sz="1400" b="1" dirty="0">
                  <a:solidFill>
                    <a:schemeClr val="tx1"/>
                  </a:solidFill>
                </a:endParaRPr>
              </a:p>
            </p:txBody>
          </p:sp>
        </p:grpSp>
        <p:sp>
          <p:nvSpPr>
            <p:cNvPr id="31748" name="矩形 2"/>
            <p:cNvSpPr>
              <a:spLocks noChangeArrowheads="1"/>
            </p:cNvSpPr>
            <p:nvPr>
              <p:custDataLst>
                <p:tags r:id="rId12"/>
              </p:custDataLst>
            </p:nvPr>
          </p:nvSpPr>
          <p:spPr bwMode="auto">
            <a:xfrm>
              <a:off x="6371" y="9096"/>
              <a:ext cx="6060" cy="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Char char="•"/>
                <a:defRPr sz="2800">
                  <a:solidFill>
                    <a:schemeClr val="tx1"/>
                  </a:solidFill>
                  <a:latin typeface="微软雅黑" panose="020B0503020204020204" pitchFamily="34" charset="-122"/>
                  <a:ea typeface="微软雅黑" panose="020B0503020204020204" pitchFamily="34" charset="-122"/>
                </a:defRPr>
              </a:lvl1pPr>
              <a:lvl2pPr marL="742950" indent="-285750" eaLnBrk="0" hangingPunct="0">
                <a:spcBef>
                  <a:spcPct val="20000"/>
                </a:spcBef>
                <a:buChar char="–"/>
                <a:defRPr sz="2400">
                  <a:solidFill>
                    <a:schemeClr val="tx1"/>
                  </a:solidFill>
                  <a:latin typeface="微软雅黑" panose="020B0503020204020204" pitchFamily="34" charset="-122"/>
                  <a:ea typeface="微软雅黑" panose="020B0503020204020204" pitchFamily="34" charset="-122"/>
                </a:defRPr>
              </a:lvl2pPr>
              <a:lvl3pPr marL="1143000" indent="-228600" eaLnBrk="0" hangingPunct="0">
                <a:spcBef>
                  <a:spcPct val="20000"/>
                </a:spcBef>
                <a:buChar char="•"/>
                <a:defRPr sz="2000">
                  <a:solidFill>
                    <a:schemeClr val="tx1"/>
                  </a:solidFill>
                  <a:latin typeface="微软雅黑" panose="020B0503020204020204" pitchFamily="34" charset="-122"/>
                  <a:ea typeface="微软雅黑" panose="020B0503020204020204" pitchFamily="34" charset="-122"/>
                </a:defRPr>
              </a:lvl3pPr>
              <a:lvl4pPr marL="1600200" indent="-228600" eaLnBrk="0" hangingPunct="0">
                <a:spcBef>
                  <a:spcPct val="20000"/>
                </a:spcBef>
                <a:buChar char="–"/>
                <a:defRPr>
                  <a:solidFill>
                    <a:schemeClr val="tx1"/>
                  </a:solidFill>
                  <a:latin typeface="微软雅黑" panose="020B0503020204020204" pitchFamily="34" charset="-122"/>
                  <a:ea typeface="微软雅黑" panose="020B0503020204020204" pitchFamily="34" charset="-122"/>
                </a:defRPr>
              </a:lvl4pPr>
              <a:lvl5pPr marL="2057400" indent="-228600" eaLnBrk="0" hangingPunct="0">
                <a:spcBef>
                  <a:spcPct val="20000"/>
                </a:spcBef>
                <a:buChar char="»"/>
                <a:defRPr>
                  <a:solidFill>
                    <a:schemeClr val="tx1"/>
                  </a:solidFill>
                  <a:latin typeface="微软雅黑" panose="020B0503020204020204" pitchFamily="34" charset="-122"/>
                  <a:ea typeface="微软雅黑" panose="020B0503020204020204" pitchFamily="34" charset="-122"/>
                </a:defRPr>
              </a:lvl5pPr>
              <a:lvl6pPr marL="2514600" indent="-228600" eaLnBrk="0" fontAlgn="base" hangingPunct="0">
                <a:spcBef>
                  <a:spcPct val="20000"/>
                </a:spcBef>
                <a:spcAft>
                  <a:spcPct val="0"/>
                </a:spcAft>
                <a:buChar char="»"/>
                <a:defRPr>
                  <a:solidFill>
                    <a:schemeClr val="tx1"/>
                  </a:solidFill>
                  <a:latin typeface="微软雅黑" panose="020B0503020204020204" pitchFamily="34" charset="-122"/>
                  <a:ea typeface="微软雅黑" panose="020B0503020204020204" pitchFamily="34" charset="-122"/>
                </a:defRPr>
              </a:lvl6pPr>
              <a:lvl7pPr marL="2971800" indent="-228600" eaLnBrk="0" fontAlgn="base" hangingPunct="0">
                <a:spcBef>
                  <a:spcPct val="20000"/>
                </a:spcBef>
                <a:spcAft>
                  <a:spcPct val="0"/>
                </a:spcAft>
                <a:buChar char="»"/>
                <a:defRPr>
                  <a:solidFill>
                    <a:schemeClr val="tx1"/>
                  </a:solidFill>
                  <a:latin typeface="微软雅黑" panose="020B0503020204020204" pitchFamily="34" charset="-122"/>
                  <a:ea typeface="微软雅黑" panose="020B0503020204020204" pitchFamily="34" charset="-122"/>
                </a:defRPr>
              </a:lvl7pPr>
              <a:lvl8pPr marL="3429000" indent="-228600" eaLnBrk="0" fontAlgn="base" hangingPunct="0">
                <a:spcBef>
                  <a:spcPct val="20000"/>
                </a:spcBef>
                <a:spcAft>
                  <a:spcPct val="0"/>
                </a:spcAft>
                <a:buChar char="»"/>
                <a:defRPr>
                  <a:solidFill>
                    <a:schemeClr val="tx1"/>
                  </a:solidFill>
                  <a:latin typeface="微软雅黑" panose="020B0503020204020204" pitchFamily="34" charset="-122"/>
                  <a:ea typeface="微软雅黑" panose="020B0503020204020204" pitchFamily="34" charset="-122"/>
                </a:defRPr>
              </a:lvl8pPr>
              <a:lvl9pPr marL="3886200" indent="-228600" eaLnBrk="0" fontAlgn="base" hangingPunct="0">
                <a:spcBef>
                  <a:spcPct val="20000"/>
                </a:spcBef>
                <a:spcAft>
                  <a:spcPct val="0"/>
                </a:spcAft>
                <a:buChar char="»"/>
                <a:defRPr>
                  <a:solidFill>
                    <a:schemeClr val="tx1"/>
                  </a:solidFill>
                  <a:latin typeface="微软雅黑" panose="020B0503020204020204" pitchFamily="34" charset="-122"/>
                  <a:ea typeface="微软雅黑" panose="020B0503020204020204" pitchFamily="34" charset="-122"/>
                </a:defRPr>
              </a:lvl9pPr>
            </a:lstStyle>
            <a:p>
              <a:pPr algn="ctr" eaLnBrk="1" hangingPunct="1">
                <a:spcBef>
                  <a:spcPct val="0"/>
                </a:spcBef>
                <a:buFontTx/>
                <a:buNone/>
              </a:pPr>
              <a:r>
                <a:rPr lang="zh-CN" altLang="en-US" sz="2400" b="1" dirty="0">
                  <a:solidFill>
                    <a:schemeClr val="tx1"/>
                  </a:solidFill>
                  <a:latin typeface="+mn-lt"/>
                  <a:ea typeface="+mn-ea"/>
                </a:rPr>
                <a:t>数据治理工作的全生命周期</a:t>
              </a:r>
              <a:endParaRPr lang="zh-CN" altLang="en-US" sz="2400" b="1" dirty="0">
                <a:solidFill>
                  <a:schemeClr val="tx1"/>
                </a:solidFill>
                <a:latin typeface="+mn-lt"/>
                <a:ea typeface="+mn-ea"/>
              </a:endParaRPr>
            </a:p>
          </p:txBody>
        </p:sp>
      </p:grpSp>
      <p:sp>
        <p:nvSpPr>
          <p:cNvPr id="5" name="标题 4"/>
          <p:cNvSpPr>
            <a:spLocks noGrp="1"/>
          </p:cNvSpPr>
          <p:nvPr>
            <p:ph type="title"/>
            <p:custDataLst>
              <p:tags r:id="rId13"/>
            </p:custDataLst>
          </p:nvPr>
        </p:nvSpPr>
        <p:spPr/>
        <p:txBody>
          <a:bodyPr vert="horz" lIns="91440" tIns="45720" rIns="91440" bIns="45720" rtlCol="0" anchor="ctr">
            <a:normAutofit fontScale="90000"/>
          </a:bodyPr>
          <a:p>
            <a:pPr lvl="0" algn="l">
              <a:buClrTx/>
              <a:buSzTx/>
              <a:buFontTx/>
            </a:pPr>
            <a:r>
              <a:rPr lang="zh-CN" altLang="en-US" smtClean="0">
                <a:sym typeface="+mn-ea"/>
              </a:rPr>
              <a:t>企业能力提升：</a:t>
            </a:r>
            <a:r>
              <a:rPr lang="zh-CN" altLang="en-US" smtClean="0">
                <a:sym typeface="+mn-ea"/>
              </a:rPr>
              <a:t>
</a:t>
            </a:r>
            <a:r>
              <a:rPr lang="zh-CN" altLang="en-US" smtClean="0">
                <a:sym typeface="+mn-ea"/>
              </a:rPr>
              <a:t>持续开展数据治理工作，保障数据资产价值</a:t>
            </a:r>
            <a:endParaRPr lang="zh-CN" altLang="en-US" smtClean="0">
              <a:sym typeface="+mn-ea"/>
            </a:endParaRPr>
          </a:p>
        </p:txBody>
      </p:sp>
    </p:spTree>
    <p:custDataLst>
      <p:tags r:id="rId14"/>
    </p:custDataLst>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p:cNvSpPr>
            <a:spLocks noGrp="1"/>
          </p:cNvSpPr>
          <p:nvPr>
            <p:ph type="ctrTitle"/>
            <p:custDataLst>
              <p:tags r:id="rId1"/>
            </p:custDataLst>
          </p:nvPr>
        </p:nvSpPr>
        <p:spPr>
          <a:xfrm>
            <a:off x="3215640" y="2493010"/>
            <a:ext cx="5968365" cy="1524635"/>
          </a:xfrm>
        </p:spPr>
        <p:txBody>
          <a:bodyPr>
            <a:normAutofit/>
          </a:bodyPr>
          <a:p>
            <a:pPr marL="0" indent="0" algn="ctr">
              <a:lnSpc>
                <a:spcPct val="100000"/>
              </a:lnSpc>
              <a:spcBef>
                <a:spcPts val="0"/>
              </a:spcBef>
              <a:spcAft>
                <a:spcPts val="0"/>
              </a:spcAft>
              <a:buSzPct val="100000"/>
            </a:pPr>
            <a:r>
              <a:rPr lang="zh-CN" altLang="en-US" sz="7900"/>
              <a:t>谢谢</a:t>
            </a:r>
            <a:endParaRPr lang="zh-CN" altLang="en-US" sz="7900"/>
          </a:p>
        </p:txBody>
      </p:sp>
    </p:spTree>
    <p:custDataLst>
      <p:tags r:id="rId2"/>
    </p:custData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tags/tag1.xml><?xml version="1.0" encoding="utf-8"?>
<p:tagLst xmlns:p="http://schemas.openxmlformats.org/presentationml/2006/main">
  <p:tag name="KSO_WM_UNIT_TYPE" val="i"/>
  <p:tag name="KSO_WM_UNIT_INDEX" val="1"/>
  <p:tag name="KSO_WM_BEAUTIFY_FLAG" val="#wm#"/>
  <p:tag name="KSO_WM_TAG_VERSION" val="3.0"/>
  <p:tag name="LayoutZOrder" val="2"/>
  <p:tag name="KSO_WM_UNIT_ID" val="_1**"/>
  <p:tag name="KSO_WM_UNIT_LAYERLEVEL" val="1"/>
  <p:tag name="KSO_WM_TEMPLATE_CATEGORY" val="custom"/>
  <p:tag name="KSO_WM_TEMPLATE_USER_THEME" val="1"/>
</p:tagLst>
</file>

<file path=ppt/tags/tag2.xml><?xml version="1.0" encoding="utf-8"?>
<p:tagLst xmlns:p="http://schemas.openxmlformats.org/presentationml/2006/main">
  <p:tag name="KSO_WM_UNIT_TYPE" val="i"/>
  <p:tag name="KSO_WM_UNIT_INDEX" val="2"/>
  <p:tag name="KSO_WM_BEAUTIFY_FLAG" val="#wm#"/>
  <p:tag name="KSO_WM_TAG_VERSION" val="3.0"/>
  <p:tag name="LayoutZOrder" val="4"/>
  <p:tag name="KSO_WM_UNIT_ID" val="_1**"/>
  <p:tag name="KSO_WM_UNIT_LAYERLEVEL" val="1"/>
  <p:tag name="KSO_WM_TEMPLATE_CATEGORY" val="custom"/>
  <p:tag name="KSO_WM_TEMPLATE_USER_THEME" val="1"/>
</p:tagLst>
</file>

<file path=ppt/tags/tag3.xml><?xml version="1.0" encoding="utf-8"?>
<p:tagLst xmlns:p="http://schemas.openxmlformats.org/presentationml/2006/main">
  <p:tag name="KSO_WM_UNIT_TYPE" val="i"/>
  <p:tag name="KSO_WM_UNIT_INDEX" val="3"/>
  <p:tag name="KSO_WM_BEAUTIFY_FLAG" val="#wm#"/>
  <p:tag name="KSO_WM_TAG_VERSION" val="3.0"/>
  <p:tag name="LayoutZOrder" val="5"/>
  <p:tag name="KSO_WM_UNIT_ID" val="_1**"/>
  <p:tag name="KSO_WM_UNIT_LAYERLEVEL" val="1"/>
  <p:tag name="KSO_WM_TEMPLATE_CATEGORY" val="custom"/>
  <p:tag name="KSO_WM_TEMPLATE_USER_THEME" val="1"/>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SUBTYPE" val="b"/>
  <p:tag name="KSO_WM_UNIT_PRESET_TEXT" val="署名占位符"/>
  <p:tag name="KSO_WM_UNIT_NOCLEAR" val="0"/>
  <p:tag name="KSO_WM_UNIT_VALUE" val="8"/>
  <p:tag name="KSO_WM_UNIT_TYPE" val="f"/>
  <p:tag name="KSO_WM_UNIT_INDEX" val="4"/>
  <p:tag name="KSO_WM_TEMPLATE_CATEGORY" val="custom"/>
  <p:tag name="KSO_WM_TEMPLATE_USER_THEME" val="1"/>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CONTENTSTITLE" val="0"/>
  <p:tag name="KSO_WM_UNIT_ISNUMDGMTITLE" val="0"/>
  <p:tag name="KSO_WM_UNIT_PRESET_TEXT" val="单击此处编辑母版副标题样式"/>
  <p:tag name="KSO_WM_UNIT_NOCLEAR" val="0"/>
  <p:tag name="KSO_WM_UNIT_VALUE" val="80"/>
  <p:tag name="KSO_WM_UNIT_TYPE" val="b"/>
  <p:tag name="KSO_WM_UNIT_INDEX" val="1"/>
  <p:tag name="KSO_WM_TEMPLATE_CATEGORY" val="custom"/>
  <p:tag name="KSO_WM_TEMPLATE_USER_THEME" val="1"/>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CONTENTSTITLE" val="0"/>
  <p:tag name="KSO_WM_UNIT_ISNUMDGMTITLE" val="0"/>
  <p:tag name="KSO_WM_UNIT_PRESET_TEXT" val="单击此处编辑母版标题样式"/>
  <p:tag name="KSO_WM_UNIT_NOCLEAR" val="0"/>
  <p:tag name="KSO_WM_UNIT_VALUE" val="30"/>
  <p:tag name="KSO_WM_UNIT_TYPE" val="a"/>
  <p:tag name="KSO_WM_UNIT_INDEX" val="1"/>
  <p:tag name="KSO_WM_TEMPLATE_CATEGORY" val="custom"/>
  <p:tag name="KSO_WM_TEMPLATE_USER_THEME" val="1"/>
</p:tagLst>
</file>

<file path=ppt/tags/tag7.xml><?xml version="1.0" encoding="utf-8"?>
<p:tagLst xmlns:p="http://schemas.openxmlformats.org/presentationml/2006/main">
  <p:tag name="KSO_WM_UNIT_TYPE" val="f"/>
  <p:tag name="KSO_WM_UNIT_INDEX" val="1"/>
  <p:tag name="KSO_WM_UNIT_ID" val="_2*f*1"/>
  <p:tag name="KSO_WM_BEAUTIFY_FLAG" val="#wm#"/>
  <p:tag name="KSO_WM_TAG_VERSION" val="3.0"/>
  <p:tag name="KSO_WM_UNIT_LAYERLEVEL" val="1"/>
  <p:tag name="KSO_WM_TEMPLATE_CATEGORY" val="custom"/>
  <p:tag name="KSO_WM_TEMPLATE_USER_THEME" val="1"/>
</p:tagLst>
</file>

<file path=ppt/tags/tag8.xml><?xml version="1.0" encoding="utf-8"?>
<p:tagLst xmlns:p="http://schemas.openxmlformats.org/presentationml/2006/main">
  <p:tag name="KSO_WM_UNIT_ID" val="_2**"/>
  <p:tag name="KSO_WM_BEAUTIFY_FLAG" val="#wm#"/>
  <p:tag name="KSO_WM_TAG_VERSION" val="3.0"/>
  <p:tag name="KSO_WM_UNIT_LAYERLEVEL" val="1"/>
  <p:tag name="KSO_WM_TEMPLATE_CATEGORY" val="custom"/>
  <p:tag name="KSO_WM_TEMPLATE_USER_THEME" val="1"/>
</p:tagLst>
</file>

<file path=ppt/tags/tag9.xml><?xml version="1.0" encoding="utf-8"?>
<p:tagLst xmlns:p="http://schemas.openxmlformats.org/presentationml/2006/main">
  <p:tag name="KSO_WM_UNIT_ID" val="_2**"/>
  <p:tag name="KSO_WM_BEAUTIFY_FLAG" val="#wm#"/>
  <p:tag name="KSO_WM_TAG_VERSION" val="3.0"/>
  <p:tag name="KSO_WM_UNIT_LAYERLEVEL" val="1"/>
  <p:tag name="KSO_WM_TEMPLATE_CATEGORY" val="custom"/>
  <p:tag name="KSO_WM_TEMPLATE_USER_THEME" val="1"/>
</p:tagLst>
</file>

<file path=ppt/tags/tag10.xml><?xml version="1.0" encoding="utf-8"?>
<p:tagLst xmlns:p="http://schemas.openxmlformats.org/presentationml/2006/main">
  <p:tag name="KSO_WM_UNIT_ID" val="_2**"/>
  <p:tag name="KSO_WM_BEAUTIFY_FLAG" val="#wm#"/>
  <p:tag name="KSO_WM_TAG_VERSION" val="3.0"/>
  <p:tag name="KSO_WM_UNIT_LAYERLEVEL" val="1"/>
  <p:tag name="KSO_WM_TEMPLATE_CATEGORY" val="custom"/>
  <p:tag name="KSO_WM_TEMPLATE_USER_THEME" val="1"/>
</p:tagLst>
</file>

<file path=ppt/tags/tag11.xml><?xml version="1.0" encoding="utf-8"?>
<p:tagLst xmlns:p="http://schemas.openxmlformats.org/presentationml/2006/main">
  <p:tag name="KSO_WM_UNIT_TYPE" val="a"/>
  <p:tag name="KSO_WM_UNIT_INDEX" val="1"/>
  <p:tag name="KSO_WM_UNIT_ID" val="_2*a*1"/>
  <p:tag name="KSO_WM_BEAUTIFY_FLAG" val="#wm#"/>
  <p:tag name="KSO_WM_TAG_VERSION" val="3.0"/>
  <p:tag name="KSO_WM_UNIT_LAYERLEVEL" val="1"/>
  <p:tag name="KSO_WM_TEMPLATE_CATEGORY" val="custom"/>
  <p:tag name="KSO_WM_TEMPLATE_USER_THEME" val="1"/>
</p:tagLst>
</file>

<file path=ppt/tags/tag12.xml><?xml version="1.0" encoding="utf-8"?>
<p:tagLst xmlns:p="http://schemas.openxmlformats.org/presentationml/2006/main">
  <p:tag name="KSO_WM_UNIT_TYPE" val="i"/>
  <p:tag name="KSO_WM_UNIT_INDEX" val="1"/>
  <p:tag name="KSO_WM_BEAUTIFY_FLAG" val="#wm#"/>
  <p:tag name="KSO_WM_TAG_VERSION" val="3.0"/>
  <p:tag name="KSO_WM_UNIT_ISCONTENTSTITLE" val="1"/>
  <p:tag name="LayoutZOrder" val="2"/>
  <p:tag name="KSO_WM_UNIT_ID" val="_3**"/>
  <p:tag name="KSO_WM_UNIT_LAYERLEVEL" val="1"/>
  <p:tag name="KSO_WM_TEMPLATE_CATEGORY" val="custom"/>
  <p:tag name="KSO_WM_TEMPLATE_USER_THEME" val="1"/>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 name="KSO_WM_UNIT_ISCONTENTSTITLE" val="1"/>
  <p:tag name="KSO_WM_UNIT_ISNUMDGMTITLE" val="0"/>
  <p:tag name="KSO_WM_UNIT_PRESET_TEXT" val="标题"/>
  <p:tag name="KSO_WM_UNIT_NOCLEAR" val="0"/>
  <p:tag name="KSO_WM_UNIT_VALUE" val="3"/>
  <p:tag name="KSO_WM_UNIT_TYPE" val="a"/>
  <p:tag name="KSO_WM_UNIT_INDEX" val="1"/>
  <p:tag name="KSO_WM_TEMPLATE_CATEGORY" val="custom"/>
  <p:tag name="KSO_WM_TEMPLATE_USER_THEME" val="1"/>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 name="KSO_WM_TEMPLATE_CATEGORY" val="custom"/>
  <p:tag name="KSO_WM_TEMPLATE_USER_THEME" val="1"/>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 name="KSO_WM_TEMPLATE_CATEGORY" val="custom"/>
  <p:tag name="KSO_WM_TEMPLATE_USER_THEME" val="1"/>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 name="KSO_WM_TEMPLATE_CATEGORY" val="custom"/>
  <p:tag name="KSO_WM_TEMPLATE_USER_THEME" val="1"/>
</p:tagLst>
</file>

<file path=ppt/tags/tag17.xml><?xml version="1.0" encoding="utf-8"?>
<p:tagLst xmlns:p="http://schemas.openxmlformats.org/presentationml/2006/main">
  <p:tag name="KSO_WM_UNIT_TYPE" val="i"/>
  <p:tag name="KSO_WM_UNIT_INDEX" val="1"/>
  <p:tag name="KSO_WM_BEAUTIFY_FLAG" val="#wm#"/>
  <p:tag name="KSO_WM_TAG_VERSION" val="3.0"/>
  <p:tag name="LayoutZOrder" val="2"/>
  <p:tag name="KSO_WM_UNIT_ID" val="_4**"/>
  <p:tag name="KSO_WM_UNIT_LAYERLEVEL" val="1"/>
  <p:tag name="KSO_WM_TEMPLATE_CATEGORY" val="custom"/>
  <p:tag name="KSO_WM_TEMPLATE_USER_THEME" val="1"/>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 name="KSO_WM_TEMPLATE_CATEGORY" val="custom"/>
  <p:tag name="KSO_WM_TEMPLATE_USER_THEME" val="1"/>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 name="KSO_WM_TEMPLATE_CATEGORY" val="custom"/>
  <p:tag name="KSO_WM_TEMPLATE_USER_THEME" val="1"/>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 name="KSO_WM_TEMPLATE_CATEGORY" val="custom"/>
  <p:tag name="KSO_WM_TEMPLATE_USER_THEME" val="1"/>
</p:tagLst>
</file>

<file path=ppt/tags/tag21.xml><?xml version="1.0" encoding="utf-8"?>
<p:tagLst xmlns:p="http://schemas.openxmlformats.org/presentationml/2006/main">
  <p:tag name="KSO_WM_UNIT_HIGHLIGHT" val="0"/>
  <p:tag name="KSO_WM_UNIT_COMPATIBLE" val="1"/>
  <p:tag name="KSO_WM_UNIT_DIAGRAM_ISNUMVISUAL" val="0"/>
  <p:tag name="KSO_WM_UNIT_DIAGRAM_ISREFERUNIT" val="0"/>
  <p:tag name="KSO_WM_UNIT_ID" val="_4**"/>
  <p:tag name="KSO_WM_UNIT_LAYERLEVEL" val="1"/>
  <p:tag name="KSO_WM_TAG_VERSION" val="3.0"/>
  <p:tag name="KSO_WM_BEAUTIFY_FLAG" val="#wm#"/>
  <p:tag name="KSO_WM_UNIT_PRESET_TEXT" val="节编号"/>
  <p:tag name="KSO_WM_UNIT_NOCLEAR" val="0"/>
  <p:tag name="KSO_WM_UNIT_VALUE" val="13"/>
  <p:tag name="KSO_WM_UNIT_TYPE" val="e"/>
  <p:tag name="KSO_WM_UNIT_INDEX" val="1"/>
  <p:tag name="KSO_WM_TEMPLATE_CATEGORY" val="custom"/>
  <p:tag name="KSO_WM_TEMPLATE_USER_THEME" val="1"/>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 name="KSO_WM_UNIT_PRESET_TEXT" val="单击此处编辑副标题"/>
  <p:tag name="KSO_WM_UNIT_NOCLEAR" val="0"/>
  <p:tag name="KSO_WM_UNIT_TYPE" val="b"/>
  <p:tag name="KSO_WM_UNIT_INDEX" val="1"/>
  <p:tag name="KSO_WM_UNIT_ISCONTENTSTITLE" val="0"/>
  <p:tag name="KSO_WM_UNIT_ISNUMDGMTITLE" val="0"/>
  <p:tag name="KSO_WM_TEMPLATE_CATEGORY" val="custom"/>
  <p:tag name="KSO_WM_TEMPLATE_USER_THEME" val="1"/>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 name="KSO_WM_UNIT_ISCONTENTSTITLE" val="0"/>
  <p:tag name="KSO_WM_UNIT_ISNUMDGMTITLE" val="0"/>
  <p:tag name="KSO_WM_UNIT_PRESET_TEXT" val="单击此处编辑母版标题样式"/>
  <p:tag name="KSO_WM_UNIT_NOCLEAR" val="0"/>
  <p:tag name="KSO_WM_UNIT_VALUE" val="14"/>
  <p:tag name="KSO_WM_UNIT_TYPE" val="a"/>
  <p:tag name="KSO_WM_UNIT_INDEX" val="1"/>
  <p:tag name="KSO_WM_TEMPLATE_CATEGORY" val="custom"/>
  <p:tag name="KSO_WM_TEMPLATE_USER_THEME" val="1"/>
</p:tagLst>
</file>

<file path=ppt/tags/tag24.xml><?xml version="1.0" encoding="utf-8"?>
<p:tagLst xmlns:p="http://schemas.openxmlformats.org/presentationml/2006/main">
  <p:tag name="KSO_WM_UNIT_TYPE" val="f"/>
  <p:tag name="KSO_WM_UNIT_INDEX" val="1"/>
  <p:tag name="KSO_WM_UNIT_ID" val="_5*f*1"/>
  <p:tag name="KSO_WM_BEAUTIFY_FLAG" val="#wm#"/>
  <p:tag name="KSO_WM_TAG_VERSION" val="3.0"/>
  <p:tag name="KSO_WM_UNIT_LAYERLEVEL" val="1"/>
  <p:tag name="KSO_WM_TEMPLATE_CATEGORY" val="custom"/>
  <p:tag name="KSO_WM_TEMPLATE_USER_THEME" val="1"/>
</p:tagLst>
</file>

<file path=ppt/tags/tag25.xml><?xml version="1.0" encoding="utf-8"?>
<p:tagLst xmlns:p="http://schemas.openxmlformats.org/presentationml/2006/main">
  <p:tag name="KSO_WM_UNIT_TYPE" val="f"/>
  <p:tag name="KSO_WM_UNIT_INDEX" val="2"/>
  <p:tag name="KSO_WM_UNIT_ID" val="_5*f*2"/>
  <p:tag name="KSO_WM_BEAUTIFY_FLAG" val="#wm#"/>
  <p:tag name="KSO_WM_TAG_VERSION" val="3.0"/>
  <p:tag name="KSO_WM_UNIT_LAYERLEVEL" val="1"/>
  <p:tag name="KSO_WM_TEMPLATE_CATEGORY" val="custom"/>
  <p:tag name="KSO_WM_TEMPLATE_USER_THEME" val="1"/>
</p:tagLst>
</file>

<file path=ppt/tags/tag26.xml><?xml version="1.0" encoding="utf-8"?>
<p:tagLst xmlns:p="http://schemas.openxmlformats.org/presentationml/2006/main">
  <p:tag name="KSO_WM_UNIT_ID" val="_5**"/>
  <p:tag name="KSO_WM_BEAUTIFY_FLAG" val="#wm#"/>
  <p:tag name="KSO_WM_TAG_VERSION" val="3.0"/>
  <p:tag name="KSO_WM_UNIT_LAYERLEVEL" val="1"/>
  <p:tag name="KSO_WM_TEMPLATE_CATEGORY" val="custom"/>
  <p:tag name="KSO_WM_TEMPLATE_USER_THEME" val="1"/>
</p:tagLst>
</file>

<file path=ppt/tags/tag27.xml><?xml version="1.0" encoding="utf-8"?>
<p:tagLst xmlns:p="http://schemas.openxmlformats.org/presentationml/2006/main">
  <p:tag name="KSO_WM_UNIT_ID" val="_5**"/>
  <p:tag name="KSO_WM_BEAUTIFY_FLAG" val="#wm#"/>
  <p:tag name="KSO_WM_TAG_VERSION" val="3.0"/>
  <p:tag name="KSO_WM_UNIT_LAYERLEVEL" val="1"/>
  <p:tag name="KSO_WM_TEMPLATE_CATEGORY" val="custom"/>
  <p:tag name="KSO_WM_TEMPLATE_USER_THEME" val="1"/>
</p:tagLst>
</file>

<file path=ppt/tags/tag28.xml><?xml version="1.0" encoding="utf-8"?>
<p:tagLst xmlns:p="http://schemas.openxmlformats.org/presentationml/2006/main">
  <p:tag name="KSO_WM_UNIT_ID" val="_5**"/>
  <p:tag name="KSO_WM_BEAUTIFY_FLAG" val="#wm#"/>
  <p:tag name="KSO_WM_TAG_VERSION" val="3.0"/>
  <p:tag name="KSO_WM_UNIT_LAYERLEVEL" val="1"/>
  <p:tag name="KSO_WM_TEMPLATE_CATEGORY" val="custom"/>
  <p:tag name="KSO_WM_TEMPLATE_USER_THEME" val="1"/>
</p:tagLst>
</file>

<file path=ppt/tags/tag29.xml><?xml version="1.0" encoding="utf-8"?>
<p:tagLst xmlns:p="http://schemas.openxmlformats.org/presentationml/2006/main">
  <p:tag name="KSO_WM_UNIT_TYPE" val="a"/>
  <p:tag name="KSO_WM_UNIT_INDEX" val="1"/>
  <p:tag name="KSO_WM_UNIT_ID" val="_5*a*1"/>
  <p:tag name="KSO_WM_BEAUTIFY_FLAG" val="#wm#"/>
  <p:tag name="KSO_WM_TAG_VERSION" val="3.0"/>
  <p:tag name="KSO_WM_UNIT_LAYERLEVEL" val="1"/>
  <p:tag name="KSO_WM_TEMPLATE_CATEGORY" val="custom"/>
  <p:tag name="KSO_WM_TEMPLATE_USER_THEME" val="1"/>
</p:tagLst>
</file>

<file path=ppt/tags/tag30.xml><?xml version="1.0" encoding="utf-8"?>
<p:tagLst xmlns:p="http://schemas.openxmlformats.org/presentationml/2006/main">
  <p:tag name="KSO_WM_UNIT_TYPE" val="f"/>
  <p:tag name="KSO_WM_UNIT_INDEX" val="1"/>
  <p:tag name="KSO_WM_UNIT_ID" val="_6*f*1"/>
  <p:tag name="KSO_WM_BEAUTIFY_FLAG" val="#wm#"/>
  <p:tag name="KSO_WM_TAG_VERSION" val="3.0"/>
  <p:tag name="KSO_WM_UNIT_LAYERLEVEL" val="1"/>
  <p:tag name="KSO_WM_TEMPLATE_CATEGORY" val="custom"/>
  <p:tag name="KSO_WM_TEMPLATE_USER_THEME" val="1"/>
</p:tagLst>
</file>

<file path=ppt/tags/tag31.xml><?xml version="1.0" encoding="utf-8"?>
<p:tagLst xmlns:p="http://schemas.openxmlformats.org/presentationml/2006/main">
  <p:tag name="KSO_WM_UNIT_TYPE" val="f"/>
  <p:tag name="KSO_WM_UNIT_INDEX" val="2"/>
  <p:tag name="KSO_WM_UNIT_ID" val="_6*f*2"/>
  <p:tag name="KSO_WM_BEAUTIFY_FLAG" val="#wm#"/>
  <p:tag name="KSO_WM_TAG_VERSION" val="3.0"/>
  <p:tag name="KSO_WM_UNIT_LAYERLEVEL" val="1"/>
  <p:tag name="KSO_WM_TEMPLATE_CATEGORY" val="custom"/>
  <p:tag name="KSO_WM_TEMPLATE_USER_THEME" val="1"/>
</p:tagLst>
</file>

<file path=ppt/tags/tag32.xml><?xml version="1.0" encoding="utf-8"?>
<p:tagLst xmlns:p="http://schemas.openxmlformats.org/presentationml/2006/main">
  <p:tag name="KSO_WM_UNIT_TYPE" val="f"/>
  <p:tag name="KSO_WM_UNIT_INDEX" val="3"/>
  <p:tag name="KSO_WM_UNIT_ID" val="_6*f*3"/>
  <p:tag name="KSO_WM_BEAUTIFY_FLAG" val="#wm#"/>
  <p:tag name="KSO_WM_TAG_VERSION" val="3.0"/>
  <p:tag name="KSO_WM_UNIT_LAYERLEVEL" val="1"/>
  <p:tag name="KSO_WM_TEMPLATE_CATEGORY" val="custom"/>
  <p:tag name="KSO_WM_TEMPLATE_USER_THEME" val="1"/>
</p:tagLst>
</file>

<file path=ppt/tags/tag33.xml><?xml version="1.0" encoding="utf-8"?>
<p:tagLst xmlns:p="http://schemas.openxmlformats.org/presentationml/2006/main">
  <p:tag name="KSO_WM_UNIT_TYPE" val="f"/>
  <p:tag name="KSO_WM_UNIT_INDEX" val="4"/>
  <p:tag name="KSO_WM_UNIT_ID" val="_6*f*4"/>
  <p:tag name="KSO_WM_BEAUTIFY_FLAG" val="#wm#"/>
  <p:tag name="KSO_WM_TAG_VERSION" val="3.0"/>
  <p:tag name="KSO_WM_UNIT_LAYERLEVEL" val="1"/>
  <p:tag name="KSO_WM_TEMPLATE_CATEGORY" val="custom"/>
  <p:tag name="KSO_WM_TEMPLATE_USER_THEME" val="1"/>
</p:tagLst>
</file>

<file path=ppt/tags/tag34.xml><?xml version="1.0" encoding="utf-8"?>
<p:tagLst xmlns:p="http://schemas.openxmlformats.org/presentationml/2006/main">
  <p:tag name="KSO_WM_UNIT_ID" val="_6**"/>
  <p:tag name="KSO_WM_BEAUTIFY_FLAG" val="#wm#"/>
  <p:tag name="KSO_WM_TAG_VERSION" val="3.0"/>
  <p:tag name="KSO_WM_UNIT_LAYERLEVEL" val="1"/>
  <p:tag name="KSO_WM_TEMPLATE_CATEGORY" val="custom"/>
  <p:tag name="KSO_WM_TEMPLATE_USER_THEME" val="1"/>
</p:tagLst>
</file>

<file path=ppt/tags/tag35.xml><?xml version="1.0" encoding="utf-8"?>
<p:tagLst xmlns:p="http://schemas.openxmlformats.org/presentationml/2006/main">
  <p:tag name="KSO_WM_UNIT_ID" val="_6**"/>
  <p:tag name="KSO_WM_BEAUTIFY_FLAG" val="#wm#"/>
  <p:tag name="KSO_WM_TAG_VERSION" val="3.0"/>
  <p:tag name="KSO_WM_UNIT_LAYERLEVEL" val="1"/>
  <p:tag name="KSO_WM_TEMPLATE_CATEGORY" val="custom"/>
  <p:tag name="KSO_WM_TEMPLATE_USER_THEME" val="1"/>
</p:tagLst>
</file>

<file path=ppt/tags/tag36.xml><?xml version="1.0" encoding="utf-8"?>
<p:tagLst xmlns:p="http://schemas.openxmlformats.org/presentationml/2006/main">
  <p:tag name="KSO_WM_UNIT_ID" val="_6**"/>
  <p:tag name="KSO_WM_BEAUTIFY_FLAG" val="#wm#"/>
  <p:tag name="KSO_WM_TAG_VERSION" val="3.0"/>
  <p:tag name="KSO_WM_UNIT_LAYERLEVEL" val="1"/>
  <p:tag name="KSO_WM_TEMPLATE_CATEGORY" val="custom"/>
  <p:tag name="KSO_WM_TEMPLATE_USER_THEME" val="1"/>
</p:tagLst>
</file>

<file path=ppt/tags/tag37.xml><?xml version="1.0" encoding="utf-8"?>
<p:tagLst xmlns:p="http://schemas.openxmlformats.org/presentationml/2006/main">
  <p:tag name="KSO_WM_UNIT_TYPE" val="a"/>
  <p:tag name="KSO_WM_UNIT_INDEX" val="1"/>
  <p:tag name="KSO_WM_UNIT_ID" val="_6*a*1"/>
  <p:tag name="KSO_WM_BEAUTIFY_FLAG" val="#wm#"/>
  <p:tag name="KSO_WM_TAG_VERSION" val="3.0"/>
  <p:tag name="KSO_WM_UNIT_LAYERLEVEL" val="1"/>
  <p:tag name="KSO_WM_TEMPLATE_CATEGORY" val="custom"/>
  <p:tag name="KSO_WM_TEMPLATE_USER_THEME" val="1"/>
</p:tagLst>
</file>

<file path=ppt/tags/tag38.xml><?xml version="1.0" encoding="utf-8"?>
<p:tagLst xmlns:p="http://schemas.openxmlformats.org/presentationml/2006/main">
  <p:tag name="KSO_WM_UNIT_ID" val="_7**"/>
  <p:tag name="KSO_WM_BEAUTIFY_FLAG" val="#wm#"/>
  <p:tag name="KSO_WM_TAG_VERSION" val="3.0"/>
  <p:tag name="KSO_WM_UNIT_LAYERLEVEL" val="1"/>
  <p:tag name="KSO_WM_TEMPLATE_CATEGORY" val="custom"/>
  <p:tag name="KSO_WM_TEMPLATE_USER_THEME" val="1"/>
</p:tagLst>
</file>

<file path=ppt/tags/tag39.xml><?xml version="1.0" encoding="utf-8"?>
<p:tagLst xmlns:p="http://schemas.openxmlformats.org/presentationml/2006/main">
  <p:tag name="KSO_WM_UNIT_ID" val="_7**"/>
  <p:tag name="KSO_WM_BEAUTIFY_FLAG" val="#wm#"/>
  <p:tag name="KSO_WM_TAG_VERSION" val="3.0"/>
  <p:tag name="KSO_WM_UNIT_LAYERLEVEL" val="1"/>
  <p:tag name="KSO_WM_TEMPLATE_CATEGORY" val="custom"/>
  <p:tag name="KSO_WM_TEMPLATE_USER_THEME" val="1"/>
</p:tagLst>
</file>

<file path=ppt/tags/tag40.xml><?xml version="1.0" encoding="utf-8"?>
<p:tagLst xmlns:p="http://schemas.openxmlformats.org/presentationml/2006/main">
  <p:tag name="KSO_WM_UNIT_ID" val="_7**"/>
  <p:tag name="KSO_WM_BEAUTIFY_FLAG" val="#wm#"/>
  <p:tag name="KSO_WM_TAG_VERSION" val="3.0"/>
  <p:tag name="KSO_WM_UNIT_LAYERLEVEL" val="1"/>
  <p:tag name="KSO_WM_TEMPLATE_CATEGORY" val="custom"/>
  <p:tag name="KSO_WM_TEMPLATE_USER_THEME" val="1"/>
</p:tagLst>
</file>

<file path=ppt/tags/tag41.xml><?xml version="1.0" encoding="utf-8"?>
<p:tagLst xmlns:p="http://schemas.openxmlformats.org/presentationml/2006/main">
  <p:tag name="KSO_WM_UNIT_TYPE" val="a"/>
  <p:tag name="KSO_WM_UNIT_INDEX" val="1"/>
  <p:tag name="KSO_WM_UNIT_ID" val="_7*a*1"/>
  <p:tag name="KSO_WM_BEAUTIFY_FLAG" val="#wm#"/>
  <p:tag name="KSO_WM_TAG_VERSION" val="3.0"/>
  <p:tag name="KSO_WM_UNIT_LAYERLEVEL" val="1"/>
  <p:tag name="KSO_WM_TEMPLATE_CATEGORY" val="custom"/>
  <p:tag name="KSO_WM_TEMPLATE_USER_THEME" val="1"/>
</p:tagLst>
</file>

<file path=ppt/tags/tag42.xml><?xml version="1.0" encoding="utf-8"?>
<p:tagLst xmlns:p="http://schemas.openxmlformats.org/presentationml/2006/main">
  <p:tag name="KSO_WM_UNIT_ID" val="_8**"/>
  <p:tag name="KSO_WM_BEAUTIFY_FLAG" val="#wm#"/>
  <p:tag name="KSO_WM_TAG_VERSION" val="3.0"/>
  <p:tag name="KSO_WM_UNIT_LAYERLEVEL" val="1"/>
  <p:tag name="KSO_WM_TEMPLATE_CATEGORY" val="custom"/>
  <p:tag name="KSO_WM_TEMPLATE_USER_THEME" val="1"/>
</p:tagLst>
</file>

<file path=ppt/tags/tag43.xml><?xml version="1.0" encoding="utf-8"?>
<p:tagLst xmlns:p="http://schemas.openxmlformats.org/presentationml/2006/main">
  <p:tag name="KSO_WM_UNIT_ID" val="_8**"/>
  <p:tag name="KSO_WM_BEAUTIFY_FLAG" val="#wm#"/>
  <p:tag name="KSO_WM_TAG_VERSION" val="3.0"/>
  <p:tag name="KSO_WM_UNIT_LAYERLEVEL" val="1"/>
  <p:tag name="KSO_WM_TEMPLATE_CATEGORY" val="custom"/>
  <p:tag name="KSO_WM_TEMPLATE_USER_THEME" val="1"/>
</p:tagLst>
</file>

<file path=ppt/tags/tag44.xml><?xml version="1.0" encoding="utf-8"?>
<p:tagLst xmlns:p="http://schemas.openxmlformats.org/presentationml/2006/main">
  <p:tag name="KSO_WM_UNIT_ID" val="_8**"/>
  <p:tag name="KSO_WM_BEAUTIFY_FLAG" val="#wm#"/>
  <p:tag name="KSO_WM_TAG_VERSION" val="3.0"/>
  <p:tag name="KSO_WM_UNIT_LAYERLEVEL" val="1"/>
  <p:tag name="KSO_WM_TEMPLATE_CATEGORY" val="custom"/>
  <p:tag name="KSO_WM_TEMPLATE_USER_THEME" val="1"/>
</p:tagLst>
</file>

<file path=ppt/tags/tag45.xml><?xml version="1.0" encoding="utf-8"?>
<p:tagLst xmlns:p="http://schemas.openxmlformats.org/presentationml/2006/main">
  <p:tag name="KSO_WM_UNIT_TYPE" val="f"/>
  <p:tag name="KSO_WM_UNIT_INDEX" val="1"/>
  <p:tag name="KSO_WM_UNIT_ID" val="_9*f*1"/>
  <p:tag name="KSO_WM_BEAUTIFY_FLAG" val="#wm#"/>
  <p:tag name="KSO_WM_TAG_VERSION" val="3.0"/>
  <p:tag name="KSO_WM_UNIT_LAYERLEVEL" val="1"/>
  <p:tag name="KSO_WM_TEMPLATE_CATEGORY" val="custom"/>
  <p:tag name="KSO_WM_TEMPLATE_USER_THEME" val="1"/>
</p:tagLst>
</file>

<file path=ppt/tags/tag46.xml><?xml version="1.0" encoding="utf-8"?>
<p:tagLst xmlns:p="http://schemas.openxmlformats.org/presentationml/2006/main">
  <p:tag name="KSO_WM_UNIT_ID" val="_9**"/>
  <p:tag name="KSO_WM_BEAUTIFY_FLAG" val="#wm#"/>
  <p:tag name="KSO_WM_TAG_VERSION" val="3.0"/>
  <p:tag name="KSO_WM_UNIT_LAYERLEVEL" val="1"/>
  <p:tag name="KSO_WM_TEMPLATE_CATEGORY" val="custom"/>
  <p:tag name="KSO_WM_TEMPLATE_USER_THEME" val="1"/>
</p:tagLst>
</file>

<file path=ppt/tags/tag47.xml><?xml version="1.0" encoding="utf-8"?>
<p:tagLst xmlns:p="http://schemas.openxmlformats.org/presentationml/2006/main">
  <p:tag name="KSO_WM_UNIT_ID" val="_9**"/>
  <p:tag name="KSO_WM_BEAUTIFY_FLAG" val="#wm#"/>
  <p:tag name="KSO_WM_TAG_VERSION" val="3.0"/>
  <p:tag name="KSO_WM_UNIT_LAYERLEVEL" val="1"/>
  <p:tag name="KSO_WM_TEMPLATE_CATEGORY" val="custom"/>
  <p:tag name="KSO_WM_TEMPLATE_USER_THEME" val="1"/>
</p:tagLst>
</file>

<file path=ppt/tags/tag48.xml><?xml version="1.0" encoding="utf-8"?>
<p:tagLst xmlns:p="http://schemas.openxmlformats.org/presentationml/2006/main">
  <p:tag name="KSO_WM_UNIT_ID" val="_9**"/>
  <p:tag name="KSO_WM_BEAUTIFY_FLAG" val="#wm#"/>
  <p:tag name="KSO_WM_TAG_VERSION" val="3.0"/>
  <p:tag name="KSO_WM_UNIT_LAYERLEVEL" val="1"/>
  <p:tag name="KSO_WM_TEMPLATE_CATEGORY" val="custom"/>
  <p:tag name="KSO_WM_TEMPLATE_USER_THEME" val="1"/>
</p:tagLst>
</file>

<file path=ppt/tags/tag49.xml><?xml version="1.0" encoding="utf-8"?>
<p:tagLst xmlns:p="http://schemas.openxmlformats.org/presentationml/2006/main">
  <p:tag name="KSO_WM_UNIT_ID" val="_10**"/>
  <p:tag name="KSO_WM_BEAUTIFY_FLAG" val="#wm#"/>
  <p:tag name="KSO_WM_TAG_VERSION" val="3.0"/>
  <p:tag name="KSO_WM_UNIT_LAYERLEVEL" val="1"/>
  <p:tag name="KSO_WM_TEMPLATE_CATEGORY" val="custom"/>
  <p:tag name="KSO_WM_TEMPLATE_USER_THEME" val="1"/>
</p:tagLst>
</file>

<file path=ppt/tags/tag50.xml><?xml version="1.0" encoding="utf-8"?>
<p:tagLst xmlns:p="http://schemas.openxmlformats.org/presentationml/2006/main">
  <p:tag name="KSO_WM_UNIT_ID" val="_10**"/>
  <p:tag name="KSO_WM_BEAUTIFY_FLAG" val="#wm#"/>
  <p:tag name="KSO_WM_TAG_VERSION" val="3.0"/>
  <p:tag name="KSO_WM_UNIT_LAYERLEVEL" val="1"/>
  <p:tag name="KSO_WM_TEMPLATE_CATEGORY" val="custom"/>
  <p:tag name="KSO_WM_TEMPLATE_USER_THEME" val="1"/>
</p:tagLst>
</file>

<file path=ppt/tags/tag51.xml><?xml version="1.0" encoding="utf-8"?>
<p:tagLst xmlns:p="http://schemas.openxmlformats.org/presentationml/2006/main">
  <p:tag name="KSO_WM_UNIT_ID" val="_10**"/>
  <p:tag name="KSO_WM_BEAUTIFY_FLAG" val="#wm#"/>
  <p:tag name="KSO_WM_TAG_VERSION" val="3.0"/>
  <p:tag name="KSO_WM_UNIT_LAYERLEVEL" val="1"/>
  <p:tag name="KSO_WM_TEMPLATE_CATEGORY" val="custom"/>
  <p:tag name="KSO_WM_TEMPLATE_USER_THEME" val="1"/>
</p:tagLst>
</file>

<file path=ppt/tags/tag52.xml><?xml version="1.0" encoding="utf-8"?>
<p:tagLst xmlns:p="http://schemas.openxmlformats.org/presentationml/2006/main">
  <p:tag name="KSO_WM_UNIT_TYPE" val="f"/>
  <p:tag name="KSO_WM_UNIT_INDEX" val="1"/>
  <p:tag name="KSO_WM_UNIT_ID" val="_10*f*1"/>
  <p:tag name="KSO_WM_BEAUTIFY_FLAG" val="#wm#"/>
  <p:tag name="KSO_WM_TAG_VERSION" val="3.0"/>
  <p:tag name="KSO_WM_UNIT_LAYERLEVEL" val="1"/>
  <p:tag name="KSO_WM_TEMPLATE_CATEGORY" val="custom"/>
  <p:tag name="KSO_WM_TEMPLATE_USER_THEME" val="1"/>
</p:tagLst>
</file>

<file path=ppt/tags/tag53.xml><?xml version="1.0" encoding="utf-8"?>
<p:tagLst xmlns:p="http://schemas.openxmlformats.org/presentationml/2006/main">
  <p:tag name="KSO_WM_UNIT_TYPE" val="a"/>
  <p:tag name="KSO_WM_UNIT_INDEX" val="1"/>
  <p:tag name="KSO_WM_UNIT_ID" val="_10*a*1"/>
  <p:tag name="KSO_WM_BEAUTIFY_FLAG" val="#wm#"/>
  <p:tag name="KSO_WM_TAG_VERSION" val="3.0"/>
  <p:tag name="KSO_WM_UNIT_LAYERLEVEL" val="1"/>
  <p:tag name="KSO_WM_TEMPLATE_CATEGORY" val="custom"/>
  <p:tag name="KSO_WM_TEMPLATE_USER_THEME" val="1"/>
</p:tagLst>
</file>

<file path=ppt/tags/tag54.xml><?xml version="1.0" encoding="utf-8"?>
<p:tagLst xmlns:p="http://schemas.openxmlformats.org/presentationml/2006/main">
  <p:tag name="KSO_WM_UNIT_TYPE" val="i"/>
  <p:tag name="KSO_WM_UNIT_INDEX" val="1"/>
  <p:tag name="KSO_WM_BEAUTIFY_FLAG" val="#wm#"/>
  <p:tag name="KSO_WM_TAG_VERSION" val="3.0"/>
  <p:tag name="LayoutZOrder" val="2"/>
  <p:tag name="KSO_WM_UNIT_ID" val="_11**"/>
  <p:tag name="KSO_WM_UNIT_LAYERLEVEL" val="1"/>
  <p:tag name="KSO_WM_TEMPLATE_CATEGORY" val="custom"/>
  <p:tag name="KSO_WM_TEMPLATE_USER_THEME" val="1"/>
</p:tagLst>
</file>

<file path=ppt/tags/tag55.xml><?xml version="1.0" encoding="utf-8"?>
<p:tagLst xmlns:p="http://schemas.openxmlformats.org/presentationml/2006/main">
  <p:tag name="KSO_WM_UNIT_TYPE" val="i"/>
  <p:tag name="KSO_WM_UNIT_INDEX" val="2"/>
  <p:tag name="KSO_WM_BEAUTIFY_FLAG" val="#wm#"/>
  <p:tag name="KSO_WM_TAG_VERSION" val="3.0"/>
  <p:tag name="LayoutZOrder" val="4"/>
  <p:tag name="KSO_WM_UNIT_ID" val="_11**"/>
  <p:tag name="KSO_WM_UNIT_LAYERLEVEL" val="1"/>
  <p:tag name="KSO_WM_TEMPLATE_CATEGORY" val="custom"/>
  <p:tag name="KSO_WM_TEMPLATE_USER_THEME" val="1"/>
</p:tagLst>
</file>

<file path=ppt/tags/tag56.xml><?xml version="1.0" encoding="utf-8"?>
<p:tagLst xmlns:p="http://schemas.openxmlformats.org/presentationml/2006/main">
  <p:tag name="KSO_WM_UNIT_TYPE" val="i"/>
  <p:tag name="KSO_WM_UNIT_INDEX" val="3"/>
  <p:tag name="KSO_WM_BEAUTIFY_FLAG" val="#wm#"/>
  <p:tag name="KSO_WM_TAG_VERSION" val="3.0"/>
  <p:tag name="LayoutZOrder" val="5"/>
  <p:tag name="KSO_WM_UNIT_ID" val="_11**"/>
  <p:tag name="KSO_WM_UNIT_LAYERLEVEL" val="1"/>
  <p:tag name="KSO_WM_TEMPLATE_CATEGORY" val="custom"/>
  <p:tag name="KSO_WM_TEMPLATE_USER_THEME" val="1"/>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 name="KSO_WM_UNIT_SUBTYPE" val="b"/>
  <p:tag name="KSO_WM_UNIT_PRESET_TEXT" val="署名占位符"/>
  <p:tag name="KSO_WM_UNIT_NOCLEAR" val="0"/>
  <p:tag name="KSO_WM_UNIT_VALUE" val="8"/>
  <p:tag name="KSO_WM_UNIT_TYPE" val="f"/>
  <p:tag name="KSO_WM_UNIT_INDEX" val="4"/>
  <p:tag name="KSO_WM_TEMPLATE_CATEGORY" val="custom"/>
  <p:tag name="KSO_WM_TEMPLATE_USER_THEME" val="1"/>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 name="KSO_WM_UNIT_ISCONTENTSTITLE" val="0"/>
  <p:tag name="KSO_WM_UNIT_ISNUMDGMTITLE" val="0"/>
  <p:tag name="KSO_WM_UNIT_PRESET_TEXT" val="单击此处编辑母版标题样式"/>
  <p:tag name="KSO_WM_UNIT_NOCLEAR" val="0"/>
  <p:tag name="KSO_WM_UNIT_VALUE" val="30"/>
  <p:tag name="KSO_WM_UNIT_TYPE" val="a"/>
  <p:tag name="KSO_WM_UNIT_INDEX" val="1"/>
  <p:tag name="KSO_WM_TEMPLATE_CATEGORY" val="custom"/>
  <p:tag name="KSO_WM_TEMPLATE_USER_THEME" val="1"/>
</p:tagLst>
</file>

<file path=ppt/tags/tag59.xml><?xml version="1.0" encoding="utf-8"?>
<p:tagLst xmlns:p="http://schemas.openxmlformats.org/presentationml/2006/main">
  <p:tag name="MasterZOrder" val="4"/>
  <p:tag name="KSO_WM_UNIT_TYPE" val="i"/>
  <p:tag name="KSO_WM_UNIT_INDEX" val="1"/>
  <p:tag name="KSO_WM_UNIT_ID" val="_0*i*1"/>
  <p:tag name="KSO_WM_BEAUTIFY_FLAG" val="#wm#"/>
  <p:tag name="KSO_WM_TAG_VERSION" val="3.0"/>
  <p:tag name="KSO_WM_UNIT_LAYERLEVEL" val="1"/>
  <p:tag name="KSO_WM_TEMPLATE_CATEGORY" val="custom"/>
  <p:tag name="KSO_WM_TEMPLATE_USER_THEME" val="1"/>
</p:tagLst>
</file>

<file path=ppt/tags/tag60.xml><?xml version="1.0" encoding="utf-8"?>
<p:tagLst xmlns:p="http://schemas.openxmlformats.org/presentationml/2006/main">
  <p:tag name="LayoutZOrder" val="1"/>
  <p:tag name="KSO_WM_UNIT_TYPE" val="i"/>
  <p:tag name="KSO_WM_UNIT_INDEX" val="2"/>
  <p:tag name="KSO_WM_UNIT_ID" val="_0*i*2"/>
  <p:tag name="KSO_WM_BEAUTIFY_FLAG" val="#wm#"/>
  <p:tag name="KSO_WM_TAG_VERSION" val="3.0"/>
  <p:tag name="KSO_WM_UNIT_LAYERLEVEL" val="1"/>
  <p:tag name="KSO_WM_TEMPLATE_CATEGORY" val="custom"/>
  <p:tag name="KSO_WM_TEMPLATE_USER_THEME" val="1"/>
</p:tagLst>
</file>

<file path=ppt/tags/tag61.xml><?xml version="1.0" encoding="utf-8"?>
<p:tagLst xmlns:p="http://schemas.openxmlformats.org/presentationml/2006/main">
  <p:tag name="KSO_WM_UNIT_TYPE" val="i"/>
  <p:tag name="KSO_WM_UNIT_INDEX" val="3"/>
  <p:tag name="KSO_WM_BEAUTIFY_FLAG" val="#wm#"/>
  <p:tag name="KSO_WM_TAG_VERSION" val="3.0"/>
  <p:tag name="KSO_WM_UNIT_ID" val="_0*i*3"/>
  <p:tag name="KSO_WM_UNIT_LAYERLEVEL" val="1"/>
  <p:tag name="KSO_WM_TEMPLATE_CATEGORY" val="custom"/>
  <p:tag name="KSO_WM_TEMPLATE_USER_THEME" val="1"/>
</p:tagLst>
</file>

<file path=ppt/tags/tag62.xml><?xml version="1.0" encoding="utf-8"?>
<p:tagLst xmlns:p="http://schemas.openxmlformats.org/presentationml/2006/main">
  <p:tag name="KSO_WM_UNIT_TYPE" val="i"/>
  <p:tag name="KSO_WM_UNIT_INDEX" val="4"/>
  <p:tag name="KSO_WM_BEAUTIFY_FLAG" val="#wm#"/>
  <p:tag name="KSO_WM_TAG_VERSION" val="3.0"/>
  <p:tag name="KSO_WM_UNIT_ID" val="_0*i*4"/>
  <p:tag name="KSO_WM_UNIT_LAYERLEVEL" val="1"/>
  <p:tag name="KSO_WM_TEMPLATE_CATEGORY" val="custom"/>
  <p:tag name="KSO_WM_TEMPLATE_USER_THEME" val="1"/>
</p:tagLst>
</file>

<file path=ppt/tags/tag63.xml><?xml version="1.0" encoding="utf-8"?>
<p:tagLst xmlns:p="http://schemas.openxmlformats.org/presentationml/2006/main">
  <p:tag name="KSO_WM_UNIT_TYPE" val="i"/>
  <p:tag name="KSO_WM_UNIT_INDEX" val="5"/>
  <p:tag name="KSO_WM_BEAUTIFY_FLAG" val="#wm#"/>
  <p:tag name="KSO_WM_TAG_VERSION" val="3.0"/>
  <p:tag name="KSO_WM_UNIT_ID" val="_0*i*5"/>
  <p:tag name="KSO_WM_UNIT_LAYERLEVEL" val="1"/>
  <p:tag name="KSO_WM_TEMPLATE_CATEGORY" val="custom"/>
  <p:tag name="KSO_WM_TEMPLATE_USER_THEME" val="1"/>
</p:tagLst>
</file>

<file path=ppt/tags/tag64.xml><?xml version="1.0" encoding="utf-8"?>
<p:tagLst xmlns:p="http://schemas.openxmlformats.org/presentationml/2006/main">
  <p:tag name="KSO_WM_UNIT_TYPE" val="i"/>
  <p:tag name="KSO_WM_UNIT_INDEX" val="6"/>
  <p:tag name="KSO_WM_BEAUTIFY_FLAG" val="#wm#"/>
  <p:tag name="KSO_WM_TAG_VERSION" val="3.0"/>
  <p:tag name="KSO_WM_UNIT_ID" val="_0*i*6"/>
  <p:tag name="KSO_WM_UNIT_LAYERLEVEL" val="1"/>
  <p:tag name="KSO_WM_TEMPLATE_CATEGORY" val="custom"/>
  <p:tag name="KSO_WM_TEMPLATE_USER_THEME" val="1"/>
</p:tagLst>
</file>

<file path=ppt/tags/tag65.xml><?xml version="1.0" encoding="utf-8"?>
<p:tagLst xmlns:p="http://schemas.openxmlformats.org/presentationml/2006/main">
  <p:tag name="KSO_WM_UNIT_TYPE" val="i"/>
  <p:tag name="KSO_WM_UNIT_INDEX" val="7"/>
  <p:tag name="KSO_WM_BEAUTIFY_FLAG" val="#wm#"/>
  <p:tag name="KSO_WM_TAG_VERSION" val="3.0"/>
  <p:tag name="KSO_WM_UNIT_ID" val="_0*i*7"/>
  <p:tag name="KSO_WM_UNIT_LAYERLEVEL" val="1"/>
  <p:tag name="KSO_WM_TEMPLATE_CATEGORY" val="custom"/>
  <p:tag name="KSO_WM_TEMPLATE_USER_THEME" val="1"/>
</p:tagLst>
</file>

<file path=ppt/tags/tag66.xml><?xml version="1.0" encoding="utf-8"?>
<p:tagLst xmlns:p="http://schemas.openxmlformats.org/presentationml/2006/main">
  <p:tag name="KSO_WM_UNIT_TYPE" val="i"/>
  <p:tag name="KSO_WM_UNIT_INDEX" val="8"/>
  <p:tag name="KSO_WM_BEAUTIFY_FLAG" val="#wm#"/>
  <p:tag name="KSO_WM_TAG_VERSION" val="3.0"/>
  <p:tag name="KSO_WM_UNIT_ID" val="_0*i*8"/>
  <p:tag name="KSO_WM_UNIT_LAYERLEVEL" val="1"/>
  <p:tag name="KSO_WM_TEMPLATE_CATEGORY" val="custom"/>
  <p:tag name="KSO_WM_TEMPLATE_USER_THEME" val="1"/>
</p:tagLst>
</file>

<file path=ppt/tags/tag67.xml><?xml version="1.0" encoding="utf-8"?>
<p:tagLst xmlns:p="http://schemas.openxmlformats.org/presentationml/2006/main">
  <p:tag name="KSO_WM_UNIT_ID" val="_0**"/>
  <p:tag name="KSO_WM_BEAUTIFY_FLAG" val="#wm#"/>
  <p:tag name="KSO_WM_TAG_VERSION" val="3.0"/>
  <p:tag name="KSO_WM_UNIT_LAYERLEVEL" val="1"/>
  <p:tag name="KSO_WM_TEMPLATE_CATEGORY" val="custom"/>
  <p:tag name="KSO_WM_TEMPLATE_USER_THEME" val="1"/>
</p:tagLst>
</file>

<file path=ppt/tags/tag68.xml><?xml version="1.0" encoding="utf-8"?>
<p:tagLst xmlns:p="http://schemas.openxmlformats.org/presentationml/2006/main">
  <p:tag name="KSO_WM_UNIT_ID" val="_0**"/>
  <p:tag name="KSO_WM_BEAUTIFY_FLAG" val="#wm#"/>
  <p:tag name="KSO_WM_TAG_VERSION" val="3.0"/>
  <p:tag name="KSO_WM_UNIT_LAYERLEVEL" val="1"/>
  <p:tag name="KSO_WM_TEMPLATE_CATEGORY" val="custom"/>
  <p:tag name="KSO_WM_TEMPLATE_USER_THEME" val="1"/>
</p:tagLst>
</file>

<file path=ppt/tags/tag69.xml><?xml version="1.0" encoding="utf-8"?>
<p:tagLst xmlns:p="http://schemas.openxmlformats.org/presentationml/2006/main">
  <p:tag name="KSO_WM_UNIT_ID" val="_0**"/>
  <p:tag name="KSO_WM_BEAUTIFY_FLAG" val="#wm#"/>
  <p:tag name="KSO_WM_TAG_VERSION" val="3.0"/>
  <p:tag name="KSO_WM_UNIT_LAYERLEVEL" val="1"/>
  <p:tag name="KSO_WM_TEMPLATE_CATEGORY" val="custom"/>
  <p:tag name="KSO_WM_TEMPLATE_USER_THEME" val="1"/>
</p:tagLst>
</file>

<file path=ppt/tags/tag70.xml><?xml version="1.0" encoding="utf-8"?>
<p:tagLst xmlns:p="http://schemas.openxmlformats.org/presentationml/2006/main">
  <p:tag name="KSO_WM_UNIT_TYPE" val="f"/>
  <p:tag name="KSO_WM_UNIT_INDEX" val="1"/>
  <p:tag name="KSO_WM_UNIT_ID" val="_0*f*1"/>
  <p:tag name="KSO_WM_BEAUTIFY_FLAG" val="#wm#"/>
  <p:tag name="KSO_WM_TAG_VERSION" val="3.0"/>
  <p:tag name="KSO_WM_UNIT_LAYERLEVEL" val="1"/>
  <p:tag name="KSO_WM_TEMPLATE_CATEGORY" val="custom"/>
  <p:tag name="KSO_WM_TEMPLATE_USER_THEME" val="1"/>
</p:tagLst>
</file>

<file path=ppt/tags/tag71.xml><?xml version="1.0" encoding="utf-8"?>
<p:tagLst xmlns:p="http://schemas.openxmlformats.org/presentationml/2006/main">
  <p:tag name="KSO_WM_UNIT_TYPE" val="a"/>
  <p:tag name="KSO_WM_UNIT_INDEX" val="1"/>
  <p:tag name="KSO_WM_UNIT_ID" val="_0*a*1"/>
  <p:tag name="KSO_WM_BEAUTIFY_FLAG" val="#wm#"/>
  <p:tag name="KSO_WM_TAG_VERSION" val="3.0"/>
  <p:tag name="KSO_WM_UNIT_LAYERLEVEL" val="1"/>
  <p:tag name="KSO_WM_TEMPLATE_CATEGORY" val="custom"/>
  <p:tag name="KSO_WM_TEMPLATE_USER_THEME" val="1"/>
</p:tagLst>
</file>

<file path=ppt/tags/tag72.xml><?xml version="1.0" encoding="utf-8"?>
<p:tagLst xmlns:p="http://schemas.openxmlformats.org/presentationml/2006/main">
  <p:tag name="KSO_WM_UNIT_TYPE" val="b"/>
  <p:tag name="KSO_WM_UNIT_INDEX" val="1"/>
  <p:tag name="KSO_WM_UNIT_SUBTYPE" val=""/>
  <p:tag name="KSO_WM_UNIT_PRESET_TEXT" val="单击此处编辑母版副标题样式"/>
  <p:tag name="KSO_WM_UNIT_ID" val="_1**"/>
  <p:tag name="KSO_WM_BEAUTIFY_FLAG" val="#wm#"/>
  <p:tag name="KSO_WM_TAG_VERSION" val="3.0"/>
  <p:tag name="KSO_WM_UNIT_LAYERLEVEL" val="1"/>
  <p:tag name="KSO_WM_TEMPLATE_CATEGORY" val="custom"/>
  <p:tag name="KSO_WM_TEMPLATE_USER_THEME" val="1"/>
  <p:tag name="KSO_WM_UNIT_HIGHLIGHT" val="0"/>
  <p:tag name="KSO_WM_UNIT_COMPATIBLE" val="0"/>
  <p:tag name="KSO_WM_UNIT_DIAGRAM_ISNUMVISUAL" val="0"/>
  <p:tag name="KSO_WM_UNIT_DIAGRAM_ISREFERUNIT" val="0"/>
  <p:tag name="KSO_WM_UNIT_ISCONTENTSTITLE" val="0"/>
  <p:tag name="KSO_WM_UNIT_ISNUMDGMTITLE" val="0"/>
  <p:tag name="KSO_WM_UNIT_NOCLEAR" val="0"/>
  <p:tag name="KSO_WM_UNIT_VALUE" val="80"/>
</p:tagLst>
</file>

<file path=ppt/tags/tag73.xml><?xml version="1.0" encoding="utf-8"?>
<p:tagLst xmlns:p="http://schemas.openxmlformats.org/presentationml/2006/main">
  <p:tag name="KSO_WM_UNIT_TYPE" val="a"/>
  <p:tag name="KSO_WM_UNIT_INDEX" val="1"/>
  <p:tag name="KSO_WM_UNIT_SUBTYPE" val=""/>
  <p:tag name="KSO_WM_UNIT_PRESET_TEXT" val="单击此处编辑母版标题样式"/>
  <p:tag name="KSO_WM_UNIT_ID" val="_1**"/>
  <p:tag name="KSO_WM_BEAUTIFY_FLAG" val="#wm#"/>
  <p:tag name="KSO_WM_TAG_VERSION" val="3.0"/>
  <p:tag name="KSO_WM_UNIT_LAYERLEVEL" val="1"/>
  <p:tag name="KSO_WM_TEMPLATE_CATEGORY" val="custom"/>
  <p:tag name="KSO_WM_TEMPLATE_USER_THEME" val="1"/>
  <p:tag name="KSO_WM_UNIT_HIGHLIGHT" val="0"/>
  <p:tag name="KSO_WM_UNIT_COMPATIBLE" val="0"/>
  <p:tag name="KSO_WM_UNIT_DIAGRAM_ISNUMVISUAL" val="0"/>
  <p:tag name="KSO_WM_UNIT_DIAGRAM_ISREFERUNIT" val="0"/>
  <p:tag name="KSO_WM_UNIT_ISCONTENTSTITLE" val="0"/>
  <p:tag name="KSO_WM_UNIT_ISNUMDGMTITLE" val="0"/>
  <p:tag name="KSO_WM_UNIT_NOCLEAR" val="0"/>
  <p:tag name="KSO_WM_UNIT_VALUE" val="30"/>
</p:tagLst>
</file>

<file path=ppt/tags/tag74.xml><?xml version="1.0" encoding="utf-8"?>
<p:tagLst xmlns:p="http://schemas.openxmlformats.org/presentationml/2006/main">
  <p:tag name="KSO_WM_SLIDE_TYPE" val="title"/>
  <p:tag name="KSO_WM_TEMPLATE_THUMBS_INDEX" val="1、9"/>
  <p:tag name="KSO_WM_BEAUTIFY_FLAG" val="#wm#"/>
  <p:tag name="KSO_WM_TEMPLATE_CATEGORY" val="custom"/>
  <p:tag name="KSO_WM_TEMPLATE_USER_THEME" val="1"/>
  <p:tag name="KSO_WM_SLIDE_INDEX" val="1"/>
  <p:tag name="KSO_WM_SLIDE_ID" val="custom_1"/>
  <p:tag name="KSO_WM_TEMPLATE_SUBCATEGORY" val="29"/>
  <p:tag name="KSO_WM_SLIDE_LAYOUT" val="a_b_f"/>
  <p:tag name="KSO_WM_SLIDE_LAYOUT_CNT" val="1_1_1"/>
</p:tagLst>
</file>

<file path=ppt/tags/tag75.xml><?xml version="1.0" encoding="utf-8"?>
<p:tagLst xmlns:p="http://schemas.openxmlformats.org/presentationml/2006/main">
  <p:tag name="KSO_WM_UNIT_INDEX" val="11"/>
  <p:tag name="KSO_WM_UNIT_TYPE" val="i"/>
  <p:tag name="KSO_WM_BEAUTIFY_FLAG" val="#wm#"/>
</p:tagLst>
</file>

<file path=ppt/tags/tag76.xml><?xml version="1.0" encoding="utf-8"?>
<p:tagLst xmlns:p="http://schemas.openxmlformats.org/presentationml/2006/main">
  <p:tag name="KSO_WM_UNIT_INDEX" val="2"/>
  <p:tag name="KSO_WM_UNIT_TYPE" val="j"/>
  <p:tag name="KSO_WM_BEAUTIFY_FLAG" val="#wm#"/>
</p:tagLst>
</file>

<file path=ppt/tags/tag77.xml><?xml version="1.0" encoding="utf-8"?>
<p:tagLst xmlns:p="http://schemas.openxmlformats.org/presentationml/2006/main">
  <p:tag name="KSO_WM_UNIT_INDEX" val="3"/>
  <p:tag name="KSO_WM_UNIT_TYPE" val="i"/>
  <p:tag name="KSO_WM_BEAUTIFY_FLAG" val="#wm#"/>
</p:tagLst>
</file>

<file path=ppt/tags/tag78.xml><?xml version="1.0" encoding="utf-8"?>
<p:tagLst xmlns:p="http://schemas.openxmlformats.org/presentationml/2006/main">
  <p:tag name="KSO_WM_UNIT_INDEX" val="7"/>
  <p:tag name="KSO_WM_UNIT_TYPE" val="f"/>
  <p:tag name="KSO_WM_UNIT_SUBTYPE" val="a"/>
  <p:tag name="KSO_WM_BEAUTIFY_FLAG" val="#wm#"/>
</p:tagLst>
</file>

<file path=ppt/tags/tag79.xml><?xml version="1.0" encoding="utf-8"?>
<p:tagLst xmlns:p="http://schemas.openxmlformats.org/presentationml/2006/main">
  <p:tag name="KSO_WM_UNIT_INDEX" val="8"/>
  <p:tag name="KSO_WM_UNIT_TYPE" val="i"/>
  <p:tag name="KSO_WM_BEAUTIFY_FLAG" val="#wm#"/>
</p:tagLst>
</file>

<file path=ppt/tags/tag80.xml><?xml version="1.0" encoding="utf-8"?>
<p:tagLst xmlns:p="http://schemas.openxmlformats.org/presentationml/2006/main">
  <p:tag name="KSO_WM_UNIT_INDEX" val="9"/>
  <p:tag name="KSO_WM_UNIT_TYPE" val="i"/>
  <p:tag name="KSO_WM_BEAUTIFY_FLAG" val="#wm#"/>
</p:tagLst>
</file>

<file path=ppt/tags/tag81.xml><?xml version="1.0" encoding="utf-8"?>
<p:tagLst xmlns:p="http://schemas.openxmlformats.org/presentationml/2006/main">
  <p:tag name="KSO_WM_UNIT_INDEX" val="5"/>
  <p:tag name="KSO_WM_UNIT_TYPE" val="f"/>
  <p:tag name="KSO_WM_UNIT_SUBTYPE" val="a"/>
  <p:tag name="KSO_WM_BEAUTIFY_FLAG" val="#wm#"/>
</p:tagLst>
</file>

<file path=ppt/tags/tag82.xml><?xml version="1.0" encoding="utf-8"?>
<p:tagLst xmlns:p="http://schemas.openxmlformats.org/presentationml/2006/main">
  <p:tag name="KSO_WM_UNIT_INDEX" val="1"/>
  <p:tag name="KSO_WM_UNIT_TYPE" val="a"/>
  <p:tag name="KSO_WM_BEAUTIFY_FLAG" val="#wm#"/>
  <p:tag name="KSO_WM_UNIT_TEXT" val="热身话题：找路 vs 找数"/>
  <p:tag name="KSO_WM_UNIT_ID" val="_2*a*1"/>
  <p:tag name="KSO_WM_TAG_VERSION" val="3.0"/>
  <p:tag name="KSO_WM_UNIT_LAYERLEVEL" val="1"/>
  <p:tag name="KSO_WM_TEMPLATE_CATEGORY" val="custom"/>
  <p:tag name="KSO_WM_TEMPLATE_USER_THEME" val="1"/>
</p:tagLst>
</file>

<file path=ppt/tags/tag83.xml><?xml version="1.0" encoding="utf-8"?>
<p:tagLst xmlns:p="http://schemas.openxmlformats.org/presentationml/2006/main">
  <p:tag name="KSO_WM_SLIDE_TYPE" val="text"/>
  <p:tag name="KSO_WM_BEAUTIFY_FLAG" val="#wm#"/>
  <p:tag name="KSO_WM_TEMPLATE_CATEGORY" val="custom"/>
  <p:tag name="KSO_WM_TEMPLATE_USER_THEME" val="1"/>
  <p:tag name="KSO_WM_SLIDE_INDEX" val="8"/>
  <p:tag name="KSO_WM_SLIDE_ID" val="custom_8"/>
  <p:tag name="KSO_WM_TEMPLATE_SUBCATEGORY" val="29"/>
  <p:tag name="KSO_WM_SLIDE_LAYOUT" val="a_f"/>
  <p:tag name="KSO_WM_SLIDE_LAYOUT_CNT" val="1_1"/>
</p:tagLst>
</file>

<file path=ppt/tags/tag84.xml><?xml version="1.0" encoding="utf-8"?>
<p:tagLst xmlns:p="http://schemas.openxmlformats.org/presentationml/2006/main">
  <p:tag name="KSO_WM_UNIT_INDEX" val="2"/>
  <p:tag name="KSO_WM_UNIT_TYPE" val="i"/>
  <p:tag name="KSO_WM_BEAUTIFY_FLAG" val="#wm#"/>
</p:tagLst>
</file>

<file path=ppt/tags/tag85.xml><?xml version="1.0" encoding="utf-8"?>
<p:tagLst xmlns:p="http://schemas.openxmlformats.org/presentationml/2006/main">
  <p:tag name="KSO_WM_UNIT_INDEX" val="13"/>
  <p:tag name="KSO_WM_UNIT_TYPE" val="f"/>
  <p:tag name="KSO_WM_UNIT_SUBTYPE" val="a"/>
  <p:tag name="KSO_WM_BEAUTIFY_FLAG" val="#wm#"/>
</p:tagLst>
</file>

<file path=ppt/tags/tag86.xml><?xml version="1.0" encoding="utf-8"?>
<p:tagLst xmlns:p="http://schemas.openxmlformats.org/presentationml/2006/main">
  <p:tag name="KSO_WM_UNIT_INDEX" val="4"/>
  <p:tag name="KSO_WM_UNIT_TYPE" val="i"/>
  <p:tag name="KSO_WM_BEAUTIFY_FLAG" val="#wm#"/>
</p:tagLst>
</file>

<file path=ppt/tags/tag87.xml><?xml version="1.0" encoding="utf-8"?>
<p:tagLst xmlns:p="http://schemas.openxmlformats.org/presentationml/2006/main">
  <p:tag name="KSO_WM_UNIT_INDEX" val="1"/>
  <p:tag name="KSO_WM_UNIT_TYPE" val="a"/>
  <p:tag name="KSO_WM_BEAUTIFY_FLAG" val="#wm#"/>
  <p:tag name="KSO_WM_UNIT_TEXT" val="热身话题：找路 vs 找数"/>
  <p:tag name="KSO_WM_UNIT_ID" val="_2*a*1"/>
  <p:tag name="KSO_WM_TAG_VERSION" val="3.0"/>
  <p:tag name="KSO_WM_UNIT_LAYERLEVEL" val="1"/>
  <p:tag name="KSO_WM_TEMPLATE_CATEGORY" val="custom"/>
  <p:tag name="KSO_WM_TEMPLATE_USER_THEME" val="1"/>
</p:tagLst>
</file>

<file path=ppt/tags/tag88.xml><?xml version="1.0" encoding="utf-8"?>
<p:tagLst xmlns:p="http://schemas.openxmlformats.org/presentationml/2006/main">
  <p:tag name="KSO_WM_SLIDE_TYPE" val="text"/>
  <p:tag name="KSO_WM_BEAUTIFY_FLAG" val="#wm#"/>
  <p:tag name="KSO_WM_TEMPLATE_CATEGORY" val="custom"/>
  <p:tag name="KSO_WM_TEMPLATE_USER_THEME" val="1"/>
  <p:tag name="KSO_WM_SLIDE_INDEX" val="8"/>
  <p:tag name="KSO_WM_SLIDE_ID" val="custom_8"/>
  <p:tag name="KSO_WM_TEMPLATE_SUBCATEGORY" val="29"/>
  <p:tag name="KSO_WM_SLIDE_LAYOUT" val="a_f"/>
  <p:tag name="KSO_WM_SLIDE_LAYOUT_CNT" val="1_1"/>
</p:tagLst>
</file>

<file path=ppt/tags/tag89.xml><?xml version="1.0" encoding="utf-8"?>
<p:tagLst xmlns:p="http://schemas.openxmlformats.org/presentationml/2006/main">
  <p:tag name="KSO_WM_UNIT_INDEX" val="13"/>
  <p:tag name="KSO_WM_UNIT_TYPE" val="f"/>
  <p:tag name="KSO_WM_UNIT_SUBTYPE" val="a"/>
  <p:tag name="KSO_WM_BEAUTIFY_FLAG" val="#wm#"/>
</p:tagLst>
</file>

<file path=ppt/tags/tag90.xml><?xml version="1.0" encoding="utf-8"?>
<p:tagLst xmlns:p="http://schemas.openxmlformats.org/presentationml/2006/main">
  <p:tag name="KSO_WM_UNIT_INDEX" val="1"/>
  <p:tag name="KSO_WM_UNIT_TYPE" val="a"/>
  <p:tag name="KSO_WM_BEAUTIFY_FLAG" val="#wm#"/>
  <p:tag name="KSO_WM_UNIT_TEXT" val="议题"/>
  <p:tag name="KSO_WM_UNIT_ID" val="_2*a*1"/>
  <p:tag name="KSO_WM_TAG_VERSION" val="3.0"/>
  <p:tag name="KSO_WM_UNIT_LAYERLEVEL" val="1"/>
  <p:tag name="KSO_WM_TEMPLATE_CATEGORY" val="custom"/>
  <p:tag name="KSO_WM_TEMPLATE_USER_THEME" val="1"/>
</p:tagLst>
</file>

<file path=ppt/tags/tag91.xml><?xml version="1.0" encoding="utf-8"?>
<p:tagLst xmlns:p="http://schemas.openxmlformats.org/presentationml/2006/main">
  <p:tag name="KSO_WM_SLIDE_TYPE" val="text"/>
  <p:tag name="KSO_WM_BEAUTIFY_FLAG" val="#wm#"/>
  <p:tag name="KSO_WM_TEMPLATE_CATEGORY" val="custom"/>
  <p:tag name="KSO_WM_TEMPLATE_USER_THEME" val="1"/>
  <p:tag name="KSO_WM_SLIDE_INDEX" val="8"/>
  <p:tag name="KSO_WM_SLIDE_ID" val="custom_8"/>
  <p:tag name="KSO_WM_TEMPLATE_SUBCATEGORY" val="29"/>
  <p:tag name="KSO_WM_SLIDE_LAYOUT" val="a_f"/>
  <p:tag name="KSO_WM_SLIDE_LAYOUT_CNT" val="1_1"/>
  <p:tag name="resource_record_key" val="{&quot;13&quot;:[4364907,4364924,19951220]}"/>
</p:tagLst>
</file>

<file path=ppt/tags/tag92.xml><?xml version="1.0" encoding="utf-8"?>
<p:tagLst xmlns:p="http://schemas.openxmlformats.org/presentationml/2006/main">
  <p:tag name="KSO_WM_UNIT_INDEX" val="5"/>
  <p:tag name="KSO_WM_UNIT_TYPE" val="i"/>
  <p:tag name="KSO_WM_BEAUTIFY_FLAG" val="#wm#"/>
</p:tagLst>
</file>

<file path=ppt/tags/tag93.xml><?xml version="1.0" encoding="utf-8"?>
<p:tagLst xmlns:p="http://schemas.openxmlformats.org/presentationml/2006/main">
  <p:tag name="KSO_WM_UNIT_INDEX" val="2"/>
  <p:tag name="KSO_WM_UNIT_TYPE" val="j"/>
  <p:tag name="KSO_WM_BEAUTIFY_FLAG" val="#wm#"/>
</p:tagLst>
</file>

<file path=ppt/tags/tag94.xml><?xml version="1.0" encoding="utf-8"?>
<p:tagLst xmlns:p="http://schemas.openxmlformats.org/presentationml/2006/main">
  <p:tag name="KSO_WM_UNIT_INDEX" val="3"/>
  <p:tag name="KSO_WM_UNIT_TYPE" val="f"/>
  <p:tag name="KSO_WM_UNIT_SUBTYPE" val="a"/>
  <p:tag name="KSO_WM_BEAUTIFY_FLAG" val="#wm#"/>
</p:tagLst>
</file>

<file path=ppt/tags/tag95.xml><?xml version="1.0" encoding="utf-8"?>
<p:tagLst xmlns:p="http://schemas.openxmlformats.org/presentationml/2006/main">
  <p:tag name="KSO_WM_UNIT_INDEX" val="1"/>
  <p:tag name="KSO_WM_UNIT_TYPE" val="a"/>
  <p:tag name="KSO_WM_BEAUTIFY_FLAG" val="#wm#"/>
  <p:tag name="KSO_WM_UNIT_TEXT" val="大数据：在众说纷纭中，不断变换着概念内涵"/>
  <p:tag name="KSO_WM_UNIT_ID" val="_2*a*1"/>
  <p:tag name="KSO_WM_TAG_VERSION" val="3.0"/>
  <p:tag name="KSO_WM_UNIT_LAYERLEVEL" val="1"/>
  <p:tag name="KSO_WM_TEMPLATE_CATEGORY" val="custom"/>
  <p:tag name="KSO_WM_TEMPLATE_USER_THEME" val="1"/>
</p:tagLst>
</file>

<file path=ppt/tags/tag96.xml><?xml version="1.0" encoding="utf-8"?>
<p:tagLst xmlns:p="http://schemas.openxmlformats.org/presentationml/2006/main">
  <p:tag name="KSO_WM_SLIDE_TYPE" val="text"/>
  <p:tag name="KSO_WM_BEAUTIFY_FLAG" val="#wm#"/>
  <p:tag name="KSO_WM_TEMPLATE_CATEGORY" val="custom"/>
  <p:tag name="KSO_WM_TEMPLATE_USER_THEME" val="1"/>
  <p:tag name="KSO_WM_SLIDE_INDEX" val="8"/>
  <p:tag name="KSO_WM_SLIDE_ID" val="custom_8"/>
  <p:tag name="KSO_WM_TEMPLATE_SUBCATEGORY" val="29"/>
  <p:tag name="KSO_WM_SLIDE_LAYOUT" val="a_f"/>
  <p:tag name="KSO_WM_SLIDE_LAYOUT_CNT" val="1_1"/>
</p:tagLst>
</file>

<file path=ppt/tags/tag97.xml><?xml version="1.0" encoding="utf-8"?>
<p:tagLst xmlns:p="http://schemas.openxmlformats.org/presentationml/2006/main">
  <p:tag name="KSO_WM_UNIT_INDEX" val="5"/>
  <p:tag name="KSO_WM_UNIT_TYPE" val="i"/>
  <p:tag name="KSO_WM_BEAUTIFY_FLAG" val="#wm#"/>
</p:tagLst>
</file>

<file path=ppt/tags/tag98.xml><?xml version="1.0" encoding="utf-8"?>
<p:tagLst xmlns:p="http://schemas.openxmlformats.org/presentationml/2006/main">
  <p:tag name="KSO_WM_UNIT_INDEX" val="2"/>
  <p:tag name="KSO_WM_UNIT_TYPE" val="j"/>
  <p:tag name="KSO_WM_BEAUTIFY_FLAG" val="#wm#"/>
</p:tagLst>
</file>

<file path=ppt/tags/tag99.xml><?xml version="1.0" encoding="utf-8"?>
<p:tagLst xmlns:p="http://schemas.openxmlformats.org/presentationml/2006/main">
  <p:tag name="KSO_WM_UNIT_INDEX" val="4"/>
  <p:tag name="KSO_WM_UNIT_TYPE" val="f"/>
  <p:tag name="KSO_WM_UNIT_SUBTYPE" val="a"/>
  <p:tag name="KSO_WM_BEAUTIFY_FLAG" val="#wm#"/>
</p:tagLst>
</file>

<file path=ppt/tags/tag100.xml><?xml version="1.0" encoding="utf-8"?>
<p:tagLst xmlns:p="http://schemas.openxmlformats.org/presentationml/2006/main">
  <p:tag name="KSO_WM_UNIT_INDEX" val="3"/>
  <p:tag name="KSO_WM_UNIT_TYPE" val="f"/>
  <p:tag name="KSO_WM_UNIT_SUBTYPE" val="a"/>
  <p:tag name="KSO_WM_BEAUTIFY_FLAG" val="#wm#"/>
</p:tagLst>
</file>

<file path=ppt/tags/tag101.xml><?xml version="1.0" encoding="utf-8"?>
<p:tagLst xmlns:p="http://schemas.openxmlformats.org/presentationml/2006/main">
  <p:tag name="KSO_WM_UNIT_INDEX" val="1"/>
  <p:tag name="KSO_WM_UNIT_TYPE" val="a"/>
  <p:tag name="KSO_WM_BEAUTIFY_FLAG" val="#wm#"/>
  <p:tag name="KSO_WM_UNIT_TEXT" val="讨论热点1：大数据技术"/>
  <p:tag name="KSO_WM_UNIT_ID" val="_2*a*1"/>
  <p:tag name="KSO_WM_TAG_VERSION" val="3.0"/>
  <p:tag name="KSO_WM_UNIT_LAYERLEVEL" val="1"/>
  <p:tag name="KSO_WM_TEMPLATE_CATEGORY" val="custom"/>
  <p:tag name="KSO_WM_TEMPLATE_USER_THEME" val="1"/>
</p:tagLst>
</file>

<file path=ppt/tags/tag102.xml><?xml version="1.0" encoding="utf-8"?>
<p:tagLst xmlns:p="http://schemas.openxmlformats.org/presentationml/2006/main">
  <p:tag name="KSO_WM_SLIDE_TYPE" val="text"/>
  <p:tag name="KSO_WM_BEAUTIFY_FLAG" val="#wm#"/>
  <p:tag name="KSO_WM_TEMPLATE_CATEGORY" val="custom"/>
  <p:tag name="KSO_WM_TEMPLATE_USER_THEME" val="1"/>
  <p:tag name="KSO_WM_SLIDE_INDEX" val="8"/>
  <p:tag name="KSO_WM_SLIDE_ID" val="custom_8"/>
  <p:tag name="KSO_WM_TEMPLATE_SUBCATEGORY" val="29"/>
  <p:tag name="KSO_WM_SLIDE_LAYOUT" val="a_f"/>
  <p:tag name="KSO_WM_SLIDE_LAYOUT_CNT" val="1_1"/>
</p:tagLst>
</file>

<file path=ppt/tags/tag103.xml><?xml version="1.0" encoding="utf-8"?>
<p:tagLst xmlns:p="http://schemas.openxmlformats.org/presentationml/2006/main">
  <p:tag name="KSO_WM_UNIT_INDEX" val="3"/>
  <p:tag name="KSO_WM_UNIT_TYPE" val="j"/>
  <p:tag name="KSO_WM_BEAUTIFY_FLAG" val="#wm#"/>
</p:tagLst>
</file>

<file path=ppt/tags/tag104.xml><?xml version="1.0" encoding="utf-8"?>
<p:tagLst xmlns:p="http://schemas.openxmlformats.org/presentationml/2006/main">
  <p:tag name="KSO_WM_UNIT_INDEX" val="9"/>
  <p:tag name="KSO_WM_UNIT_TYPE" val="f"/>
  <p:tag name="KSO_WM_UNIT_SUBTYPE" val="a"/>
  <p:tag name="KSO_WM_BEAUTIFY_FLAG" val="#wm#"/>
</p:tagLst>
</file>

<file path=ppt/tags/tag105.xml><?xml version="1.0" encoding="utf-8"?>
<p:tagLst xmlns:p="http://schemas.openxmlformats.org/presentationml/2006/main">
  <p:tag name="KSO_WM_UNIT_INDEX" val="2"/>
  <p:tag name="KSO_WM_UNIT_TYPE" val="j"/>
  <p:tag name="KSO_WM_BEAUTIFY_FLAG" val="#wm#"/>
</p:tagLst>
</file>

<file path=ppt/tags/tag106.xml><?xml version="1.0" encoding="utf-8"?>
<p:tagLst xmlns:p="http://schemas.openxmlformats.org/presentationml/2006/main">
  <p:tag name="KSO_WM_UNIT_INDEX" val="4"/>
  <p:tag name="KSO_WM_UNIT_TYPE" val="f"/>
  <p:tag name="KSO_WM_UNIT_SUBTYPE" val="a"/>
  <p:tag name="KSO_WM_BEAUTIFY_FLAG" val="#wm#"/>
</p:tagLst>
</file>

<file path=ppt/tags/tag107.xml><?xml version="1.0" encoding="utf-8"?>
<p:tagLst xmlns:p="http://schemas.openxmlformats.org/presentationml/2006/main">
  <p:tag name="KSO_WM_UNIT_INDEX" val="1"/>
  <p:tag name="KSO_WM_UNIT_TYPE" val="a"/>
  <p:tag name="KSO_WM_BEAUTIFY_FLAG" val="#wm#"/>
  <p:tag name="KSO_WM_UNIT_TEXT" val="讨论热点3：大数据资产估值与交易"/>
  <p:tag name="KSO_WM_UNIT_ID" val="_2*a*1"/>
  <p:tag name="KSO_WM_TAG_VERSION" val="3.0"/>
  <p:tag name="KSO_WM_UNIT_LAYERLEVEL" val="1"/>
  <p:tag name="KSO_WM_TEMPLATE_CATEGORY" val="custom"/>
  <p:tag name="KSO_WM_TEMPLATE_USER_THEME" val="1"/>
</p:tagLst>
</file>

<file path=ppt/tags/tag108.xml><?xml version="1.0" encoding="utf-8"?>
<p:tagLst xmlns:p="http://schemas.openxmlformats.org/presentationml/2006/main">
  <p:tag name="KSO_WM_SLIDE_TYPE" val="text"/>
  <p:tag name="KSO_WM_BEAUTIFY_FLAG" val="#wm#"/>
  <p:tag name="KSO_WM_TEMPLATE_CATEGORY" val="custom"/>
  <p:tag name="KSO_WM_TEMPLATE_USER_THEME" val="1"/>
  <p:tag name="KSO_WM_SLIDE_INDEX" val="8"/>
  <p:tag name="KSO_WM_SLIDE_ID" val="custom_8"/>
  <p:tag name="KSO_WM_TEMPLATE_SUBCATEGORY" val="29"/>
  <p:tag name="KSO_WM_SLIDE_LAYOUT" val="a_f"/>
  <p:tag name="KSO_WM_SLIDE_LAYOUT_CNT" val="1_1"/>
</p:tagLst>
</file>

<file path=ppt/tags/tag109.xml><?xml version="1.0" encoding="utf-8"?>
<p:tagLst xmlns:p="http://schemas.openxmlformats.org/presentationml/2006/main">
  <p:tag name="KSO_WM_UNIT_INDEX" val="11"/>
  <p:tag name="KSO_WM_UNIT_TYPE" val="i"/>
  <p:tag name="KSO_WM_BEAUTIFY_FLAG" val="#wm#"/>
</p:tagLst>
</file>

<file path=ppt/tags/tag110.xml><?xml version="1.0" encoding="utf-8"?>
<p:tagLst xmlns:p="http://schemas.openxmlformats.org/presentationml/2006/main">
  <p:tag name="KSO_WM_UNIT_INDEX" val="10"/>
  <p:tag name="KSO_WM_UNIT_TYPE" val="j"/>
  <p:tag name="KSO_WM_BEAUTIFY_FLAG" val="#wm#"/>
</p:tagLst>
</file>

<file path=ppt/tags/tag111.xml><?xml version="1.0" encoding="utf-8"?>
<p:tagLst xmlns:p="http://schemas.openxmlformats.org/presentationml/2006/main">
  <p:tag name="KSO_WM_UNIT_INDEX" val="6"/>
  <p:tag name="KSO_WM_UNIT_TYPE" val="β"/>
  <p:tag name="KSO_WM_BEAUTIFY_FLAG" val="#wm#"/>
  <p:tag name="TABLE_ENDDRAG_ORIGIN_RECT" val="332*416"/>
  <p:tag name="TABLE_ENDDRAG_RECT" val="536*97*332*417"/>
</p:tagLst>
</file>

<file path=ppt/tags/tag112.xml><?xml version="1.0" encoding="utf-8"?>
<p:tagLst xmlns:p="http://schemas.openxmlformats.org/presentationml/2006/main">
  <p:tag name="KSO_WM_UNIT_INDEX" val="4"/>
  <p:tag name="KSO_WM_UNIT_TYPE" val="f"/>
  <p:tag name="KSO_WM_UNIT_SUBTYPE" val="a"/>
  <p:tag name="KSO_WM_BEAUTIFY_FLAG" val="#wm#"/>
</p:tagLst>
</file>

<file path=ppt/tags/tag113.xml><?xml version="1.0" encoding="utf-8"?>
<p:tagLst xmlns:p="http://schemas.openxmlformats.org/presentationml/2006/main">
  <p:tag name="KSO_WM_UNIT_INDEX" val="5"/>
  <p:tag name="KSO_WM_UNIT_TYPE" val="f"/>
  <p:tag name="KSO_WM_UNIT_SUBTYPE" val="a"/>
  <p:tag name="KSO_WM_BEAUTIFY_FLAG" val="#wm#"/>
</p:tagLst>
</file>

<file path=ppt/tags/tag114.xml><?xml version="1.0" encoding="utf-8"?>
<p:tagLst xmlns:p="http://schemas.openxmlformats.org/presentationml/2006/main">
  <p:tag name="KSO_WM_UNIT_INDEX" val="3"/>
  <p:tag name="KSO_WM_UNIT_TYPE" val="f"/>
  <p:tag name="KSO_WM_UNIT_SUBTYPE" val="a"/>
  <p:tag name="KSO_WM_BEAUTIFY_FLAG" val="#wm#"/>
</p:tagLst>
</file>

<file path=ppt/tags/tag115.xml><?xml version="1.0" encoding="utf-8"?>
<p:tagLst xmlns:p="http://schemas.openxmlformats.org/presentationml/2006/main">
  <p:tag name="KSO_WM_UNIT_INDEX" val="2"/>
  <p:tag name="KSO_WM_UNIT_TYPE" val="f"/>
  <p:tag name="KSO_WM_UNIT_SUBTYPE" val="a"/>
  <p:tag name="KSO_WM_BEAUTIFY_FLAG" val="#wm#"/>
</p:tagLst>
</file>

<file path=ppt/tags/tag116.xml><?xml version="1.0" encoding="utf-8"?>
<p:tagLst xmlns:p="http://schemas.openxmlformats.org/presentationml/2006/main">
  <p:tag name="KSO_WM_UNIT_INDEX" val="7"/>
  <p:tag name="KSO_WM_UNIT_TYPE" val="i"/>
  <p:tag name="KSO_WM_BEAUTIFY_FLAG" val="#wm#"/>
</p:tagLst>
</file>

<file path=ppt/tags/tag117.xml><?xml version="1.0" encoding="utf-8"?>
<p:tagLst xmlns:p="http://schemas.openxmlformats.org/presentationml/2006/main">
  <p:tag name="KSO_WM_UNIT_INDEX" val="9"/>
  <p:tag name="KSO_WM_UNIT_TYPE" val="f"/>
  <p:tag name="KSO_WM_UNIT_SUBTYPE" val="a"/>
  <p:tag name="KSO_WM_BEAUTIFY_FLAG" val="#wm#"/>
</p:tagLst>
</file>

<file path=ppt/tags/tag118.xml><?xml version="1.0" encoding="utf-8"?>
<p:tagLst xmlns:p="http://schemas.openxmlformats.org/presentationml/2006/main">
  <p:tag name="KSO_WM_UNIT_INDEX" val="8"/>
  <p:tag name="KSO_WM_UNIT_TYPE" val="f"/>
  <p:tag name="KSO_WM_UNIT_SUBTYPE" val="a"/>
  <p:tag name="KSO_WM_BEAUTIFY_FLAG" val="#wm#"/>
</p:tagLst>
</file>

<file path=ppt/tags/tag119.xml><?xml version="1.0" encoding="utf-8"?>
<p:tagLst xmlns:p="http://schemas.openxmlformats.org/presentationml/2006/main">
  <p:tag name="KSO_WM_UNIT_INDEX" val="1"/>
  <p:tag name="KSO_WM_UNIT_TYPE" val="a"/>
  <p:tag name="KSO_WM_BEAUTIFY_FLAG" val="#wm#"/>
  <p:tag name="KSO_WM_UNIT_TEXT" val="讨论热点2：大数据应用"/>
  <p:tag name="KSO_WM_UNIT_ID" val="_2*a*1"/>
  <p:tag name="KSO_WM_TAG_VERSION" val="3.0"/>
  <p:tag name="KSO_WM_UNIT_LAYERLEVEL" val="1"/>
  <p:tag name="KSO_WM_TEMPLATE_CATEGORY" val="custom"/>
  <p:tag name="KSO_WM_TEMPLATE_USER_THEME" val="1"/>
</p:tagLst>
</file>

<file path=ppt/tags/tag120.xml><?xml version="1.0" encoding="utf-8"?>
<p:tagLst xmlns:p="http://schemas.openxmlformats.org/presentationml/2006/main">
  <p:tag name="KSO_WM_SLIDE_TYPE" val="text"/>
  <p:tag name="KSO_WM_BEAUTIFY_FLAG" val="#wm#"/>
  <p:tag name="KSO_WM_TEMPLATE_CATEGORY" val="custom"/>
  <p:tag name="KSO_WM_TEMPLATE_USER_THEME" val="1"/>
  <p:tag name="KSO_WM_SLIDE_INDEX" val="8"/>
  <p:tag name="KSO_WM_SLIDE_ID" val="custom_8"/>
  <p:tag name="KSO_WM_TEMPLATE_SUBCATEGORY" val="29"/>
  <p:tag name="KSO_WM_SLIDE_LAYOUT" val="a_f"/>
  <p:tag name="KSO_WM_SLIDE_LAYOUT_CNT" val="1_1"/>
  <p:tag name="resource_record_key" val="{&quot;29&quot;:[50000076,50000086]}"/>
</p:tagLst>
</file>

<file path=ppt/tags/tag121.xml><?xml version="1.0" encoding="utf-8"?>
<p:tagLst xmlns:p="http://schemas.openxmlformats.org/presentationml/2006/main">
  <p:tag name="KSO_WM_UNIT_INDEX" val="35"/>
  <p:tag name="KSO_WM_UNIT_TYPE" val="f"/>
  <p:tag name="KSO_WM_UNIT_SUBTYPE" val="a"/>
  <p:tag name="KSO_WM_BEAUTIFY_FLAG" val="#wm#"/>
</p:tagLst>
</file>

<file path=ppt/tags/tag122.xml><?xml version="1.0" encoding="utf-8"?>
<p:tagLst xmlns:p="http://schemas.openxmlformats.org/presentationml/2006/main">
  <p:tag name="KSO_WM_UNIT_INDEX" val="33"/>
  <p:tag name="KSO_WM_UNIT_TYPE" val="i"/>
  <p:tag name="KSO_WM_BEAUTIFY_FLAG" val="#wm#"/>
</p:tagLst>
</file>

<file path=ppt/tags/tag123.xml><?xml version="1.0" encoding="utf-8"?>
<p:tagLst xmlns:p="http://schemas.openxmlformats.org/presentationml/2006/main">
  <p:tag name="KSO_WM_UNIT_INDEX" val="10"/>
  <p:tag name="KSO_WM_UNIT_TYPE" val="f"/>
  <p:tag name="KSO_WM_UNIT_SUBTYPE" val="a"/>
  <p:tag name="KSO_WM_BEAUTIFY_FLAG" val="#wm#"/>
</p:tagLst>
</file>

<file path=ppt/tags/tag124.xml><?xml version="1.0" encoding="utf-8"?>
<p:tagLst xmlns:p="http://schemas.openxmlformats.org/presentationml/2006/main">
  <p:tag name="KSO_WM_UNIT_INDEX" val="12"/>
  <p:tag name="KSO_WM_UNIT_TYPE" val="f"/>
  <p:tag name="KSO_WM_UNIT_SUBTYPE" val="a"/>
  <p:tag name="KSO_WM_BEAUTIFY_FLAG" val="#wm#"/>
</p:tagLst>
</file>

<file path=ppt/tags/tag125.xml><?xml version="1.0" encoding="utf-8"?>
<p:tagLst xmlns:p="http://schemas.openxmlformats.org/presentationml/2006/main">
  <p:tag name="KSO_WM_UNIT_INDEX" val="13"/>
  <p:tag name="KSO_WM_UNIT_TYPE" val="f"/>
  <p:tag name="KSO_WM_UNIT_SUBTYPE" val="a"/>
  <p:tag name="KSO_WM_BEAUTIFY_FLAG" val="#wm#"/>
</p:tagLst>
</file>

<file path=ppt/tags/tag126.xml><?xml version="1.0" encoding="utf-8"?>
<p:tagLst xmlns:p="http://schemas.openxmlformats.org/presentationml/2006/main">
  <p:tag name="KSO_WM_UNIT_INDEX" val="14"/>
  <p:tag name="KSO_WM_UNIT_TYPE" val="f"/>
  <p:tag name="KSO_WM_UNIT_SUBTYPE" val="a"/>
  <p:tag name="KSO_WM_BEAUTIFY_FLAG" val="#wm#"/>
</p:tagLst>
</file>

<file path=ppt/tags/tag127.xml><?xml version="1.0" encoding="utf-8"?>
<p:tagLst xmlns:p="http://schemas.openxmlformats.org/presentationml/2006/main">
  <p:tag name="KSO_WM_UNIT_INDEX" val="15"/>
  <p:tag name="KSO_WM_UNIT_TYPE" val="f"/>
  <p:tag name="KSO_WM_UNIT_SUBTYPE" val="a"/>
  <p:tag name="KSO_WM_BEAUTIFY_FLAG" val="#wm#"/>
</p:tagLst>
</file>

<file path=ppt/tags/tag128.xml><?xml version="1.0" encoding="utf-8"?>
<p:tagLst xmlns:p="http://schemas.openxmlformats.org/presentationml/2006/main">
  <p:tag name="KSO_WM_UNIT_INDEX" val="18"/>
  <p:tag name="KSO_WM_UNIT_TYPE" val="f"/>
  <p:tag name="KSO_WM_UNIT_SUBTYPE" val="a"/>
  <p:tag name="KSO_WM_BEAUTIFY_FLAG" val="#wm#"/>
</p:tagLst>
</file>

<file path=ppt/tags/tag129.xml><?xml version="1.0" encoding="utf-8"?>
<p:tagLst xmlns:p="http://schemas.openxmlformats.org/presentationml/2006/main">
  <p:tag name="KSO_WM_UNIT_INDEX" val="19"/>
  <p:tag name="KSO_WM_UNIT_TYPE" val="f"/>
  <p:tag name="KSO_WM_UNIT_SUBTYPE" val="a"/>
  <p:tag name="KSO_WM_BEAUTIFY_FLAG" val="#wm#"/>
</p:tagLst>
</file>

<file path=ppt/tags/tag130.xml><?xml version="1.0" encoding="utf-8"?>
<p:tagLst xmlns:p="http://schemas.openxmlformats.org/presentationml/2006/main">
  <p:tag name="KSO_WM_UNIT_INDEX" val="20"/>
  <p:tag name="KSO_WM_UNIT_TYPE" val="f"/>
  <p:tag name="KSO_WM_UNIT_SUBTYPE" val="a"/>
  <p:tag name="KSO_WM_BEAUTIFY_FLAG" val="#wm#"/>
</p:tagLst>
</file>

<file path=ppt/tags/tag131.xml><?xml version="1.0" encoding="utf-8"?>
<p:tagLst xmlns:p="http://schemas.openxmlformats.org/presentationml/2006/main">
  <p:tag name="KSO_WM_UNIT_INDEX" val="21"/>
  <p:tag name="KSO_WM_UNIT_TYPE" val="f"/>
  <p:tag name="KSO_WM_UNIT_SUBTYPE" val="a"/>
  <p:tag name="KSO_WM_BEAUTIFY_FLAG" val="#wm#"/>
</p:tagLst>
</file>

<file path=ppt/tags/tag132.xml><?xml version="1.0" encoding="utf-8"?>
<p:tagLst xmlns:p="http://schemas.openxmlformats.org/presentationml/2006/main">
  <p:tag name="KSO_WM_UNIT_INDEX" val="22"/>
  <p:tag name="KSO_WM_UNIT_TYPE" val="f"/>
  <p:tag name="KSO_WM_UNIT_SUBTYPE" val="a"/>
  <p:tag name="KSO_WM_BEAUTIFY_FLAG" val="#wm#"/>
</p:tagLst>
</file>

<file path=ppt/tags/tag133.xml><?xml version="1.0" encoding="utf-8"?>
<p:tagLst xmlns:p="http://schemas.openxmlformats.org/presentationml/2006/main">
  <p:tag name="KSO_WM_UNIT_INDEX" val="25"/>
  <p:tag name="KSO_WM_UNIT_TYPE" val="f"/>
  <p:tag name="KSO_WM_UNIT_SUBTYPE" val="a"/>
  <p:tag name="KSO_WM_BEAUTIFY_FLAG" val="#wm#"/>
</p:tagLst>
</file>

<file path=ppt/tags/tag134.xml><?xml version="1.0" encoding="utf-8"?>
<p:tagLst xmlns:p="http://schemas.openxmlformats.org/presentationml/2006/main">
  <p:tag name="KSO_WM_UNIT_INDEX" val="28"/>
  <p:tag name="KSO_WM_UNIT_TYPE" val="f"/>
  <p:tag name="KSO_WM_UNIT_SUBTYPE" val="a"/>
  <p:tag name="KSO_WM_BEAUTIFY_FLAG" val="#wm#"/>
</p:tagLst>
</file>

<file path=ppt/tags/tag135.xml><?xml version="1.0" encoding="utf-8"?>
<p:tagLst xmlns:p="http://schemas.openxmlformats.org/presentationml/2006/main">
  <p:tag name="KSO_WM_UNIT_INDEX" val="29"/>
  <p:tag name="KSO_WM_UNIT_TYPE" val="f"/>
  <p:tag name="KSO_WM_UNIT_SUBTYPE" val="a"/>
  <p:tag name="KSO_WM_BEAUTIFY_FLAG" val="#wm#"/>
</p:tagLst>
</file>

<file path=ppt/tags/tag136.xml><?xml version="1.0" encoding="utf-8"?>
<p:tagLst xmlns:p="http://schemas.openxmlformats.org/presentationml/2006/main">
  <p:tag name="KSO_WM_UNIT_INDEX" val="30"/>
  <p:tag name="KSO_WM_UNIT_TYPE" val="f"/>
  <p:tag name="KSO_WM_UNIT_SUBTYPE" val="a"/>
  <p:tag name="KSO_WM_BEAUTIFY_FLAG" val="#wm#"/>
</p:tagLst>
</file>

<file path=ppt/tags/tag137.xml><?xml version="1.0" encoding="utf-8"?>
<p:tagLst xmlns:p="http://schemas.openxmlformats.org/presentationml/2006/main">
  <p:tag name="KSO_WM_UNIT_INDEX" val="31"/>
  <p:tag name="KSO_WM_UNIT_TYPE" val="f"/>
  <p:tag name="KSO_WM_UNIT_SUBTYPE" val="a"/>
  <p:tag name="KSO_WM_BEAUTIFY_FLAG" val="#wm#"/>
</p:tagLst>
</file>

<file path=ppt/tags/tag138.xml><?xml version="1.0" encoding="utf-8"?>
<p:tagLst xmlns:p="http://schemas.openxmlformats.org/presentationml/2006/main">
  <p:tag name="KSO_WM_UNIT_INDEX" val="2"/>
  <p:tag name="KSO_WM_UNIT_TYPE" val="f"/>
  <p:tag name="KSO_WM_UNIT_SUBTYPE" val="a"/>
  <p:tag name="KSO_WM_BEAUTIFY_FLAG" val="#wm#"/>
</p:tagLst>
</file>

<file path=ppt/tags/tag139.xml><?xml version="1.0" encoding="utf-8"?>
<p:tagLst xmlns:p="http://schemas.openxmlformats.org/presentationml/2006/main">
  <p:tag name="KSO_WM_UNIT_INDEX" val="5"/>
  <p:tag name="KSO_WM_UNIT_TYPE" val="f"/>
  <p:tag name="KSO_WM_UNIT_SUBTYPE" val="a"/>
  <p:tag name="KSO_WM_BEAUTIFY_FLAG" val="#wm#"/>
</p:tagLst>
</file>

<file path=ppt/tags/tag140.xml><?xml version="1.0" encoding="utf-8"?>
<p:tagLst xmlns:p="http://schemas.openxmlformats.org/presentationml/2006/main">
  <p:tag name="KSO_WM_UNIT_INDEX" val="16"/>
  <p:tag name="KSO_WM_UNIT_TYPE" val="f"/>
  <p:tag name="KSO_WM_UNIT_SUBTYPE" val="a"/>
  <p:tag name="KSO_WM_BEAUTIFY_FLAG" val="#wm#"/>
</p:tagLst>
</file>

<file path=ppt/tags/tag141.xml><?xml version="1.0" encoding="utf-8"?>
<p:tagLst xmlns:p="http://schemas.openxmlformats.org/presentationml/2006/main">
  <p:tag name="KSO_WM_UNIT_INDEX" val="23"/>
  <p:tag name="KSO_WM_UNIT_TYPE" val="f"/>
  <p:tag name="KSO_WM_UNIT_SUBTYPE" val="a"/>
  <p:tag name="KSO_WM_BEAUTIFY_FLAG" val="#wm#"/>
</p:tagLst>
</file>

<file path=ppt/tags/tag142.xml><?xml version="1.0" encoding="utf-8"?>
<p:tagLst xmlns:p="http://schemas.openxmlformats.org/presentationml/2006/main">
  <p:tag name="KSO_WM_UNIT_INDEX" val="27"/>
  <p:tag name="KSO_WM_UNIT_TYPE" val="f"/>
  <p:tag name="KSO_WM_UNIT_SUBTYPE" val="a"/>
  <p:tag name="KSO_WM_BEAUTIFY_FLAG" val="#wm#"/>
</p:tagLst>
</file>

<file path=ppt/tags/tag143.xml><?xml version="1.0" encoding="utf-8"?>
<p:tagLst xmlns:p="http://schemas.openxmlformats.org/presentationml/2006/main">
  <p:tag name="KSO_WM_UNIT_INDEX" val="3"/>
  <p:tag name="KSO_WM_UNIT_TYPE" val="f"/>
  <p:tag name="KSO_WM_UNIT_SUBTYPE" val="a"/>
  <p:tag name="KSO_WM_BEAUTIFY_FLAG" val="#wm#"/>
</p:tagLst>
</file>

<file path=ppt/tags/tag144.xml><?xml version="1.0" encoding="utf-8"?>
<p:tagLst xmlns:p="http://schemas.openxmlformats.org/presentationml/2006/main">
  <p:tag name="KSO_WM_UNIT_INDEX" val="6"/>
  <p:tag name="KSO_WM_UNIT_TYPE" val="f"/>
  <p:tag name="KSO_WM_UNIT_SUBTYPE" val="a"/>
  <p:tag name="KSO_WM_BEAUTIFY_FLAG" val="#wm#"/>
</p:tagLst>
</file>

<file path=ppt/tags/tag145.xml><?xml version="1.0" encoding="utf-8"?>
<p:tagLst xmlns:p="http://schemas.openxmlformats.org/presentationml/2006/main">
  <p:tag name="KSO_WM_UNIT_INDEX" val="7"/>
  <p:tag name="KSO_WM_UNIT_TYPE" val="f"/>
  <p:tag name="KSO_WM_UNIT_SUBTYPE" val="a"/>
  <p:tag name="KSO_WM_BEAUTIFY_FLAG" val="#wm#"/>
</p:tagLst>
</file>

<file path=ppt/tags/tag146.xml><?xml version="1.0" encoding="utf-8"?>
<p:tagLst xmlns:p="http://schemas.openxmlformats.org/presentationml/2006/main">
  <p:tag name="KSO_WM_UNIT_INDEX" val="8"/>
  <p:tag name="KSO_WM_UNIT_TYPE" val="f"/>
  <p:tag name="KSO_WM_UNIT_SUBTYPE" val="a"/>
  <p:tag name="KSO_WM_BEAUTIFY_FLAG" val="#wm#"/>
</p:tagLst>
</file>

<file path=ppt/tags/tag147.xml><?xml version="1.0" encoding="utf-8"?>
<p:tagLst xmlns:p="http://schemas.openxmlformats.org/presentationml/2006/main">
  <p:tag name="KSO_WM_UNIT_INDEX" val="4"/>
  <p:tag name="KSO_WM_UNIT_TYPE" val="f"/>
  <p:tag name="KSO_WM_UNIT_SUBTYPE" val="a"/>
  <p:tag name="KSO_WM_BEAUTIFY_FLAG" val="#wm#"/>
</p:tagLst>
</file>

<file path=ppt/tags/tag148.xml><?xml version="1.0" encoding="utf-8"?>
<p:tagLst xmlns:p="http://schemas.openxmlformats.org/presentationml/2006/main">
  <p:tag name="KSO_WM_UNIT_INDEX" val="17"/>
  <p:tag name="KSO_WM_UNIT_TYPE" val="f"/>
  <p:tag name="KSO_WM_UNIT_SUBTYPE" val="a"/>
  <p:tag name="KSO_WM_BEAUTIFY_FLAG" val="#wm#"/>
</p:tagLst>
</file>

<file path=ppt/tags/tag149.xml><?xml version="1.0" encoding="utf-8"?>
<p:tagLst xmlns:p="http://schemas.openxmlformats.org/presentationml/2006/main">
  <p:tag name="KSO_WM_UNIT_INDEX" val="24"/>
  <p:tag name="KSO_WM_UNIT_TYPE" val="f"/>
  <p:tag name="KSO_WM_UNIT_SUBTYPE" val="a"/>
  <p:tag name="KSO_WM_BEAUTIFY_FLAG" val="#wm#"/>
</p:tagLst>
</file>

<file path=ppt/tags/tag150.xml><?xml version="1.0" encoding="utf-8"?>
<p:tagLst xmlns:p="http://schemas.openxmlformats.org/presentationml/2006/main">
  <p:tag name="KSO_WM_UNIT_INDEX" val="26"/>
  <p:tag name="KSO_WM_UNIT_TYPE" val="f"/>
  <p:tag name="KSO_WM_UNIT_SUBTYPE" val="a"/>
  <p:tag name="KSO_WM_BEAUTIFY_FLAG" val="#wm#"/>
</p:tagLst>
</file>

<file path=ppt/tags/tag151.xml><?xml version="1.0" encoding="utf-8"?>
<p:tagLst xmlns:p="http://schemas.openxmlformats.org/presentationml/2006/main">
  <p:tag name="KSO_WM_UNIT_INDEX" val="9"/>
  <p:tag name="KSO_WM_UNIT_TYPE" val="f"/>
  <p:tag name="KSO_WM_UNIT_SUBTYPE" val="a"/>
  <p:tag name="KSO_WM_BEAUTIFY_FLAG" val="#wm#"/>
</p:tagLst>
</file>

<file path=ppt/tags/tag152.xml><?xml version="1.0" encoding="utf-8"?>
<p:tagLst xmlns:p="http://schemas.openxmlformats.org/presentationml/2006/main">
  <p:tag name="KSO_WM_UNIT_INDEX" val="1"/>
  <p:tag name="KSO_WM_UNIT_TYPE" val="a"/>
  <p:tag name="KSO_WM_BEAUTIFY_FLAG" val="#wm#"/>
  <p:tag name="KSO_WM_UNIT_TEXT" val="讨论要点4：CDO首席数据官"/>
  <p:tag name="KSO_WM_UNIT_ID" val="_2*a*1"/>
  <p:tag name="KSO_WM_TAG_VERSION" val="3.0"/>
  <p:tag name="KSO_WM_UNIT_LAYERLEVEL" val="1"/>
  <p:tag name="KSO_WM_TEMPLATE_CATEGORY" val="custom"/>
  <p:tag name="KSO_WM_TEMPLATE_USER_THEME" val="1"/>
</p:tagLst>
</file>

<file path=ppt/tags/tag153.xml><?xml version="1.0" encoding="utf-8"?>
<p:tagLst xmlns:p="http://schemas.openxmlformats.org/presentationml/2006/main">
  <p:tag name="KSO_WM_SLIDE_TYPE" val="text"/>
  <p:tag name="KSO_WM_BEAUTIFY_FLAG" val="#wm#"/>
  <p:tag name="KSO_WM_TEMPLATE_CATEGORY" val="custom"/>
  <p:tag name="KSO_WM_TEMPLATE_USER_THEME" val="1"/>
  <p:tag name="KSO_WM_SLIDE_INDEX" val="8"/>
  <p:tag name="KSO_WM_SLIDE_ID" val="custom_8"/>
  <p:tag name="KSO_WM_TEMPLATE_SUBCATEGORY" val="29"/>
  <p:tag name="KSO_WM_SLIDE_LAYOUT" val="a_f"/>
  <p:tag name="KSO_WM_SLIDE_LAYOUT_CNT" val="1_1"/>
</p:tagLst>
</file>

<file path=ppt/tags/tag154.xml><?xml version="1.0" encoding="utf-8"?>
<p:tagLst xmlns:p="http://schemas.openxmlformats.org/presentationml/2006/main">
  <p:tag name="KSO_WM_UNIT_INDEX" val="3"/>
  <p:tag name="KSO_WM_UNIT_TYPE" val="i"/>
  <p:tag name="KSO_WM_BEAUTIFY_FLAG" val="#wm#"/>
</p:tagLst>
</file>

<file path=ppt/tags/tag155.xml><?xml version="1.0" encoding="utf-8"?>
<p:tagLst xmlns:p="http://schemas.openxmlformats.org/presentationml/2006/main">
  <p:tag name="KSO_WM_UNIT_INDEX" val="44"/>
  <p:tag name="KSO_WM_UNIT_TYPE" val="f"/>
  <p:tag name="KSO_WM_UNIT_SUBTYPE" val="a"/>
  <p:tag name="KSO_WM_BEAUTIFY_FLAG" val="#wm#"/>
</p:tagLst>
</file>

<file path=ppt/tags/tag156.xml><?xml version="1.0" encoding="utf-8"?>
<p:tagLst xmlns:p="http://schemas.openxmlformats.org/presentationml/2006/main">
  <p:tag name="KSO_WM_UNIT_INDEX" val="26"/>
  <p:tag name="KSO_WM_UNIT_TYPE" val="f"/>
  <p:tag name="KSO_WM_UNIT_SUBTYPE" val="a"/>
  <p:tag name="KSO_WM_BEAUTIFY_FLAG" val="#wm#"/>
</p:tagLst>
</file>

<file path=ppt/tags/tag157.xml><?xml version="1.0" encoding="utf-8"?>
<p:tagLst xmlns:p="http://schemas.openxmlformats.org/presentationml/2006/main">
  <p:tag name="KSO_WM_UNIT_INDEX" val="20"/>
  <p:tag name="KSO_WM_UNIT_TYPE" val="f"/>
  <p:tag name="KSO_WM_UNIT_SUBTYPE" val="a"/>
  <p:tag name="KSO_WM_BEAUTIFY_FLAG" val="#wm#"/>
</p:tagLst>
</file>

<file path=ppt/tags/tag158.xml><?xml version="1.0" encoding="utf-8"?>
<p:tagLst xmlns:p="http://schemas.openxmlformats.org/presentationml/2006/main">
  <p:tag name="KSO_WM_UNIT_INDEX" val="5"/>
  <p:tag name="KSO_WM_UNIT_TYPE" val="f"/>
  <p:tag name="KSO_WM_UNIT_SUBTYPE" val="a"/>
  <p:tag name="KSO_WM_BEAUTIFY_FLAG" val="#wm#"/>
</p:tagLst>
</file>

<file path=ppt/tags/tag159.xml><?xml version="1.0" encoding="utf-8"?>
<p:tagLst xmlns:p="http://schemas.openxmlformats.org/presentationml/2006/main">
  <p:tag name="KSO_WM_UNIT_INDEX" val="29"/>
  <p:tag name="KSO_WM_UNIT_TYPE" val="i"/>
  <p:tag name="KSO_WM_BEAUTIFY_FLAG" val="#wm#"/>
</p:tagLst>
</file>

<file path=ppt/tags/tag160.xml><?xml version="1.0" encoding="utf-8"?>
<p:tagLst xmlns:p="http://schemas.openxmlformats.org/presentationml/2006/main">
  <p:tag name="KSO_WM_UNIT_INDEX" val="10"/>
  <p:tag name="KSO_WM_UNIT_TYPE" val="i"/>
  <p:tag name="KSO_WM_BEAUTIFY_FLAG" val="#wm#"/>
</p:tagLst>
</file>

<file path=ppt/tags/tag161.xml><?xml version="1.0" encoding="utf-8"?>
<p:tagLst xmlns:p="http://schemas.openxmlformats.org/presentationml/2006/main">
  <p:tag name="KSO_WM_UNIT_INDEX" val="11"/>
  <p:tag name="KSO_WM_UNIT_TYPE" val="i"/>
  <p:tag name="KSO_WM_BEAUTIFY_FLAG" val="#wm#"/>
</p:tagLst>
</file>

<file path=ppt/tags/tag162.xml><?xml version="1.0" encoding="utf-8"?>
<p:tagLst xmlns:p="http://schemas.openxmlformats.org/presentationml/2006/main">
  <p:tag name="KSO_WM_UNIT_INDEX" val="12"/>
  <p:tag name="KSO_WM_UNIT_TYPE" val="i"/>
  <p:tag name="KSO_WM_BEAUTIFY_FLAG" val="#wm#"/>
</p:tagLst>
</file>

<file path=ppt/tags/tag163.xml><?xml version="1.0" encoding="utf-8"?>
<p:tagLst xmlns:p="http://schemas.openxmlformats.org/presentationml/2006/main">
  <p:tag name="KSO_WM_UNIT_INDEX" val="22"/>
  <p:tag name="KSO_WM_UNIT_TYPE" val="i"/>
  <p:tag name="KSO_WM_BEAUTIFY_FLAG" val="#wm#"/>
</p:tagLst>
</file>

<file path=ppt/tags/tag164.xml><?xml version="1.0" encoding="utf-8"?>
<p:tagLst xmlns:p="http://schemas.openxmlformats.org/presentationml/2006/main">
  <p:tag name="KSO_WM_UNIT_INDEX" val="23"/>
  <p:tag name="KSO_WM_UNIT_TYPE" val="f"/>
  <p:tag name="KSO_WM_UNIT_SUBTYPE" val="a"/>
  <p:tag name="KSO_WM_BEAUTIFY_FLAG" val="#wm#"/>
</p:tagLst>
</file>

<file path=ppt/tags/tag165.xml><?xml version="1.0" encoding="utf-8"?>
<p:tagLst xmlns:p="http://schemas.openxmlformats.org/presentationml/2006/main">
  <p:tag name="KSO_WM_UNIT_INDEX" val="24"/>
  <p:tag name="KSO_WM_UNIT_TYPE" val="f"/>
  <p:tag name="KSO_WM_UNIT_SUBTYPE" val="a"/>
  <p:tag name="KSO_WM_BEAUTIFY_FLAG" val="#wm#"/>
</p:tagLst>
</file>

<file path=ppt/tags/tag166.xml><?xml version="1.0" encoding="utf-8"?>
<p:tagLst xmlns:p="http://schemas.openxmlformats.org/presentationml/2006/main">
  <p:tag name="KSO_WM_UNIT_INDEX" val="27"/>
  <p:tag name="KSO_WM_UNIT_TYPE" val="i"/>
  <p:tag name="KSO_WM_BEAUTIFY_FLAG" val="#wm#"/>
</p:tagLst>
</file>

<file path=ppt/tags/tag167.xml><?xml version="1.0" encoding="utf-8"?>
<p:tagLst xmlns:p="http://schemas.openxmlformats.org/presentationml/2006/main">
  <p:tag name="KSO_WM_UNIT_INDEX" val="39"/>
  <p:tag name="KSO_WM_UNIT_TYPE" val="i"/>
  <p:tag name="KSO_WM_BEAUTIFY_FLAG" val="#wm#"/>
</p:tagLst>
</file>

<file path=ppt/tags/tag168.xml><?xml version="1.0" encoding="utf-8"?>
<p:tagLst xmlns:p="http://schemas.openxmlformats.org/presentationml/2006/main">
  <p:tag name="KSO_WM_UNIT_INDEX" val="32"/>
  <p:tag name="KSO_WM_UNIT_TYPE" val="f"/>
  <p:tag name="KSO_WM_UNIT_SUBTYPE" val="a"/>
  <p:tag name="KSO_WM_BEAUTIFY_FLAG" val="#wm#"/>
</p:tagLst>
</file>

<file path=ppt/tags/tag169.xml><?xml version="1.0" encoding="utf-8"?>
<p:tagLst xmlns:p="http://schemas.openxmlformats.org/presentationml/2006/main">
  <p:tag name="KSO_WM_UNIT_INDEX" val="13"/>
  <p:tag name="KSO_WM_UNIT_TYPE" val="i"/>
  <p:tag name="KSO_WM_BEAUTIFY_FLAG" val="#wm#"/>
</p:tagLst>
</file>

<file path=ppt/tags/tag170.xml><?xml version="1.0" encoding="utf-8"?>
<p:tagLst xmlns:p="http://schemas.openxmlformats.org/presentationml/2006/main">
  <p:tag name="KSO_WM_UNIT_INDEX" val="41"/>
  <p:tag name="KSO_WM_UNIT_TYPE" val="i"/>
  <p:tag name="KSO_WM_BEAUTIFY_FLAG" val="#wm#"/>
</p:tagLst>
</file>

<file path=ppt/tags/tag171.xml><?xml version="1.0" encoding="utf-8"?>
<p:tagLst xmlns:p="http://schemas.openxmlformats.org/presentationml/2006/main">
  <p:tag name="KSO_WM_UNIT_INDEX" val="40"/>
  <p:tag name="KSO_WM_UNIT_TYPE" val="i"/>
  <p:tag name="KSO_WM_BEAUTIFY_FLAG" val="#wm#"/>
</p:tagLst>
</file>

<file path=ppt/tags/tag172.xml><?xml version="1.0" encoding="utf-8"?>
<p:tagLst xmlns:p="http://schemas.openxmlformats.org/presentationml/2006/main">
  <p:tag name="KSO_WM_UNIT_INDEX" val="42"/>
  <p:tag name="KSO_WM_UNIT_TYPE" val="i"/>
  <p:tag name="KSO_WM_BEAUTIFY_FLAG" val="#wm#"/>
</p:tagLst>
</file>

<file path=ppt/tags/tag173.xml><?xml version="1.0" encoding="utf-8"?>
<p:tagLst xmlns:p="http://schemas.openxmlformats.org/presentationml/2006/main">
  <p:tag name="KSO_WM_UNIT_INDEX" val="36"/>
  <p:tag name="KSO_WM_UNIT_TYPE" val="i"/>
  <p:tag name="KSO_WM_BEAUTIFY_FLAG" val="#wm#"/>
</p:tagLst>
</file>

<file path=ppt/tags/tag174.xml><?xml version="1.0" encoding="utf-8"?>
<p:tagLst xmlns:p="http://schemas.openxmlformats.org/presentationml/2006/main">
  <p:tag name="KSO_WM_UNIT_INDEX" val="16"/>
  <p:tag name="KSO_WM_UNIT_TYPE" val="i"/>
  <p:tag name="KSO_WM_BEAUTIFY_FLAG" val="#wm#"/>
</p:tagLst>
</file>

<file path=ppt/tags/tag175.xml><?xml version="1.0" encoding="utf-8"?>
<p:tagLst xmlns:p="http://schemas.openxmlformats.org/presentationml/2006/main">
  <p:tag name="KSO_WM_UNIT_INDEX" val="8"/>
  <p:tag name="KSO_WM_UNIT_TYPE" val="i"/>
  <p:tag name="KSO_WM_BEAUTIFY_FLAG" val="#wm#"/>
</p:tagLst>
</file>

<file path=ppt/tags/tag176.xml><?xml version="1.0" encoding="utf-8"?>
<p:tagLst xmlns:p="http://schemas.openxmlformats.org/presentationml/2006/main">
  <p:tag name="KSO_WM_UNIT_INDEX" val="9"/>
  <p:tag name="KSO_WM_UNIT_TYPE" val="i"/>
  <p:tag name="KSO_WM_BEAUTIFY_FLAG" val="#wm#"/>
</p:tagLst>
</file>

<file path=ppt/tags/tag177.xml><?xml version="1.0" encoding="utf-8"?>
<p:tagLst xmlns:p="http://schemas.openxmlformats.org/presentationml/2006/main">
  <p:tag name="KSO_WM_UNIT_INDEX" val="17"/>
  <p:tag name="KSO_WM_UNIT_TYPE" val="f"/>
  <p:tag name="KSO_WM_UNIT_SUBTYPE" val="a"/>
  <p:tag name="KSO_WM_BEAUTIFY_FLAG" val="#wm#"/>
</p:tagLst>
</file>

<file path=ppt/tags/tag178.xml><?xml version="1.0" encoding="utf-8"?>
<p:tagLst xmlns:p="http://schemas.openxmlformats.org/presentationml/2006/main">
  <p:tag name="KSO_WM_UNIT_INDEX" val="7"/>
  <p:tag name="KSO_WM_UNIT_TYPE" val="i"/>
  <p:tag name="KSO_WM_BEAUTIFY_FLAG" val="#wm#"/>
</p:tagLst>
</file>

<file path=ppt/tags/tag179.xml><?xml version="1.0" encoding="utf-8"?>
<p:tagLst xmlns:p="http://schemas.openxmlformats.org/presentationml/2006/main">
  <p:tag name="KSO_WM_UNIT_INDEX" val="18"/>
  <p:tag name="KSO_WM_UNIT_TYPE" val="i"/>
  <p:tag name="KSO_WM_BEAUTIFY_FLAG" val="#wm#"/>
</p:tagLst>
</file>

<file path=ppt/tags/tag180.xml><?xml version="1.0" encoding="utf-8"?>
<p:tagLst xmlns:p="http://schemas.openxmlformats.org/presentationml/2006/main">
  <p:tag name="KSO_WM_UNIT_INDEX" val="4"/>
  <p:tag name="KSO_WM_UNIT_TYPE" val="i"/>
  <p:tag name="KSO_WM_BEAUTIFY_FLAG" val="#wm#"/>
</p:tagLst>
</file>

<file path=ppt/tags/tag181.xml><?xml version="1.0" encoding="utf-8"?>
<p:tagLst xmlns:p="http://schemas.openxmlformats.org/presentationml/2006/main">
  <p:tag name="KSO_WM_UNIT_INDEX" val="6"/>
  <p:tag name="KSO_WM_UNIT_TYPE" val="f"/>
  <p:tag name="KSO_WM_UNIT_SUBTYPE" val="a"/>
  <p:tag name="KSO_WM_BEAUTIFY_FLAG" val="#wm#"/>
</p:tagLst>
</file>

<file path=ppt/tags/tag182.xml><?xml version="1.0" encoding="utf-8"?>
<p:tagLst xmlns:p="http://schemas.openxmlformats.org/presentationml/2006/main">
  <p:tag name="KSO_WM_UNIT_INDEX" val="19"/>
  <p:tag name="KSO_WM_UNIT_TYPE" val="f"/>
  <p:tag name="KSO_WM_UNIT_SUBTYPE" val="a"/>
  <p:tag name="KSO_WM_BEAUTIFY_FLAG" val="#wm#"/>
</p:tagLst>
</file>

<file path=ppt/tags/tag183.xml><?xml version="1.0" encoding="utf-8"?>
<p:tagLst xmlns:p="http://schemas.openxmlformats.org/presentationml/2006/main">
  <p:tag name="KSO_WM_UNIT_INDEX" val="14"/>
  <p:tag name="KSO_WM_UNIT_TYPE" val="f"/>
  <p:tag name="KSO_WM_UNIT_SUBTYPE" val="a"/>
  <p:tag name="KSO_WM_BEAUTIFY_FLAG" val="#wm#"/>
</p:tagLst>
</file>

<file path=ppt/tags/tag184.xml><?xml version="1.0" encoding="utf-8"?>
<p:tagLst xmlns:p="http://schemas.openxmlformats.org/presentationml/2006/main">
  <p:tag name="KSO_WM_UNIT_INDEX" val="30"/>
  <p:tag name="KSO_WM_UNIT_TYPE" val="i"/>
  <p:tag name="KSO_WM_BEAUTIFY_FLAG" val="#wm#"/>
</p:tagLst>
</file>

<file path=ppt/tags/tag185.xml><?xml version="1.0" encoding="utf-8"?>
<p:tagLst xmlns:p="http://schemas.openxmlformats.org/presentationml/2006/main">
  <p:tag name="KSO_WM_UNIT_INDEX" val="28"/>
  <p:tag name="KSO_WM_UNIT_TYPE" val="i"/>
  <p:tag name="KSO_WM_BEAUTIFY_FLAG" val="#wm#"/>
</p:tagLst>
</file>

<file path=ppt/tags/tag186.xml><?xml version="1.0" encoding="utf-8"?>
<p:tagLst xmlns:p="http://schemas.openxmlformats.org/presentationml/2006/main">
  <p:tag name="KSO_WM_UNIT_INDEX" val="21"/>
  <p:tag name="KSO_WM_UNIT_TYPE" val="i"/>
  <p:tag name="KSO_WM_BEAUTIFY_FLAG" val="#wm#"/>
</p:tagLst>
</file>

<file path=ppt/tags/tag187.xml><?xml version="1.0" encoding="utf-8"?>
<p:tagLst xmlns:p="http://schemas.openxmlformats.org/presentationml/2006/main">
  <p:tag name="KSO_WM_UNIT_INDEX" val="35"/>
  <p:tag name="KSO_WM_UNIT_TYPE" val="i"/>
  <p:tag name="KSO_WM_BEAUTIFY_FLAG" val="#wm#"/>
</p:tagLst>
</file>

<file path=ppt/tags/tag188.xml><?xml version="1.0" encoding="utf-8"?>
<p:tagLst xmlns:p="http://schemas.openxmlformats.org/presentationml/2006/main">
  <p:tag name="KSO_WM_UNIT_INDEX" val="37"/>
  <p:tag name="KSO_WM_UNIT_TYPE" val="f"/>
  <p:tag name="KSO_WM_UNIT_SUBTYPE" val="a"/>
  <p:tag name="KSO_WM_BEAUTIFY_FLAG" val="#wm#"/>
</p:tagLst>
</file>

<file path=ppt/tags/tag189.xml><?xml version="1.0" encoding="utf-8"?>
<p:tagLst xmlns:p="http://schemas.openxmlformats.org/presentationml/2006/main">
  <p:tag name="KSO_WM_UNIT_INDEX" val="33"/>
  <p:tag name="KSO_WM_UNIT_TYPE" val="f"/>
  <p:tag name="KSO_WM_UNIT_SUBTYPE" val="a"/>
  <p:tag name="KSO_WM_BEAUTIFY_FLAG" val="#wm#"/>
</p:tagLst>
</file>

<file path=ppt/tags/tag190.xml><?xml version="1.0" encoding="utf-8"?>
<p:tagLst xmlns:p="http://schemas.openxmlformats.org/presentationml/2006/main">
  <p:tag name="KSO_WM_UNIT_INDEX" val="31"/>
  <p:tag name="KSO_WM_UNIT_TYPE" val="f"/>
  <p:tag name="KSO_WM_UNIT_SUBTYPE" val="a"/>
  <p:tag name="KSO_WM_BEAUTIFY_FLAG" val="#wm#"/>
</p:tagLst>
</file>

<file path=ppt/tags/tag191.xml><?xml version="1.0" encoding="utf-8"?>
<p:tagLst xmlns:p="http://schemas.openxmlformats.org/presentationml/2006/main">
  <p:tag name="KSO_WM_UNIT_INDEX" val="43"/>
  <p:tag name="KSO_WM_UNIT_TYPE" val="f"/>
  <p:tag name="KSO_WM_UNIT_SUBTYPE" val="a"/>
  <p:tag name="KSO_WM_BEAUTIFY_FLAG" val="#wm#"/>
</p:tagLst>
</file>

<file path=ppt/tags/tag192.xml><?xml version="1.0" encoding="utf-8"?>
<p:tagLst xmlns:p="http://schemas.openxmlformats.org/presentationml/2006/main">
  <p:tag name="KSO_WM_UNIT_INDEX" val="34"/>
  <p:tag name="KSO_WM_UNIT_TYPE" val="i"/>
  <p:tag name="KSO_WM_BEAUTIFY_FLAG" val="#wm#"/>
</p:tagLst>
</file>

<file path=ppt/tags/tag193.xml><?xml version="1.0" encoding="utf-8"?>
<p:tagLst xmlns:p="http://schemas.openxmlformats.org/presentationml/2006/main">
  <p:tag name="KSO_WM_UNIT_INDEX" val="45"/>
  <p:tag name="KSO_WM_UNIT_TYPE" val="f"/>
  <p:tag name="KSO_WM_UNIT_SUBTYPE" val="a"/>
  <p:tag name="KSO_WM_BEAUTIFY_FLAG" val="#wm#"/>
</p:tagLst>
</file>

<file path=ppt/tags/tag194.xml><?xml version="1.0" encoding="utf-8"?>
<p:tagLst xmlns:p="http://schemas.openxmlformats.org/presentationml/2006/main">
  <p:tag name="KSO_WM_UNIT_INDEX" val="2"/>
  <p:tag name="KSO_WM_UNIT_TYPE" val="f"/>
  <p:tag name="KSO_WM_UNIT_SUBTYPE" val="a"/>
  <p:tag name="KSO_WM_BEAUTIFY_FLAG" val="#wm#"/>
</p:tagLst>
</file>

<file path=ppt/tags/tag195.xml><?xml version="1.0" encoding="utf-8"?>
<p:tagLst xmlns:p="http://schemas.openxmlformats.org/presentationml/2006/main">
  <p:tag name="KSO_WM_UNIT_INDEX" val="15"/>
  <p:tag name="KSO_WM_UNIT_TYPE" val="f"/>
  <p:tag name="KSO_WM_UNIT_SUBTYPE" val="a"/>
  <p:tag name="KSO_WM_BEAUTIFY_FLAG" val="#wm#"/>
</p:tagLst>
</file>

<file path=ppt/tags/tag196.xml><?xml version="1.0" encoding="utf-8"?>
<p:tagLst xmlns:p="http://schemas.openxmlformats.org/presentationml/2006/main">
  <p:tag name="KSO_WM_UNIT_INDEX" val="25"/>
  <p:tag name="KSO_WM_UNIT_TYPE" val="f"/>
  <p:tag name="KSO_WM_UNIT_SUBTYPE" val="a"/>
  <p:tag name="KSO_WM_BEAUTIFY_FLAG" val="#wm#"/>
</p:tagLst>
</file>

<file path=ppt/tags/tag197.xml><?xml version="1.0" encoding="utf-8"?>
<p:tagLst xmlns:p="http://schemas.openxmlformats.org/presentationml/2006/main">
  <p:tag name="KSO_WM_UNIT_INDEX" val="38"/>
  <p:tag name="KSO_WM_UNIT_TYPE" val="f"/>
  <p:tag name="KSO_WM_UNIT_SUBTYPE" val="a"/>
  <p:tag name="KSO_WM_BEAUTIFY_FLAG" val="#wm#"/>
</p:tagLst>
</file>

<file path=ppt/tags/tag198.xml><?xml version="1.0" encoding="utf-8"?>
<p:tagLst xmlns:p="http://schemas.openxmlformats.org/presentationml/2006/main">
  <p:tag name="KSO_WM_UNIT_INDEX" val="1"/>
  <p:tag name="KSO_WM_UNIT_TYPE" val="a"/>
  <p:tag name="KSO_WM_BEAUTIFY_FLAG" val="#wm#"/>
  <p:tag name="KSO_WM_UNIT_TEXT" val="谈论大数据时，我们究竟在谈论什么？"/>
  <p:tag name="KSO_WM_UNIT_ID" val="_2*a*1"/>
  <p:tag name="KSO_WM_TAG_VERSION" val="3.0"/>
  <p:tag name="KSO_WM_UNIT_LAYERLEVEL" val="1"/>
  <p:tag name="KSO_WM_TEMPLATE_CATEGORY" val="custom"/>
  <p:tag name="KSO_WM_TEMPLATE_USER_THEME" val="1"/>
</p:tagLst>
</file>

<file path=ppt/tags/tag199.xml><?xml version="1.0" encoding="utf-8"?>
<p:tagLst xmlns:p="http://schemas.openxmlformats.org/presentationml/2006/main">
  <p:tag name="KSO_WM_SLIDE_TYPE" val="text"/>
  <p:tag name="KSO_WM_BEAUTIFY_FLAG" val="#wm#"/>
  <p:tag name="KSO_WM_TEMPLATE_CATEGORY" val="custom"/>
  <p:tag name="KSO_WM_TEMPLATE_USER_THEME" val="1"/>
  <p:tag name="KSO_WM_SLIDE_INDEX" val="8"/>
  <p:tag name="KSO_WM_SLIDE_ID" val="custom_8"/>
  <p:tag name="KSO_WM_TEMPLATE_SUBCATEGORY" val="29"/>
  <p:tag name="KSO_WM_SLIDE_LAYOUT" val="a_f"/>
  <p:tag name="KSO_WM_SLIDE_LAYOUT_CNT" val="1_1"/>
</p:tagLst>
</file>

<file path=ppt/tags/tag200.xml><?xml version="1.0" encoding="utf-8"?>
<p:tagLst xmlns:p="http://schemas.openxmlformats.org/presentationml/2006/main">
  <p:tag name="KSO_WM_UNIT_INDEX" val="2"/>
  <p:tag name="KSO_WM_UNIT_TYPE" val="i"/>
  <p:tag name="KSO_WM_BEAUTIFY_FLAG" val="#wm#"/>
</p:tagLst>
</file>

<file path=ppt/tags/tag201.xml><?xml version="1.0" encoding="utf-8"?>
<p:tagLst xmlns:p="http://schemas.openxmlformats.org/presentationml/2006/main">
  <p:tag name="KSO_WM_UNIT_INDEX" val="13"/>
  <p:tag name="KSO_WM_UNIT_TYPE" val="f"/>
  <p:tag name="KSO_WM_UNIT_SUBTYPE" val="a"/>
  <p:tag name="KSO_WM_BEAUTIFY_FLAG" val="#wm#"/>
</p:tagLst>
</file>

<file path=ppt/tags/tag202.xml><?xml version="1.0" encoding="utf-8"?>
<p:tagLst xmlns:p="http://schemas.openxmlformats.org/presentationml/2006/main">
  <p:tag name="KSO_WM_UNIT_INDEX" val="4"/>
  <p:tag name="KSO_WM_UNIT_TYPE" val="i"/>
  <p:tag name="KSO_WM_BEAUTIFY_FLAG" val="#wm#"/>
</p:tagLst>
</file>

<file path=ppt/tags/tag203.xml><?xml version="1.0" encoding="utf-8"?>
<p:tagLst xmlns:p="http://schemas.openxmlformats.org/presentationml/2006/main">
  <p:tag name="KSO_WM_UNIT_INDEX" val="1"/>
  <p:tag name="KSO_WM_UNIT_TYPE" val="a"/>
  <p:tag name="KSO_WM_BEAUTIFY_FLAG" val="#wm#"/>
  <p:tag name="KSO_WM_UNIT_TEXT" val="浮沙之上盖高台，持续发展能几何？"/>
  <p:tag name="KSO_WM_UNIT_ID" val="_2*a*1"/>
  <p:tag name="KSO_WM_TAG_VERSION" val="3.0"/>
  <p:tag name="KSO_WM_UNIT_LAYERLEVEL" val="1"/>
  <p:tag name="KSO_WM_TEMPLATE_CATEGORY" val="custom"/>
  <p:tag name="KSO_WM_TEMPLATE_USER_THEME" val="1"/>
</p:tagLst>
</file>

<file path=ppt/tags/tag204.xml><?xml version="1.0" encoding="utf-8"?>
<p:tagLst xmlns:p="http://schemas.openxmlformats.org/presentationml/2006/main">
  <p:tag name="KSO_WM_SLIDE_TYPE" val="text"/>
  <p:tag name="KSO_WM_BEAUTIFY_FLAG" val="#wm#"/>
  <p:tag name="KSO_WM_TEMPLATE_CATEGORY" val="custom"/>
  <p:tag name="KSO_WM_TEMPLATE_USER_THEME" val="1"/>
  <p:tag name="KSO_WM_SLIDE_INDEX" val="8"/>
  <p:tag name="KSO_WM_SLIDE_ID" val="custom_8"/>
  <p:tag name="KSO_WM_TEMPLATE_SUBCATEGORY" val="29"/>
  <p:tag name="KSO_WM_SLIDE_LAYOUT" val="a_f"/>
  <p:tag name="KSO_WM_SLIDE_LAYOUT_CNT" val="1_1"/>
</p:tagLst>
</file>

<file path=ppt/tags/tag205.xml><?xml version="1.0" encoding="utf-8"?>
<p:tagLst xmlns:p="http://schemas.openxmlformats.org/presentationml/2006/main">
  <p:tag name="KSO_WM_UNIT_INDEX" val="2"/>
  <p:tag name="KSO_WM_UNIT_TYPE" val="f"/>
  <p:tag name="KSO_WM_UNIT_SUBTYPE" val="a"/>
  <p:tag name="KSO_WM_BEAUTIFY_FLAG" val="#wm#"/>
</p:tagLst>
</file>

<file path=ppt/tags/tag206.xml><?xml version="1.0" encoding="utf-8"?>
<p:tagLst xmlns:p="http://schemas.openxmlformats.org/presentationml/2006/main">
  <p:tag name="KSO_WM_UNIT_INDEX" val="4"/>
  <p:tag name="KSO_WM_UNIT_TYPE" val="f"/>
  <p:tag name="KSO_WM_UNIT_SUBTYPE" val="a"/>
  <p:tag name="KSO_WM_BEAUTIFY_FLAG" val="#wm#"/>
</p:tagLst>
</file>

<file path=ppt/tags/tag207.xml><?xml version="1.0" encoding="utf-8"?>
<p:tagLst xmlns:p="http://schemas.openxmlformats.org/presentationml/2006/main">
  <p:tag name="KSO_WM_UNIT_INDEX" val="3"/>
  <p:tag name="KSO_WM_UNIT_TYPE" val="f"/>
  <p:tag name="KSO_WM_UNIT_SUBTYPE" val="a"/>
  <p:tag name="KSO_WM_BEAUTIFY_FLAG" val="#wm#"/>
</p:tagLst>
</file>

<file path=ppt/tags/tag208.xml><?xml version="1.0" encoding="utf-8"?>
<p:tagLst xmlns:p="http://schemas.openxmlformats.org/presentationml/2006/main">
  <p:tag name="KSO_WM_UNIT_INDEX" val="1"/>
  <p:tag name="KSO_WM_UNIT_TYPE" val="a"/>
  <p:tag name="KSO_WM_BEAUTIFY_FLAG" val="#wm#"/>
  <p:tag name="KSO_WM_UNIT_TEXT" val="议题"/>
  <p:tag name="KSO_WM_UNIT_ID" val="_2*a*1"/>
  <p:tag name="KSO_WM_TAG_VERSION" val="3.0"/>
  <p:tag name="KSO_WM_UNIT_LAYERLEVEL" val="1"/>
  <p:tag name="KSO_WM_TEMPLATE_CATEGORY" val="custom"/>
  <p:tag name="KSO_WM_TEMPLATE_USER_THEME" val="1"/>
</p:tagLst>
</file>

<file path=ppt/tags/tag209.xml><?xml version="1.0" encoding="utf-8"?>
<p:tagLst xmlns:p="http://schemas.openxmlformats.org/presentationml/2006/main">
  <p:tag name="TABLE_ENDDRAG_ORIGIN_RECT" val="205*326"/>
  <p:tag name="TABLE_ENDDRAG_RECT" val="638*197*205*326"/>
</p:tagLst>
</file>

<file path=ppt/tags/tag210.xml><?xml version="1.0" encoding="utf-8"?>
<p:tagLst xmlns:p="http://schemas.openxmlformats.org/presentationml/2006/main">
  <p:tag name="KSO_WM_SLIDE_TYPE" val="text"/>
  <p:tag name="KSO_WM_BEAUTIFY_FLAG" val="#wm#"/>
  <p:tag name="KSO_WM_TEMPLATE_CATEGORY" val="custom"/>
  <p:tag name="KSO_WM_TEMPLATE_USER_THEME" val="1"/>
  <p:tag name="KSO_WM_SLIDE_INDEX" val="8"/>
  <p:tag name="KSO_WM_SLIDE_ID" val="custom_8"/>
  <p:tag name="KSO_WM_TEMPLATE_SUBCATEGORY" val="29"/>
  <p:tag name="KSO_WM_SLIDE_LAYOUT" val="a_f"/>
  <p:tag name="KSO_WM_SLIDE_LAYOUT_CNT" val="1_1"/>
</p:tagLst>
</file>

<file path=ppt/tags/tag211.xml><?xml version="1.0" encoding="utf-8"?>
<p:tagLst xmlns:p="http://schemas.openxmlformats.org/presentationml/2006/main">
  <p:tag name="KSO_WM_UNIT_INDEX" val="60"/>
  <p:tag name="KSO_WM_UNIT_TYPE" val="i"/>
  <p:tag name="KSO_WM_BEAUTIFY_FLAG" val="#wm#"/>
</p:tagLst>
</file>

<file path=ppt/tags/tag212.xml><?xml version="1.0" encoding="utf-8"?>
<p:tagLst xmlns:p="http://schemas.openxmlformats.org/presentationml/2006/main">
  <p:tag name="KSO_WM_UNIT_INDEX" val="35"/>
  <p:tag name="KSO_WM_UNIT_TYPE" val="j"/>
  <p:tag name="KSO_WM_BEAUTIFY_FLAG" val="#wm#"/>
</p:tagLst>
</file>

<file path=ppt/tags/tag213.xml><?xml version="1.0" encoding="utf-8"?>
<p:tagLst xmlns:p="http://schemas.openxmlformats.org/presentationml/2006/main">
  <p:tag name="KSO_WM_UNIT_INDEX" val="8"/>
  <p:tag name="KSO_WM_UNIT_TYPE" val="i"/>
  <p:tag name="KSO_WM_BEAUTIFY_FLAG" val="#wm#"/>
</p:tagLst>
</file>

<file path=ppt/tags/tag214.xml><?xml version="1.0" encoding="utf-8"?>
<p:tagLst xmlns:p="http://schemas.openxmlformats.org/presentationml/2006/main">
  <p:tag name="KSO_WM_UNIT_INDEX" val="24"/>
  <p:tag name="KSO_WM_UNIT_TYPE" val="f"/>
  <p:tag name="KSO_WM_UNIT_SUBTYPE" val="a"/>
  <p:tag name="KSO_WM_BEAUTIFY_FLAG" val="#wm#"/>
</p:tagLst>
</file>

<file path=ppt/tags/tag215.xml><?xml version="1.0" encoding="utf-8"?>
<p:tagLst xmlns:p="http://schemas.openxmlformats.org/presentationml/2006/main">
  <p:tag name="KSO_WM_UNIT_INDEX" val="23"/>
  <p:tag name="KSO_WM_UNIT_TYPE" val="f"/>
  <p:tag name="KSO_WM_UNIT_SUBTYPE" val="a"/>
  <p:tag name="KSO_WM_BEAUTIFY_FLAG" val="#wm#"/>
</p:tagLst>
</file>

<file path=ppt/tags/tag216.xml><?xml version="1.0" encoding="utf-8"?>
<p:tagLst xmlns:p="http://schemas.openxmlformats.org/presentationml/2006/main">
  <p:tag name="KSO_WM_UNIT_INDEX" val="25"/>
  <p:tag name="KSO_WM_UNIT_TYPE" val="f"/>
  <p:tag name="KSO_WM_UNIT_SUBTYPE" val="a"/>
  <p:tag name="KSO_WM_BEAUTIFY_FLAG" val="#wm#"/>
</p:tagLst>
</file>

<file path=ppt/tags/tag217.xml><?xml version="1.0" encoding="utf-8"?>
<p:tagLst xmlns:p="http://schemas.openxmlformats.org/presentationml/2006/main">
  <p:tag name="KSO_WM_UNIT_INDEX" val="20"/>
  <p:tag name="KSO_WM_UNIT_TYPE" val="f"/>
  <p:tag name="KSO_WM_UNIT_SUBTYPE" val="a"/>
  <p:tag name="KSO_WM_BEAUTIFY_FLAG" val="#wm#"/>
</p:tagLst>
</file>

<file path=ppt/tags/tag218.xml><?xml version="1.0" encoding="utf-8"?>
<p:tagLst xmlns:p="http://schemas.openxmlformats.org/presentationml/2006/main">
  <p:tag name="KSO_WM_UNIT_INDEX" val="9"/>
  <p:tag name="KSO_WM_UNIT_TYPE" val="f"/>
  <p:tag name="KSO_WM_UNIT_SUBTYPE" val="a"/>
  <p:tag name="KSO_WM_BEAUTIFY_FLAG" val="#wm#"/>
</p:tagLst>
</file>

<file path=ppt/tags/tag219.xml><?xml version="1.0" encoding="utf-8"?>
<p:tagLst xmlns:p="http://schemas.openxmlformats.org/presentationml/2006/main">
  <p:tag name="KSO_WM_UNIT_INDEX" val="21"/>
  <p:tag name="KSO_WM_UNIT_TYPE" val="f"/>
  <p:tag name="KSO_WM_UNIT_SUBTYPE" val="a"/>
  <p:tag name="KSO_WM_BEAUTIFY_FLAG" val="#wm#"/>
</p:tagLst>
</file>

<file path=ppt/tags/tag220.xml><?xml version="1.0" encoding="utf-8"?>
<p:tagLst xmlns:p="http://schemas.openxmlformats.org/presentationml/2006/main">
  <p:tag name="KSO_WM_UNIT_INDEX" val="50"/>
  <p:tag name="KSO_WM_UNIT_TYPE" val="f"/>
  <p:tag name="KSO_WM_UNIT_SUBTYPE" val="a"/>
  <p:tag name="KSO_WM_BEAUTIFY_FLAG" val="#wm#"/>
</p:tagLst>
</file>

<file path=ppt/tags/tag221.xml><?xml version="1.0" encoding="utf-8"?>
<p:tagLst xmlns:p="http://schemas.openxmlformats.org/presentationml/2006/main">
  <p:tag name="KSO_WM_UNIT_INDEX" val="51"/>
  <p:tag name="KSO_WM_UNIT_TYPE" val="f"/>
  <p:tag name="KSO_WM_UNIT_SUBTYPE" val="a"/>
  <p:tag name="KSO_WM_BEAUTIFY_FLAG" val="#wm#"/>
</p:tagLst>
</file>

<file path=ppt/tags/tag222.xml><?xml version="1.0" encoding="utf-8"?>
<p:tagLst xmlns:p="http://schemas.openxmlformats.org/presentationml/2006/main">
  <p:tag name="KSO_WM_UNIT_INDEX" val="52"/>
  <p:tag name="KSO_WM_UNIT_TYPE" val="f"/>
  <p:tag name="KSO_WM_UNIT_SUBTYPE" val="a"/>
  <p:tag name="KSO_WM_BEAUTIFY_FLAG" val="#wm#"/>
</p:tagLst>
</file>

<file path=ppt/tags/tag223.xml><?xml version="1.0" encoding="utf-8"?>
<p:tagLst xmlns:p="http://schemas.openxmlformats.org/presentationml/2006/main">
  <p:tag name="KSO_WM_UNIT_INDEX" val="53"/>
  <p:tag name="KSO_WM_UNIT_TYPE" val="f"/>
  <p:tag name="KSO_WM_UNIT_SUBTYPE" val="a"/>
  <p:tag name="KSO_WM_BEAUTIFY_FLAG" val="#wm#"/>
</p:tagLst>
</file>

<file path=ppt/tags/tag224.xml><?xml version="1.0" encoding="utf-8"?>
<p:tagLst xmlns:p="http://schemas.openxmlformats.org/presentationml/2006/main">
  <p:tag name="KSO_WM_UNIT_INDEX" val="29"/>
  <p:tag name="KSO_WM_UNIT_TYPE" val="i"/>
  <p:tag name="KSO_WM_BEAUTIFY_FLAG" val="#wm#"/>
</p:tagLst>
</file>

<file path=ppt/tags/tag225.xml><?xml version="1.0" encoding="utf-8"?>
<p:tagLst xmlns:p="http://schemas.openxmlformats.org/presentationml/2006/main">
  <p:tag name="KSO_WM_UNIT_INDEX" val="54"/>
  <p:tag name="KSO_WM_UNIT_TYPE" val="f"/>
  <p:tag name="KSO_WM_UNIT_SUBTYPE" val="a"/>
  <p:tag name="KSO_WM_BEAUTIFY_FLAG" val="#wm#"/>
</p:tagLst>
</file>

<file path=ppt/tags/tag226.xml><?xml version="1.0" encoding="utf-8"?>
<p:tagLst xmlns:p="http://schemas.openxmlformats.org/presentationml/2006/main">
  <p:tag name="KSO_WM_UNIT_INDEX" val="28"/>
  <p:tag name="KSO_WM_UNIT_TYPE" val="i"/>
  <p:tag name="KSO_WM_BEAUTIFY_FLAG" val="#wm#"/>
</p:tagLst>
</file>

<file path=ppt/tags/tag227.xml><?xml version="1.0" encoding="utf-8"?>
<p:tagLst xmlns:p="http://schemas.openxmlformats.org/presentationml/2006/main">
  <p:tag name="KSO_WM_UNIT_INDEX" val="43"/>
  <p:tag name="KSO_WM_UNIT_TYPE" val="f"/>
  <p:tag name="KSO_WM_UNIT_SUBTYPE" val="a"/>
  <p:tag name="KSO_WM_BEAUTIFY_FLAG" val="#wm#"/>
</p:tagLst>
</file>

<file path=ppt/tags/tag228.xml><?xml version="1.0" encoding="utf-8"?>
<p:tagLst xmlns:p="http://schemas.openxmlformats.org/presentationml/2006/main">
  <p:tag name="KSO_WM_UNIT_INDEX" val="41"/>
  <p:tag name="KSO_WM_UNIT_TYPE" val="f"/>
  <p:tag name="KSO_WM_UNIT_SUBTYPE" val="a"/>
  <p:tag name="KSO_WM_BEAUTIFY_FLAG" val="#wm#"/>
</p:tagLst>
</file>

<file path=ppt/tags/tag229.xml><?xml version="1.0" encoding="utf-8"?>
<p:tagLst xmlns:p="http://schemas.openxmlformats.org/presentationml/2006/main">
  <p:tag name="KSO_WM_UNIT_INDEX" val="58"/>
  <p:tag name="KSO_WM_UNIT_TYPE" val="f"/>
  <p:tag name="KSO_WM_UNIT_SUBTYPE" val="a"/>
  <p:tag name="KSO_WM_BEAUTIFY_FLAG" val="#wm#"/>
</p:tagLst>
</file>

<file path=ppt/tags/tag230.xml><?xml version="1.0" encoding="utf-8"?>
<p:tagLst xmlns:p="http://schemas.openxmlformats.org/presentationml/2006/main">
  <p:tag name="KSO_WM_UNIT_INDEX" val="2"/>
  <p:tag name="KSO_WM_UNIT_TYPE" val="f"/>
  <p:tag name="KSO_WM_UNIT_SUBTYPE" val="a"/>
  <p:tag name="KSO_WM_BEAUTIFY_FLAG" val="#wm#"/>
</p:tagLst>
</file>

<file path=ppt/tags/tag231.xml><?xml version="1.0" encoding="utf-8"?>
<p:tagLst xmlns:p="http://schemas.openxmlformats.org/presentationml/2006/main">
  <p:tag name="KSO_WM_UNIT_INDEX" val="3"/>
  <p:tag name="KSO_WM_UNIT_TYPE" val="f"/>
  <p:tag name="KSO_WM_UNIT_SUBTYPE" val="a"/>
  <p:tag name="KSO_WM_BEAUTIFY_FLAG" val="#wm#"/>
</p:tagLst>
</file>

<file path=ppt/tags/tag232.xml><?xml version="1.0" encoding="utf-8"?>
<p:tagLst xmlns:p="http://schemas.openxmlformats.org/presentationml/2006/main">
  <p:tag name="KSO_WM_UNIT_INDEX" val="4"/>
  <p:tag name="KSO_WM_UNIT_TYPE" val="f"/>
  <p:tag name="KSO_WM_UNIT_SUBTYPE" val="a"/>
  <p:tag name="KSO_WM_BEAUTIFY_FLAG" val="#wm#"/>
</p:tagLst>
</file>

<file path=ppt/tags/tag233.xml><?xml version="1.0" encoding="utf-8"?>
<p:tagLst xmlns:p="http://schemas.openxmlformats.org/presentationml/2006/main">
  <p:tag name="KSO_WM_UNIT_INDEX" val="5"/>
  <p:tag name="KSO_WM_UNIT_TYPE" val="i"/>
  <p:tag name="KSO_WM_BEAUTIFY_FLAG" val="#wm#"/>
</p:tagLst>
</file>

<file path=ppt/tags/tag234.xml><?xml version="1.0" encoding="utf-8"?>
<p:tagLst xmlns:p="http://schemas.openxmlformats.org/presentationml/2006/main">
  <p:tag name="KSO_WM_UNIT_INDEX" val="30"/>
  <p:tag name="KSO_WM_UNIT_TYPE" val="i"/>
  <p:tag name="KSO_WM_BEAUTIFY_FLAG" val="#wm#"/>
</p:tagLst>
</file>

<file path=ppt/tags/tag235.xml><?xml version="1.0" encoding="utf-8"?>
<p:tagLst xmlns:p="http://schemas.openxmlformats.org/presentationml/2006/main">
  <p:tag name="KSO_WM_UNIT_INDEX" val="26"/>
  <p:tag name="KSO_WM_UNIT_TYPE" val="i"/>
  <p:tag name="KSO_WM_BEAUTIFY_FLAG" val="#wm#"/>
</p:tagLst>
</file>

<file path=ppt/tags/tag236.xml><?xml version="1.0" encoding="utf-8"?>
<p:tagLst xmlns:p="http://schemas.openxmlformats.org/presentationml/2006/main">
  <p:tag name="KSO_WM_UNIT_INDEX" val="44"/>
  <p:tag name="KSO_WM_UNIT_TYPE" val="f"/>
  <p:tag name="KSO_WM_UNIT_SUBTYPE" val="a"/>
  <p:tag name="KSO_WM_BEAUTIFY_FLAG" val="#wm#"/>
</p:tagLst>
</file>

<file path=ppt/tags/tag237.xml><?xml version="1.0" encoding="utf-8"?>
<p:tagLst xmlns:p="http://schemas.openxmlformats.org/presentationml/2006/main">
  <p:tag name="KSO_WM_UNIT_INDEX" val="42"/>
  <p:tag name="KSO_WM_UNIT_TYPE" val="f"/>
  <p:tag name="KSO_WM_UNIT_SUBTYPE" val="a"/>
  <p:tag name="KSO_WM_BEAUTIFY_FLAG" val="#wm#"/>
</p:tagLst>
</file>

<file path=ppt/tags/tag238.xml><?xml version="1.0" encoding="utf-8"?>
<p:tagLst xmlns:p="http://schemas.openxmlformats.org/presentationml/2006/main">
  <p:tag name="KSO_WM_UNIT_INDEX" val="56"/>
  <p:tag name="KSO_WM_UNIT_TYPE" val="i"/>
  <p:tag name="KSO_WM_BEAUTIFY_FLAG" val="#wm#"/>
</p:tagLst>
</file>

<file path=ppt/tags/tag239.xml><?xml version="1.0" encoding="utf-8"?>
<p:tagLst xmlns:p="http://schemas.openxmlformats.org/presentationml/2006/main">
  <p:tag name="KSO_WM_UNIT_INDEX" val="45"/>
  <p:tag name="KSO_WM_UNIT_TYPE" val="f"/>
  <p:tag name="KSO_WM_UNIT_SUBTYPE" val="a"/>
  <p:tag name="KSO_WM_BEAUTIFY_FLAG" val="#wm#"/>
</p:tagLst>
</file>

<file path=ppt/tags/tag240.xml><?xml version="1.0" encoding="utf-8"?>
<p:tagLst xmlns:p="http://schemas.openxmlformats.org/presentationml/2006/main">
  <p:tag name="KSO_WM_UNIT_INDEX" val="6"/>
  <p:tag name="KSO_WM_UNIT_TYPE" val="i"/>
  <p:tag name="KSO_WM_BEAUTIFY_FLAG" val="#wm#"/>
</p:tagLst>
</file>

<file path=ppt/tags/tag241.xml><?xml version="1.0" encoding="utf-8"?>
<p:tagLst xmlns:p="http://schemas.openxmlformats.org/presentationml/2006/main">
  <p:tag name="KSO_WM_UNIT_INDEX" val="22"/>
  <p:tag name="KSO_WM_UNIT_TYPE" val="f"/>
  <p:tag name="KSO_WM_UNIT_SUBTYPE" val="a"/>
  <p:tag name="KSO_WM_BEAUTIFY_FLAG" val="#wm#"/>
</p:tagLst>
</file>

<file path=ppt/tags/tag242.xml><?xml version="1.0" encoding="utf-8"?>
<p:tagLst xmlns:p="http://schemas.openxmlformats.org/presentationml/2006/main">
  <p:tag name="KSO_WM_UNIT_INDEX" val="59"/>
  <p:tag name="KSO_WM_UNIT_TYPE" val="j"/>
  <p:tag name="KSO_WM_BEAUTIFY_FLAG" val="#wm#"/>
</p:tagLst>
</file>

<file path=ppt/tags/tag243.xml><?xml version="1.0" encoding="utf-8"?>
<p:tagLst xmlns:p="http://schemas.openxmlformats.org/presentationml/2006/main">
  <p:tag name="KSO_WM_UNIT_INDEX" val="68"/>
  <p:tag name="KSO_WM_UNIT_TYPE" val="f"/>
  <p:tag name="KSO_WM_UNIT_SUBTYPE" val="a"/>
  <p:tag name="KSO_WM_BEAUTIFY_FLAG" val="#wm#"/>
</p:tagLst>
</file>

<file path=ppt/tags/tag244.xml><?xml version="1.0" encoding="utf-8"?>
<p:tagLst xmlns:p="http://schemas.openxmlformats.org/presentationml/2006/main">
  <p:tag name="KSO_WM_UNIT_INDEX" val="31"/>
  <p:tag name="KSO_WM_UNIT_TYPE" val="f"/>
  <p:tag name="KSO_WM_UNIT_SUBTYPE" val="a"/>
  <p:tag name="KSO_WM_BEAUTIFY_FLAG" val="#wm#"/>
</p:tagLst>
</file>

<file path=ppt/tags/tag245.xml><?xml version="1.0" encoding="utf-8"?>
<p:tagLst xmlns:p="http://schemas.openxmlformats.org/presentationml/2006/main">
  <p:tag name="KSO_WM_UNIT_INDEX" val="32"/>
  <p:tag name="KSO_WM_UNIT_TYPE" val="f"/>
  <p:tag name="KSO_WM_UNIT_SUBTYPE" val="a"/>
  <p:tag name="KSO_WM_BEAUTIFY_FLAG" val="#wm#"/>
</p:tagLst>
</file>

<file path=ppt/tags/tag246.xml><?xml version="1.0" encoding="utf-8"?>
<p:tagLst xmlns:p="http://schemas.openxmlformats.org/presentationml/2006/main">
  <p:tag name="KSO_WM_UNIT_INDEX" val="19"/>
  <p:tag name="KSO_WM_UNIT_TYPE" val="i"/>
  <p:tag name="KSO_WM_BEAUTIFY_FLAG" val="#wm#"/>
</p:tagLst>
</file>

<file path=ppt/tags/tag247.xml><?xml version="1.0" encoding="utf-8"?>
<p:tagLst xmlns:p="http://schemas.openxmlformats.org/presentationml/2006/main">
  <p:tag name="KSO_WM_UNIT_INDEX" val="18"/>
  <p:tag name="KSO_WM_UNIT_TYPE" val="i"/>
  <p:tag name="KSO_WM_BEAUTIFY_FLAG" val="#wm#"/>
</p:tagLst>
</file>

<file path=ppt/tags/tag248.xml><?xml version="1.0" encoding="utf-8"?>
<p:tagLst xmlns:p="http://schemas.openxmlformats.org/presentationml/2006/main">
  <p:tag name="KSO_WM_UNIT_INDEX" val="17"/>
  <p:tag name="KSO_WM_UNIT_TYPE" val="i"/>
  <p:tag name="KSO_WM_BEAUTIFY_FLAG" val="#wm#"/>
</p:tagLst>
</file>

<file path=ppt/tags/tag249.xml><?xml version="1.0" encoding="utf-8"?>
<p:tagLst xmlns:p="http://schemas.openxmlformats.org/presentationml/2006/main">
  <p:tag name="KSO_WM_UNIT_INDEX" val="14"/>
  <p:tag name="KSO_WM_UNIT_TYPE" val="i"/>
  <p:tag name="KSO_WM_BEAUTIFY_FLAG" val="#wm#"/>
</p:tagLst>
</file>

<file path=ppt/tags/tag250.xml><?xml version="1.0" encoding="utf-8"?>
<p:tagLst xmlns:p="http://schemas.openxmlformats.org/presentationml/2006/main">
  <p:tag name="KSO_WM_UNIT_INDEX" val="15"/>
  <p:tag name="KSO_WM_UNIT_TYPE" val="i"/>
  <p:tag name="KSO_WM_BEAUTIFY_FLAG" val="#wm#"/>
</p:tagLst>
</file>

<file path=ppt/tags/tag251.xml><?xml version="1.0" encoding="utf-8"?>
<p:tagLst xmlns:p="http://schemas.openxmlformats.org/presentationml/2006/main">
  <p:tag name="KSO_WM_UNIT_INDEX" val="16"/>
  <p:tag name="KSO_WM_UNIT_TYPE" val="i"/>
  <p:tag name="KSO_WM_BEAUTIFY_FLAG" val="#wm#"/>
</p:tagLst>
</file>

<file path=ppt/tags/tag252.xml><?xml version="1.0" encoding="utf-8"?>
<p:tagLst xmlns:p="http://schemas.openxmlformats.org/presentationml/2006/main">
  <p:tag name="KSO_WM_UNIT_INDEX" val="38"/>
  <p:tag name="KSO_WM_UNIT_TYPE" val="f"/>
  <p:tag name="KSO_WM_UNIT_SUBTYPE" val="a"/>
  <p:tag name="KSO_WM_BEAUTIFY_FLAG" val="#wm#"/>
</p:tagLst>
</file>

<file path=ppt/tags/tag253.xml><?xml version="1.0" encoding="utf-8"?>
<p:tagLst xmlns:p="http://schemas.openxmlformats.org/presentationml/2006/main">
  <p:tag name="KSO_WM_UNIT_INDEX" val="27"/>
  <p:tag name="KSO_WM_UNIT_TYPE" val="i"/>
  <p:tag name="KSO_WM_BEAUTIFY_FLAG" val="#wm#"/>
</p:tagLst>
</file>

<file path=ppt/tags/tag254.xml><?xml version="1.0" encoding="utf-8"?>
<p:tagLst xmlns:p="http://schemas.openxmlformats.org/presentationml/2006/main">
  <p:tag name="KSO_WM_UNIT_INDEX" val="46"/>
  <p:tag name="KSO_WM_UNIT_TYPE" val="f"/>
  <p:tag name="KSO_WM_UNIT_SUBTYPE" val="a"/>
  <p:tag name="KSO_WM_BEAUTIFY_FLAG" val="#wm#"/>
</p:tagLst>
</file>

<file path=ppt/tags/tag255.xml><?xml version="1.0" encoding="utf-8"?>
<p:tagLst xmlns:p="http://schemas.openxmlformats.org/presentationml/2006/main">
  <p:tag name="KSO_WM_UNIT_INDEX" val="39"/>
  <p:tag name="KSO_WM_UNIT_TYPE" val="f"/>
  <p:tag name="KSO_WM_UNIT_SUBTYPE" val="a"/>
  <p:tag name="KSO_WM_BEAUTIFY_FLAG" val="#wm#"/>
</p:tagLst>
</file>

<file path=ppt/tags/tag256.xml><?xml version="1.0" encoding="utf-8"?>
<p:tagLst xmlns:p="http://schemas.openxmlformats.org/presentationml/2006/main">
  <p:tag name="KSO_WM_UNIT_INDEX" val="34"/>
  <p:tag name="KSO_WM_UNIT_TYPE" val="i"/>
  <p:tag name="KSO_WM_BEAUTIFY_FLAG" val="#wm#"/>
</p:tagLst>
</file>

<file path=ppt/tags/tag257.xml><?xml version="1.0" encoding="utf-8"?>
<p:tagLst xmlns:p="http://schemas.openxmlformats.org/presentationml/2006/main">
  <p:tag name="KSO_WM_UNIT_INDEX" val="33"/>
  <p:tag name="KSO_WM_UNIT_TYPE" val="i"/>
  <p:tag name="KSO_WM_BEAUTIFY_FLAG" val="#wm#"/>
</p:tagLst>
</file>

<file path=ppt/tags/tag258.xml><?xml version="1.0" encoding="utf-8"?>
<p:tagLst xmlns:p="http://schemas.openxmlformats.org/presentationml/2006/main">
  <p:tag name="KSO_WM_UNIT_INDEX" val="40"/>
  <p:tag name="KSO_WM_UNIT_TYPE" val="i"/>
  <p:tag name="KSO_WM_BEAUTIFY_FLAG" val="#wm#"/>
</p:tagLst>
</file>

<file path=ppt/tags/tag259.xml><?xml version="1.0" encoding="utf-8"?>
<p:tagLst xmlns:p="http://schemas.openxmlformats.org/presentationml/2006/main">
  <p:tag name="KSO_WM_UNIT_INDEX" val="36"/>
  <p:tag name="KSO_WM_UNIT_TYPE" val="f"/>
  <p:tag name="KSO_WM_UNIT_SUBTYPE" val="a"/>
  <p:tag name="KSO_WM_BEAUTIFY_FLAG" val="#wm#"/>
</p:tagLst>
</file>

<file path=ppt/tags/tag260.xml><?xml version="1.0" encoding="utf-8"?>
<p:tagLst xmlns:p="http://schemas.openxmlformats.org/presentationml/2006/main">
  <p:tag name="KSO_WM_UNIT_INDEX" val="7"/>
  <p:tag name="KSO_WM_UNIT_TYPE" val="i"/>
  <p:tag name="KSO_WM_BEAUTIFY_FLAG" val="#wm#"/>
</p:tagLst>
</file>

<file path=ppt/tags/tag261.xml><?xml version="1.0" encoding="utf-8"?>
<p:tagLst xmlns:p="http://schemas.openxmlformats.org/presentationml/2006/main">
  <p:tag name="KSO_WM_UNIT_INDEX" val="37"/>
  <p:tag name="KSO_WM_UNIT_TYPE" val="f"/>
  <p:tag name="KSO_WM_UNIT_SUBTYPE" val="a"/>
  <p:tag name="KSO_WM_BEAUTIFY_FLAG" val="#wm#"/>
</p:tagLst>
</file>

<file path=ppt/tags/tag262.xml><?xml version="1.0" encoding="utf-8"?>
<p:tagLst xmlns:p="http://schemas.openxmlformats.org/presentationml/2006/main">
  <p:tag name="KSO_WM_UNIT_INDEX" val="12"/>
  <p:tag name="KSO_WM_UNIT_TYPE" val="i"/>
  <p:tag name="KSO_WM_BEAUTIFY_FLAG" val="#wm#"/>
</p:tagLst>
</file>

<file path=ppt/tags/tag263.xml><?xml version="1.0" encoding="utf-8"?>
<p:tagLst xmlns:p="http://schemas.openxmlformats.org/presentationml/2006/main">
  <p:tag name="KSO_WM_UNIT_INDEX" val="13"/>
  <p:tag name="KSO_WM_UNIT_TYPE" val="i"/>
  <p:tag name="KSO_WM_BEAUTIFY_FLAG" val="#wm#"/>
</p:tagLst>
</file>

<file path=ppt/tags/tag264.xml><?xml version="1.0" encoding="utf-8"?>
<p:tagLst xmlns:p="http://schemas.openxmlformats.org/presentationml/2006/main">
  <p:tag name="KSO_WM_UNIT_INDEX" val="10"/>
  <p:tag name="KSO_WM_UNIT_TYPE" val="f"/>
  <p:tag name="KSO_WM_UNIT_SUBTYPE" val="a"/>
  <p:tag name="KSO_WM_BEAUTIFY_FLAG" val="#wm#"/>
</p:tagLst>
</file>

<file path=ppt/tags/tag265.xml><?xml version="1.0" encoding="utf-8"?>
<p:tagLst xmlns:p="http://schemas.openxmlformats.org/presentationml/2006/main">
  <p:tag name="KSO_WM_UNIT_INDEX" val="11"/>
  <p:tag name="KSO_WM_UNIT_TYPE" val="f"/>
  <p:tag name="KSO_WM_UNIT_SUBTYPE" val="a"/>
  <p:tag name="KSO_WM_BEAUTIFY_FLAG" val="#wm#"/>
</p:tagLst>
</file>

<file path=ppt/tags/tag266.xml><?xml version="1.0" encoding="utf-8"?>
<p:tagLst xmlns:p="http://schemas.openxmlformats.org/presentationml/2006/main">
  <p:tag name="KSO_WM_UNIT_INDEX" val="55"/>
  <p:tag name="KSO_WM_UNIT_TYPE" val="i"/>
  <p:tag name="KSO_WM_BEAUTIFY_FLAG" val="#wm#"/>
</p:tagLst>
</file>

<file path=ppt/tags/tag267.xml><?xml version="1.0" encoding="utf-8"?>
<p:tagLst xmlns:p="http://schemas.openxmlformats.org/presentationml/2006/main">
  <p:tag name="KSO_WM_UNIT_INDEX" val="75"/>
  <p:tag name="KSO_WM_UNIT_TYPE" val="f"/>
  <p:tag name="KSO_WM_UNIT_SUBTYPE" val="a"/>
  <p:tag name="KSO_WM_BEAUTIFY_FLAG" val="#wm#"/>
</p:tagLst>
</file>

<file path=ppt/tags/tag268.xml><?xml version="1.0" encoding="utf-8"?>
<p:tagLst xmlns:p="http://schemas.openxmlformats.org/presentationml/2006/main">
  <p:tag name="KSO_WM_UNIT_INDEX" val="76"/>
  <p:tag name="KSO_WM_UNIT_TYPE" val="f"/>
  <p:tag name="KSO_WM_UNIT_SUBTYPE" val="a"/>
  <p:tag name="KSO_WM_BEAUTIFY_FLAG" val="#wm#"/>
</p:tagLst>
</file>

<file path=ppt/tags/tag269.xml><?xml version="1.0" encoding="utf-8"?>
<p:tagLst xmlns:p="http://schemas.openxmlformats.org/presentationml/2006/main">
  <p:tag name="KSO_WM_UNIT_INDEX" val="77"/>
  <p:tag name="KSO_WM_UNIT_TYPE" val="f"/>
  <p:tag name="KSO_WM_UNIT_SUBTYPE" val="a"/>
  <p:tag name="KSO_WM_BEAUTIFY_FLAG" val="#wm#"/>
</p:tagLst>
</file>

<file path=ppt/tags/tag270.xml><?xml version="1.0" encoding="utf-8"?>
<p:tagLst xmlns:p="http://schemas.openxmlformats.org/presentationml/2006/main">
  <p:tag name="KSO_WM_UNIT_INDEX" val="49"/>
  <p:tag name="KSO_WM_UNIT_TYPE" val="f"/>
  <p:tag name="KSO_WM_UNIT_SUBTYPE" val="a"/>
  <p:tag name="KSO_WM_BEAUTIFY_FLAG" val="#wm#"/>
</p:tagLst>
</file>

<file path=ppt/tags/tag271.xml><?xml version="1.0" encoding="utf-8"?>
<p:tagLst xmlns:p="http://schemas.openxmlformats.org/presentationml/2006/main">
  <p:tag name="KSO_WM_UNIT_INDEX" val="1"/>
  <p:tag name="KSO_WM_UNIT_TYPE" val="a"/>
  <p:tag name="KSO_WM_BEAUTIFY_FLAG" val="#wm#"/>
  <p:tag name="KSO_WM_UNIT_TEXT" val="为什么要做数据治理？——“大数据应用”"/>
  <p:tag name="KSO_WM_UNIT_ID" val="_2*a*1"/>
  <p:tag name="KSO_WM_TAG_VERSION" val="3.0"/>
  <p:tag name="KSO_WM_UNIT_LAYERLEVEL" val="1"/>
  <p:tag name="KSO_WM_TEMPLATE_CATEGORY" val="custom"/>
  <p:tag name="KSO_WM_TEMPLATE_USER_THEME" val="1"/>
</p:tagLst>
</file>

<file path=ppt/tags/tag272.xml><?xml version="1.0" encoding="utf-8"?>
<p:tagLst xmlns:p="http://schemas.openxmlformats.org/presentationml/2006/main">
  <p:tag name="KSO_WM_SLIDE_TYPE" val="text"/>
  <p:tag name="KSO_WM_BEAUTIFY_FLAG" val="#wm#"/>
  <p:tag name="KSO_WM_TEMPLATE_CATEGORY" val="custom"/>
  <p:tag name="KSO_WM_TEMPLATE_USER_THEME" val="1"/>
  <p:tag name="KSO_WM_SLIDE_INDEX" val="8"/>
  <p:tag name="KSO_WM_SLIDE_ID" val="custom_8"/>
  <p:tag name="KSO_WM_TEMPLATE_SUBCATEGORY" val="29"/>
  <p:tag name="KSO_WM_SLIDE_LAYOUT" val="a_f"/>
  <p:tag name="KSO_WM_SLIDE_LAYOUT_CNT" val="1_1"/>
</p:tagLst>
</file>

<file path=ppt/tags/tag273.xml><?xml version="1.0" encoding="utf-8"?>
<p:tagLst xmlns:p="http://schemas.openxmlformats.org/presentationml/2006/main">
  <p:tag name="KSO_WM_UNIT_INDEX" val="1_2_1"/>
  <p:tag name="KSO_WM_UNIT_TYPE" val="l_h_f"/>
  <p:tag name="KSO_WM_UNIT_SUBTYPE" val="a"/>
  <p:tag name="KSO_WM_TEMPLATE_CATEGORY" val="diagram"/>
  <p:tag name="KSO_WM_TEMPLATE_INDEX" val="19882022"/>
  <p:tag name="KSO_WM_DIAGRAM_GROUP_CODE" val="l1-1"/>
  <p:tag name="KSO_WM_TAG_VERSION" val="2.0"/>
  <p:tag name="KSO_WM_BEAUTIFY_FLAG" val="#wm#"/>
  <p:tag name="KSO_WM_DIAGRAM_VIRTUALLY_FRAME" val="{&quot;height&quot;:378.0749606299213,&quot;left&quot;:110.98874015748034,&quot;top&quot;:120.12503937007872,&quot;width&quot;:777.5749606299212}"/>
</p:tagLst>
</file>

<file path=ppt/tags/tag274.xml><?xml version="1.0" encoding="utf-8"?>
<p:tagLst xmlns:p="http://schemas.openxmlformats.org/presentationml/2006/main">
  <p:tag name="KSO_WM_UNIT_INDEX" val="1_4_1"/>
  <p:tag name="KSO_WM_UNIT_TYPE" val="l_h_f"/>
  <p:tag name="KSO_WM_UNIT_SUBTYPE" val="a"/>
  <p:tag name="KSO_WM_TEMPLATE_CATEGORY" val="diagram"/>
  <p:tag name="KSO_WM_TEMPLATE_INDEX" val="19882022"/>
  <p:tag name="KSO_WM_DIAGRAM_GROUP_CODE" val="l1-1"/>
  <p:tag name="KSO_WM_TAG_VERSION" val="2.0"/>
  <p:tag name="KSO_WM_BEAUTIFY_FLAG" val="#wm#"/>
  <p:tag name="KSO_WM_DIAGRAM_VIRTUALLY_FRAME" val="{&quot;height&quot;:378.0749606299213,&quot;left&quot;:110.98874015748034,&quot;top&quot;:120.12503937007872,&quot;width&quot;:777.5749606299212}"/>
</p:tagLst>
</file>

<file path=ppt/tags/tag275.xml><?xml version="1.0" encoding="utf-8"?>
<p:tagLst xmlns:p="http://schemas.openxmlformats.org/presentationml/2006/main">
  <p:tag name="KSO_WM_UNIT_INDEX" val="1_3_1"/>
  <p:tag name="KSO_WM_UNIT_TYPE" val="l_h_f"/>
  <p:tag name="KSO_WM_UNIT_SUBTYPE" val="a"/>
  <p:tag name="KSO_WM_TEMPLATE_CATEGORY" val="diagram"/>
  <p:tag name="KSO_WM_TEMPLATE_INDEX" val="19882022"/>
  <p:tag name="KSO_WM_DIAGRAM_GROUP_CODE" val="l1-1"/>
  <p:tag name="KSO_WM_TAG_VERSION" val="2.0"/>
  <p:tag name="KSO_WM_BEAUTIFY_FLAG" val="#wm#"/>
  <p:tag name="KSO_WM_DIAGRAM_VIRTUALLY_FRAME" val="{&quot;height&quot;:378.0749606299213,&quot;left&quot;:110.98874015748034,&quot;top&quot;:120.12503937007872,&quot;width&quot;:777.5749606299212}"/>
</p:tagLst>
</file>

<file path=ppt/tags/tag276.xml><?xml version="1.0" encoding="utf-8"?>
<p:tagLst xmlns:p="http://schemas.openxmlformats.org/presentationml/2006/main">
  <p:tag name="KSO_WM_UNIT_INDEX" val="1_7_1"/>
  <p:tag name="KSO_WM_UNIT_TYPE" val="l_h_f"/>
  <p:tag name="KSO_WM_UNIT_SUBTYPE" val="a"/>
  <p:tag name="KSO_WM_TEMPLATE_CATEGORY" val="diagram"/>
  <p:tag name="KSO_WM_TEMPLATE_INDEX" val="19882022"/>
  <p:tag name="KSO_WM_DIAGRAM_GROUP_CODE" val="l1-1"/>
  <p:tag name="KSO_WM_TAG_VERSION" val="2.0"/>
  <p:tag name="KSO_WM_BEAUTIFY_FLAG" val="#wm#"/>
  <p:tag name="KSO_WM_DIAGRAM_VIRTUALLY_FRAME" val="{&quot;height&quot;:378.0749606299213,&quot;left&quot;:110.98874015748034,&quot;top&quot;:120.12503937007872,&quot;width&quot;:777.5749606299212}"/>
</p:tagLst>
</file>

<file path=ppt/tags/tag277.xml><?xml version="1.0" encoding="utf-8"?>
<p:tagLst xmlns:p="http://schemas.openxmlformats.org/presentationml/2006/main">
  <p:tag name="KSO_WM_UNIT_INDEX" val="1_6_1"/>
  <p:tag name="KSO_WM_UNIT_TYPE" val="l_h_f"/>
  <p:tag name="KSO_WM_UNIT_SUBTYPE" val="a"/>
  <p:tag name="KSO_WM_TEMPLATE_CATEGORY" val="diagram"/>
  <p:tag name="KSO_WM_TEMPLATE_INDEX" val="19882022"/>
  <p:tag name="KSO_WM_DIAGRAM_GROUP_CODE" val="l1-1"/>
  <p:tag name="KSO_WM_TAG_VERSION" val="2.0"/>
  <p:tag name="KSO_WM_BEAUTIFY_FLAG" val="#wm#"/>
  <p:tag name="KSO_WM_DIAGRAM_VIRTUALLY_FRAME" val="{&quot;height&quot;:378.0749606299213,&quot;left&quot;:110.98874015748034,&quot;top&quot;:120.12503937007872,&quot;width&quot;:777.5749606299212}"/>
</p:tagLst>
</file>

<file path=ppt/tags/tag278.xml><?xml version="1.0" encoding="utf-8"?>
<p:tagLst xmlns:p="http://schemas.openxmlformats.org/presentationml/2006/main">
  <p:tag name="KSO_WM_UNIT_INDEX" val="1_1_1"/>
  <p:tag name="KSO_WM_UNIT_TYPE" val="l_h_f"/>
  <p:tag name="KSO_WM_UNIT_SUBTYPE" val="a"/>
  <p:tag name="KSO_WM_TEMPLATE_CATEGORY" val="diagram"/>
  <p:tag name="KSO_WM_TEMPLATE_INDEX" val="19882022"/>
  <p:tag name="KSO_WM_DIAGRAM_GROUP_CODE" val="l1-1"/>
  <p:tag name="KSO_WM_TAG_VERSION" val="2.0"/>
  <p:tag name="KSO_WM_BEAUTIFY_FLAG" val="#wm#"/>
  <p:tag name="KSO_WM_DIAGRAM_VIRTUALLY_FRAME" val="{&quot;height&quot;:378.0749606299213,&quot;left&quot;:110.98874015748034,&quot;top&quot;:120.12503937007872,&quot;width&quot;:777.5749606299212}"/>
</p:tagLst>
</file>

<file path=ppt/tags/tag279.xml><?xml version="1.0" encoding="utf-8"?>
<p:tagLst xmlns:p="http://schemas.openxmlformats.org/presentationml/2006/main">
  <p:tag name="KSO_WM_UNIT_INDEX" val="1_5_1"/>
  <p:tag name="KSO_WM_UNIT_TYPE" val="l_h_f"/>
  <p:tag name="KSO_WM_UNIT_SUBTYPE" val="a"/>
  <p:tag name="KSO_WM_TEMPLATE_CATEGORY" val="diagram"/>
  <p:tag name="KSO_WM_TEMPLATE_INDEX" val="19882022"/>
  <p:tag name="KSO_WM_DIAGRAM_GROUP_CODE" val="l1-1"/>
  <p:tag name="KSO_WM_TAG_VERSION" val="2.0"/>
  <p:tag name="KSO_WM_BEAUTIFY_FLAG" val="#wm#"/>
  <p:tag name="KSO_WM_DIAGRAM_VIRTUALLY_FRAME" val="{&quot;height&quot;:378.0749606299213,&quot;left&quot;:110.98874015748034,&quot;top&quot;:120.12503937007872,&quot;width&quot;:777.5749606299212}"/>
</p:tagLst>
</file>

<file path=ppt/tags/tag280.xml><?xml version="1.0" encoding="utf-8"?>
<p:tagLst xmlns:p="http://schemas.openxmlformats.org/presentationml/2006/main">
  <p:tag name="KSO_WM_UNIT_INDEX" val="1"/>
  <p:tag name="KSO_WM_UNIT_TYPE" val="a"/>
  <p:tag name="KSO_WM_BEAUTIFY_FLAG" val="#wm#"/>
  <p:tag name="KSO_WM_UNIT_ID" val="_7*a*1"/>
  <p:tag name="KSO_WM_TAG_VERSION" val="3.0"/>
  <p:tag name="KSO_WM_UNIT_LAYERLEVEL" val="1"/>
  <p:tag name="KSO_WM_TEMPLATE_CATEGORY" val="custom"/>
  <p:tag name="KSO_WM_TEMPLATE_USER_THEME" val="1"/>
</p:tagLst>
</file>

<file path=ppt/tags/tag281.xml><?xml version="1.0" encoding="utf-8"?>
<p:tagLst xmlns:p="http://schemas.openxmlformats.org/presentationml/2006/main">
  <p:tag name="KSO_WM_SLIDE_TYPE" val="text"/>
  <p:tag name="KSO_WM_BEAUTIFY_FLAG" val="#wm#"/>
  <p:tag name="KSO_WM_TEMPLATE_CATEGORY" val="custom"/>
  <p:tag name="KSO_WM_TEMPLATE_USER_THEME" val="1"/>
  <p:tag name="KSO_WM_SLIDE_INDEX" val="8"/>
  <p:tag name="KSO_WM_SLIDE_ID" val="custom_8"/>
  <p:tag name="KSO_WM_TEMPLATE_SUBCATEGORY" val="29"/>
  <p:tag name="KSO_WM_SLIDE_LAYOUT" val="a_f"/>
  <p:tag name="KSO_WM_SLIDE_LAYOUT_CNT" val="1_1"/>
</p:tagLst>
</file>

<file path=ppt/tags/tag282.xml><?xml version="1.0" encoding="utf-8"?>
<p:tagLst xmlns:p="http://schemas.openxmlformats.org/presentationml/2006/main">
  <p:tag name="KSO_WM_UNIT_INDEX" val="7"/>
  <p:tag name="KSO_WM_UNIT_TYPE" val="i"/>
  <p:tag name="KSO_WM_BEAUTIFY_FLAG" val="#wm#"/>
</p:tagLst>
</file>

<file path=ppt/tags/tag283.xml><?xml version="1.0" encoding="utf-8"?>
<p:tagLst xmlns:p="http://schemas.openxmlformats.org/presentationml/2006/main">
  <p:tag name="KSO_WM_UNIT_INDEX" val="2"/>
  <p:tag name="KSO_WM_UNIT_TYPE" val="j"/>
  <p:tag name="KSO_WM_BEAUTIFY_FLAG" val="#wm#"/>
</p:tagLst>
</file>

<file path=ppt/tags/tag284.xml><?xml version="1.0" encoding="utf-8"?>
<p:tagLst xmlns:p="http://schemas.openxmlformats.org/presentationml/2006/main">
  <p:tag name="KSO_WM_UNIT_INDEX" val="6"/>
  <p:tag name="KSO_WM_UNIT_TYPE" val="f"/>
  <p:tag name="KSO_WM_UNIT_SUBTYPE" val="a"/>
  <p:tag name="KSO_WM_BEAUTIFY_FLAG" val="#wm#"/>
</p:tagLst>
</file>

<file path=ppt/tags/tag285.xml><?xml version="1.0" encoding="utf-8"?>
<p:tagLst xmlns:p="http://schemas.openxmlformats.org/presentationml/2006/main">
  <p:tag name="KSO_WM_UNIT_INDEX" val="4"/>
  <p:tag name="KSO_WM_UNIT_TYPE" val="f"/>
  <p:tag name="KSO_WM_UNIT_SUBTYPE" val="a"/>
  <p:tag name="KSO_WM_BEAUTIFY_FLAG" val="#wm#"/>
</p:tagLst>
</file>

<file path=ppt/tags/tag286.xml><?xml version="1.0" encoding="utf-8"?>
<p:tagLst xmlns:p="http://schemas.openxmlformats.org/presentationml/2006/main">
  <p:tag name="KSO_WM_UNIT_INDEX" val="3"/>
  <p:tag name="KSO_WM_UNIT_TYPE" val="f"/>
  <p:tag name="KSO_WM_UNIT_SUBTYPE" val="a"/>
  <p:tag name="KSO_WM_BEAUTIFY_FLAG" val="#wm#"/>
</p:tagLst>
</file>

<file path=ppt/tags/tag287.xml><?xml version="1.0" encoding="utf-8"?>
<p:tagLst xmlns:p="http://schemas.openxmlformats.org/presentationml/2006/main">
  <p:tag name="KSO_WM_UNIT_INDEX" val="1"/>
  <p:tag name="KSO_WM_UNIT_TYPE" val="a"/>
  <p:tag name="KSO_WM_BEAUTIFY_FLAG" val="#wm#"/>
  <p:tag name="KSO_WM_UNIT_TEXT" val="为什么要做数据治理？ ——“小数据应用”"/>
  <p:tag name="KSO_WM_UNIT_ID" val="_2*a*1"/>
  <p:tag name="KSO_WM_TAG_VERSION" val="3.0"/>
  <p:tag name="KSO_WM_UNIT_LAYERLEVEL" val="1"/>
  <p:tag name="KSO_WM_TEMPLATE_CATEGORY" val="custom"/>
  <p:tag name="KSO_WM_TEMPLATE_USER_THEME" val="1"/>
</p:tagLst>
</file>

<file path=ppt/tags/tag288.xml><?xml version="1.0" encoding="utf-8"?>
<p:tagLst xmlns:p="http://schemas.openxmlformats.org/presentationml/2006/main">
  <p:tag name="KSO_WM_SLIDE_TYPE" val="text"/>
  <p:tag name="KSO_WM_BEAUTIFY_FLAG" val="#wm#"/>
  <p:tag name="KSO_WM_TEMPLATE_CATEGORY" val="custom"/>
  <p:tag name="KSO_WM_TEMPLATE_USER_THEME" val="1"/>
  <p:tag name="KSO_WM_SLIDE_INDEX" val="8"/>
  <p:tag name="KSO_WM_SLIDE_ID" val="custom_8"/>
  <p:tag name="KSO_WM_TEMPLATE_SUBCATEGORY" val="29"/>
  <p:tag name="KSO_WM_SLIDE_LAYOUT" val="a_f"/>
  <p:tag name="KSO_WM_SLIDE_LAYOUT_CNT" val="1_1"/>
  <p:tag name="resource_record_key" val="{&quot;13&quot;:[19951220]}"/>
</p:tagLst>
</file>

<file path=ppt/tags/tag289.xml><?xml version="1.0" encoding="utf-8"?>
<p:tagLst xmlns:p="http://schemas.openxmlformats.org/presentationml/2006/main">
  <p:tag name="KSO_WM_UNIT_INDEX" val="47"/>
  <p:tag name="KSO_WM_UNIT_TYPE" val="i"/>
  <p:tag name="KSO_WM_BEAUTIFY_FLAG" val="#wm#"/>
</p:tagLst>
</file>

<file path=ppt/tags/tag290.xml><?xml version="1.0" encoding="utf-8"?>
<p:tagLst xmlns:p="http://schemas.openxmlformats.org/presentationml/2006/main">
  <p:tag name="KSO_WM_UNIT_INDEX" val="3"/>
  <p:tag name="KSO_WM_UNIT_TYPE" val="f"/>
  <p:tag name="KSO_WM_UNIT_SUBTYPE" val="a"/>
  <p:tag name="KSO_WM_BEAUTIFY_FLAG" val="#wm#"/>
</p:tagLst>
</file>

<file path=ppt/tags/tag291.xml><?xml version="1.0" encoding="utf-8"?>
<p:tagLst xmlns:p="http://schemas.openxmlformats.org/presentationml/2006/main">
  <p:tag name="KSO_WM_UNIT_INDEX" val="2"/>
  <p:tag name="KSO_WM_UNIT_TYPE" val="f"/>
  <p:tag name="KSO_WM_UNIT_SUBTYPE" val="a"/>
  <p:tag name="KSO_WM_BEAUTIFY_FLAG" val="#wm#"/>
</p:tagLst>
</file>

<file path=ppt/tags/tag292.xml><?xml version="1.0" encoding="utf-8"?>
<p:tagLst xmlns:p="http://schemas.openxmlformats.org/presentationml/2006/main">
  <p:tag name="KSO_WM_UNIT_INDEX" val="4"/>
  <p:tag name="KSO_WM_UNIT_TYPE" val="f"/>
  <p:tag name="KSO_WM_UNIT_SUBTYPE" val="a"/>
  <p:tag name="KSO_WM_BEAUTIFY_FLAG" val="#wm#"/>
</p:tagLst>
</file>

<file path=ppt/tags/tag293.xml><?xml version="1.0" encoding="utf-8"?>
<p:tagLst xmlns:p="http://schemas.openxmlformats.org/presentationml/2006/main">
  <p:tag name="KSO_WM_UNIT_INDEX" val="31"/>
  <p:tag name="KSO_WM_UNIT_TYPE" val="i"/>
  <p:tag name="KSO_WM_BEAUTIFY_FLAG" val="#wm#"/>
</p:tagLst>
</file>

<file path=ppt/tags/tag294.xml><?xml version="1.0" encoding="utf-8"?>
<p:tagLst xmlns:p="http://schemas.openxmlformats.org/presentationml/2006/main">
  <p:tag name="KSO_WM_UNIT_INDEX" val="14"/>
  <p:tag name="KSO_WM_UNIT_TYPE" val="i"/>
  <p:tag name="KSO_WM_BEAUTIFY_FLAG" val="#wm#"/>
</p:tagLst>
</file>

<file path=ppt/tags/tag295.xml><?xml version="1.0" encoding="utf-8"?>
<p:tagLst xmlns:p="http://schemas.openxmlformats.org/presentationml/2006/main">
  <p:tag name="KSO_WM_UNIT_INDEX" val="18"/>
  <p:tag name="KSO_WM_UNIT_TYPE" val="i"/>
  <p:tag name="KSO_WM_BEAUTIFY_FLAG" val="#wm#"/>
</p:tagLst>
</file>

<file path=ppt/tags/tag296.xml><?xml version="1.0" encoding="utf-8"?>
<p:tagLst xmlns:p="http://schemas.openxmlformats.org/presentationml/2006/main">
  <p:tag name="KSO_WM_UNIT_INDEX" val="19"/>
  <p:tag name="KSO_WM_UNIT_TYPE" val="i"/>
  <p:tag name="KSO_WM_BEAUTIFY_FLAG" val="#wm#"/>
</p:tagLst>
</file>

<file path=ppt/tags/tag297.xml><?xml version="1.0" encoding="utf-8"?>
<p:tagLst xmlns:p="http://schemas.openxmlformats.org/presentationml/2006/main">
  <p:tag name="KSO_WM_UNIT_INDEX" val="35"/>
  <p:tag name="KSO_WM_UNIT_TYPE" val="i"/>
  <p:tag name="KSO_WM_BEAUTIFY_FLAG" val="#wm#"/>
</p:tagLst>
</file>

<file path=ppt/tags/tag298.xml><?xml version="1.0" encoding="utf-8"?>
<p:tagLst xmlns:p="http://schemas.openxmlformats.org/presentationml/2006/main">
  <p:tag name="KSO_WM_UNIT_INDEX" val="45"/>
  <p:tag name="KSO_WM_UNIT_TYPE" val="i"/>
  <p:tag name="KSO_WM_BEAUTIFY_FLAG" val="#wm#"/>
</p:tagLst>
</file>

<file path=ppt/tags/tag299.xml><?xml version="1.0" encoding="utf-8"?>
<p:tagLst xmlns:p="http://schemas.openxmlformats.org/presentationml/2006/main">
  <p:tag name="KSO_WM_UNIT_INDEX" val="21"/>
  <p:tag name="KSO_WM_UNIT_TYPE" val="i"/>
  <p:tag name="KSO_WM_BEAUTIFY_FLAG" val="#wm#"/>
</p:tagLst>
</file>

<file path=ppt/tags/tag300.xml><?xml version="1.0" encoding="utf-8"?>
<p:tagLst xmlns:p="http://schemas.openxmlformats.org/presentationml/2006/main">
  <p:tag name="KSO_WM_UNIT_INDEX" val="46"/>
  <p:tag name="KSO_WM_UNIT_TYPE" val="i"/>
  <p:tag name="KSO_WM_BEAUTIFY_FLAG" val="#wm#"/>
</p:tagLst>
</file>

<file path=ppt/tags/tag301.xml><?xml version="1.0" encoding="utf-8"?>
<p:tagLst xmlns:p="http://schemas.openxmlformats.org/presentationml/2006/main">
  <p:tag name="KSO_WM_UNIT_INDEX" val="20"/>
  <p:tag name="KSO_WM_UNIT_TYPE" val="i"/>
  <p:tag name="KSO_WM_BEAUTIFY_FLAG" val="#wm#"/>
</p:tagLst>
</file>

<file path=ppt/tags/tag302.xml><?xml version="1.0" encoding="utf-8"?>
<p:tagLst xmlns:p="http://schemas.openxmlformats.org/presentationml/2006/main">
  <p:tag name="KSO_WM_UNIT_INDEX" val="15"/>
  <p:tag name="KSO_WM_UNIT_TYPE" val="i"/>
  <p:tag name="KSO_WM_BEAUTIFY_FLAG" val="#wm#"/>
</p:tagLst>
</file>

<file path=ppt/tags/tag303.xml><?xml version="1.0" encoding="utf-8"?>
<p:tagLst xmlns:p="http://schemas.openxmlformats.org/presentationml/2006/main">
  <p:tag name="KSO_WM_UNIT_INDEX" val="32"/>
  <p:tag name="KSO_WM_UNIT_TYPE" val="i"/>
  <p:tag name="KSO_WM_BEAUTIFY_FLAG" val="#wm#"/>
</p:tagLst>
</file>

<file path=ppt/tags/tag304.xml><?xml version="1.0" encoding="utf-8"?>
<p:tagLst xmlns:p="http://schemas.openxmlformats.org/presentationml/2006/main">
  <p:tag name="KSO_WM_UNIT_INDEX" val="34"/>
  <p:tag name="KSO_WM_UNIT_TYPE" val="i"/>
  <p:tag name="KSO_WM_BEAUTIFY_FLAG" val="#wm#"/>
</p:tagLst>
</file>

<file path=ppt/tags/tag305.xml><?xml version="1.0" encoding="utf-8"?>
<p:tagLst xmlns:p="http://schemas.openxmlformats.org/presentationml/2006/main">
  <p:tag name="KSO_WM_UNIT_INDEX" val="33"/>
  <p:tag name="KSO_WM_UNIT_TYPE" val="i"/>
  <p:tag name="KSO_WM_BEAUTIFY_FLAG" val="#wm#"/>
</p:tagLst>
</file>

<file path=ppt/tags/tag306.xml><?xml version="1.0" encoding="utf-8"?>
<p:tagLst xmlns:p="http://schemas.openxmlformats.org/presentationml/2006/main">
  <p:tag name="KSO_WM_UNIT_INDEX" val="6"/>
  <p:tag name="KSO_WM_UNIT_TYPE" val="f"/>
  <p:tag name="KSO_WM_UNIT_SUBTYPE" val="a"/>
  <p:tag name="KSO_WM_BEAUTIFY_FLAG" val="#wm#"/>
</p:tagLst>
</file>

<file path=ppt/tags/tag307.xml><?xml version="1.0" encoding="utf-8"?>
<p:tagLst xmlns:p="http://schemas.openxmlformats.org/presentationml/2006/main">
  <p:tag name="KSO_WM_UNIT_INDEX" val="10"/>
  <p:tag name="KSO_WM_UNIT_TYPE" val="i"/>
  <p:tag name="KSO_WM_BEAUTIFY_FLAG" val="#wm#"/>
</p:tagLst>
</file>

<file path=ppt/tags/tag308.xml><?xml version="1.0" encoding="utf-8"?>
<p:tagLst xmlns:p="http://schemas.openxmlformats.org/presentationml/2006/main">
  <p:tag name="KSO_WM_UNIT_INDEX" val="11"/>
  <p:tag name="KSO_WM_UNIT_TYPE" val="f"/>
  <p:tag name="KSO_WM_UNIT_SUBTYPE" val="a"/>
  <p:tag name="KSO_WM_BEAUTIFY_FLAG" val="#wm#"/>
</p:tagLst>
</file>

<file path=ppt/tags/tag309.xml><?xml version="1.0" encoding="utf-8"?>
<p:tagLst xmlns:p="http://schemas.openxmlformats.org/presentationml/2006/main">
  <p:tag name="KSO_WM_UNIT_INDEX" val="8"/>
  <p:tag name="KSO_WM_UNIT_TYPE" val="i"/>
  <p:tag name="KSO_WM_BEAUTIFY_FLAG" val="#wm#"/>
</p:tagLst>
</file>

<file path=ppt/tags/tag310.xml><?xml version="1.0" encoding="utf-8"?>
<p:tagLst xmlns:p="http://schemas.openxmlformats.org/presentationml/2006/main">
  <p:tag name="KSO_WM_UNIT_INDEX" val="9"/>
  <p:tag name="KSO_WM_UNIT_TYPE" val="f"/>
  <p:tag name="KSO_WM_UNIT_SUBTYPE" val="a"/>
  <p:tag name="KSO_WM_BEAUTIFY_FLAG" val="#wm#"/>
</p:tagLst>
</file>

<file path=ppt/tags/tag311.xml><?xml version="1.0" encoding="utf-8"?>
<p:tagLst xmlns:p="http://schemas.openxmlformats.org/presentationml/2006/main">
  <p:tag name="KSO_WM_UNIT_INDEX" val="24"/>
  <p:tag name="KSO_WM_UNIT_TYPE" val="f"/>
  <p:tag name="KSO_WM_UNIT_SUBTYPE" val="a"/>
  <p:tag name="KSO_WM_BEAUTIFY_FLAG" val="#wm#"/>
</p:tagLst>
</file>

<file path=ppt/tags/tag312.xml><?xml version="1.0" encoding="utf-8"?>
<p:tagLst xmlns:p="http://schemas.openxmlformats.org/presentationml/2006/main">
  <p:tag name="KSO_WM_UNIT_INDEX" val="30"/>
  <p:tag name="KSO_WM_UNIT_TYPE" val="i"/>
  <p:tag name="KSO_WM_BEAUTIFY_FLAG" val="#wm#"/>
</p:tagLst>
</file>

<file path=ppt/tags/tag313.xml><?xml version="1.0" encoding="utf-8"?>
<p:tagLst xmlns:p="http://schemas.openxmlformats.org/presentationml/2006/main">
  <p:tag name="KSO_WM_UNIT_INDEX" val="27"/>
  <p:tag name="KSO_WM_UNIT_TYPE" val="f"/>
  <p:tag name="KSO_WM_UNIT_SUBTYPE" val="a"/>
  <p:tag name="KSO_WM_BEAUTIFY_FLAG" val="#wm#"/>
</p:tagLst>
</file>

<file path=ppt/tags/tag314.xml><?xml version="1.0" encoding="utf-8"?>
<p:tagLst xmlns:p="http://schemas.openxmlformats.org/presentationml/2006/main">
  <p:tag name="KSO_WM_UNIT_INDEX" val="40"/>
  <p:tag name="KSO_WM_UNIT_TYPE" val="f"/>
  <p:tag name="KSO_WM_UNIT_SUBTYPE" val="a"/>
  <p:tag name="KSO_WM_BEAUTIFY_FLAG" val="#wm#"/>
</p:tagLst>
</file>

<file path=ppt/tags/tag315.xml><?xml version="1.0" encoding="utf-8"?>
<p:tagLst xmlns:p="http://schemas.openxmlformats.org/presentationml/2006/main">
  <p:tag name="KSO_WM_UNIT_INDEX" val="43"/>
  <p:tag name="KSO_WM_UNIT_TYPE" val="i"/>
  <p:tag name="KSO_WM_BEAUTIFY_FLAG" val="#wm#"/>
</p:tagLst>
</file>

<file path=ppt/tags/tag316.xml><?xml version="1.0" encoding="utf-8"?>
<p:tagLst xmlns:p="http://schemas.openxmlformats.org/presentationml/2006/main">
  <p:tag name="KSO_WM_UNIT_INDEX" val="44"/>
  <p:tag name="KSO_WM_UNIT_TYPE" val="f"/>
  <p:tag name="KSO_WM_UNIT_SUBTYPE" val="a"/>
  <p:tag name="KSO_WM_BEAUTIFY_FLAG" val="#wm#"/>
</p:tagLst>
</file>

<file path=ppt/tags/tag317.xml><?xml version="1.0" encoding="utf-8"?>
<p:tagLst xmlns:p="http://schemas.openxmlformats.org/presentationml/2006/main">
  <p:tag name="KSO_WM_UNIT_INDEX" val="23"/>
  <p:tag name="KSO_WM_UNIT_TYPE" val="f"/>
  <p:tag name="KSO_WM_UNIT_SUBTYPE" val="a"/>
  <p:tag name="KSO_WM_BEAUTIFY_FLAG" val="#wm#"/>
</p:tagLst>
</file>

<file path=ppt/tags/tag318.xml><?xml version="1.0" encoding="utf-8"?>
<p:tagLst xmlns:p="http://schemas.openxmlformats.org/presentationml/2006/main">
  <p:tag name="KSO_WM_UNIT_INDEX" val="28"/>
  <p:tag name="KSO_WM_UNIT_TYPE" val="i"/>
  <p:tag name="KSO_WM_BEAUTIFY_FLAG" val="#wm#"/>
</p:tagLst>
</file>

<file path=ppt/tags/tag319.xml><?xml version="1.0" encoding="utf-8"?>
<p:tagLst xmlns:p="http://schemas.openxmlformats.org/presentationml/2006/main">
  <p:tag name="KSO_WM_UNIT_INDEX" val="29"/>
  <p:tag name="KSO_WM_UNIT_TYPE" val="f"/>
  <p:tag name="KSO_WM_UNIT_SUBTYPE" val="a"/>
  <p:tag name="KSO_WM_BEAUTIFY_FLAG" val="#wm#"/>
</p:tagLst>
</file>

<file path=ppt/tags/tag320.xml><?xml version="1.0" encoding="utf-8"?>
<p:tagLst xmlns:p="http://schemas.openxmlformats.org/presentationml/2006/main">
  <p:tag name="KSO_WM_UNIT_INDEX" val="37"/>
  <p:tag name="KSO_WM_UNIT_TYPE" val="f"/>
  <p:tag name="KSO_WM_UNIT_SUBTYPE" val="a"/>
  <p:tag name="KSO_WM_BEAUTIFY_FLAG" val="#wm#"/>
</p:tagLst>
</file>

<file path=ppt/tags/tag321.xml><?xml version="1.0" encoding="utf-8"?>
<p:tagLst xmlns:p="http://schemas.openxmlformats.org/presentationml/2006/main">
  <p:tag name="KSO_WM_UNIT_INDEX" val="41"/>
  <p:tag name="KSO_WM_UNIT_TYPE" val="i"/>
  <p:tag name="KSO_WM_BEAUTIFY_FLAG" val="#wm#"/>
</p:tagLst>
</file>

<file path=ppt/tags/tag322.xml><?xml version="1.0" encoding="utf-8"?>
<p:tagLst xmlns:p="http://schemas.openxmlformats.org/presentationml/2006/main">
  <p:tag name="KSO_WM_UNIT_INDEX" val="42"/>
  <p:tag name="KSO_WM_UNIT_TYPE" val="f"/>
  <p:tag name="KSO_WM_UNIT_SUBTYPE" val="a"/>
  <p:tag name="KSO_WM_BEAUTIFY_FLAG" val="#wm#"/>
</p:tagLst>
</file>

<file path=ppt/tags/tag323.xml><?xml version="1.0" encoding="utf-8"?>
<p:tagLst xmlns:p="http://schemas.openxmlformats.org/presentationml/2006/main">
  <p:tag name="KSO_WM_UNIT_INDEX" val="22"/>
  <p:tag name="KSO_WM_UNIT_TYPE" val="f"/>
  <p:tag name="KSO_WM_UNIT_SUBTYPE" val="a"/>
  <p:tag name="KSO_WM_BEAUTIFY_FLAG" val="#wm#"/>
</p:tagLst>
</file>

<file path=ppt/tags/tag324.xml><?xml version="1.0" encoding="utf-8"?>
<p:tagLst xmlns:p="http://schemas.openxmlformats.org/presentationml/2006/main">
  <p:tag name="KSO_WM_UNIT_INDEX" val="25"/>
  <p:tag name="KSO_WM_UNIT_TYPE" val="i"/>
  <p:tag name="KSO_WM_BEAUTIFY_FLAG" val="#wm#"/>
</p:tagLst>
</file>

<file path=ppt/tags/tag325.xml><?xml version="1.0" encoding="utf-8"?>
<p:tagLst xmlns:p="http://schemas.openxmlformats.org/presentationml/2006/main">
  <p:tag name="KSO_WM_UNIT_INDEX" val="26"/>
  <p:tag name="KSO_WM_UNIT_TYPE" val="f"/>
  <p:tag name="KSO_WM_UNIT_SUBTYPE" val="a"/>
  <p:tag name="KSO_WM_BEAUTIFY_FLAG" val="#wm#"/>
</p:tagLst>
</file>

<file path=ppt/tags/tag326.xml><?xml version="1.0" encoding="utf-8"?>
<p:tagLst xmlns:p="http://schemas.openxmlformats.org/presentationml/2006/main">
  <p:tag name="KSO_WM_UNIT_INDEX" val="36"/>
  <p:tag name="KSO_WM_UNIT_TYPE" val="f"/>
  <p:tag name="KSO_WM_UNIT_SUBTYPE" val="a"/>
  <p:tag name="KSO_WM_BEAUTIFY_FLAG" val="#wm#"/>
</p:tagLst>
</file>

<file path=ppt/tags/tag327.xml><?xml version="1.0" encoding="utf-8"?>
<p:tagLst xmlns:p="http://schemas.openxmlformats.org/presentationml/2006/main">
  <p:tag name="KSO_WM_UNIT_INDEX" val="38"/>
  <p:tag name="KSO_WM_UNIT_TYPE" val="i"/>
  <p:tag name="KSO_WM_BEAUTIFY_FLAG" val="#wm#"/>
</p:tagLst>
</file>

<file path=ppt/tags/tag328.xml><?xml version="1.0" encoding="utf-8"?>
<p:tagLst xmlns:p="http://schemas.openxmlformats.org/presentationml/2006/main">
  <p:tag name="KSO_WM_UNIT_INDEX" val="39"/>
  <p:tag name="KSO_WM_UNIT_TYPE" val="f"/>
  <p:tag name="KSO_WM_UNIT_SUBTYPE" val="a"/>
  <p:tag name="KSO_WM_BEAUTIFY_FLAG" val="#wm#"/>
</p:tagLst>
</file>

<file path=ppt/tags/tag329.xml><?xml version="1.0" encoding="utf-8"?>
<p:tagLst xmlns:p="http://schemas.openxmlformats.org/presentationml/2006/main">
  <p:tag name="KSO_WM_UNIT_INDEX" val="7"/>
  <p:tag name="KSO_WM_UNIT_TYPE" val="f"/>
  <p:tag name="KSO_WM_UNIT_SUBTYPE" val="a"/>
  <p:tag name="KSO_WM_BEAUTIFY_FLAG" val="#wm#"/>
</p:tagLst>
</file>

<file path=ppt/tags/tag330.xml><?xml version="1.0" encoding="utf-8"?>
<p:tagLst xmlns:p="http://schemas.openxmlformats.org/presentationml/2006/main">
  <p:tag name="KSO_WM_UNIT_INDEX" val="16"/>
  <p:tag name="KSO_WM_UNIT_TYPE" val="i"/>
  <p:tag name="KSO_WM_BEAUTIFY_FLAG" val="#wm#"/>
</p:tagLst>
</file>

<file path=ppt/tags/tag331.xml><?xml version="1.0" encoding="utf-8"?>
<p:tagLst xmlns:p="http://schemas.openxmlformats.org/presentationml/2006/main">
  <p:tag name="KSO_WM_UNIT_INDEX" val="17"/>
  <p:tag name="KSO_WM_UNIT_TYPE" val="i"/>
  <p:tag name="KSO_WM_BEAUTIFY_FLAG" val="#wm#"/>
</p:tagLst>
</file>

<file path=ppt/tags/tag332.xml><?xml version="1.0" encoding="utf-8"?>
<p:tagLst xmlns:p="http://schemas.openxmlformats.org/presentationml/2006/main">
  <p:tag name="KSO_WM_UNIT_INDEX" val="5"/>
  <p:tag name="KSO_WM_UNIT_TYPE" val="f"/>
  <p:tag name="KSO_WM_UNIT_SUBTYPE" val="a"/>
  <p:tag name="KSO_WM_BEAUTIFY_FLAG" val="#wm#"/>
</p:tagLst>
</file>

<file path=ppt/tags/tag333.xml><?xml version="1.0" encoding="utf-8"?>
<p:tagLst xmlns:p="http://schemas.openxmlformats.org/presentationml/2006/main">
  <p:tag name="KSO_WM_UNIT_INDEX" val="12"/>
  <p:tag name="KSO_WM_UNIT_TYPE" val="i"/>
  <p:tag name="KSO_WM_BEAUTIFY_FLAG" val="#wm#"/>
</p:tagLst>
</file>

<file path=ppt/tags/tag334.xml><?xml version="1.0" encoding="utf-8"?>
<p:tagLst xmlns:p="http://schemas.openxmlformats.org/presentationml/2006/main">
  <p:tag name="KSO_WM_UNIT_INDEX" val="13"/>
  <p:tag name="KSO_WM_UNIT_TYPE" val="i"/>
  <p:tag name="KSO_WM_BEAUTIFY_FLAG" val="#wm#"/>
</p:tagLst>
</file>

<file path=ppt/tags/tag335.xml><?xml version="1.0" encoding="utf-8"?>
<p:tagLst xmlns:p="http://schemas.openxmlformats.org/presentationml/2006/main">
  <p:tag name="KSO_WM_UNIT_INDEX" val="1"/>
  <p:tag name="KSO_WM_UNIT_TYPE" val="a"/>
  <p:tag name="KSO_WM_BEAUTIFY_FLAG" val="#wm#"/>
  <p:tag name="KSO_WM_UNIT_TEXT" val="什么是数据？"/>
  <p:tag name="KSO_WM_UNIT_ID" val="_2*a*1"/>
  <p:tag name="KSO_WM_TAG_VERSION" val="3.0"/>
  <p:tag name="KSO_WM_UNIT_LAYERLEVEL" val="1"/>
  <p:tag name="KSO_WM_TEMPLATE_CATEGORY" val="custom"/>
  <p:tag name="KSO_WM_TEMPLATE_USER_THEME" val="1"/>
</p:tagLst>
</file>

<file path=ppt/tags/tag336.xml><?xml version="1.0" encoding="utf-8"?>
<p:tagLst xmlns:p="http://schemas.openxmlformats.org/presentationml/2006/main">
  <p:tag name="KSO_WM_SLIDE_TYPE" val="text"/>
  <p:tag name="KSO_WM_BEAUTIFY_FLAG" val="#wm#"/>
  <p:tag name="KSO_WM_TEMPLATE_CATEGORY" val="custom"/>
  <p:tag name="KSO_WM_TEMPLATE_USER_THEME" val="1"/>
  <p:tag name="KSO_WM_SLIDE_INDEX" val="8"/>
  <p:tag name="KSO_WM_SLIDE_ID" val="custom_8"/>
  <p:tag name="KSO_WM_TEMPLATE_SUBCATEGORY" val="29"/>
  <p:tag name="KSO_WM_SLIDE_LAYOUT" val="a_f"/>
  <p:tag name="KSO_WM_SLIDE_LAYOUT_CNT" val="1_1"/>
</p:tagLst>
</file>

<file path=ppt/tags/tag337.xml><?xml version="1.0" encoding="utf-8"?>
<p:tagLst xmlns:p="http://schemas.openxmlformats.org/presentationml/2006/main">
  <p:tag name="KSO_WM_UNIT_INDEX" val="2"/>
  <p:tag name="KSO_WM_UNIT_TYPE" val="β"/>
  <p:tag name="KSO_WM_BEAUTIFY_FLAG" val="#wm#"/>
  <p:tag name="TABLE_ENDDRAG_ORIGIN_RECT" val="761*415"/>
  <p:tag name="TABLE_ENDDRAG_RECT" val="62*94*761*415"/>
</p:tagLst>
</file>

<file path=ppt/tags/tag338.xml><?xml version="1.0" encoding="utf-8"?>
<p:tagLst xmlns:p="http://schemas.openxmlformats.org/presentationml/2006/main">
  <p:tag name="KSO_WM_UNIT_INDEX" val="1"/>
  <p:tag name="KSO_WM_UNIT_TYPE" val="a"/>
  <p:tag name="KSO_WM_BEAUTIFY_FLAG" val="#wm#"/>
  <p:tag name="KSO_WM_UNIT_TEXT" val="DATA GOVERNANCE"/>
  <p:tag name="KSO_WM_UNIT_ID" val="_7*a*1"/>
  <p:tag name="KSO_WM_TAG_VERSION" val="3.0"/>
  <p:tag name="KSO_WM_UNIT_LAYERLEVEL" val="1"/>
  <p:tag name="KSO_WM_TEMPLATE_CATEGORY" val="custom"/>
  <p:tag name="KSO_WM_TEMPLATE_USER_THEME" val="1"/>
</p:tagLst>
</file>

<file path=ppt/tags/tag339.xml><?xml version="1.0" encoding="utf-8"?>
<p:tagLst xmlns:p="http://schemas.openxmlformats.org/presentationml/2006/main">
  <p:tag name="KSO_WM_SLIDE_TYPE" val="text"/>
  <p:tag name="KSO_WM_BEAUTIFY_FLAG" val="#wm#"/>
  <p:tag name="KSO_WM_TEMPLATE_CATEGORY" val="custom"/>
  <p:tag name="KSO_WM_TEMPLATE_USER_THEME" val="1"/>
  <p:tag name="KSO_WM_SLIDE_INDEX" val="8"/>
  <p:tag name="KSO_WM_SLIDE_ID" val="custom_8"/>
  <p:tag name="KSO_WM_TEMPLATE_SUBCATEGORY" val="29"/>
  <p:tag name="KSO_WM_SLIDE_LAYOUT" val="a_f"/>
  <p:tag name="KSO_WM_SLIDE_LAYOUT_CNT" val="1_1"/>
  <p:tag name="resource_record_key" val="{&quot;29&quot;:[50000077]}"/>
</p:tagLst>
</file>

<file path=ppt/tags/tag340.xml><?xml version="1.0" encoding="utf-8"?>
<p:tagLst xmlns:p="http://schemas.openxmlformats.org/presentationml/2006/main">
  <p:tag name="KSO_WM_UNIT_INDEX" val="28"/>
  <p:tag name="KSO_WM_UNIT_TYPE" val="β"/>
  <p:tag name="KSO_WM_BEAUTIFY_FLAG" val="#wm#"/>
  <p:tag name="TABLE_ENDDRAG_ORIGIN_RECT" val="419*59"/>
  <p:tag name="TABLE_ENDDRAG_RECT" val="202*395*419*59"/>
</p:tagLst>
</file>

<file path=ppt/tags/tag341.xml><?xml version="1.0" encoding="utf-8"?>
<p:tagLst xmlns:p="http://schemas.openxmlformats.org/presentationml/2006/main">
  <p:tag name="KSO_WM_UNIT_INDEX" val="29"/>
  <p:tag name="KSO_WM_UNIT_TYPE" val="f"/>
  <p:tag name="KSO_WM_UNIT_SUBTYPE" val="a"/>
  <p:tag name="KSO_WM_BEAUTIFY_FLAG" val="#wm#"/>
</p:tagLst>
</file>

<file path=ppt/tags/tag342.xml><?xml version="1.0" encoding="utf-8"?>
<p:tagLst xmlns:p="http://schemas.openxmlformats.org/presentationml/2006/main">
  <p:tag name="KSO_WM_UNIT_INDEX" val="7"/>
  <p:tag name="KSO_WM_UNIT_TYPE" val="j"/>
  <p:tag name="KSO_WM_BEAUTIFY_FLAG" val="#wm#"/>
</p:tagLst>
</file>

<file path=ppt/tags/tag343.xml><?xml version="1.0" encoding="utf-8"?>
<p:tagLst xmlns:p="http://schemas.openxmlformats.org/presentationml/2006/main">
  <p:tag name="KSO_WM_UNIT_INDEX" val="12"/>
  <p:tag name="KSO_WM_UNIT_TYPE" val="f"/>
  <p:tag name="KSO_WM_UNIT_SUBTYPE" val="a"/>
  <p:tag name="KSO_WM_BEAUTIFY_FLAG" val="#wm#"/>
</p:tagLst>
</file>

<file path=ppt/tags/tag344.xml><?xml version="1.0" encoding="utf-8"?>
<p:tagLst xmlns:p="http://schemas.openxmlformats.org/presentationml/2006/main">
  <p:tag name="KSO_WM_UNIT_INDEX" val="10"/>
  <p:tag name="KSO_WM_UNIT_TYPE" val="f"/>
  <p:tag name="KSO_WM_UNIT_SUBTYPE" val="a"/>
  <p:tag name="KSO_WM_BEAUTIFY_FLAG" val="#wm#"/>
</p:tagLst>
</file>

<file path=ppt/tags/tag345.xml><?xml version="1.0" encoding="utf-8"?>
<p:tagLst xmlns:p="http://schemas.openxmlformats.org/presentationml/2006/main">
  <p:tag name="KSO_WM_UNIT_INDEX" val="16"/>
  <p:tag name="KSO_WM_UNIT_TYPE" val="f"/>
  <p:tag name="KSO_WM_UNIT_SUBTYPE" val="a"/>
  <p:tag name="KSO_WM_BEAUTIFY_FLAG" val="#wm#"/>
</p:tagLst>
</file>

<file path=ppt/tags/tag346.xml><?xml version="1.0" encoding="utf-8"?>
<p:tagLst xmlns:p="http://schemas.openxmlformats.org/presentationml/2006/main">
  <p:tag name="KSO_WM_UNIT_INDEX" val="20"/>
  <p:tag name="KSO_WM_UNIT_TYPE" val="f"/>
  <p:tag name="KSO_WM_UNIT_SUBTYPE" val="a"/>
  <p:tag name="KSO_WM_BEAUTIFY_FLAG" val="#wm#"/>
</p:tagLst>
</file>

<file path=ppt/tags/tag347.xml><?xml version="1.0" encoding="utf-8"?>
<p:tagLst xmlns:p="http://schemas.openxmlformats.org/presentationml/2006/main">
  <p:tag name="KSO_WM_UNIT_INDEX" val="17"/>
  <p:tag name="KSO_WM_UNIT_TYPE" val="f"/>
  <p:tag name="KSO_WM_UNIT_SUBTYPE" val="a"/>
  <p:tag name="KSO_WM_BEAUTIFY_FLAG" val="#wm#"/>
</p:tagLst>
</file>

<file path=ppt/tags/tag348.xml><?xml version="1.0" encoding="utf-8"?>
<p:tagLst xmlns:p="http://schemas.openxmlformats.org/presentationml/2006/main">
  <p:tag name="KSO_WM_UNIT_INDEX" val="21"/>
  <p:tag name="KSO_WM_UNIT_TYPE" val="f"/>
  <p:tag name="KSO_WM_UNIT_SUBTYPE" val="a"/>
  <p:tag name="KSO_WM_BEAUTIFY_FLAG" val="#wm#"/>
</p:tagLst>
</file>

<file path=ppt/tags/tag349.xml><?xml version="1.0" encoding="utf-8"?>
<p:tagLst xmlns:p="http://schemas.openxmlformats.org/presentationml/2006/main">
  <p:tag name="KSO_WM_UNIT_INDEX" val="8"/>
  <p:tag name="KSO_WM_UNIT_TYPE" val="f"/>
  <p:tag name="KSO_WM_UNIT_SUBTYPE" val="a"/>
  <p:tag name="KSO_WM_BEAUTIFY_FLAG" val="#wm#"/>
</p:tagLst>
</file>

<file path=ppt/tags/tag350.xml><?xml version="1.0" encoding="utf-8"?>
<p:tagLst xmlns:p="http://schemas.openxmlformats.org/presentationml/2006/main">
  <p:tag name="KSO_WM_UNIT_INDEX" val="9"/>
  <p:tag name="KSO_WM_UNIT_TYPE" val="f"/>
  <p:tag name="KSO_WM_UNIT_SUBTYPE" val="a"/>
  <p:tag name="KSO_WM_BEAUTIFY_FLAG" val="#wm#"/>
</p:tagLst>
</file>

<file path=ppt/tags/tag351.xml><?xml version="1.0" encoding="utf-8"?>
<p:tagLst xmlns:p="http://schemas.openxmlformats.org/presentationml/2006/main">
  <p:tag name="KSO_WM_UNIT_INDEX" val="14"/>
  <p:tag name="KSO_WM_UNIT_TYPE" val="f"/>
  <p:tag name="KSO_WM_UNIT_SUBTYPE" val="a"/>
  <p:tag name="KSO_WM_BEAUTIFY_FLAG" val="#wm#"/>
</p:tagLst>
</file>

<file path=ppt/tags/tag352.xml><?xml version="1.0" encoding="utf-8"?>
<p:tagLst xmlns:p="http://schemas.openxmlformats.org/presentationml/2006/main">
  <p:tag name="KSO_WM_UNIT_INDEX" val="15"/>
  <p:tag name="KSO_WM_UNIT_TYPE" val="f"/>
  <p:tag name="KSO_WM_UNIT_SUBTYPE" val="a"/>
  <p:tag name="KSO_WM_BEAUTIFY_FLAG" val="#wm#"/>
</p:tagLst>
</file>

<file path=ppt/tags/tag353.xml><?xml version="1.0" encoding="utf-8"?>
<p:tagLst xmlns:p="http://schemas.openxmlformats.org/presentationml/2006/main">
  <p:tag name="KSO_WM_UNIT_INDEX" val="18"/>
  <p:tag name="KSO_WM_UNIT_TYPE" val="f"/>
  <p:tag name="KSO_WM_UNIT_SUBTYPE" val="a"/>
  <p:tag name="KSO_WM_BEAUTIFY_FLAG" val="#wm#"/>
</p:tagLst>
</file>

<file path=ppt/tags/tag354.xml><?xml version="1.0" encoding="utf-8"?>
<p:tagLst xmlns:p="http://schemas.openxmlformats.org/presentationml/2006/main">
  <p:tag name="KSO_WM_UNIT_INDEX" val="19"/>
  <p:tag name="KSO_WM_UNIT_TYPE" val="f"/>
  <p:tag name="KSO_WM_UNIT_SUBTYPE" val="a"/>
  <p:tag name="KSO_WM_BEAUTIFY_FLAG" val="#wm#"/>
</p:tagLst>
</file>

<file path=ppt/tags/tag355.xml><?xml version="1.0" encoding="utf-8"?>
<p:tagLst xmlns:p="http://schemas.openxmlformats.org/presentationml/2006/main">
  <p:tag name="KSO_WM_UNIT_INDEX" val="22"/>
  <p:tag name="KSO_WM_UNIT_TYPE" val="f"/>
  <p:tag name="KSO_WM_UNIT_SUBTYPE" val="a"/>
  <p:tag name="KSO_WM_BEAUTIFY_FLAG" val="#wm#"/>
</p:tagLst>
</file>

<file path=ppt/tags/tag356.xml><?xml version="1.0" encoding="utf-8"?>
<p:tagLst xmlns:p="http://schemas.openxmlformats.org/presentationml/2006/main">
  <p:tag name="KSO_WM_UNIT_INDEX" val="23"/>
  <p:tag name="KSO_WM_UNIT_TYPE" val="f"/>
  <p:tag name="KSO_WM_UNIT_SUBTYPE" val="a"/>
  <p:tag name="KSO_WM_BEAUTIFY_FLAG" val="#wm#"/>
</p:tagLst>
</file>

<file path=ppt/tags/tag357.xml><?xml version="1.0" encoding="utf-8"?>
<p:tagLst xmlns:p="http://schemas.openxmlformats.org/presentationml/2006/main">
  <p:tag name="KSO_WM_UNIT_INDEX" val="13"/>
  <p:tag name="KSO_WM_UNIT_TYPE" val="f"/>
  <p:tag name="KSO_WM_UNIT_SUBTYPE" val="a"/>
  <p:tag name="KSO_WM_BEAUTIFY_FLAG" val="#wm#"/>
</p:tagLst>
</file>

<file path=ppt/tags/tag358.xml><?xml version="1.0" encoding="utf-8"?>
<p:tagLst xmlns:p="http://schemas.openxmlformats.org/presentationml/2006/main">
  <p:tag name="KSO_WM_UNIT_INDEX" val="2"/>
  <p:tag name="KSO_WM_UNIT_TYPE" val="β"/>
  <p:tag name="KSO_WM_BEAUTIFY_FLAG" val="#wm#"/>
  <p:tag name="TABLE_ENDDRAG_ORIGIN_RECT" val="457*56"/>
  <p:tag name="TABLE_ENDDRAG_RECT" val="202*113*457*56"/>
</p:tagLst>
</file>

<file path=ppt/tags/tag359.xml><?xml version="1.0" encoding="utf-8"?>
<p:tagLst xmlns:p="http://schemas.openxmlformats.org/presentationml/2006/main">
  <p:tag name="KSO_WM_UNIT_INDEX" val="3"/>
  <p:tag name="KSO_WM_UNIT_TYPE" val="f"/>
  <p:tag name="KSO_WM_UNIT_SUBTYPE" val="a"/>
  <p:tag name="KSO_WM_BEAUTIFY_FLAG" val="#wm#"/>
</p:tagLst>
</file>

<file path=ppt/tags/tag360.xml><?xml version="1.0" encoding="utf-8"?>
<p:tagLst xmlns:p="http://schemas.openxmlformats.org/presentationml/2006/main">
  <p:tag name="KSO_WM_UNIT_INDEX" val="26"/>
  <p:tag name="KSO_WM_UNIT_TYPE" val="i"/>
  <p:tag name="KSO_WM_BEAUTIFY_FLAG" val="#wm#"/>
</p:tagLst>
</file>

<file path=ppt/tags/tag361.xml><?xml version="1.0" encoding="utf-8"?>
<p:tagLst xmlns:p="http://schemas.openxmlformats.org/presentationml/2006/main">
  <p:tag name="KSO_WM_UNIT_INDEX" val="6"/>
  <p:tag name="KSO_WM_UNIT_TYPE" val="i"/>
  <p:tag name="KSO_WM_BEAUTIFY_FLAG" val="#wm#"/>
</p:tagLst>
</file>

<file path=ppt/tags/tag362.xml><?xml version="1.0" encoding="utf-8"?>
<p:tagLst xmlns:p="http://schemas.openxmlformats.org/presentationml/2006/main">
  <p:tag name="KSO_WM_UNIT_INDEX" val="25"/>
  <p:tag name="KSO_WM_UNIT_TYPE" val="f"/>
  <p:tag name="KSO_WM_UNIT_SUBTYPE" val="a"/>
  <p:tag name="KSO_WM_BEAUTIFY_FLAG" val="#wm#"/>
</p:tagLst>
</file>

<file path=ppt/tags/tag363.xml><?xml version="1.0" encoding="utf-8"?>
<p:tagLst xmlns:p="http://schemas.openxmlformats.org/presentationml/2006/main">
  <p:tag name="KSO_WM_UNIT_INDEX" val="27"/>
  <p:tag name="KSO_WM_UNIT_TYPE" val="β"/>
  <p:tag name="KSO_WM_BEAUTIFY_FLAG" val="#wm#"/>
</p:tagLst>
</file>

<file path=ppt/tags/tag364.xml><?xml version="1.0" encoding="utf-8"?>
<p:tagLst xmlns:p="http://schemas.openxmlformats.org/presentationml/2006/main">
  <p:tag name="KSO_WM_UNIT_INDEX" val="24"/>
  <p:tag name="KSO_WM_UNIT_TYPE" val="i"/>
  <p:tag name="KSO_WM_BEAUTIFY_FLAG" val="#wm#"/>
</p:tagLst>
</file>

<file path=ppt/tags/tag365.xml><?xml version="1.0" encoding="utf-8"?>
<p:tagLst xmlns:p="http://schemas.openxmlformats.org/presentationml/2006/main">
  <p:tag name="KSO_WM_UNIT_INDEX" val="5"/>
  <p:tag name="KSO_WM_UNIT_TYPE" val="β"/>
  <p:tag name="KSO_WM_BEAUTIFY_FLAG" val="#wm#"/>
</p:tagLst>
</file>

<file path=ppt/tags/tag366.xml><?xml version="1.0" encoding="utf-8"?>
<p:tagLst xmlns:p="http://schemas.openxmlformats.org/presentationml/2006/main">
  <p:tag name="KSO_WM_UNIT_INDEX" val="4"/>
  <p:tag name="KSO_WM_UNIT_TYPE" val="f"/>
  <p:tag name="KSO_WM_UNIT_SUBTYPE" val="a"/>
  <p:tag name="KSO_WM_BEAUTIFY_FLAG" val="#wm#"/>
</p:tagLst>
</file>

<file path=ppt/tags/tag367.xml><?xml version="1.0" encoding="utf-8"?>
<p:tagLst xmlns:p="http://schemas.openxmlformats.org/presentationml/2006/main">
  <p:tag name="KSO_WM_UNIT_INDEX" val="11"/>
  <p:tag name="KSO_WM_UNIT_TYPE" val="i"/>
  <p:tag name="KSO_WM_BEAUTIFY_FLAG" val="#wm#"/>
</p:tagLst>
</file>

<file path=ppt/tags/tag368.xml><?xml version="1.0" encoding="utf-8"?>
<p:tagLst xmlns:p="http://schemas.openxmlformats.org/presentationml/2006/main">
  <p:tag name="KSO_WM_UNIT_INDEX" val="1"/>
  <p:tag name="KSO_WM_UNIT_TYPE" val="a"/>
  <p:tag name="KSO_WM_BEAUTIFY_FLAG" val="#wm#"/>
  <p:tag name="KSO_WM_UNIT_TEXT" val="数据分类——业务视角"/>
  <p:tag name="KSO_WM_UNIT_ID" val="_2*a*1"/>
  <p:tag name="KSO_WM_TAG_VERSION" val="3.0"/>
  <p:tag name="KSO_WM_UNIT_LAYERLEVEL" val="1"/>
  <p:tag name="KSO_WM_TEMPLATE_CATEGORY" val="custom"/>
  <p:tag name="KSO_WM_TEMPLATE_USER_THEME" val="1"/>
</p:tagLst>
</file>

<file path=ppt/tags/tag369.xml><?xml version="1.0" encoding="utf-8"?>
<p:tagLst xmlns:p="http://schemas.openxmlformats.org/presentationml/2006/main">
  <p:tag name="KSO_WM_SLIDE_TYPE" val="text"/>
  <p:tag name="KSO_WM_BEAUTIFY_FLAG" val="#wm#"/>
  <p:tag name="KSO_WM_TEMPLATE_CATEGORY" val="custom"/>
  <p:tag name="KSO_WM_TEMPLATE_USER_THEME" val="1"/>
  <p:tag name="KSO_WM_SLIDE_INDEX" val="8"/>
  <p:tag name="KSO_WM_SLIDE_ID" val="custom_8"/>
  <p:tag name="KSO_WM_TEMPLATE_SUBCATEGORY" val="29"/>
  <p:tag name="KSO_WM_SLIDE_LAYOUT" val="a_f"/>
  <p:tag name="KSO_WM_SLIDE_LAYOUT_CNT" val="1_1"/>
  <p:tag name="resource_record_key" val="{&quot;29&quot;:[50000077]}"/>
</p:tagLst>
</file>

<file path=ppt/tags/tag370.xml><?xml version="1.0" encoding="utf-8"?>
<p:tagLst xmlns:p="http://schemas.openxmlformats.org/presentationml/2006/main">
  <p:tag name="KSO_WM_UNIT_INDEX" val="34"/>
  <p:tag name="KSO_WM_UNIT_TYPE" val="i"/>
  <p:tag name="KSO_WM_BEAUTIFY_FLAG" val="#wm#"/>
</p:tagLst>
</file>

<file path=ppt/tags/tag371.xml><?xml version="1.0" encoding="utf-8"?>
<p:tagLst xmlns:p="http://schemas.openxmlformats.org/presentationml/2006/main">
  <p:tag name="KSO_WM_UNIT_INDEX" val="4"/>
  <p:tag name="KSO_WM_UNIT_TYPE" val="i"/>
  <p:tag name="KSO_WM_BEAUTIFY_FLAG" val="#wm#"/>
</p:tagLst>
</file>

<file path=ppt/tags/tag372.xml><?xml version="1.0" encoding="utf-8"?>
<p:tagLst xmlns:p="http://schemas.openxmlformats.org/presentationml/2006/main">
  <p:tag name="KSO_WM_UNIT_INDEX" val="5"/>
  <p:tag name="KSO_WM_UNIT_TYPE" val="i"/>
  <p:tag name="KSO_WM_BEAUTIFY_FLAG" val="#wm#"/>
</p:tagLst>
</file>

<file path=ppt/tags/tag373.xml><?xml version="1.0" encoding="utf-8"?>
<p:tagLst xmlns:p="http://schemas.openxmlformats.org/presentationml/2006/main">
  <p:tag name="KSO_WM_UNIT_INDEX" val="9"/>
  <p:tag name="KSO_WM_UNIT_TYPE" val="i"/>
  <p:tag name="KSO_WM_BEAUTIFY_FLAG" val="#wm#"/>
</p:tagLst>
</file>

<file path=ppt/tags/tag374.xml><?xml version="1.0" encoding="utf-8"?>
<p:tagLst xmlns:p="http://schemas.openxmlformats.org/presentationml/2006/main">
  <p:tag name="KSO_WM_UNIT_INDEX" val="6"/>
  <p:tag name="KSO_WM_UNIT_TYPE" val="i"/>
  <p:tag name="KSO_WM_BEAUTIFY_FLAG" val="#wm#"/>
</p:tagLst>
</file>

<file path=ppt/tags/tag375.xml><?xml version="1.0" encoding="utf-8"?>
<p:tagLst xmlns:p="http://schemas.openxmlformats.org/presentationml/2006/main">
  <p:tag name="KSO_WM_UNIT_INDEX" val="7"/>
  <p:tag name="KSO_WM_UNIT_TYPE" val="i"/>
  <p:tag name="KSO_WM_BEAUTIFY_FLAG" val="#wm#"/>
</p:tagLst>
</file>

<file path=ppt/tags/tag376.xml><?xml version="1.0" encoding="utf-8"?>
<p:tagLst xmlns:p="http://schemas.openxmlformats.org/presentationml/2006/main">
  <p:tag name="KSO_WM_UNIT_INDEX" val="10"/>
  <p:tag name="KSO_WM_UNIT_TYPE" val="i"/>
  <p:tag name="KSO_WM_BEAUTIFY_FLAG" val="#wm#"/>
</p:tagLst>
</file>

<file path=ppt/tags/tag377.xml><?xml version="1.0" encoding="utf-8"?>
<p:tagLst xmlns:p="http://schemas.openxmlformats.org/presentationml/2006/main">
  <p:tag name="KSO_WM_UNIT_INDEX" val="8"/>
  <p:tag name="KSO_WM_UNIT_TYPE" val="i"/>
  <p:tag name="KSO_WM_BEAUTIFY_FLAG" val="#wm#"/>
</p:tagLst>
</file>

<file path=ppt/tags/tag378.xml><?xml version="1.0" encoding="utf-8"?>
<p:tagLst xmlns:p="http://schemas.openxmlformats.org/presentationml/2006/main">
  <p:tag name="KSO_WM_UNIT_INDEX" val="14"/>
  <p:tag name="KSO_WM_UNIT_TYPE" val="f"/>
  <p:tag name="KSO_WM_UNIT_SUBTYPE" val="a"/>
  <p:tag name="KSO_WM_BEAUTIFY_FLAG" val="#wm#"/>
</p:tagLst>
</file>

<file path=ppt/tags/tag379.xml><?xml version="1.0" encoding="utf-8"?>
<p:tagLst xmlns:p="http://schemas.openxmlformats.org/presentationml/2006/main">
  <p:tag name="KSO_WM_UNIT_INDEX" val="15"/>
  <p:tag name="KSO_WM_UNIT_TYPE" val="f"/>
  <p:tag name="KSO_WM_UNIT_SUBTYPE" val="a"/>
  <p:tag name="KSO_WM_BEAUTIFY_FLAG" val="#wm#"/>
</p:tagLst>
</file>

<file path=ppt/tags/tag380.xml><?xml version="1.0" encoding="utf-8"?>
<p:tagLst xmlns:p="http://schemas.openxmlformats.org/presentationml/2006/main">
  <p:tag name="KSO_WM_UNIT_INDEX" val="16"/>
  <p:tag name="KSO_WM_UNIT_TYPE" val="f"/>
  <p:tag name="KSO_WM_UNIT_SUBTYPE" val="a"/>
  <p:tag name="KSO_WM_BEAUTIFY_FLAG" val="#wm#"/>
</p:tagLst>
</file>

<file path=ppt/tags/tag381.xml><?xml version="1.0" encoding="utf-8"?>
<p:tagLst xmlns:p="http://schemas.openxmlformats.org/presentationml/2006/main">
  <p:tag name="KSO_WM_UNIT_INDEX" val="17"/>
  <p:tag name="KSO_WM_UNIT_TYPE" val="f"/>
  <p:tag name="KSO_WM_UNIT_SUBTYPE" val="a"/>
  <p:tag name="KSO_WM_BEAUTIFY_FLAG" val="#wm#"/>
</p:tagLst>
</file>

<file path=ppt/tags/tag382.xml><?xml version="1.0" encoding="utf-8"?>
<p:tagLst xmlns:p="http://schemas.openxmlformats.org/presentationml/2006/main">
  <p:tag name="KSO_WM_UNIT_INDEX" val="18"/>
  <p:tag name="KSO_WM_UNIT_TYPE" val="f"/>
  <p:tag name="KSO_WM_UNIT_SUBTYPE" val="a"/>
  <p:tag name="KSO_WM_BEAUTIFY_FLAG" val="#wm#"/>
</p:tagLst>
</file>

<file path=ppt/tags/tag383.xml><?xml version="1.0" encoding="utf-8"?>
<p:tagLst xmlns:p="http://schemas.openxmlformats.org/presentationml/2006/main">
  <p:tag name="KSO_WM_UNIT_INDEX" val="19"/>
  <p:tag name="KSO_WM_UNIT_TYPE" val="f"/>
  <p:tag name="KSO_WM_UNIT_SUBTYPE" val="a"/>
  <p:tag name="KSO_WM_BEAUTIFY_FLAG" val="#wm#"/>
</p:tagLst>
</file>

<file path=ppt/tags/tag384.xml><?xml version="1.0" encoding="utf-8"?>
<p:tagLst xmlns:p="http://schemas.openxmlformats.org/presentationml/2006/main">
  <p:tag name="KSO_WM_UNIT_INDEX" val="21"/>
  <p:tag name="KSO_WM_UNIT_TYPE" val="i"/>
  <p:tag name="KSO_WM_BEAUTIFY_FLAG" val="#wm#"/>
</p:tagLst>
</file>

<file path=ppt/tags/tag385.xml><?xml version="1.0" encoding="utf-8"?>
<p:tagLst xmlns:p="http://schemas.openxmlformats.org/presentationml/2006/main">
  <p:tag name="KSO_WM_UNIT_INDEX" val="11"/>
  <p:tag name="KSO_WM_UNIT_TYPE" val="i"/>
  <p:tag name="KSO_WM_BEAUTIFY_FLAG" val="#wm#"/>
</p:tagLst>
</file>

<file path=ppt/tags/tag386.xml><?xml version="1.0" encoding="utf-8"?>
<p:tagLst xmlns:p="http://schemas.openxmlformats.org/presentationml/2006/main">
  <p:tag name="KSO_WM_UNIT_INDEX" val="22"/>
  <p:tag name="KSO_WM_UNIT_TYPE" val="i"/>
  <p:tag name="KSO_WM_BEAUTIFY_FLAG" val="#wm#"/>
</p:tagLst>
</file>

<file path=ppt/tags/tag387.xml><?xml version="1.0" encoding="utf-8"?>
<p:tagLst xmlns:p="http://schemas.openxmlformats.org/presentationml/2006/main">
  <p:tag name="KSO_WM_UNIT_INDEX" val="20"/>
  <p:tag name="KSO_WM_UNIT_TYPE" val="i"/>
  <p:tag name="KSO_WM_BEAUTIFY_FLAG" val="#wm#"/>
</p:tagLst>
</file>

<file path=ppt/tags/tag388.xml><?xml version="1.0" encoding="utf-8"?>
<p:tagLst xmlns:p="http://schemas.openxmlformats.org/presentationml/2006/main">
  <p:tag name="KSO_WM_UNIT_INDEX" val="12"/>
  <p:tag name="KSO_WM_UNIT_TYPE" val="i"/>
  <p:tag name="KSO_WM_BEAUTIFY_FLAG" val="#wm#"/>
</p:tagLst>
</file>

<file path=ppt/tags/tag389.xml><?xml version="1.0" encoding="utf-8"?>
<p:tagLst xmlns:p="http://schemas.openxmlformats.org/presentationml/2006/main">
  <p:tag name="KSO_WM_UNIT_INDEX" val="13"/>
  <p:tag name="KSO_WM_UNIT_TYPE" val="i"/>
  <p:tag name="KSO_WM_BEAUTIFY_FLAG" val="#wm#"/>
</p:tagLst>
</file>

<file path=ppt/tags/tag390.xml><?xml version="1.0" encoding="utf-8"?>
<p:tagLst xmlns:p="http://schemas.openxmlformats.org/presentationml/2006/main">
  <p:tag name="KSO_WM_UNIT_INDEX" val="2"/>
  <p:tag name="KSO_WM_UNIT_TYPE" val="i"/>
  <p:tag name="KSO_WM_BEAUTIFY_FLAG" val="#wm#"/>
</p:tagLst>
</file>

<file path=ppt/tags/tag391.xml><?xml version="1.0" encoding="utf-8"?>
<p:tagLst xmlns:p="http://schemas.openxmlformats.org/presentationml/2006/main">
  <p:tag name="KSO_WM_UNIT_INDEX" val="23"/>
  <p:tag name="KSO_WM_UNIT_TYPE" val="f"/>
  <p:tag name="KSO_WM_UNIT_SUBTYPE" val="a"/>
  <p:tag name="KSO_WM_BEAUTIFY_FLAG" val="#wm#"/>
</p:tagLst>
</file>

<file path=ppt/tags/tag392.xml><?xml version="1.0" encoding="utf-8"?>
<p:tagLst xmlns:p="http://schemas.openxmlformats.org/presentationml/2006/main">
  <p:tag name="KSO_WM_UNIT_INDEX" val="3"/>
  <p:tag name="KSO_WM_UNIT_TYPE" val="i"/>
  <p:tag name="KSO_WM_BEAUTIFY_FLAG" val="#wm#"/>
</p:tagLst>
</file>

<file path=ppt/tags/tag393.xml><?xml version="1.0" encoding="utf-8"?>
<p:tagLst xmlns:p="http://schemas.openxmlformats.org/presentationml/2006/main">
  <p:tag name="KSO_WM_UNIT_INDEX" val="24"/>
  <p:tag name="KSO_WM_UNIT_TYPE" val="i"/>
  <p:tag name="KSO_WM_BEAUTIFY_FLAG" val="#wm#"/>
</p:tagLst>
</file>

<file path=ppt/tags/tag394.xml><?xml version="1.0" encoding="utf-8"?>
<p:tagLst xmlns:p="http://schemas.openxmlformats.org/presentationml/2006/main">
  <p:tag name="KSO_WM_UNIT_INDEX" val="26"/>
  <p:tag name="KSO_WM_UNIT_TYPE" val="f"/>
  <p:tag name="KSO_WM_UNIT_SUBTYPE" val="a"/>
  <p:tag name="KSO_WM_BEAUTIFY_FLAG" val="#wm#"/>
</p:tagLst>
</file>

<file path=ppt/tags/tag395.xml><?xml version="1.0" encoding="utf-8"?>
<p:tagLst xmlns:p="http://schemas.openxmlformats.org/presentationml/2006/main">
  <p:tag name="KSO_WM_UNIT_INDEX" val="35"/>
  <p:tag name="KSO_WM_UNIT_TYPE" val="i"/>
  <p:tag name="KSO_WM_BEAUTIFY_FLAG" val="#wm#"/>
</p:tagLst>
</file>

<file path=ppt/tags/tag396.xml><?xml version="1.0" encoding="utf-8"?>
<p:tagLst xmlns:p="http://schemas.openxmlformats.org/presentationml/2006/main">
  <p:tag name="KSO_WM_UNIT_INDEX" val="44"/>
  <p:tag name="KSO_WM_UNIT_TYPE" val="f"/>
  <p:tag name="KSO_WM_UNIT_SUBTYPE" val="a"/>
  <p:tag name="KSO_WM_BEAUTIFY_FLAG" val="#wm#"/>
</p:tagLst>
</file>

<file path=ppt/tags/tag397.xml><?xml version="1.0" encoding="utf-8"?>
<p:tagLst xmlns:p="http://schemas.openxmlformats.org/presentationml/2006/main">
  <p:tag name="KSO_WM_UNIT_INDEX" val="45"/>
  <p:tag name="KSO_WM_UNIT_TYPE" val="i"/>
  <p:tag name="KSO_WM_BEAUTIFY_FLAG" val="#wm#"/>
</p:tagLst>
</file>

<file path=ppt/tags/tag398.xml><?xml version="1.0" encoding="utf-8"?>
<p:tagLst xmlns:p="http://schemas.openxmlformats.org/presentationml/2006/main">
  <p:tag name="KSO_WM_UNIT_INDEX" val="54"/>
  <p:tag name="KSO_WM_UNIT_TYPE" val="f"/>
  <p:tag name="KSO_WM_UNIT_SUBTYPE" val="a"/>
  <p:tag name="KSO_WM_BEAUTIFY_FLAG" val="#wm#"/>
</p:tagLst>
</file>

<file path=ppt/tags/tag399.xml><?xml version="1.0" encoding="utf-8"?>
<p:tagLst xmlns:p="http://schemas.openxmlformats.org/presentationml/2006/main">
  <p:tag name="KSO_WM_UNIT_INDEX" val="36"/>
  <p:tag name="KSO_WM_UNIT_TYPE" val="i"/>
  <p:tag name="KSO_WM_BEAUTIFY_FLAG" val="#wm#"/>
</p:tagLst>
</file>

<file path=ppt/tags/tag400.xml><?xml version="1.0" encoding="utf-8"?>
<p:tagLst xmlns:p="http://schemas.openxmlformats.org/presentationml/2006/main">
  <p:tag name="KSO_WM_UNIT_INDEX" val="40"/>
  <p:tag name="KSO_WM_UNIT_TYPE" val="f"/>
  <p:tag name="KSO_WM_UNIT_SUBTYPE" val="a"/>
  <p:tag name="KSO_WM_BEAUTIFY_FLAG" val="#wm#"/>
</p:tagLst>
</file>

<file path=ppt/tags/tag401.xml><?xml version="1.0" encoding="utf-8"?>
<p:tagLst xmlns:p="http://schemas.openxmlformats.org/presentationml/2006/main">
  <p:tag name="KSO_WM_UNIT_INDEX" val="46"/>
  <p:tag name="KSO_WM_UNIT_TYPE" val="i"/>
  <p:tag name="KSO_WM_BEAUTIFY_FLAG" val="#wm#"/>
</p:tagLst>
</file>

<file path=ppt/tags/tag402.xml><?xml version="1.0" encoding="utf-8"?>
<p:tagLst xmlns:p="http://schemas.openxmlformats.org/presentationml/2006/main">
  <p:tag name="KSO_WM_UNIT_INDEX" val="55"/>
  <p:tag name="KSO_WM_UNIT_TYPE" val="f"/>
  <p:tag name="KSO_WM_UNIT_SUBTYPE" val="a"/>
  <p:tag name="KSO_WM_BEAUTIFY_FLAG" val="#wm#"/>
</p:tagLst>
</file>

<file path=ppt/tags/tag403.xml><?xml version="1.0" encoding="utf-8"?>
<p:tagLst xmlns:p="http://schemas.openxmlformats.org/presentationml/2006/main">
  <p:tag name="KSO_WM_UNIT_INDEX" val="37"/>
  <p:tag name="KSO_WM_UNIT_TYPE" val="i"/>
  <p:tag name="KSO_WM_BEAUTIFY_FLAG" val="#wm#"/>
</p:tagLst>
</file>

<file path=ppt/tags/tag404.xml><?xml version="1.0" encoding="utf-8"?>
<p:tagLst xmlns:p="http://schemas.openxmlformats.org/presentationml/2006/main">
  <p:tag name="KSO_WM_UNIT_INDEX" val="41"/>
  <p:tag name="KSO_WM_UNIT_TYPE" val="f"/>
  <p:tag name="KSO_WM_UNIT_SUBTYPE" val="a"/>
  <p:tag name="KSO_WM_BEAUTIFY_FLAG" val="#wm#"/>
</p:tagLst>
</file>

<file path=ppt/tags/tag405.xml><?xml version="1.0" encoding="utf-8"?>
<p:tagLst xmlns:p="http://schemas.openxmlformats.org/presentationml/2006/main">
  <p:tag name="KSO_WM_UNIT_INDEX" val="47"/>
  <p:tag name="KSO_WM_UNIT_TYPE" val="i"/>
  <p:tag name="KSO_WM_BEAUTIFY_FLAG" val="#wm#"/>
</p:tagLst>
</file>

<file path=ppt/tags/tag406.xml><?xml version="1.0" encoding="utf-8"?>
<p:tagLst xmlns:p="http://schemas.openxmlformats.org/presentationml/2006/main">
  <p:tag name="KSO_WM_UNIT_INDEX" val="51"/>
  <p:tag name="KSO_WM_UNIT_TYPE" val="f"/>
  <p:tag name="KSO_WM_UNIT_SUBTYPE" val="a"/>
  <p:tag name="KSO_WM_BEAUTIFY_FLAG" val="#wm#"/>
</p:tagLst>
</file>

<file path=ppt/tags/tag407.xml><?xml version="1.0" encoding="utf-8"?>
<p:tagLst xmlns:p="http://schemas.openxmlformats.org/presentationml/2006/main">
  <p:tag name="KSO_WM_UNIT_INDEX" val="38"/>
  <p:tag name="KSO_WM_UNIT_TYPE" val="i"/>
  <p:tag name="KSO_WM_BEAUTIFY_FLAG" val="#wm#"/>
</p:tagLst>
</file>

<file path=ppt/tags/tag408.xml><?xml version="1.0" encoding="utf-8"?>
<p:tagLst xmlns:p="http://schemas.openxmlformats.org/presentationml/2006/main">
  <p:tag name="KSO_WM_UNIT_INDEX" val="42"/>
  <p:tag name="KSO_WM_UNIT_TYPE" val="f"/>
  <p:tag name="KSO_WM_UNIT_SUBTYPE" val="a"/>
  <p:tag name="KSO_WM_BEAUTIFY_FLAG" val="#wm#"/>
</p:tagLst>
</file>

<file path=ppt/tags/tag409.xml><?xml version="1.0" encoding="utf-8"?>
<p:tagLst xmlns:p="http://schemas.openxmlformats.org/presentationml/2006/main">
  <p:tag name="KSO_WM_UNIT_INDEX" val="48"/>
  <p:tag name="KSO_WM_UNIT_TYPE" val="i"/>
  <p:tag name="KSO_WM_BEAUTIFY_FLAG" val="#wm#"/>
</p:tagLst>
</file>

<file path=ppt/tags/tag410.xml><?xml version="1.0" encoding="utf-8"?>
<p:tagLst xmlns:p="http://schemas.openxmlformats.org/presentationml/2006/main">
  <p:tag name="KSO_WM_UNIT_INDEX" val="52"/>
  <p:tag name="KSO_WM_UNIT_TYPE" val="f"/>
  <p:tag name="KSO_WM_UNIT_SUBTYPE" val="a"/>
  <p:tag name="KSO_WM_BEAUTIFY_FLAG" val="#wm#"/>
</p:tagLst>
</file>

<file path=ppt/tags/tag411.xml><?xml version="1.0" encoding="utf-8"?>
<p:tagLst xmlns:p="http://schemas.openxmlformats.org/presentationml/2006/main">
  <p:tag name="KSO_WM_UNIT_INDEX" val="39"/>
  <p:tag name="KSO_WM_UNIT_TYPE" val="i"/>
  <p:tag name="KSO_WM_BEAUTIFY_FLAG" val="#wm#"/>
</p:tagLst>
</file>

<file path=ppt/tags/tag412.xml><?xml version="1.0" encoding="utf-8"?>
<p:tagLst xmlns:p="http://schemas.openxmlformats.org/presentationml/2006/main">
  <p:tag name="KSO_WM_UNIT_INDEX" val="43"/>
  <p:tag name="KSO_WM_UNIT_TYPE" val="f"/>
  <p:tag name="KSO_WM_UNIT_SUBTYPE" val="a"/>
  <p:tag name="KSO_WM_BEAUTIFY_FLAG" val="#wm#"/>
</p:tagLst>
</file>

<file path=ppt/tags/tag413.xml><?xml version="1.0" encoding="utf-8"?>
<p:tagLst xmlns:p="http://schemas.openxmlformats.org/presentationml/2006/main">
  <p:tag name="KSO_WM_UNIT_INDEX" val="49"/>
  <p:tag name="KSO_WM_UNIT_TYPE" val="i"/>
  <p:tag name="KSO_WM_BEAUTIFY_FLAG" val="#wm#"/>
</p:tagLst>
</file>

<file path=ppt/tags/tag414.xml><?xml version="1.0" encoding="utf-8"?>
<p:tagLst xmlns:p="http://schemas.openxmlformats.org/presentationml/2006/main">
  <p:tag name="KSO_WM_UNIT_INDEX" val="53"/>
  <p:tag name="KSO_WM_UNIT_TYPE" val="f"/>
  <p:tag name="KSO_WM_UNIT_SUBTYPE" val="a"/>
  <p:tag name="KSO_WM_BEAUTIFY_FLAG" val="#wm#"/>
</p:tagLst>
</file>

<file path=ppt/tags/tag415.xml><?xml version="1.0" encoding="utf-8"?>
<p:tagLst xmlns:p="http://schemas.openxmlformats.org/presentationml/2006/main">
  <p:tag name="KSO_WM_UNIT_INDEX" val="29"/>
  <p:tag name="KSO_WM_UNIT_TYPE" val="i"/>
  <p:tag name="KSO_WM_BEAUTIFY_FLAG" val="#wm#"/>
</p:tagLst>
</file>

<file path=ppt/tags/tag416.xml><?xml version="1.0" encoding="utf-8"?>
<p:tagLst xmlns:p="http://schemas.openxmlformats.org/presentationml/2006/main">
  <p:tag name="KSO_WM_UNIT_INDEX" val="31"/>
  <p:tag name="KSO_WM_UNIT_TYPE" val="i"/>
  <p:tag name="KSO_WM_BEAUTIFY_FLAG" val="#wm#"/>
</p:tagLst>
</file>

<file path=ppt/tags/tag417.xml><?xml version="1.0" encoding="utf-8"?>
<p:tagLst xmlns:p="http://schemas.openxmlformats.org/presentationml/2006/main">
  <p:tag name="KSO_WM_UNIT_INDEX" val="32"/>
  <p:tag name="KSO_WM_UNIT_TYPE" val="i"/>
  <p:tag name="KSO_WM_BEAUTIFY_FLAG" val="#wm#"/>
</p:tagLst>
</file>

<file path=ppt/tags/tag418.xml><?xml version="1.0" encoding="utf-8"?>
<p:tagLst xmlns:p="http://schemas.openxmlformats.org/presentationml/2006/main">
  <p:tag name="KSO_WM_UNIT_INDEX" val="28"/>
  <p:tag name="KSO_WM_UNIT_TYPE" val="i"/>
  <p:tag name="KSO_WM_BEAUTIFY_FLAG" val="#wm#"/>
</p:tagLst>
</file>

<file path=ppt/tags/tag419.xml><?xml version="1.0" encoding="utf-8"?>
<p:tagLst xmlns:p="http://schemas.openxmlformats.org/presentationml/2006/main">
  <p:tag name="KSO_WM_UNIT_INDEX" val="30"/>
  <p:tag name="KSO_WM_UNIT_TYPE" val="i"/>
  <p:tag name="KSO_WM_BEAUTIFY_FLAG" val="#wm#"/>
</p:tagLst>
</file>

<file path=ppt/tags/tag420.xml><?xml version="1.0" encoding="utf-8"?>
<p:tagLst xmlns:p="http://schemas.openxmlformats.org/presentationml/2006/main">
  <p:tag name="KSO_WM_UNIT_INDEX" val="57"/>
  <p:tag name="KSO_WM_UNIT_TYPE" val="i"/>
  <p:tag name="KSO_WM_BEAUTIFY_FLAG" val="#wm#"/>
</p:tagLst>
</file>

<file path=ppt/tags/tag421.xml><?xml version="1.0" encoding="utf-8"?>
<p:tagLst xmlns:p="http://schemas.openxmlformats.org/presentationml/2006/main">
  <p:tag name="KSO_WM_UNIT_INDEX" val="62"/>
  <p:tag name="KSO_WM_UNIT_TYPE" val="f"/>
  <p:tag name="KSO_WM_UNIT_SUBTYPE" val="a"/>
  <p:tag name="KSO_WM_BEAUTIFY_FLAG" val="#wm#"/>
</p:tagLst>
</file>

<file path=ppt/tags/tag422.xml><?xml version="1.0" encoding="utf-8"?>
<p:tagLst xmlns:p="http://schemas.openxmlformats.org/presentationml/2006/main">
  <p:tag name="KSO_WM_UNIT_INDEX" val="58"/>
  <p:tag name="KSO_WM_UNIT_TYPE" val="i"/>
  <p:tag name="KSO_WM_BEAUTIFY_FLAG" val="#wm#"/>
</p:tagLst>
</file>

<file path=ppt/tags/tag423.xml><?xml version="1.0" encoding="utf-8"?>
<p:tagLst xmlns:p="http://schemas.openxmlformats.org/presentationml/2006/main">
  <p:tag name="KSO_WM_UNIT_INDEX" val="60"/>
  <p:tag name="KSO_WM_UNIT_TYPE" val="f"/>
  <p:tag name="KSO_WM_UNIT_SUBTYPE" val="a"/>
  <p:tag name="KSO_WM_BEAUTIFY_FLAG" val="#wm#"/>
</p:tagLst>
</file>

<file path=ppt/tags/tag424.xml><?xml version="1.0" encoding="utf-8"?>
<p:tagLst xmlns:p="http://schemas.openxmlformats.org/presentationml/2006/main">
  <p:tag name="KSO_WM_UNIT_INDEX" val="59"/>
  <p:tag name="KSO_WM_UNIT_TYPE" val="i"/>
  <p:tag name="KSO_WM_BEAUTIFY_FLAG" val="#wm#"/>
</p:tagLst>
</file>

<file path=ppt/tags/tag425.xml><?xml version="1.0" encoding="utf-8"?>
<p:tagLst xmlns:p="http://schemas.openxmlformats.org/presentationml/2006/main">
  <p:tag name="KSO_WM_UNIT_INDEX" val="61"/>
  <p:tag name="KSO_WM_UNIT_TYPE" val="f"/>
  <p:tag name="KSO_WM_UNIT_SUBTYPE" val="a"/>
  <p:tag name="KSO_WM_BEAUTIFY_FLAG" val="#wm#"/>
</p:tagLst>
</file>

<file path=ppt/tags/tag426.xml><?xml version="1.0" encoding="utf-8"?>
<p:tagLst xmlns:p="http://schemas.openxmlformats.org/presentationml/2006/main">
  <p:tag name="KSO_WM_UNIT_INDEX" val="56"/>
  <p:tag name="KSO_WM_UNIT_TYPE" val="f"/>
  <p:tag name="KSO_WM_UNIT_SUBTYPE" val="a"/>
  <p:tag name="KSO_WM_BEAUTIFY_FLAG" val="#wm#"/>
</p:tagLst>
</file>

<file path=ppt/tags/tag427.xml><?xml version="1.0" encoding="utf-8"?>
<p:tagLst xmlns:p="http://schemas.openxmlformats.org/presentationml/2006/main">
  <p:tag name="KSO_WM_UNIT_INDEX" val="50"/>
  <p:tag name="KSO_WM_UNIT_TYPE" val="i"/>
  <p:tag name="KSO_WM_BEAUTIFY_FLAG" val="#wm#"/>
</p:tagLst>
</file>

<file path=ppt/tags/tag428.xml><?xml version="1.0" encoding="utf-8"?>
<p:tagLst xmlns:p="http://schemas.openxmlformats.org/presentationml/2006/main">
  <p:tag name="KSO_WM_UNIT_INDEX" val="25"/>
  <p:tag name="KSO_WM_UNIT_TYPE" val="i"/>
  <p:tag name="KSO_WM_BEAUTIFY_FLAG" val="#wm#"/>
</p:tagLst>
</file>

<file path=ppt/tags/tag429.xml><?xml version="1.0" encoding="utf-8"?>
<p:tagLst xmlns:p="http://schemas.openxmlformats.org/presentationml/2006/main">
  <p:tag name="KSO_WM_UNIT_INDEX" val="33"/>
  <p:tag name="KSO_WM_UNIT_TYPE" val="i"/>
  <p:tag name="KSO_WM_BEAUTIFY_FLAG" val="#wm#"/>
</p:tagLst>
</file>

<file path=ppt/tags/tag430.xml><?xml version="1.0" encoding="utf-8"?>
<p:tagLst xmlns:p="http://schemas.openxmlformats.org/presentationml/2006/main">
  <p:tag name="KSO_WM_UNIT_INDEX" val="27"/>
  <p:tag name="KSO_WM_UNIT_TYPE" val="f"/>
  <p:tag name="KSO_WM_UNIT_SUBTYPE" val="a"/>
  <p:tag name="KSO_WM_BEAUTIFY_FLAG" val="#wm#"/>
</p:tagLst>
</file>

<file path=ppt/tags/tag431.xml><?xml version="1.0" encoding="utf-8"?>
<p:tagLst xmlns:p="http://schemas.openxmlformats.org/presentationml/2006/main">
  <p:tag name="KSO_WM_UNIT_INDEX" val="1"/>
  <p:tag name="KSO_WM_UNIT_TYPE" val="a"/>
  <p:tag name="KSO_WM_BEAUTIFY_FLAG" val="#wm#"/>
  <p:tag name="KSO_WM_UNIT_TEXT" val="数据分类——数据管理视角示例"/>
  <p:tag name="KSO_WM_UNIT_ID" val="_2*a*1"/>
  <p:tag name="KSO_WM_TAG_VERSION" val="3.0"/>
  <p:tag name="KSO_WM_UNIT_LAYERLEVEL" val="1"/>
  <p:tag name="KSO_WM_TEMPLATE_CATEGORY" val="custom"/>
  <p:tag name="KSO_WM_TEMPLATE_USER_THEME" val="1"/>
</p:tagLst>
</file>

<file path=ppt/tags/tag432.xml><?xml version="1.0" encoding="utf-8"?>
<p:tagLst xmlns:p="http://schemas.openxmlformats.org/presentationml/2006/main">
  <p:tag name="KSO_WM_SLIDE_TYPE" val="text"/>
  <p:tag name="KSO_WM_BEAUTIFY_FLAG" val="#wm#"/>
  <p:tag name="KSO_WM_TEMPLATE_CATEGORY" val="custom"/>
  <p:tag name="KSO_WM_TEMPLATE_USER_THEME" val="1"/>
  <p:tag name="KSO_WM_SLIDE_INDEX" val="8"/>
  <p:tag name="KSO_WM_SLIDE_ID" val="custom_8"/>
  <p:tag name="KSO_WM_TEMPLATE_SUBCATEGORY" val="29"/>
  <p:tag name="KSO_WM_SLIDE_LAYOUT" val="a_f"/>
  <p:tag name="KSO_WM_SLIDE_LAYOUT_CNT" val="1_1"/>
  <p:tag name="resource_record_key" val="{&quot;13&quot;:[20362234,4695728]}"/>
</p:tagLst>
</file>

<file path=ppt/tags/tag433.xml><?xml version="1.0" encoding="utf-8"?>
<p:tagLst xmlns:p="http://schemas.openxmlformats.org/presentationml/2006/main">
  <p:tag name="KSO_WM_UNIT_INDEX" val="2"/>
  <p:tag name="KSO_WM_UNIT_TYPE" val="f"/>
  <p:tag name="KSO_WM_UNIT_SUBTYPE" val="a"/>
  <p:tag name="KSO_WM_BEAUTIFY_FLAG" val="#wm#"/>
</p:tagLst>
</file>

<file path=ppt/tags/tag434.xml><?xml version="1.0" encoding="utf-8"?>
<p:tagLst xmlns:p="http://schemas.openxmlformats.org/presentationml/2006/main">
  <p:tag name="KSO_WM_UNIT_INDEX" val="6"/>
  <p:tag name="KSO_WM_UNIT_TYPE" val="i"/>
  <p:tag name="KSO_WM_BEAUTIFY_FLAG" val="#wm#"/>
</p:tagLst>
</file>

<file path=ppt/tags/tag435.xml><?xml version="1.0" encoding="utf-8"?>
<p:tagLst xmlns:p="http://schemas.openxmlformats.org/presentationml/2006/main">
  <p:tag name="KSO_WM_UNIT_INDEX" val="1"/>
  <p:tag name="KSO_WM_UNIT_TYPE" val="a"/>
  <p:tag name="KSO_WM_BEAUTIFY_FLAG" val="#wm#"/>
  <p:tag name="KSO_WM_UNIT_TEXT" val="双重视角看数据"/>
  <p:tag name="KSO_WM_UNIT_ID" val="_2*a*1"/>
  <p:tag name="KSO_WM_TAG_VERSION" val="3.0"/>
  <p:tag name="KSO_WM_UNIT_LAYERLEVEL" val="1"/>
  <p:tag name="KSO_WM_TEMPLATE_CATEGORY" val="custom"/>
  <p:tag name="KSO_WM_TEMPLATE_USER_THEME" val="1"/>
</p:tagLst>
</file>

<file path=ppt/tags/tag436.xml><?xml version="1.0" encoding="utf-8"?>
<p:tagLst xmlns:p="http://schemas.openxmlformats.org/presentationml/2006/main">
  <p:tag name="KSO_WM_SLIDE_TYPE" val="text"/>
  <p:tag name="KSO_WM_BEAUTIFY_FLAG" val="#wm#"/>
  <p:tag name="KSO_WM_TEMPLATE_CATEGORY" val="custom"/>
  <p:tag name="KSO_WM_TEMPLATE_USER_THEME" val="1"/>
  <p:tag name="KSO_WM_SLIDE_INDEX" val="8"/>
  <p:tag name="KSO_WM_SLIDE_ID" val="custom_8"/>
  <p:tag name="KSO_WM_TEMPLATE_SUBCATEGORY" val="29"/>
  <p:tag name="KSO_WM_SLIDE_LAYOUT" val="a_f"/>
  <p:tag name="KSO_WM_SLIDE_LAYOUT_CNT" val="1_1"/>
</p:tagLst>
</file>

<file path=ppt/tags/tag437.xml><?xml version="1.0" encoding="utf-8"?>
<p:tagLst xmlns:p="http://schemas.openxmlformats.org/presentationml/2006/main">
  <p:tag name="KSO_WM_UNIT_INDEX" val="27"/>
  <p:tag name="KSO_WM_UNIT_TYPE" val="i"/>
  <p:tag name="KSO_WM_BEAUTIFY_FLAG" val="#wm#"/>
</p:tagLst>
</file>

<file path=ppt/tags/tag438.xml><?xml version="1.0" encoding="utf-8"?>
<p:tagLst xmlns:p="http://schemas.openxmlformats.org/presentationml/2006/main">
  <p:tag name="KSO_WM_UNIT_INDEX" val="4"/>
  <p:tag name="KSO_WM_UNIT_TYPE" val="f"/>
  <p:tag name="KSO_WM_UNIT_SUBTYPE" val="a"/>
  <p:tag name="KSO_WM_BEAUTIFY_FLAG" val="#wm#"/>
</p:tagLst>
</file>

<file path=ppt/tags/tag439.xml><?xml version="1.0" encoding="utf-8"?>
<p:tagLst xmlns:p="http://schemas.openxmlformats.org/presentationml/2006/main">
  <p:tag name="KSO_WM_UNIT_INDEX" val="5"/>
  <p:tag name="KSO_WM_UNIT_TYPE" val="f"/>
  <p:tag name="KSO_WM_UNIT_SUBTYPE" val="a"/>
  <p:tag name="KSO_WM_BEAUTIFY_FLAG" val="#wm#"/>
</p:tagLst>
</file>

<file path=ppt/tags/tag440.xml><?xml version="1.0" encoding="utf-8"?>
<p:tagLst xmlns:p="http://schemas.openxmlformats.org/presentationml/2006/main">
  <p:tag name="KSO_WM_UNIT_INDEX" val="6"/>
  <p:tag name="KSO_WM_UNIT_TYPE" val="f"/>
  <p:tag name="KSO_WM_UNIT_SUBTYPE" val="a"/>
  <p:tag name="KSO_WM_BEAUTIFY_FLAG" val="#wm#"/>
</p:tagLst>
</file>

<file path=ppt/tags/tag441.xml><?xml version="1.0" encoding="utf-8"?>
<p:tagLst xmlns:p="http://schemas.openxmlformats.org/presentationml/2006/main">
  <p:tag name="KSO_WM_UNIT_INDEX" val="7"/>
  <p:tag name="KSO_WM_UNIT_TYPE" val="f"/>
  <p:tag name="KSO_WM_UNIT_SUBTYPE" val="a"/>
  <p:tag name="KSO_WM_BEAUTIFY_FLAG" val="#wm#"/>
</p:tagLst>
</file>

<file path=ppt/tags/tag442.xml><?xml version="1.0" encoding="utf-8"?>
<p:tagLst xmlns:p="http://schemas.openxmlformats.org/presentationml/2006/main">
  <p:tag name="KSO_WM_UNIT_INDEX" val="10"/>
  <p:tag name="KSO_WM_UNIT_TYPE" val="f"/>
  <p:tag name="KSO_WM_UNIT_SUBTYPE" val="a"/>
  <p:tag name="KSO_WM_BEAUTIFY_FLAG" val="#wm#"/>
</p:tagLst>
</file>

<file path=ppt/tags/tag443.xml><?xml version="1.0" encoding="utf-8"?>
<p:tagLst xmlns:p="http://schemas.openxmlformats.org/presentationml/2006/main">
  <p:tag name="KSO_WM_UNIT_INDEX" val="9"/>
  <p:tag name="KSO_WM_UNIT_TYPE" val="f"/>
  <p:tag name="KSO_WM_UNIT_SUBTYPE" val="a"/>
  <p:tag name="KSO_WM_BEAUTIFY_FLAG" val="#wm#"/>
</p:tagLst>
</file>

<file path=ppt/tags/tag444.xml><?xml version="1.0" encoding="utf-8"?>
<p:tagLst xmlns:p="http://schemas.openxmlformats.org/presentationml/2006/main">
  <p:tag name="KSO_WM_UNIT_INDEX" val="8"/>
  <p:tag name="KSO_WM_UNIT_TYPE" val="f"/>
  <p:tag name="KSO_WM_UNIT_SUBTYPE" val="a"/>
  <p:tag name="KSO_WM_BEAUTIFY_FLAG" val="#wm#"/>
</p:tagLst>
</file>

<file path=ppt/tags/tag445.xml><?xml version="1.0" encoding="utf-8"?>
<p:tagLst xmlns:p="http://schemas.openxmlformats.org/presentationml/2006/main">
  <p:tag name="KSO_WM_UNIT_INDEX" val="11"/>
  <p:tag name="KSO_WM_UNIT_TYPE" val="f"/>
  <p:tag name="KSO_WM_UNIT_SUBTYPE" val="a"/>
  <p:tag name="KSO_WM_BEAUTIFY_FLAG" val="#wm#"/>
</p:tagLst>
</file>

<file path=ppt/tags/tag446.xml><?xml version="1.0" encoding="utf-8"?>
<p:tagLst xmlns:p="http://schemas.openxmlformats.org/presentationml/2006/main">
  <p:tag name="KSO_WM_UNIT_INDEX" val="12"/>
  <p:tag name="KSO_WM_UNIT_TYPE" val="f"/>
  <p:tag name="KSO_WM_UNIT_SUBTYPE" val="a"/>
  <p:tag name="KSO_WM_BEAUTIFY_FLAG" val="#wm#"/>
</p:tagLst>
</file>

<file path=ppt/tags/tag447.xml><?xml version="1.0" encoding="utf-8"?>
<p:tagLst xmlns:p="http://schemas.openxmlformats.org/presentationml/2006/main">
  <p:tag name="KSO_WM_UNIT_INDEX" val="13"/>
  <p:tag name="KSO_WM_UNIT_TYPE" val="f"/>
  <p:tag name="KSO_WM_UNIT_SUBTYPE" val="a"/>
  <p:tag name="KSO_WM_BEAUTIFY_FLAG" val="#wm#"/>
</p:tagLst>
</file>

<file path=ppt/tags/tag448.xml><?xml version="1.0" encoding="utf-8"?>
<p:tagLst xmlns:p="http://schemas.openxmlformats.org/presentationml/2006/main">
  <p:tag name="KSO_WM_UNIT_INDEX" val="2"/>
  <p:tag name="KSO_WM_UNIT_TYPE" val="f"/>
  <p:tag name="KSO_WM_UNIT_SUBTYPE" val="a"/>
  <p:tag name="KSO_WM_BEAUTIFY_FLAG" val="#wm#"/>
</p:tagLst>
</file>

<file path=ppt/tags/tag449.xml><?xml version="1.0" encoding="utf-8"?>
<p:tagLst xmlns:p="http://schemas.openxmlformats.org/presentationml/2006/main">
  <p:tag name="KSO_WM_UNIT_INDEX" val="30"/>
  <p:tag name="KSO_WM_UNIT_TYPE" val="f"/>
  <p:tag name="KSO_WM_UNIT_SUBTYPE" val="a"/>
  <p:tag name="KSO_WM_BEAUTIFY_FLAG" val="#wm#"/>
</p:tagLst>
</file>

<file path=ppt/tags/tag450.xml><?xml version="1.0" encoding="utf-8"?>
<p:tagLst xmlns:p="http://schemas.openxmlformats.org/presentationml/2006/main">
  <p:tag name="KSO_WM_UNIT_INDEX" val="31"/>
  <p:tag name="KSO_WM_UNIT_TYPE" val="f"/>
  <p:tag name="KSO_WM_UNIT_SUBTYPE" val="a"/>
  <p:tag name="KSO_WM_BEAUTIFY_FLAG" val="#wm#"/>
</p:tagLst>
</file>

<file path=ppt/tags/tag451.xml><?xml version="1.0" encoding="utf-8"?>
<p:tagLst xmlns:p="http://schemas.openxmlformats.org/presentationml/2006/main">
  <p:tag name="KSO_WM_UNIT_INDEX" val="29"/>
  <p:tag name="KSO_WM_UNIT_TYPE" val="f"/>
  <p:tag name="KSO_WM_UNIT_SUBTYPE" val="a"/>
  <p:tag name="KSO_WM_BEAUTIFY_FLAG" val="#wm#"/>
</p:tagLst>
</file>

<file path=ppt/tags/tag452.xml><?xml version="1.0" encoding="utf-8"?>
<p:tagLst xmlns:p="http://schemas.openxmlformats.org/presentationml/2006/main">
  <p:tag name="KSO_WM_UNIT_INDEX" val="28"/>
  <p:tag name="KSO_WM_UNIT_TYPE" val="f"/>
  <p:tag name="KSO_WM_UNIT_SUBTYPE" val="a"/>
  <p:tag name="KSO_WM_BEAUTIFY_FLAG" val="#wm#"/>
</p:tagLst>
</file>

<file path=ppt/tags/tag453.xml><?xml version="1.0" encoding="utf-8"?>
<p:tagLst xmlns:p="http://schemas.openxmlformats.org/presentationml/2006/main">
  <p:tag name="KSO_WM_UNIT_INDEX" val="14"/>
  <p:tag name="KSO_WM_UNIT_TYPE" val="i"/>
  <p:tag name="KSO_WM_BEAUTIFY_FLAG" val="#wm#"/>
</p:tagLst>
</file>

<file path=ppt/tags/tag454.xml><?xml version="1.0" encoding="utf-8"?>
<p:tagLst xmlns:p="http://schemas.openxmlformats.org/presentationml/2006/main">
  <p:tag name="KSO_WM_UNIT_INDEX" val="3"/>
  <p:tag name="KSO_WM_UNIT_TYPE" val="i"/>
  <p:tag name="KSO_WM_BEAUTIFY_FLAG" val="#wm#"/>
</p:tagLst>
</file>

<file path=ppt/tags/tag455.xml><?xml version="1.0" encoding="utf-8"?>
<p:tagLst xmlns:p="http://schemas.openxmlformats.org/presentationml/2006/main">
  <p:tag name="KSO_WM_UNIT_INDEX" val="1"/>
  <p:tag name="KSO_WM_UNIT_TYPE" val="a"/>
  <p:tag name="KSO_WM_BEAUTIFY_FLAG" val="#wm#"/>
  <p:tag name="KSO_WM_UNIT_TEXT" val="数据分类——数据管理视角"/>
  <p:tag name="KSO_WM_UNIT_ID" val="_7*a*1"/>
  <p:tag name="KSO_WM_TAG_VERSION" val="3.0"/>
  <p:tag name="KSO_WM_UNIT_LAYERLEVEL" val="1"/>
  <p:tag name="KSO_WM_TEMPLATE_CATEGORY" val="custom"/>
  <p:tag name="KSO_WM_TEMPLATE_USER_THEME" val="1"/>
</p:tagLst>
</file>

<file path=ppt/tags/tag456.xml><?xml version="1.0" encoding="utf-8"?>
<p:tagLst xmlns:p="http://schemas.openxmlformats.org/presentationml/2006/main">
  <p:tag name="KSO_WM_SLIDE_TYPE" val="text"/>
  <p:tag name="KSO_WM_BEAUTIFY_FLAG" val="#wm#"/>
  <p:tag name="KSO_WM_TEMPLATE_CATEGORY" val="custom"/>
  <p:tag name="KSO_WM_TEMPLATE_USER_THEME" val="1"/>
  <p:tag name="KSO_WM_SLIDE_INDEX" val="8"/>
  <p:tag name="KSO_WM_SLIDE_ID" val="custom_8"/>
  <p:tag name="KSO_WM_TEMPLATE_SUBCATEGORY" val="29"/>
  <p:tag name="KSO_WM_SLIDE_LAYOUT" val="a_f"/>
  <p:tag name="KSO_WM_SLIDE_LAYOUT_CNT" val="1_1"/>
  <p:tag name="resource_record_key" val="{&quot;13&quot;:[20482036,4364903,4695728,19951220,19951219]}"/>
</p:tagLst>
</file>

<file path=ppt/tags/tag457.xml><?xml version="1.0" encoding="utf-8"?>
<p:tagLst xmlns:p="http://schemas.openxmlformats.org/presentationml/2006/main">
  <p:tag name="KSO_WM_UNIT_INDEX" val="1"/>
  <p:tag name="KSO_WM_UNIT_TYPE" val="i"/>
  <p:tag name="KSO_WM_UNIT_SUBTYPE" val="h"/>
  <p:tag name="KSO_WM_BEAUTIFY_FLAG" val="#wm#"/>
</p:tagLst>
</file>

<file path=ppt/tags/tag458.xml><?xml version="1.0" encoding="utf-8"?>
<p:tagLst xmlns:p="http://schemas.openxmlformats.org/presentationml/2006/main">
  <p:tag name="KSO_WM_UNIT_INDEX" val="3"/>
  <p:tag name="KSO_WM_UNIT_TYPE" val="i"/>
  <p:tag name="KSO_WM_BEAUTIFY_FLAG" val="#wm#"/>
</p:tagLst>
</file>

<file path=ppt/tags/tag459.xml><?xml version="1.0" encoding="utf-8"?>
<p:tagLst xmlns:p="http://schemas.openxmlformats.org/presentationml/2006/main">
  <p:tag name="KSO_WM_UNIT_INDEX" val="1"/>
  <p:tag name="KSO_WM_UNIT_TYPE" val="a"/>
  <p:tag name="KSO_WM_BEAUTIFY_FLAG" val="#wm#"/>
  <p:tag name="KSO_WM_UNIT_TEXT" val="数据治理与管理框架：DAMA"/>
  <p:tag name="KSO_WM_UNIT_ID" val="_2*a*1"/>
  <p:tag name="KSO_WM_TAG_VERSION" val="3.0"/>
  <p:tag name="KSO_WM_UNIT_LAYERLEVEL" val="1"/>
  <p:tag name="KSO_WM_TEMPLATE_CATEGORY" val="custom"/>
  <p:tag name="KSO_WM_TEMPLATE_USER_THEME" val="1"/>
</p:tagLst>
</file>

<file path=ppt/tags/tag460.xml><?xml version="1.0" encoding="utf-8"?>
<p:tagLst xmlns:p="http://schemas.openxmlformats.org/presentationml/2006/main">
  <p:tag name="KSO_WM_SLIDE_TYPE" val="text"/>
  <p:tag name="KSO_WM_BEAUTIFY_FLAG" val="#wm#"/>
  <p:tag name="KSO_WM_TEMPLATE_CATEGORY" val="custom"/>
  <p:tag name="KSO_WM_TEMPLATE_USER_THEME" val="1"/>
  <p:tag name="KSO_WM_SLIDE_INDEX" val="8"/>
  <p:tag name="KSO_WM_SLIDE_ID" val="custom_8"/>
  <p:tag name="KSO_WM_TEMPLATE_SUBCATEGORY" val="29"/>
  <p:tag name="KSO_WM_SLIDE_LAYOUT" val="a_f"/>
  <p:tag name="KSO_WM_SLIDE_LAYOUT_CNT" val="1_1"/>
</p:tagLst>
</file>

<file path=ppt/tags/tag461.xml><?xml version="1.0" encoding="utf-8"?>
<p:tagLst xmlns:p="http://schemas.openxmlformats.org/presentationml/2006/main">
  <p:tag name="KSO_WM_UNIT_INDEX" val="19"/>
  <p:tag name="KSO_WM_UNIT_TYPE" val="f"/>
  <p:tag name="KSO_WM_UNIT_SUBTYPE" val="a"/>
  <p:tag name="KSO_WM_BEAUTIFY_FLAG" val="#wm#"/>
</p:tagLst>
</file>

<file path=ppt/tags/tag462.xml><?xml version="1.0" encoding="utf-8"?>
<p:tagLst xmlns:p="http://schemas.openxmlformats.org/presentationml/2006/main">
  <p:tag name="KSO_WM_UNIT_INDEX" val="2"/>
  <p:tag name="KSO_WM_UNIT_TYPE" val="j"/>
  <p:tag name="KSO_WM_BEAUTIFY_FLAG" val="#wm#"/>
</p:tagLst>
</file>

<file path=ppt/tags/tag463.xml><?xml version="1.0" encoding="utf-8"?>
<p:tagLst xmlns:p="http://schemas.openxmlformats.org/presentationml/2006/main">
  <p:tag name="KSO_WM_UNIT_INDEX" val="3"/>
  <p:tag name="KSO_WM_UNIT_TYPE" val="i"/>
  <p:tag name="KSO_WM_BEAUTIFY_FLAG" val="#wm#"/>
</p:tagLst>
</file>

<file path=ppt/tags/tag464.xml><?xml version="1.0" encoding="utf-8"?>
<p:tagLst xmlns:p="http://schemas.openxmlformats.org/presentationml/2006/main">
  <p:tag name="KSO_WM_UNIT_INDEX" val="5"/>
  <p:tag name="KSO_WM_UNIT_TYPE" val="i"/>
  <p:tag name="KSO_WM_BEAUTIFY_FLAG" val="#wm#"/>
</p:tagLst>
</file>

<file path=ppt/tags/tag465.xml><?xml version="1.0" encoding="utf-8"?>
<p:tagLst xmlns:p="http://schemas.openxmlformats.org/presentationml/2006/main">
  <p:tag name="KSO_WM_UNIT_INDEX" val="6"/>
  <p:tag name="KSO_WM_UNIT_TYPE" val="i"/>
  <p:tag name="KSO_WM_BEAUTIFY_FLAG" val="#wm#"/>
</p:tagLst>
</file>

<file path=ppt/tags/tag466.xml><?xml version="1.0" encoding="utf-8"?>
<p:tagLst xmlns:p="http://schemas.openxmlformats.org/presentationml/2006/main">
  <p:tag name="KSO_WM_UNIT_INDEX" val="4"/>
  <p:tag name="KSO_WM_UNIT_TYPE" val="i"/>
  <p:tag name="KSO_WM_BEAUTIFY_FLAG" val="#wm#"/>
</p:tagLst>
</file>

<file path=ppt/tags/tag467.xml><?xml version="1.0" encoding="utf-8"?>
<p:tagLst xmlns:p="http://schemas.openxmlformats.org/presentationml/2006/main">
  <p:tag name="KSO_WM_UNIT_INDEX" val="1"/>
  <p:tag name="KSO_WM_UNIT_TYPE" val="a"/>
  <p:tag name="KSO_WM_BEAUTIFY_FLAG" val="#wm#"/>
  <p:tag name="KSO_WM_UNIT_TEXT" val="数据治理，谁之责？"/>
  <p:tag name="KSO_WM_UNIT_ID" val="_2*a*1"/>
  <p:tag name="KSO_WM_TAG_VERSION" val="3.0"/>
  <p:tag name="KSO_WM_UNIT_LAYERLEVEL" val="1"/>
  <p:tag name="KSO_WM_TEMPLATE_CATEGORY" val="custom"/>
  <p:tag name="KSO_WM_TEMPLATE_USER_THEME" val="1"/>
</p:tagLst>
</file>

<file path=ppt/tags/tag468.xml><?xml version="1.0" encoding="utf-8"?>
<p:tagLst xmlns:p="http://schemas.openxmlformats.org/presentationml/2006/main">
  <p:tag name="KSO_WM_SLIDE_TYPE" val="text"/>
  <p:tag name="KSO_WM_BEAUTIFY_FLAG" val="#wm#"/>
  <p:tag name="KSO_WM_TEMPLATE_CATEGORY" val="custom"/>
  <p:tag name="KSO_WM_TEMPLATE_USER_THEME" val="1"/>
  <p:tag name="KSO_WM_SLIDE_INDEX" val="8"/>
  <p:tag name="KSO_WM_SLIDE_ID" val="custom_8"/>
  <p:tag name="KSO_WM_TEMPLATE_SUBCATEGORY" val="29"/>
  <p:tag name="KSO_WM_SLIDE_LAYOUT" val="a_f"/>
  <p:tag name="KSO_WM_SLIDE_LAYOUT_CNT" val="1_1"/>
</p:tagLst>
</file>

<file path=ppt/tags/tag469.xml><?xml version="1.0" encoding="utf-8"?>
<p:tagLst xmlns:p="http://schemas.openxmlformats.org/presentationml/2006/main">
  <p:tag name="KSO_WM_UNIT_INDEX" val="6"/>
  <p:tag name="KSO_WM_UNIT_TYPE" val="i"/>
  <p:tag name="KSO_WM_BEAUTIFY_FLAG" val="#wm#"/>
</p:tagLst>
</file>

<file path=ppt/tags/tag470.xml><?xml version="1.0" encoding="utf-8"?>
<p:tagLst xmlns:p="http://schemas.openxmlformats.org/presentationml/2006/main">
  <p:tag name="KSO_WM_UNIT_INDEX" val="4"/>
  <p:tag name="KSO_WM_UNIT_TYPE" val="j"/>
  <p:tag name="KSO_WM_BEAUTIFY_FLAG" val="#wm#"/>
</p:tagLst>
</file>

<file path=ppt/tags/tag471.xml><?xml version="1.0" encoding="utf-8"?>
<p:tagLst xmlns:p="http://schemas.openxmlformats.org/presentationml/2006/main">
  <p:tag name="KSO_WM_UNIT_INDEX" val="3"/>
  <p:tag name="KSO_WM_UNIT_TYPE" val="i"/>
  <p:tag name="KSO_WM_BEAUTIFY_FLAG" val="#wm#"/>
</p:tagLst>
</file>

<file path=ppt/tags/tag472.xml><?xml version="1.0" encoding="utf-8"?>
<p:tagLst xmlns:p="http://schemas.openxmlformats.org/presentationml/2006/main">
  <p:tag name="KSO_WM_UNIT_INDEX" val="1"/>
  <p:tag name="KSO_WM_UNIT_TYPE" val="a"/>
  <p:tag name="KSO_WM_BEAUTIFY_FLAG" val="#wm#"/>
  <p:tag name="KSO_WM_UNIT_TEXT" val="换一个视角来看DAMA框架"/>
  <p:tag name="KSO_WM_UNIT_ID" val="_7*a*1"/>
  <p:tag name="KSO_WM_TAG_VERSION" val="3.0"/>
  <p:tag name="KSO_WM_UNIT_LAYERLEVEL" val="1"/>
  <p:tag name="KSO_WM_TEMPLATE_CATEGORY" val="custom"/>
  <p:tag name="KSO_WM_TEMPLATE_USER_THEME" val="1"/>
</p:tagLst>
</file>

<file path=ppt/tags/tag473.xml><?xml version="1.0" encoding="utf-8"?>
<p:tagLst xmlns:p="http://schemas.openxmlformats.org/presentationml/2006/main">
  <p:tag name="KSO_WM_SLIDE_TYPE" val="text"/>
  <p:tag name="KSO_WM_BEAUTIFY_FLAG" val="#wm#"/>
  <p:tag name="KSO_WM_TEMPLATE_CATEGORY" val="custom"/>
  <p:tag name="KSO_WM_TEMPLATE_USER_THEME" val="1"/>
  <p:tag name="KSO_WM_SLIDE_INDEX" val="8"/>
  <p:tag name="KSO_WM_SLIDE_ID" val="custom_8"/>
  <p:tag name="KSO_WM_TEMPLATE_SUBCATEGORY" val="29"/>
  <p:tag name="KSO_WM_SLIDE_LAYOUT" val="a_f"/>
  <p:tag name="KSO_WM_SLIDE_LAYOUT_CNT" val="1_1"/>
</p:tagLst>
</file>

<file path=ppt/tags/tag474.xml><?xml version="1.0" encoding="utf-8"?>
<p:tagLst xmlns:p="http://schemas.openxmlformats.org/presentationml/2006/main">
  <p:tag name="KSO_WM_UNIT_INDEX" val="2"/>
  <p:tag name="KSO_WM_UNIT_TYPE" val="i"/>
  <p:tag name="KSO_WM_BEAUTIFY_FLAG" val="#wm#"/>
</p:tagLst>
</file>

<file path=ppt/tags/tag475.xml><?xml version="1.0" encoding="utf-8"?>
<p:tagLst xmlns:p="http://schemas.openxmlformats.org/presentationml/2006/main">
  <p:tag name="KSO_WM_UNIT_INDEX" val="1"/>
  <p:tag name="KSO_WM_UNIT_TYPE" val="a"/>
  <p:tag name="KSO_WM_BEAUTIFY_FLAG" val="#wm#"/>
  <p:tag name="KSO_WM_UNIT_TEXT" val="数据管理职能的汇报关系"/>
  <p:tag name="KSO_WM_UNIT_ID" val="_2*a*1"/>
  <p:tag name="KSO_WM_TAG_VERSION" val="3.0"/>
  <p:tag name="KSO_WM_UNIT_LAYERLEVEL" val="1"/>
  <p:tag name="KSO_WM_TEMPLATE_CATEGORY" val="custom"/>
  <p:tag name="KSO_WM_TEMPLATE_USER_THEME" val="1"/>
</p:tagLst>
</file>

<file path=ppt/tags/tag476.xml><?xml version="1.0" encoding="utf-8"?>
<p:tagLst xmlns:p="http://schemas.openxmlformats.org/presentationml/2006/main">
  <p:tag name="KSO_WM_SLIDE_TYPE" val="text"/>
  <p:tag name="KSO_WM_BEAUTIFY_FLAG" val="#wm#"/>
  <p:tag name="KSO_WM_TEMPLATE_CATEGORY" val="custom"/>
  <p:tag name="KSO_WM_TEMPLATE_USER_THEME" val="1"/>
  <p:tag name="KSO_WM_SLIDE_INDEX" val="8"/>
  <p:tag name="KSO_WM_SLIDE_ID" val="custom_8"/>
  <p:tag name="KSO_WM_TEMPLATE_SUBCATEGORY" val="29"/>
  <p:tag name="KSO_WM_SLIDE_LAYOUT" val="a_f"/>
  <p:tag name="KSO_WM_SLIDE_LAYOUT_CNT" val="1_1"/>
</p:tagLst>
</file>

<file path=ppt/tags/tag477.xml><?xml version="1.0" encoding="utf-8"?>
<p:tagLst xmlns:p="http://schemas.openxmlformats.org/presentationml/2006/main">
  <p:tag name="KSO_WM_UNIT_INDEX" val="11"/>
  <p:tag name="KSO_WM_UNIT_TYPE" val="f"/>
  <p:tag name="KSO_WM_UNIT_SUBTYPE" val="a"/>
  <p:tag name="KSO_WM_BEAUTIFY_FLAG" val="#wm#"/>
</p:tagLst>
</file>

<file path=ppt/tags/tag478.xml><?xml version="1.0" encoding="utf-8"?>
<p:tagLst xmlns:p="http://schemas.openxmlformats.org/presentationml/2006/main">
  <p:tag name="KSO_WM_UNIT_INDEX" val="2"/>
  <p:tag name="KSO_WM_UNIT_TYPE" val="f"/>
  <p:tag name="KSO_WM_UNIT_SUBTYPE" val="a"/>
  <p:tag name="KSO_WM_BEAUTIFY_FLAG" val="#wm#"/>
</p:tagLst>
</file>

<file path=ppt/tags/tag479.xml><?xml version="1.0" encoding="utf-8"?>
<p:tagLst xmlns:p="http://schemas.openxmlformats.org/presentationml/2006/main">
  <p:tag name="KSO_WM_UNIT_INDEX" val="4"/>
  <p:tag name="KSO_WM_UNIT_TYPE" val="f"/>
  <p:tag name="KSO_WM_UNIT_SUBTYPE" val="a"/>
  <p:tag name="KSO_WM_BEAUTIFY_FLAG" val="#wm#"/>
</p:tagLst>
</file>

<file path=ppt/tags/tag480.xml><?xml version="1.0" encoding="utf-8"?>
<p:tagLst xmlns:p="http://schemas.openxmlformats.org/presentationml/2006/main">
  <p:tag name="KSO_WM_UNIT_INDEX" val="12"/>
  <p:tag name="KSO_WM_UNIT_TYPE" val="f"/>
  <p:tag name="KSO_WM_UNIT_SUBTYPE" val="a"/>
  <p:tag name="KSO_WM_BEAUTIFY_FLAG" val="#wm#"/>
</p:tagLst>
</file>

<file path=ppt/tags/tag481.xml><?xml version="1.0" encoding="utf-8"?>
<p:tagLst xmlns:p="http://schemas.openxmlformats.org/presentationml/2006/main">
  <p:tag name="KSO_WM_UNIT_INDEX" val="15"/>
  <p:tag name="KSO_WM_UNIT_TYPE" val="f"/>
  <p:tag name="KSO_WM_UNIT_SUBTYPE" val="a"/>
  <p:tag name="KSO_WM_BEAUTIFY_FLAG" val="#wm#"/>
</p:tagLst>
</file>

<file path=ppt/tags/tag482.xml><?xml version="1.0" encoding="utf-8"?>
<p:tagLst xmlns:p="http://schemas.openxmlformats.org/presentationml/2006/main">
  <p:tag name="KSO_WM_UNIT_INDEX" val="13"/>
  <p:tag name="KSO_WM_UNIT_TYPE" val="f"/>
  <p:tag name="KSO_WM_UNIT_SUBTYPE" val="a"/>
  <p:tag name="KSO_WM_BEAUTIFY_FLAG" val="#wm#"/>
</p:tagLst>
</file>

<file path=ppt/tags/tag483.xml><?xml version="1.0" encoding="utf-8"?>
<p:tagLst xmlns:p="http://schemas.openxmlformats.org/presentationml/2006/main">
  <p:tag name="KSO_WM_UNIT_INDEX" val="16"/>
  <p:tag name="KSO_WM_UNIT_TYPE" val="f"/>
  <p:tag name="KSO_WM_UNIT_SUBTYPE" val="a"/>
  <p:tag name="KSO_WM_BEAUTIFY_FLAG" val="#wm#"/>
</p:tagLst>
</file>

<file path=ppt/tags/tag484.xml><?xml version="1.0" encoding="utf-8"?>
<p:tagLst xmlns:p="http://schemas.openxmlformats.org/presentationml/2006/main">
  <p:tag name="KSO_WM_UNIT_INDEX" val="14"/>
  <p:tag name="KSO_WM_UNIT_TYPE" val="f"/>
  <p:tag name="KSO_WM_UNIT_SUBTYPE" val="a"/>
  <p:tag name="KSO_WM_BEAUTIFY_FLAG" val="#wm#"/>
</p:tagLst>
</file>

<file path=ppt/tags/tag485.xml><?xml version="1.0" encoding="utf-8"?>
<p:tagLst xmlns:p="http://schemas.openxmlformats.org/presentationml/2006/main">
  <p:tag name="KSO_WM_UNIT_INDEX" val="22"/>
  <p:tag name="KSO_WM_UNIT_TYPE" val="f"/>
  <p:tag name="KSO_WM_UNIT_SUBTYPE" val="a"/>
  <p:tag name="KSO_WM_BEAUTIFY_FLAG" val="#wm#"/>
</p:tagLst>
</file>

<file path=ppt/tags/tag486.xml><?xml version="1.0" encoding="utf-8"?>
<p:tagLst xmlns:p="http://schemas.openxmlformats.org/presentationml/2006/main">
  <p:tag name="KSO_WM_UNIT_INDEX" val="24"/>
  <p:tag name="KSO_WM_UNIT_TYPE" val="f"/>
  <p:tag name="KSO_WM_UNIT_SUBTYPE" val="a"/>
  <p:tag name="KSO_WM_BEAUTIFY_FLAG" val="#wm#"/>
</p:tagLst>
</file>

<file path=ppt/tags/tag487.xml><?xml version="1.0" encoding="utf-8"?>
<p:tagLst xmlns:p="http://schemas.openxmlformats.org/presentationml/2006/main">
  <p:tag name="KSO_WM_UNIT_INDEX" val="20"/>
  <p:tag name="KSO_WM_UNIT_TYPE" val="f"/>
  <p:tag name="KSO_WM_UNIT_SUBTYPE" val="a"/>
  <p:tag name="KSO_WM_BEAUTIFY_FLAG" val="#wm#"/>
</p:tagLst>
</file>

<file path=ppt/tags/tag488.xml><?xml version="1.0" encoding="utf-8"?>
<p:tagLst xmlns:p="http://schemas.openxmlformats.org/presentationml/2006/main">
  <p:tag name="KSO_WM_UNIT_INDEX" val="3"/>
  <p:tag name="KSO_WM_UNIT_TYPE" val="i"/>
  <p:tag name="KSO_WM_BEAUTIFY_FLAG" val="#wm#"/>
</p:tagLst>
</file>

<file path=ppt/tags/tag489.xml><?xml version="1.0" encoding="utf-8"?>
<p:tagLst xmlns:p="http://schemas.openxmlformats.org/presentationml/2006/main">
  <p:tag name="KSO_WM_UNIT_INDEX" val="6"/>
  <p:tag name="KSO_WM_UNIT_TYPE" val="i"/>
  <p:tag name="KSO_WM_BEAUTIFY_FLAG" val="#wm#"/>
</p:tagLst>
</file>

<file path=ppt/tags/tag490.xml><?xml version="1.0" encoding="utf-8"?>
<p:tagLst xmlns:p="http://schemas.openxmlformats.org/presentationml/2006/main">
  <p:tag name="KSO_WM_UNIT_INDEX" val="9"/>
  <p:tag name="KSO_WM_UNIT_TYPE" val="i"/>
  <p:tag name="KSO_WM_BEAUTIFY_FLAG" val="#wm#"/>
</p:tagLst>
</file>

<file path=ppt/tags/tag491.xml><?xml version="1.0" encoding="utf-8"?>
<p:tagLst xmlns:p="http://schemas.openxmlformats.org/presentationml/2006/main">
  <p:tag name="KSO_WM_UNIT_INDEX" val="7"/>
  <p:tag name="KSO_WM_UNIT_TYPE" val="i"/>
  <p:tag name="KSO_WM_BEAUTIFY_FLAG" val="#wm#"/>
</p:tagLst>
</file>

<file path=ppt/tags/tag492.xml><?xml version="1.0" encoding="utf-8"?>
<p:tagLst xmlns:p="http://schemas.openxmlformats.org/presentationml/2006/main">
  <p:tag name="KSO_WM_UNIT_INDEX" val="10"/>
  <p:tag name="KSO_WM_UNIT_TYPE" val="i"/>
  <p:tag name="KSO_WM_BEAUTIFY_FLAG" val="#wm#"/>
</p:tagLst>
</file>

<file path=ppt/tags/tag493.xml><?xml version="1.0" encoding="utf-8"?>
<p:tagLst xmlns:p="http://schemas.openxmlformats.org/presentationml/2006/main">
  <p:tag name="KSO_WM_UNIT_INDEX" val="8"/>
  <p:tag name="KSO_WM_UNIT_TYPE" val="i"/>
  <p:tag name="KSO_WM_BEAUTIFY_FLAG" val="#wm#"/>
</p:tagLst>
</file>

<file path=ppt/tags/tag494.xml><?xml version="1.0" encoding="utf-8"?>
<p:tagLst xmlns:p="http://schemas.openxmlformats.org/presentationml/2006/main">
  <p:tag name="KSO_WM_UNIT_INDEX" val="17"/>
  <p:tag name="KSO_WM_UNIT_TYPE" val="f"/>
  <p:tag name="KSO_WM_UNIT_SUBTYPE" val="a"/>
  <p:tag name="KSO_WM_BEAUTIFY_FLAG" val="#wm#"/>
</p:tagLst>
</file>

<file path=ppt/tags/tag495.xml><?xml version="1.0" encoding="utf-8"?>
<p:tagLst xmlns:p="http://schemas.openxmlformats.org/presentationml/2006/main">
  <p:tag name="KSO_WM_UNIT_INDEX" val="18"/>
  <p:tag name="KSO_WM_UNIT_TYPE" val="f"/>
  <p:tag name="KSO_WM_UNIT_SUBTYPE" val="a"/>
  <p:tag name="KSO_WM_BEAUTIFY_FLAG" val="#wm#"/>
</p:tagLst>
</file>

<file path=ppt/tags/tag496.xml><?xml version="1.0" encoding="utf-8"?>
<p:tagLst xmlns:p="http://schemas.openxmlformats.org/presentationml/2006/main">
  <p:tag name="KSO_WM_UNIT_INDEX" val="5"/>
  <p:tag name="KSO_WM_UNIT_TYPE" val="f"/>
  <p:tag name="KSO_WM_UNIT_SUBTYPE" val="a"/>
  <p:tag name="KSO_WM_BEAUTIFY_FLAG" val="#wm#"/>
</p:tagLst>
</file>

<file path=ppt/tags/tag497.xml><?xml version="1.0" encoding="utf-8"?>
<p:tagLst xmlns:p="http://schemas.openxmlformats.org/presentationml/2006/main">
  <p:tag name="KSO_WM_UNIT_INDEX" val="1"/>
  <p:tag name="KSO_WM_UNIT_TYPE" val="a"/>
  <p:tag name="KSO_WM_BEAUTIFY_FLAG" val="#wm#"/>
  <p:tag name="KSO_WM_UNIT_TEXT" val="数据管理专员制度——Data Stewardship"/>
  <p:tag name="KSO_WM_UNIT_ID" val="_2*a*1"/>
  <p:tag name="KSO_WM_TAG_VERSION" val="3.0"/>
  <p:tag name="KSO_WM_UNIT_LAYERLEVEL" val="1"/>
  <p:tag name="KSO_WM_TEMPLATE_CATEGORY" val="custom"/>
  <p:tag name="KSO_WM_TEMPLATE_USER_THEME" val="1"/>
</p:tagLst>
</file>

<file path=ppt/tags/tag498.xml><?xml version="1.0" encoding="utf-8"?>
<p:tagLst xmlns:p="http://schemas.openxmlformats.org/presentationml/2006/main">
  <p:tag name="KSO_WM_SLIDE_TYPE" val="text"/>
  <p:tag name="KSO_WM_BEAUTIFY_FLAG" val="#wm#"/>
  <p:tag name="KSO_WM_TEMPLATE_CATEGORY" val="custom"/>
  <p:tag name="KSO_WM_TEMPLATE_USER_THEME" val="1"/>
  <p:tag name="KSO_WM_SLIDE_INDEX" val="8"/>
  <p:tag name="KSO_WM_SLIDE_ID" val="custom_8"/>
  <p:tag name="KSO_WM_TEMPLATE_SUBCATEGORY" val="29"/>
  <p:tag name="KSO_WM_SLIDE_LAYOUT" val="a_f"/>
  <p:tag name="KSO_WM_SLIDE_LAYOUT_CNT" val="1_1"/>
  <p:tag name="resource_record_key" val="{&quot;13&quot;:[19951220,20042469,20482036]}"/>
</p:tagLst>
</file>

<file path=ppt/tags/tag499.xml><?xml version="1.0" encoding="utf-8"?>
<p:tagLst xmlns:p="http://schemas.openxmlformats.org/presentationml/2006/main">
  <p:tag name="KSO_WM_UNIT_INDEX" val="8"/>
  <p:tag name="KSO_WM_UNIT_TYPE" val="f"/>
  <p:tag name="KSO_WM_UNIT_SUBTYPE" val="a"/>
  <p:tag name="KSO_WM_BEAUTIFY_FLAG" val="#wm#"/>
</p:tagLst>
</file>

<file path=ppt/tags/tag500.xml><?xml version="1.0" encoding="utf-8"?>
<p:tagLst xmlns:p="http://schemas.openxmlformats.org/presentationml/2006/main">
  <p:tag name="KSO_WM_UNIT_INDEX" val="14"/>
  <p:tag name="KSO_WM_UNIT_TYPE" val="i"/>
  <p:tag name="KSO_WM_BEAUTIFY_FLAG" val="#wm#"/>
</p:tagLst>
</file>

<file path=ppt/tags/tag501.xml><?xml version="1.0" encoding="utf-8"?>
<p:tagLst xmlns:p="http://schemas.openxmlformats.org/presentationml/2006/main">
  <p:tag name="KSO_WM_UNIT_INDEX" val="9"/>
  <p:tag name="KSO_WM_UNIT_TYPE" val="j"/>
  <p:tag name="KSO_WM_BEAUTIFY_FLAG" val="#wm#"/>
</p:tagLst>
</file>

<file path=ppt/tags/tag502.xml><?xml version="1.0" encoding="utf-8"?>
<p:tagLst xmlns:p="http://schemas.openxmlformats.org/presentationml/2006/main">
  <p:tag name="KSO_WM_UNIT_INDEX" val="11"/>
  <p:tag name="KSO_WM_UNIT_TYPE" val="j"/>
  <p:tag name="KSO_WM_BEAUTIFY_FLAG" val="#wm#"/>
</p:tagLst>
</file>

<file path=ppt/tags/tag503.xml><?xml version="1.0" encoding="utf-8"?>
<p:tagLst xmlns:p="http://schemas.openxmlformats.org/presentationml/2006/main">
  <p:tag name="KSO_WM_UNIT_INDEX" val="12"/>
  <p:tag name="KSO_WM_UNIT_TYPE" val="i"/>
  <p:tag name="KSO_WM_BEAUTIFY_FLAG" val="#wm#"/>
</p:tagLst>
</file>

<file path=ppt/tags/tag504.xml><?xml version="1.0" encoding="utf-8"?>
<p:tagLst xmlns:p="http://schemas.openxmlformats.org/presentationml/2006/main">
  <p:tag name="KSO_WM_UNIT_INDEX" val="10"/>
  <p:tag name="KSO_WM_UNIT_TYPE" val="i"/>
  <p:tag name="KSO_WM_BEAUTIFY_FLAG" val="#wm#"/>
</p:tagLst>
</file>

<file path=ppt/tags/tag505.xml><?xml version="1.0" encoding="utf-8"?>
<p:tagLst xmlns:p="http://schemas.openxmlformats.org/presentationml/2006/main">
  <p:tag name="KSO_WM_UNIT_INDEX" val="1"/>
  <p:tag name="KSO_WM_UNIT_TYPE" val="a"/>
  <p:tag name="KSO_WM_BEAUTIFY_FLAG" val="#wm#"/>
  <p:tag name="KSO_WM_UNIT_TEXT" val="数据治理的组织架构：&#10;中国式数据治理典型组织架构"/>
  <p:tag name="KSO_WM_UNIT_ID" val="_2*a*1"/>
  <p:tag name="KSO_WM_TAG_VERSION" val="3.0"/>
  <p:tag name="KSO_WM_UNIT_LAYERLEVEL" val="1"/>
  <p:tag name="KSO_WM_TEMPLATE_CATEGORY" val="custom"/>
  <p:tag name="KSO_WM_TEMPLATE_USER_THEME" val="1"/>
</p:tagLst>
</file>

<file path=ppt/tags/tag506.xml><?xml version="1.0" encoding="utf-8"?>
<p:tagLst xmlns:p="http://schemas.openxmlformats.org/presentationml/2006/main">
  <p:tag name="KSO_WM_UNIT_INDEX" val="8"/>
  <p:tag name="KSO_WM_UNIT_TYPE" val="f"/>
  <p:tag name="KSO_WM_UNIT_SUBTYPE" val="a"/>
  <p:tag name="KSO_WM_BEAUTIFY_FLAG" val="#wm#"/>
</p:tagLst>
</file>

<file path=ppt/tags/tag507.xml><?xml version="1.0" encoding="utf-8"?>
<p:tagLst xmlns:p="http://schemas.openxmlformats.org/presentationml/2006/main">
  <p:tag name="KSO_WM_SLIDE_TYPE" val="text"/>
  <p:tag name="KSO_WM_BEAUTIFY_FLAG" val="#wm#"/>
  <p:tag name="KSO_WM_TEMPLATE_CATEGORY" val="custom"/>
  <p:tag name="KSO_WM_TEMPLATE_USER_THEME" val="1"/>
  <p:tag name="KSO_WM_SLIDE_INDEX" val="8"/>
  <p:tag name="KSO_WM_SLIDE_ID" val="custom_8"/>
  <p:tag name="KSO_WM_TEMPLATE_SUBCATEGORY" val="29"/>
  <p:tag name="KSO_WM_SLIDE_LAYOUT" val="a_f"/>
  <p:tag name="KSO_WM_SLIDE_LAYOUT_CNT" val="1_1"/>
</p:tagLst>
</file>

<file path=ppt/tags/tag508.xml><?xml version="1.0" encoding="utf-8"?>
<p:tagLst xmlns:p="http://schemas.openxmlformats.org/presentationml/2006/main">
  <p:tag name="KSO_WM_UNIT_INDEX" val="2"/>
  <p:tag name="KSO_WM_UNIT_TYPE" val="f"/>
  <p:tag name="KSO_WM_BEAUTIFY_FLAG" val="#wm#"/>
  <p:tag name="KSO_WM_UNIT_SUBTYPE" val="a"/>
</p:tagLst>
</file>

<file path=ppt/tags/tag509.xml><?xml version="1.0" encoding="utf-8"?>
<p:tagLst xmlns:p="http://schemas.openxmlformats.org/presentationml/2006/main">
  <p:tag name="KSO_WM_UNIT_INDEX" val="17"/>
  <p:tag name="KSO_WM_UNIT_TYPE" val="f"/>
  <p:tag name="KSO_WM_UNIT_SUBTYPE" val="a"/>
  <p:tag name="KSO_WM_BEAUTIFY_FLAG" val="#wm#"/>
</p:tagLst>
</file>

<file path=ppt/tags/tag510.xml><?xml version="1.0" encoding="utf-8"?>
<p:tagLst xmlns:p="http://schemas.openxmlformats.org/presentationml/2006/main">
  <p:tag name="KSO_WM_UNIT_INDEX" val="3"/>
  <p:tag name="KSO_WM_UNIT_TYPE" val="j"/>
  <p:tag name="KSO_WM_BEAUTIFY_FLAG" val="#wm#"/>
</p:tagLst>
</file>

<file path=ppt/tags/tag511.xml><?xml version="1.0" encoding="utf-8"?>
<p:tagLst xmlns:p="http://schemas.openxmlformats.org/presentationml/2006/main">
  <p:tag name="KSO_WM_UNIT_INDEX" val="14"/>
  <p:tag name="KSO_WM_UNIT_TYPE" val="i"/>
  <p:tag name="KSO_WM_BEAUTIFY_FLAG" val="#wm#"/>
</p:tagLst>
</file>

<file path=ppt/tags/tag512.xml><?xml version="1.0" encoding="utf-8"?>
<p:tagLst xmlns:p="http://schemas.openxmlformats.org/presentationml/2006/main">
  <p:tag name="KSO_WM_UNIT_INDEX" val="5"/>
  <p:tag name="KSO_WM_UNIT_TYPE" val="f"/>
  <p:tag name="KSO_WM_UNIT_SUBTYPE" val="a"/>
  <p:tag name="KSO_WM_BEAUTIFY_FLAG" val="#wm#"/>
</p:tagLst>
</file>

<file path=ppt/tags/tag513.xml><?xml version="1.0" encoding="utf-8"?>
<p:tagLst xmlns:p="http://schemas.openxmlformats.org/presentationml/2006/main">
  <p:tag name="KSO_WM_UNIT_INDEX" val="4"/>
  <p:tag name="KSO_WM_UNIT_TYPE" val="f"/>
  <p:tag name="KSO_WM_UNIT_SUBTYPE" val="a"/>
  <p:tag name="KSO_WM_BEAUTIFY_FLAG" val="#wm#"/>
</p:tagLst>
</file>

<file path=ppt/tags/tag514.xml><?xml version="1.0" encoding="utf-8"?>
<p:tagLst xmlns:p="http://schemas.openxmlformats.org/presentationml/2006/main">
  <p:tag name="KSO_WM_UNIT_INDEX" val="6"/>
  <p:tag name="KSO_WM_UNIT_TYPE" val="f"/>
  <p:tag name="KSO_WM_UNIT_SUBTYPE" val="a"/>
  <p:tag name="KSO_WM_BEAUTIFY_FLAG" val="#wm#"/>
</p:tagLst>
</file>

<file path=ppt/tags/tag515.xml><?xml version="1.0" encoding="utf-8"?>
<p:tagLst xmlns:p="http://schemas.openxmlformats.org/presentationml/2006/main">
  <p:tag name="KSO_WM_UNIT_INDEX" val="8"/>
  <p:tag name="KSO_WM_UNIT_TYPE" val="f"/>
  <p:tag name="KSO_WM_UNIT_SUBTYPE" val="a"/>
  <p:tag name="KSO_WM_BEAUTIFY_FLAG" val="#wm#"/>
</p:tagLst>
</file>

<file path=ppt/tags/tag516.xml><?xml version="1.0" encoding="utf-8"?>
<p:tagLst xmlns:p="http://schemas.openxmlformats.org/presentationml/2006/main">
  <p:tag name="KSO_WM_UNIT_INDEX" val="10"/>
  <p:tag name="KSO_WM_UNIT_TYPE" val="f"/>
  <p:tag name="KSO_WM_UNIT_SUBTYPE" val="a"/>
  <p:tag name="KSO_WM_BEAUTIFY_FLAG" val="#wm#"/>
</p:tagLst>
</file>

<file path=ppt/tags/tag517.xml><?xml version="1.0" encoding="utf-8"?>
<p:tagLst xmlns:p="http://schemas.openxmlformats.org/presentationml/2006/main">
  <p:tag name="KSO_WM_UNIT_INDEX" val="7"/>
  <p:tag name="KSO_WM_UNIT_TYPE" val="f"/>
  <p:tag name="KSO_WM_UNIT_SUBTYPE" val="a"/>
  <p:tag name="KSO_WM_BEAUTIFY_FLAG" val="#wm#"/>
</p:tagLst>
</file>

<file path=ppt/tags/tag518.xml><?xml version="1.0" encoding="utf-8"?>
<p:tagLst xmlns:p="http://schemas.openxmlformats.org/presentationml/2006/main">
  <p:tag name="KSO_WM_UNIT_INDEX" val="9"/>
  <p:tag name="KSO_WM_UNIT_TYPE" val="f"/>
  <p:tag name="KSO_WM_UNIT_SUBTYPE" val="a"/>
  <p:tag name="KSO_WM_BEAUTIFY_FLAG" val="#wm#"/>
</p:tagLst>
</file>

<file path=ppt/tags/tag519.xml><?xml version="1.0" encoding="utf-8"?>
<p:tagLst xmlns:p="http://schemas.openxmlformats.org/presentationml/2006/main">
  <p:tag name="KSO_WM_UNIT_INDEX" val="12"/>
  <p:tag name="KSO_WM_UNIT_TYPE" val="f"/>
  <p:tag name="KSO_WM_UNIT_SUBTYPE" val="a"/>
  <p:tag name="KSO_WM_BEAUTIFY_FLAG" val="#wm#"/>
</p:tagLst>
</file>

<file path=ppt/tags/tag520.xml><?xml version="1.0" encoding="utf-8"?>
<p:tagLst xmlns:p="http://schemas.openxmlformats.org/presentationml/2006/main">
  <p:tag name="KSO_WM_UNIT_INDEX" val="11"/>
  <p:tag name="KSO_WM_UNIT_TYPE" val="f"/>
  <p:tag name="KSO_WM_UNIT_SUBTYPE" val="a"/>
  <p:tag name="KSO_WM_BEAUTIFY_FLAG" val="#wm#"/>
</p:tagLst>
</file>

<file path=ppt/tags/tag521.xml><?xml version="1.0" encoding="utf-8"?>
<p:tagLst xmlns:p="http://schemas.openxmlformats.org/presentationml/2006/main">
  <p:tag name="KSO_WM_SLIDE_TYPE" val="text"/>
  <p:tag name="KSO_WM_BEAUTIFY_FLAG" val="#wm#"/>
  <p:tag name="KSO_WM_TEMPLATE_CATEGORY" val="custom"/>
  <p:tag name="KSO_WM_TEMPLATE_USER_THEME" val="1"/>
  <p:tag name="KSO_WM_SLIDE_INDEX" val="8"/>
  <p:tag name="KSO_WM_SLIDE_ID" val="custom_8"/>
  <p:tag name="KSO_WM_TEMPLATE_SUBCATEGORY" val="29"/>
  <p:tag name="KSO_WM_SLIDE_LAYOUT" val="a_f"/>
  <p:tag name="KSO_WM_SLIDE_LAYOUT_CNT" val="1_1"/>
</p:tagLst>
</file>

<file path=ppt/tags/tag522.xml><?xml version="1.0" encoding="utf-8"?>
<p:tagLst xmlns:p="http://schemas.openxmlformats.org/presentationml/2006/main">
  <p:tag name="KSO_WM_UNIT_INDEX" val="10"/>
  <p:tag name="KSO_WM_UNIT_TYPE" val="j"/>
  <p:tag name="KSO_WM_BEAUTIFY_FLAG" val="#wm#"/>
</p:tagLst>
</file>

<file path=ppt/tags/tag523.xml><?xml version="1.0" encoding="utf-8"?>
<p:tagLst xmlns:p="http://schemas.openxmlformats.org/presentationml/2006/main">
  <p:tag name="KSO_WM_UNIT_INDEX" val="6"/>
  <p:tag name="KSO_WM_UNIT_TYPE" val="j"/>
  <p:tag name="KSO_WM_BEAUTIFY_FLAG" val="#wm#"/>
</p:tagLst>
</file>

<file path=ppt/tags/tag524.xml><?xml version="1.0" encoding="utf-8"?>
<p:tagLst xmlns:p="http://schemas.openxmlformats.org/presentationml/2006/main">
  <p:tag name="KSO_WM_UNIT_INDEX" val="5"/>
  <p:tag name="KSO_WM_UNIT_TYPE" val="j"/>
  <p:tag name="KSO_WM_BEAUTIFY_FLAG" val="#wm#"/>
</p:tagLst>
</file>

<file path=ppt/tags/tag525.xml><?xml version="1.0" encoding="utf-8"?>
<p:tagLst xmlns:p="http://schemas.openxmlformats.org/presentationml/2006/main">
  <p:tag name="KSO_WM_UNIT_INDEX" val="3"/>
  <p:tag name="KSO_WM_UNIT_TYPE" val="f"/>
  <p:tag name="KSO_WM_UNIT_SUBTYPE" val="a"/>
  <p:tag name="KSO_WM_BEAUTIFY_FLAG" val="#wm#"/>
</p:tagLst>
</file>

<file path=ppt/tags/tag526.xml><?xml version="1.0" encoding="utf-8"?>
<p:tagLst xmlns:p="http://schemas.openxmlformats.org/presentationml/2006/main">
  <p:tag name="KSO_WM_UNIT_INDEX" val="9"/>
  <p:tag name="KSO_WM_UNIT_TYPE" val="f"/>
  <p:tag name="KSO_WM_UNIT_SUBTYPE" val="a"/>
  <p:tag name="KSO_WM_BEAUTIFY_FLAG" val="#wm#"/>
</p:tagLst>
</file>

<file path=ppt/tags/tag527.xml><?xml version="1.0" encoding="utf-8"?>
<p:tagLst xmlns:p="http://schemas.openxmlformats.org/presentationml/2006/main">
  <p:tag name="KSO_WM_UNIT_INDEX" val="8"/>
  <p:tag name="KSO_WM_UNIT_TYPE" val="j"/>
  <p:tag name="KSO_WM_BEAUTIFY_FLAG" val="#wm#"/>
</p:tagLst>
</file>

<file path=ppt/tags/tag528.xml><?xml version="1.0" encoding="utf-8"?>
<p:tagLst xmlns:p="http://schemas.openxmlformats.org/presentationml/2006/main">
  <p:tag name="KSO_WM_UNIT_INDEX" val="11"/>
  <p:tag name="KSO_WM_UNIT_TYPE" val="f"/>
  <p:tag name="KSO_WM_UNIT_SUBTYPE" val="a"/>
  <p:tag name="KSO_WM_BEAUTIFY_FLAG" val="#wm#"/>
</p:tagLst>
</file>

<file path=ppt/tags/tag529.xml><?xml version="1.0" encoding="utf-8"?>
<p:tagLst xmlns:p="http://schemas.openxmlformats.org/presentationml/2006/main">
  <p:tag name="KSO_WM_UNIT_INDEX" val="17"/>
  <p:tag name="KSO_WM_UNIT_TYPE" val="f"/>
  <p:tag name="KSO_WM_UNIT_SUBTYPE" val="a"/>
  <p:tag name="KSO_WM_BEAUTIFY_FLAG" val="#wm#"/>
</p:tagLst>
</file>

<file path=ppt/tags/tag530.xml><?xml version="1.0" encoding="utf-8"?>
<p:tagLst xmlns:p="http://schemas.openxmlformats.org/presentationml/2006/main">
  <p:tag name="KSO_WM_UNIT_INDEX" val="4"/>
  <p:tag name="KSO_WM_UNIT_TYPE" val="j"/>
  <p:tag name="KSO_WM_BEAUTIFY_FLAG" val="#wm#"/>
</p:tagLst>
</file>

<file path=ppt/tags/tag531.xml><?xml version="1.0" encoding="utf-8"?>
<p:tagLst xmlns:p="http://schemas.openxmlformats.org/presentationml/2006/main">
  <p:tag name="KSO_WM_UNIT_INDEX" val="7"/>
  <p:tag name="KSO_WM_UNIT_TYPE" val="i"/>
  <p:tag name="KSO_WM_BEAUTIFY_FLAG" val="#wm#"/>
</p:tagLst>
</file>

<file path=ppt/tags/tag532.xml><?xml version="1.0" encoding="utf-8"?>
<p:tagLst xmlns:p="http://schemas.openxmlformats.org/presentationml/2006/main">
  <p:tag name="KSO_WM_UNIT_INDEX" val="1"/>
  <p:tag name="KSO_WM_UNIT_TYPE" val="a"/>
  <p:tag name="KSO_WM_BEAUTIFY_FLAG" val="#wm#"/>
  <p:tag name="KSO_WM_UNIT_TEXT" val="数据治理方法：面向数据生命周期&#10;空间视角—数据在不同业务、不同系统中流动"/>
  <p:tag name="KSO_WM_UNIT_ID" val="_2*a*1"/>
  <p:tag name="KSO_WM_TAG_VERSION" val="3.0"/>
  <p:tag name="KSO_WM_UNIT_LAYERLEVEL" val="1"/>
  <p:tag name="KSO_WM_TEMPLATE_CATEGORY" val="custom"/>
  <p:tag name="KSO_WM_TEMPLATE_USER_THEME" val="1"/>
</p:tagLst>
</file>

<file path=ppt/tags/tag533.xml><?xml version="1.0" encoding="utf-8"?>
<p:tagLst xmlns:p="http://schemas.openxmlformats.org/presentationml/2006/main">
  <p:tag name="KSO_WM_UNIT_INDEX" val="8"/>
  <p:tag name="KSO_WM_UNIT_TYPE" val="f"/>
  <p:tag name="KSO_WM_UNIT_SUBTYPE" val="a"/>
  <p:tag name="KSO_WM_BEAUTIFY_FLAG" val="#wm#"/>
</p:tagLst>
</file>

<file path=ppt/tags/tag534.xml><?xml version="1.0" encoding="utf-8"?>
<p:tagLst xmlns:p="http://schemas.openxmlformats.org/presentationml/2006/main">
  <p:tag name="KSO_WM_SLIDE_TYPE" val="text"/>
  <p:tag name="KSO_WM_BEAUTIFY_FLAG" val="#wm#"/>
  <p:tag name="KSO_WM_TEMPLATE_CATEGORY" val="custom"/>
  <p:tag name="KSO_WM_TEMPLATE_USER_THEME" val="1"/>
  <p:tag name="KSO_WM_SLIDE_INDEX" val="8"/>
  <p:tag name="KSO_WM_SLIDE_ID" val="custom_8"/>
  <p:tag name="KSO_WM_TEMPLATE_SUBCATEGORY" val="29"/>
  <p:tag name="KSO_WM_SLIDE_LAYOUT" val="a_f"/>
  <p:tag name="KSO_WM_SLIDE_LAYOUT_CNT" val="1_1"/>
</p:tagLst>
</file>

<file path=ppt/tags/tag535.xml><?xml version="1.0" encoding="utf-8"?>
<p:tagLst xmlns:p="http://schemas.openxmlformats.org/presentationml/2006/main">
  <p:tag name="KSO_WM_UNIT_INDEX" val="6"/>
  <p:tag name="KSO_WM_UNIT_TYPE" val="j"/>
  <p:tag name="KSO_WM_BEAUTIFY_FLAG" val="#wm#"/>
</p:tagLst>
</file>

<file path=ppt/tags/tag536.xml><?xml version="1.0" encoding="utf-8"?>
<p:tagLst xmlns:p="http://schemas.openxmlformats.org/presentationml/2006/main">
  <p:tag name="KSO_WM_UNIT_INDEX" val="9"/>
  <p:tag name="KSO_WM_UNIT_TYPE" val="i"/>
  <p:tag name="KSO_WM_BEAUTIFY_FLAG" val="#wm#"/>
</p:tagLst>
</file>

<file path=ppt/tags/tag537.xml><?xml version="1.0" encoding="utf-8"?>
<p:tagLst xmlns:p="http://schemas.openxmlformats.org/presentationml/2006/main">
  <p:tag name="KSO_WM_UNIT_INDEX" val="4"/>
  <p:tag name="KSO_WM_UNIT_TYPE" val="j"/>
  <p:tag name="KSO_WM_BEAUTIFY_FLAG" val="#wm#"/>
</p:tagLst>
</file>

<file path=ppt/tags/tag538.xml><?xml version="1.0" encoding="utf-8"?>
<p:tagLst xmlns:p="http://schemas.openxmlformats.org/presentationml/2006/main">
  <p:tag name="KSO_WM_UNIT_INDEX" val="8"/>
  <p:tag name="KSO_WM_UNIT_TYPE" val="j"/>
  <p:tag name="KSO_WM_BEAUTIFY_FLAG" val="#wm#"/>
</p:tagLst>
</file>

<file path=ppt/tags/tag539.xml><?xml version="1.0" encoding="utf-8"?>
<p:tagLst xmlns:p="http://schemas.openxmlformats.org/presentationml/2006/main">
  <p:tag name="KSO_WM_UNIT_INDEX" val="3"/>
  <p:tag name="KSO_WM_UNIT_TYPE" val="f"/>
  <p:tag name="KSO_WM_UNIT_SUBTYPE" val="a"/>
  <p:tag name="KSO_WM_BEAUTIFY_FLAG" val="#wm#"/>
</p:tagLst>
</file>

<file path=ppt/tags/tag540.xml><?xml version="1.0" encoding="utf-8"?>
<p:tagLst xmlns:p="http://schemas.openxmlformats.org/presentationml/2006/main">
  <p:tag name="KSO_WM_UNIT_INDEX" val="7"/>
  <p:tag name="KSO_WM_UNIT_TYPE" val="f"/>
  <p:tag name="KSO_WM_UNIT_SUBTYPE" val="a"/>
  <p:tag name="KSO_WM_BEAUTIFY_FLAG" val="#wm#"/>
</p:tagLst>
</file>

<file path=ppt/tags/tag541.xml><?xml version="1.0" encoding="utf-8"?>
<p:tagLst xmlns:p="http://schemas.openxmlformats.org/presentationml/2006/main">
  <p:tag name="KSO_WM_UNIT_INDEX" val="5"/>
  <p:tag name="KSO_WM_UNIT_TYPE" val="f"/>
  <p:tag name="KSO_WM_UNIT_SUBTYPE" val="a"/>
  <p:tag name="KSO_WM_BEAUTIFY_FLAG" val="#wm#"/>
</p:tagLst>
</file>

<file path=ppt/tags/tag542.xml><?xml version="1.0" encoding="utf-8"?>
<p:tagLst xmlns:p="http://schemas.openxmlformats.org/presentationml/2006/main">
  <p:tag name="KSO_WM_UNIT_INDEX" val="1"/>
  <p:tag name="KSO_WM_UNIT_TYPE" val="a"/>
  <p:tag name="KSO_WM_BEAUTIFY_FLAG" val="#wm#"/>
  <p:tag name="KSO_WM_UNIT_TEXT" val="数据架构管理"/>
  <p:tag name="KSO_WM_UNIT_ID" val="_2*a*1"/>
  <p:tag name="KSO_WM_TAG_VERSION" val="3.0"/>
  <p:tag name="KSO_WM_UNIT_LAYERLEVEL" val="1"/>
  <p:tag name="KSO_WM_TEMPLATE_CATEGORY" val="custom"/>
  <p:tag name="KSO_WM_TEMPLATE_USER_THEME" val="1"/>
</p:tagLst>
</file>

<file path=ppt/tags/tag543.xml><?xml version="1.0" encoding="utf-8"?>
<p:tagLst xmlns:p="http://schemas.openxmlformats.org/presentationml/2006/main">
  <p:tag name="KSO_WM_SLIDE_TYPE" val="text"/>
  <p:tag name="KSO_WM_BEAUTIFY_FLAG" val="#wm#"/>
  <p:tag name="KSO_WM_TEMPLATE_CATEGORY" val="custom"/>
  <p:tag name="KSO_WM_TEMPLATE_USER_THEME" val="1"/>
  <p:tag name="KSO_WM_SLIDE_INDEX" val="8"/>
  <p:tag name="KSO_WM_SLIDE_ID" val="custom_8"/>
  <p:tag name="KSO_WM_TEMPLATE_SUBCATEGORY" val="29"/>
  <p:tag name="KSO_WM_SLIDE_LAYOUT" val="a_f"/>
  <p:tag name="KSO_WM_SLIDE_LAYOUT_CNT" val="1_1"/>
</p:tagLst>
</file>

<file path=ppt/tags/tag544.xml><?xml version="1.0" encoding="utf-8"?>
<p:tagLst xmlns:p="http://schemas.openxmlformats.org/presentationml/2006/main">
  <p:tag name="KSO_WM_UNIT_INDEX" val="4"/>
  <p:tag name="KSO_WM_UNIT_TYPE" val="i"/>
  <p:tag name="KSO_WM_BEAUTIFY_FLAG" val="#wm#"/>
</p:tagLst>
</file>

<file path=ppt/tags/tag545.xml><?xml version="1.0" encoding="utf-8"?>
<p:tagLst xmlns:p="http://schemas.openxmlformats.org/presentationml/2006/main">
  <p:tag name="KSO_WM_UNIT_INDEX" val="3"/>
  <p:tag name="KSO_WM_UNIT_TYPE" val="j"/>
  <p:tag name="KSO_WM_BEAUTIFY_FLAG" val="#wm#"/>
</p:tagLst>
</file>

<file path=ppt/tags/tag546.xml><?xml version="1.0" encoding="utf-8"?>
<p:tagLst xmlns:p="http://schemas.openxmlformats.org/presentationml/2006/main">
  <p:tag name="KSO_WM_UNIT_INDEX" val="6"/>
  <p:tag name="KSO_WM_UNIT_TYPE" val="f"/>
  <p:tag name="KSO_WM_UNIT_SUBTYPE" val="a"/>
  <p:tag name="KSO_WM_BEAUTIFY_FLAG" val="#wm#"/>
</p:tagLst>
</file>

<file path=ppt/tags/tag547.xml><?xml version="1.0" encoding="utf-8"?>
<p:tagLst xmlns:p="http://schemas.openxmlformats.org/presentationml/2006/main">
  <p:tag name="KSO_WM_UNIT_INDEX" val="1"/>
  <p:tag name="KSO_WM_UNIT_TYPE" val="a"/>
  <p:tag name="KSO_WM_BEAUTIFY_FLAG" val="#wm#"/>
  <p:tag name="KSO_WM_UNIT_TEXT" val="示例：企业数据模型"/>
  <p:tag name="KSO_WM_UNIT_ID" val="_2*a*1"/>
  <p:tag name="KSO_WM_TAG_VERSION" val="3.0"/>
  <p:tag name="KSO_WM_UNIT_LAYERLEVEL" val="1"/>
  <p:tag name="KSO_WM_TEMPLATE_CATEGORY" val="custom"/>
  <p:tag name="KSO_WM_TEMPLATE_USER_THEME" val="1"/>
</p:tagLst>
</file>

<file path=ppt/tags/tag548.xml><?xml version="1.0" encoding="utf-8"?>
<p:tagLst xmlns:p="http://schemas.openxmlformats.org/presentationml/2006/main">
  <p:tag name="KSO_WM_SLIDE_TYPE" val="text"/>
  <p:tag name="KSO_WM_BEAUTIFY_FLAG" val="#wm#"/>
  <p:tag name="KSO_WM_TEMPLATE_CATEGORY" val="custom"/>
  <p:tag name="KSO_WM_TEMPLATE_USER_THEME" val="1"/>
  <p:tag name="KSO_WM_SLIDE_INDEX" val="8"/>
  <p:tag name="KSO_WM_SLIDE_ID" val="custom_8"/>
  <p:tag name="KSO_WM_TEMPLATE_SUBCATEGORY" val="29"/>
  <p:tag name="KSO_WM_SLIDE_LAYOUT" val="a_f"/>
  <p:tag name="KSO_WM_SLIDE_LAYOUT_CNT" val="1_1"/>
</p:tagLst>
</file>

<file path=ppt/tags/tag549.xml><?xml version="1.0" encoding="utf-8"?>
<p:tagLst xmlns:p="http://schemas.openxmlformats.org/presentationml/2006/main">
  <p:tag name="KSO_WM_UNIT_INDEX" val="3"/>
  <p:tag name="KSO_WM_UNIT_TYPE" val="f"/>
  <p:tag name="KSO_WM_UNIT_SUBTYPE" val="a"/>
  <p:tag name="KSO_WM_BEAUTIFY_FLAG" val="#wm#"/>
</p:tagLst>
</file>

<file path=ppt/tags/tag550.xml><?xml version="1.0" encoding="utf-8"?>
<p:tagLst xmlns:p="http://schemas.openxmlformats.org/presentationml/2006/main">
  <p:tag name="KSO_WM_UNIT_INDEX" val="21"/>
  <p:tag name="KSO_WM_UNIT_TYPE" val="f"/>
  <p:tag name="KSO_WM_UNIT_SUBTYPE" val="a"/>
  <p:tag name="KSO_WM_BEAUTIFY_FLAG" val="#wm#"/>
</p:tagLst>
</file>

<file path=ppt/tags/tag551.xml><?xml version="1.0" encoding="utf-8"?>
<p:tagLst xmlns:p="http://schemas.openxmlformats.org/presentationml/2006/main">
  <p:tag name="KSO_WM_UNIT_INDEX" val="25"/>
  <p:tag name="KSO_WM_UNIT_TYPE" val="j"/>
  <p:tag name="KSO_WM_BEAUTIFY_FLAG" val="#wm#"/>
</p:tagLst>
</file>

<file path=ppt/tags/tag552.xml><?xml version="1.0" encoding="utf-8"?>
<p:tagLst xmlns:p="http://schemas.openxmlformats.org/presentationml/2006/main">
  <p:tag name="KSO_WM_UNIT_INDEX" val="32"/>
  <p:tag name="KSO_WM_UNIT_TYPE" val="i"/>
  <p:tag name="KSO_WM_BEAUTIFY_FLAG" val="#wm#"/>
</p:tagLst>
</file>

<file path=ppt/tags/tag553.xml><?xml version="1.0" encoding="utf-8"?>
<p:tagLst xmlns:p="http://schemas.openxmlformats.org/presentationml/2006/main">
  <p:tag name="KSO_WM_UNIT_INDEX" val="28"/>
  <p:tag name="KSO_WM_UNIT_TYPE" val="i"/>
  <p:tag name="KSO_WM_BEAUTIFY_FLAG" val="#wm#"/>
</p:tagLst>
</file>

<file path=ppt/tags/tag554.xml><?xml version="1.0" encoding="utf-8"?>
<p:tagLst xmlns:p="http://schemas.openxmlformats.org/presentationml/2006/main">
  <p:tag name="KSO_WM_UNIT_INDEX" val="31"/>
  <p:tag name="KSO_WM_UNIT_TYPE" val="i"/>
  <p:tag name="KSO_WM_BEAUTIFY_FLAG" val="#wm#"/>
</p:tagLst>
</file>

<file path=ppt/tags/tag555.xml><?xml version="1.0" encoding="utf-8"?>
<p:tagLst xmlns:p="http://schemas.openxmlformats.org/presentationml/2006/main">
  <p:tag name="KSO_WM_UNIT_INDEX" val="33"/>
  <p:tag name="KSO_WM_UNIT_TYPE" val="i"/>
  <p:tag name="KSO_WM_BEAUTIFY_FLAG" val="#wm#"/>
</p:tagLst>
</file>

<file path=ppt/tags/tag556.xml><?xml version="1.0" encoding="utf-8"?>
<p:tagLst xmlns:p="http://schemas.openxmlformats.org/presentationml/2006/main">
  <p:tag name="KSO_WM_UNIT_INDEX" val="36"/>
  <p:tag name="KSO_WM_UNIT_TYPE" val="i"/>
  <p:tag name="KSO_WM_BEAUTIFY_FLAG" val="#wm#"/>
</p:tagLst>
</file>

<file path=ppt/tags/tag557.xml><?xml version="1.0" encoding="utf-8"?>
<p:tagLst xmlns:p="http://schemas.openxmlformats.org/presentationml/2006/main">
  <p:tag name="KSO_WM_UNIT_INDEX" val="38"/>
  <p:tag name="KSO_WM_UNIT_TYPE" val="i"/>
  <p:tag name="KSO_WM_BEAUTIFY_FLAG" val="#wm#"/>
</p:tagLst>
</file>

<file path=ppt/tags/tag558.xml><?xml version="1.0" encoding="utf-8"?>
<p:tagLst xmlns:p="http://schemas.openxmlformats.org/presentationml/2006/main">
  <p:tag name="KSO_WM_UNIT_INDEX" val="29"/>
  <p:tag name="KSO_WM_UNIT_TYPE" val="i"/>
  <p:tag name="KSO_WM_BEAUTIFY_FLAG" val="#wm#"/>
</p:tagLst>
</file>

<file path=ppt/tags/tag559.xml><?xml version="1.0" encoding="utf-8"?>
<p:tagLst xmlns:p="http://schemas.openxmlformats.org/presentationml/2006/main">
  <p:tag name="KSO_WM_UNIT_INDEX" val="35"/>
  <p:tag name="KSO_WM_UNIT_TYPE" val="i"/>
  <p:tag name="KSO_WM_BEAUTIFY_FLAG" val="#wm#"/>
</p:tagLst>
</file>

<file path=ppt/tags/tag560.xml><?xml version="1.0" encoding="utf-8"?>
<p:tagLst xmlns:p="http://schemas.openxmlformats.org/presentationml/2006/main">
  <p:tag name="KSO_WM_UNIT_INDEX" val="26"/>
  <p:tag name="KSO_WM_UNIT_TYPE" val="i"/>
  <p:tag name="KSO_WM_BEAUTIFY_FLAG" val="#wm#"/>
</p:tagLst>
</file>

<file path=ppt/tags/tag561.xml><?xml version="1.0" encoding="utf-8"?>
<p:tagLst xmlns:p="http://schemas.openxmlformats.org/presentationml/2006/main">
  <p:tag name="KSO_WM_UNIT_INDEX" val="41"/>
  <p:tag name="KSO_WM_UNIT_TYPE" val="i"/>
  <p:tag name="KSO_WM_BEAUTIFY_FLAG" val="#wm#"/>
</p:tagLst>
</file>

<file path=ppt/tags/tag562.xml><?xml version="1.0" encoding="utf-8"?>
<p:tagLst xmlns:p="http://schemas.openxmlformats.org/presentationml/2006/main">
  <p:tag name="KSO_WM_UNIT_INDEX" val="27"/>
  <p:tag name="KSO_WM_UNIT_TYPE" val="i"/>
  <p:tag name="KSO_WM_BEAUTIFY_FLAG" val="#wm#"/>
</p:tagLst>
</file>

<file path=ppt/tags/tag563.xml><?xml version="1.0" encoding="utf-8"?>
<p:tagLst xmlns:p="http://schemas.openxmlformats.org/presentationml/2006/main">
  <p:tag name="KSO_WM_UNIT_INDEX" val="34"/>
  <p:tag name="KSO_WM_UNIT_TYPE" val="i"/>
  <p:tag name="KSO_WM_BEAUTIFY_FLAG" val="#wm#"/>
</p:tagLst>
</file>

<file path=ppt/tags/tag564.xml><?xml version="1.0" encoding="utf-8"?>
<p:tagLst xmlns:p="http://schemas.openxmlformats.org/presentationml/2006/main">
  <p:tag name="KSO_WM_UNIT_INDEX" val="42"/>
  <p:tag name="KSO_WM_UNIT_TYPE" val="i"/>
  <p:tag name="KSO_WM_BEAUTIFY_FLAG" val="#wm#"/>
</p:tagLst>
</file>

<file path=ppt/tags/tag565.xml><?xml version="1.0" encoding="utf-8"?>
<p:tagLst xmlns:p="http://schemas.openxmlformats.org/presentationml/2006/main">
  <p:tag name="KSO_WM_UNIT_INDEX" val="30"/>
  <p:tag name="KSO_WM_UNIT_TYPE" val="i"/>
  <p:tag name="KSO_WM_BEAUTIFY_FLAG" val="#wm#"/>
</p:tagLst>
</file>

<file path=ppt/tags/tag566.xml><?xml version="1.0" encoding="utf-8"?>
<p:tagLst xmlns:p="http://schemas.openxmlformats.org/presentationml/2006/main">
  <p:tag name="KSO_WM_UNIT_INDEX" val="39"/>
  <p:tag name="KSO_WM_UNIT_TYPE" val="i"/>
  <p:tag name="KSO_WM_BEAUTIFY_FLAG" val="#wm#"/>
</p:tagLst>
</file>

<file path=ppt/tags/tag567.xml><?xml version="1.0" encoding="utf-8"?>
<p:tagLst xmlns:p="http://schemas.openxmlformats.org/presentationml/2006/main">
  <p:tag name="KSO_WM_UNIT_INDEX" val="47"/>
  <p:tag name="KSO_WM_UNIT_TYPE" val="i"/>
  <p:tag name="KSO_WM_BEAUTIFY_FLAG" val="#wm#"/>
</p:tagLst>
</file>

<file path=ppt/tags/tag568.xml><?xml version="1.0" encoding="utf-8"?>
<p:tagLst xmlns:p="http://schemas.openxmlformats.org/presentationml/2006/main">
  <p:tag name="KSO_WM_UNIT_INDEX" val="43"/>
  <p:tag name="KSO_WM_UNIT_TYPE" val="i"/>
  <p:tag name="KSO_WM_BEAUTIFY_FLAG" val="#wm#"/>
</p:tagLst>
</file>

<file path=ppt/tags/tag569.xml><?xml version="1.0" encoding="utf-8"?>
<p:tagLst xmlns:p="http://schemas.openxmlformats.org/presentationml/2006/main">
  <p:tag name="KSO_WM_UNIT_INDEX" val="46"/>
  <p:tag name="KSO_WM_UNIT_TYPE" val="i"/>
  <p:tag name="KSO_WM_BEAUTIFY_FLAG" val="#wm#"/>
</p:tagLst>
</file>

<file path=ppt/tags/tag570.xml><?xml version="1.0" encoding="utf-8"?>
<p:tagLst xmlns:p="http://schemas.openxmlformats.org/presentationml/2006/main">
  <p:tag name="KSO_WM_UNIT_INDEX" val="48"/>
  <p:tag name="KSO_WM_UNIT_TYPE" val="i"/>
  <p:tag name="KSO_WM_BEAUTIFY_FLAG" val="#wm#"/>
</p:tagLst>
</file>

<file path=ppt/tags/tag571.xml><?xml version="1.0" encoding="utf-8"?>
<p:tagLst xmlns:p="http://schemas.openxmlformats.org/presentationml/2006/main">
  <p:tag name="KSO_WM_UNIT_INDEX" val="51"/>
  <p:tag name="KSO_WM_UNIT_TYPE" val="i"/>
  <p:tag name="KSO_WM_BEAUTIFY_FLAG" val="#wm#"/>
</p:tagLst>
</file>

<file path=ppt/tags/tag572.xml><?xml version="1.0" encoding="utf-8"?>
<p:tagLst xmlns:p="http://schemas.openxmlformats.org/presentationml/2006/main">
  <p:tag name="KSO_WM_UNIT_INDEX" val="52"/>
  <p:tag name="KSO_WM_UNIT_TYPE" val="i"/>
  <p:tag name="KSO_WM_BEAUTIFY_FLAG" val="#wm#"/>
</p:tagLst>
</file>

<file path=ppt/tags/tag573.xml><?xml version="1.0" encoding="utf-8"?>
<p:tagLst xmlns:p="http://schemas.openxmlformats.org/presentationml/2006/main">
  <p:tag name="KSO_WM_UNIT_INDEX" val="44"/>
  <p:tag name="KSO_WM_UNIT_TYPE" val="i"/>
  <p:tag name="KSO_WM_BEAUTIFY_FLAG" val="#wm#"/>
</p:tagLst>
</file>

<file path=ppt/tags/tag574.xml><?xml version="1.0" encoding="utf-8"?>
<p:tagLst xmlns:p="http://schemas.openxmlformats.org/presentationml/2006/main">
  <p:tag name="KSO_WM_UNIT_INDEX" val="50"/>
  <p:tag name="KSO_WM_UNIT_TYPE" val="i"/>
  <p:tag name="KSO_WM_BEAUTIFY_FLAG" val="#wm#"/>
</p:tagLst>
</file>

<file path=ppt/tags/tag575.xml><?xml version="1.0" encoding="utf-8"?>
<p:tagLst xmlns:p="http://schemas.openxmlformats.org/presentationml/2006/main">
  <p:tag name="KSO_WM_UNIT_INDEX" val="37"/>
  <p:tag name="KSO_WM_UNIT_TYPE" val="i"/>
  <p:tag name="KSO_WM_BEAUTIFY_FLAG" val="#wm#"/>
</p:tagLst>
</file>

<file path=ppt/tags/tag576.xml><?xml version="1.0" encoding="utf-8"?>
<p:tagLst xmlns:p="http://schemas.openxmlformats.org/presentationml/2006/main">
  <p:tag name="KSO_WM_UNIT_INDEX" val="54"/>
  <p:tag name="KSO_WM_UNIT_TYPE" val="i"/>
  <p:tag name="KSO_WM_BEAUTIFY_FLAG" val="#wm#"/>
</p:tagLst>
</file>

<file path=ppt/tags/tag577.xml><?xml version="1.0" encoding="utf-8"?>
<p:tagLst xmlns:p="http://schemas.openxmlformats.org/presentationml/2006/main">
  <p:tag name="KSO_WM_UNIT_INDEX" val="40"/>
  <p:tag name="KSO_WM_UNIT_TYPE" val="i"/>
  <p:tag name="KSO_WM_BEAUTIFY_FLAG" val="#wm#"/>
</p:tagLst>
</file>

<file path=ppt/tags/tag578.xml><?xml version="1.0" encoding="utf-8"?>
<p:tagLst xmlns:p="http://schemas.openxmlformats.org/presentationml/2006/main">
  <p:tag name="KSO_WM_UNIT_INDEX" val="49"/>
  <p:tag name="KSO_WM_UNIT_TYPE" val="i"/>
  <p:tag name="KSO_WM_BEAUTIFY_FLAG" val="#wm#"/>
</p:tagLst>
</file>

<file path=ppt/tags/tag579.xml><?xml version="1.0" encoding="utf-8"?>
<p:tagLst xmlns:p="http://schemas.openxmlformats.org/presentationml/2006/main">
  <p:tag name="KSO_WM_UNIT_INDEX" val="55"/>
  <p:tag name="KSO_WM_UNIT_TYPE" val="i"/>
  <p:tag name="KSO_WM_BEAUTIFY_FLAG" val="#wm#"/>
</p:tagLst>
</file>

<file path=ppt/tags/tag580.xml><?xml version="1.0" encoding="utf-8"?>
<p:tagLst xmlns:p="http://schemas.openxmlformats.org/presentationml/2006/main">
  <p:tag name="KSO_WM_UNIT_INDEX" val="45"/>
  <p:tag name="KSO_WM_UNIT_TYPE" val="i"/>
  <p:tag name="KSO_WM_BEAUTIFY_FLAG" val="#wm#"/>
</p:tagLst>
</file>

<file path=ppt/tags/tag581.xml><?xml version="1.0" encoding="utf-8"?>
<p:tagLst xmlns:p="http://schemas.openxmlformats.org/presentationml/2006/main">
  <p:tag name="KSO_WM_UNIT_INDEX" val="53"/>
  <p:tag name="KSO_WM_UNIT_TYPE" val="i"/>
  <p:tag name="KSO_WM_BEAUTIFY_FLAG" val="#wm#"/>
</p:tagLst>
</file>

<file path=ppt/tags/tag582.xml><?xml version="1.0" encoding="utf-8"?>
<p:tagLst xmlns:p="http://schemas.openxmlformats.org/presentationml/2006/main">
  <p:tag name="KSO_WM_UNIT_INDEX" val="5"/>
  <p:tag name="KSO_WM_UNIT_TYPE" val="f"/>
  <p:tag name="KSO_WM_UNIT_SUBTYPE" val="a"/>
  <p:tag name="KSO_WM_BEAUTIFY_FLAG" val="#wm#"/>
</p:tagLst>
</file>

<file path=ppt/tags/tag583.xml><?xml version="1.0" encoding="utf-8"?>
<p:tagLst xmlns:p="http://schemas.openxmlformats.org/presentationml/2006/main">
  <p:tag name="KSO_WM_UNIT_INDEX" val="6"/>
  <p:tag name="KSO_WM_UNIT_TYPE" val="f"/>
  <p:tag name="KSO_WM_UNIT_SUBTYPE" val="a"/>
  <p:tag name="KSO_WM_BEAUTIFY_FLAG" val="#wm#"/>
</p:tagLst>
</file>

<file path=ppt/tags/tag584.xml><?xml version="1.0" encoding="utf-8"?>
<p:tagLst xmlns:p="http://schemas.openxmlformats.org/presentationml/2006/main">
  <p:tag name="KSO_WM_UNIT_INDEX" val="58"/>
  <p:tag name="KSO_WM_UNIT_TYPE" val="j"/>
  <p:tag name="KSO_WM_BEAUTIFY_FLAG" val="#wm#"/>
</p:tagLst>
</file>

<file path=ppt/tags/tag585.xml><?xml version="1.0" encoding="utf-8"?>
<p:tagLst xmlns:p="http://schemas.openxmlformats.org/presentationml/2006/main">
  <p:tag name="KSO_WM_UNIT_INDEX" val="23"/>
  <p:tag name="KSO_WM_UNIT_TYPE" val="i"/>
  <p:tag name="KSO_WM_BEAUTIFY_FLAG" val="#wm#"/>
</p:tagLst>
</file>

<file path=ppt/tags/tag586.xml><?xml version="1.0" encoding="utf-8"?>
<p:tagLst xmlns:p="http://schemas.openxmlformats.org/presentationml/2006/main">
  <p:tag name="KSO_WM_UNIT_INDEX" val="22"/>
  <p:tag name="KSO_WM_UNIT_TYPE" val="i"/>
  <p:tag name="KSO_WM_BEAUTIFY_FLAG" val="#wm#"/>
</p:tagLst>
</file>

<file path=ppt/tags/tag587.xml><?xml version="1.0" encoding="utf-8"?>
<p:tagLst xmlns:p="http://schemas.openxmlformats.org/presentationml/2006/main">
  <p:tag name="KSO_WM_UNIT_INDEX" val="24"/>
  <p:tag name="KSO_WM_UNIT_TYPE" val="i"/>
  <p:tag name="KSO_WM_BEAUTIFY_FLAG" val="#wm#"/>
</p:tagLst>
</file>

<file path=ppt/tags/tag588.xml><?xml version="1.0" encoding="utf-8"?>
<p:tagLst xmlns:p="http://schemas.openxmlformats.org/presentationml/2006/main">
  <p:tag name="KSO_WM_UNIT_INDEX" val="57"/>
  <p:tag name="KSO_WM_UNIT_TYPE" val="i"/>
  <p:tag name="KSO_WM_BEAUTIFY_FLAG" val="#wm#"/>
</p:tagLst>
</file>

<file path=ppt/tags/tag589.xml><?xml version="1.0" encoding="utf-8"?>
<p:tagLst xmlns:p="http://schemas.openxmlformats.org/presentationml/2006/main">
  <p:tag name="KSO_WM_UNIT_INDEX" val="60"/>
  <p:tag name="KSO_WM_UNIT_TYPE" val="j"/>
  <p:tag name="KSO_WM_BEAUTIFY_FLAG" val="#wm#"/>
</p:tagLst>
</file>

<file path=ppt/tags/tag590.xml><?xml version="1.0" encoding="utf-8"?>
<p:tagLst xmlns:p="http://schemas.openxmlformats.org/presentationml/2006/main">
  <p:tag name="KSO_WM_UNIT_INDEX" val="59"/>
  <p:tag name="KSO_WM_UNIT_TYPE" val="i"/>
  <p:tag name="KSO_WM_BEAUTIFY_FLAG" val="#wm#"/>
</p:tagLst>
</file>

<file path=ppt/tags/tag591.xml><?xml version="1.0" encoding="utf-8"?>
<p:tagLst xmlns:p="http://schemas.openxmlformats.org/presentationml/2006/main">
  <p:tag name="KSO_WM_UNIT_INDEX" val="56"/>
  <p:tag name="KSO_WM_UNIT_TYPE" val="f"/>
  <p:tag name="KSO_WM_UNIT_SUBTYPE" val="a"/>
  <p:tag name="KSO_WM_BEAUTIFY_FLAG" val="#wm#"/>
</p:tagLst>
</file>

<file path=ppt/tags/tag592.xml><?xml version="1.0" encoding="utf-8"?>
<p:tagLst xmlns:p="http://schemas.openxmlformats.org/presentationml/2006/main">
  <p:tag name="KSO_WM_UNIT_INDEX" val="62"/>
  <p:tag name="KSO_WM_UNIT_TYPE" val="f"/>
  <p:tag name="KSO_WM_UNIT_SUBTYPE" val="a"/>
  <p:tag name="KSO_WM_BEAUTIFY_FLAG" val="#wm#"/>
</p:tagLst>
</file>

<file path=ppt/tags/tag593.xml><?xml version="1.0" encoding="utf-8"?>
<p:tagLst xmlns:p="http://schemas.openxmlformats.org/presentationml/2006/main">
  <p:tag name="KSO_WM_UNIT_INDEX" val="61"/>
  <p:tag name="KSO_WM_UNIT_TYPE" val="f"/>
  <p:tag name="KSO_WM_UNIT_SUBTYPE" val="a"/>
  <p:tag name="KSO_WM_BEAUTIFY_FLAG" val="#wm#"/>
</p:tagLst>
</file>

<file path=ppt/tags/tag594.xml><?xml version="1.0" encoding="utf-8"?>
<p:tagLst xmlns:p="http://schemas.openxmlformats.org/presentationml/2006/main">
  <p:tag name="KSO_WM_UNIT_INDEX" val="4"/>
  <p:tag name="KSO_WM_UNIT_TYPE" val="f"/>
  <p:tag name="KSO_WM_UNIT_SUBTYPE" val="a"/>
  <p:tag name="KSO_WM_BEAUTIFY_FLAG" val="#wm#"/>
</p:tagLst>
</file>

<file path=ppt/tags/tag595.xml><?xml version="1.0" encoding="utf-8"?>
<p:tagLst xmlns:p="http://schemas.openxmlformats.org/presentationml/2006/main">
  <p:tag name="KSO_WM_SLIDE_TYPE" val="text"/>
  <p:tag name="KSO_WM_BEAUTIFY_FLAG" val="#wm#"/>
  <p:tag name="KSO_WM_TEMPLATE_CATEGORY" val="custom"/>
  <p:tag name="KSO_WM_TEMPLATE_USER_THEME" val="1"/>
  <p:tag name="KSO_WM_SLIDE_INDEX" val="8"/>
  <p:tag name="KSO_WM_SLIDE_ID" val="custom_8"/>
  <p:tag name="KSO_WM_TEMPLATE_SUBCATEGORY" val="29"/>
  <p:tag name="KSO_WM_SLIDE_LAYOUT" val="a_f"/>
  <p:tag name="KSO_WM_SLIDE_LAYOUT_CNT" val="1_1"/>
</p:tagLst>
</file>

<file path=ppt/tags/tag596.xml><?xml version="1.0" encoding="utf-8"?>
<p:tagLst xmlns:p="http://schemas.openxmlformats.org/presentationml/2006/main">
  <p:tag name="KSO_WM_UNIT_INDEX" val="1"/>
  <p:tag name="KSO_WM_UNIT_TYPE" val="i"/>
  <p:tag name="KSO_WM_BEAUTIFY_FLAG" val="#wm#"/>
</p:tagLst>
</file>

<file path=ppt/tags/tag597.xml><?xml version="1.0" encoding="utf-8"?>
<p:tagLst xmlns:p="http://schemas.openxmlformats.org/presentationml/2006/main">
  <p:tag name="KSO_WM_UNIT_INDEX" val="1"/>
  <p:tag name="KSO_WM_UNIT_TYPE" val="a"/>
  <p:tag name="KSO_WM_BEAUTIFY_FLAG" val="#wm#"/>
  <p:tag name="KSO_WM_UNIT_TEXT" val="示例：信息价值链分析"/>
  <p:tag name="KSO_WM_UNIT_ID" val="_2*a*1"/>
  <p:tag name="KSO_WM_TAG_VERSION" val="3.0"/>
  <p:tag name="KSO_WM_UNIT_LAYERLEVEL" val="1"/>
  <p:tag name="KSO_WM_TEMPLATE_CATEGORY" val="custom"/>
  <p:tag name="KSO_WM_TEMPLATE_USER_THEME" val="1"/>
</p:tagLst>
</file>

<file path=ppt/tags/tag598.xml><?xml version="1.0" encoding="utf-8"?>
<p:tagLst xmlns:p="http://schemas.openxmlformats.org/presentationml/2006/main">
  <p:tag name="KSO_WM_SLIDE_TYPE" val="text"/>
  <p:tag name="KSO_WM_BEAUTIFY_FLAG" val="#wm#"/>
  <p:tag name="KSO_WM_TEMPLATE_CATEGORY" val="custom"/>
  <p:tag name="KSO_WM_TEMPLATE_USER_THEME" val="1"/>
  <p:tag name="KSO_WM_SLIDE_INDEX" val="8"/>
  <p:tag name="KSO_WM_SLIDE_ID" val="custom_8"/>
  <p:tag name="KSO_WM_TEMPLATE_SUBCATEGORY" val="29"/>
  <p:tag name="KSO_WM_SLIDE_LAYOUT" val="a_f"/>
  <p:tag name="KSO_WM_SLIDE_LAYOUT_CNT" val="1_1"/>
</p:tagLst>
</file>

<file path=ppt/tags/tag599.xml><?xml version="1.0" encoding="utf-8"?>
<p:tagLst xmlns:p="http://schemas.openxmlformats.org/presentationml/2006/main">
  <p:tag name="KSO_WM_UNIT_INDEX" val="4"/>
  <p:tag name="KSO_WM_UNIT_TYPE" val="f"/>
  <p:tag name="KSO_WM_UNIT_SUBTYPE" val="a"/>
  <p:tag name="KSO_WM_BEAUTIFY_FLAG" val="#wm#"/>
</p:tagLst>
</file>

<file path=ppt/tags/tag600.xml><?xml version="1.0" encoding="utf-8"?>
<p:tagLst xmlns:p="http://schemas.openxmlformats.org/presentationml/2006/main">
  <p:tag name="KSO_WM_UNIT_INDEX" val="1"/>
  <p:tag name="KSO_WM_UNIT_TYPE" val="i"/>
  <p:tag name="KSO_WM_BEAUTIFY_FLAG" val="#wm#"/>
</p:tagLst>
</file>

<file path=ppt/tags/tag601.xml><?xml version="1.0" encoding="utf-8"?>
<p:tagLst xmlns:p="http://schemas.openxmlformats.org/presentationml/2006/main">
  <p:tag name="KSO_WM_UNIT_INDEX" val="55"/>
  <p:tag name="KSO_WM_UNIT_TYPE" val="i"/>
  <p:tag name="KSO_WM_BEAUTIFY_FLAG" val="#wm#"/>
</p:tagLst>
</file>

<file path=ppt/tags/tag602.xml><?xml version="1.0" encoding="utf-8"?>
<p:tagLst xmlns:p="http://schemas.openxmlformats.org/presentationml/2006/main">
  <p:tag name="KSO_WM_UNIT_INDEX" val="20"/>
  <p:tag name="KSO_WM_UNIT_TYPE" val="i"/>
  <p:tag name="KSO_WM_BEAUTIFY_FLAG" val="#wm#"/>
</p:tagLst>
</file>

<file path=ppt/tags/tag603.xml><?xml version="1.0" encoding="utf-8"?>
<p:tagLst xmlns:p="http://schemas.openxmlformats.org/presentationml/2006/main">
  <p:tag name="KSO_WM_UNIT_INDEX" val="17"/>
  <p:tag name="KSO_WM_UNIT_TYPE" val="i"/>
  <p:tag name="KSO_WM_BEAUTIFY_FLAG" val="#wm#"/>
</p:tagLst>
</file>

<file path=ppt/tags/tag604.xml><?xml version="1.0" encoding="utf-8"?>
<p:tagLst xmlns:p="http://schemas.openxmlformats.org/presentationml/2006/main">
  <p:tag name="KSO_WM_UNIT_INDEX" val="24"/>
  <p:tag name="KSO_WM_UNIT_TYPE" val="f"/>
  <p:tag name="KSO_WM_UNIT_SUBTYPE" val="a"/>
  <p:tag name="KSO_WM_BEAUTIFY_FLAG" val="#wm#"/>
</p:tagLst>
</file>

<file path=ppt/tags/tag605.xml><?xml version="1.0" encoding="utf-8"?>
<p:tagLst xmlns:p="http://schemas.openxmlformats.org/presentationml/2006/main">
  <p:tag name="KSO_WM_UNIT_INDEX" val="54"/>
  <p:tag name="KSO_WM_UNIT_TYPE" val="f"/>
  <p:tag name="KSO_WM_UNIT_SUBTYPE" val="a"/>
  <p:tag name="KSO_WM_BEAUTIFY_FLAG" val="#wm#"/>
</p:tagLst>
</file>

<file path=ppt/tags/tag606.xml><?xml version="1.0" encoding="utf-8"?>
<p:tagLst xmlns:p="http://schemas.openxmlformats.org/presentationml/2006/main">
  <p:tag name="KSO_WM_UNIT_INDEX" val="5"/>
  <p:tag name="KSO_WM_UNIT_TYPE" val="f"/>
  <p:tag name="KSO_WM_UNIT_SUBTYPE" val="a"/>
  <p:tag name="KSO_WM_BEAUTIFY_FLAG" val="#wm#"/>
</p:tagLst>
</file>

<file path=ppt/tags/tag607.xml><?xml version="1.0" encoding="utf-8"?>
<p:tagLst xmlns:p="http://schemas.openxmlformats.org/presentationml/2006/main">
  <p:tag name="KSO_WM_UNIT_INDEX" val="26"/>
  <p:tag name="KSO_WM_UNIT_TYPE" val="i"/>
  <p:tag name="KSO_WM_BEAUTIFY_FLAG" val="#wm#"/>
</p:tagLst>
</file>

<file path=ppt/tags/tag608.xml><?xml version="1.0" encoding="utf-8"?>
<p:tagLst xmlns:p="http://schemas.openxmlformats.org/presentationml/2006/main">
  <p:tag name="KSO_WM_UNIT_INDEX" val="7"/>
  <p:tag name="KSO_WM_UNIT_TYPE" val="f"/>
  <p:tag name="KSO_WM_UNIT_SUBTYPE" val="a"/>
  <p:tag name="KSO_WM_BEAUTIFY_FLAG" val="#wm#"/>
</p:tagLst>
</file>

<file path=ppt/tags/tag609.xml><?xml version="1.0" encoding="utf-8"?>
<p:tagLst xmlns:p="http://schemas.openxmlformats.org/presentationml/2006/main">
  <p:tag name="KSO_WM_UNIT_INDEX" val="29"/>
  <p:tag name="KSO_WM_UNIT_TYPE" val="i"/>
  <p:tag name="KSO_WM_BEAUTIFY_FLAG" val="#wm#"/>
</p:tagLst>
</file>

<file path=ppt/tags/tag610.xml><?xml version="1.0" encoding="utf-8"?>
<p:tagLst xmlns:p="http://schemas.openxmlformats.org/presentationml/2006/main">
  <p:tag name="KSO_WM_UNIT_INDEX" val="27"/>
  <p:tag name="KSO_WM_UNIT_TYPE" val="i"/>
  <p:tag name="KSO_WM_BEAUTIFY_FLAG" val="#wm#"/>
</p:tagLst>
</file>

<file path=ppt/tags/tag611.xml><?xml version="1.0" encoding="utf-8"?>
<p:tagLst xmlns:p="http://schemas.openxmlformats.org/presentationml/2006/main">
  <p:tag name="KSO_WM_UNIT_INDEX" val="9"/>
  <p:tag name="KSO_WM_UNIT_TYPE" val="f"/>
  <p:tag name="KSO_WM_UNIT_SUBTYPE" val="a"/>
  <p:tag name="KSO_WM_BEAUTIFY_FLAG" val="#wm#"/>
</p:tagLst>
</file>

<file path=ppt/tags/tag612.xml><?xml version="1.0" encoding="utf-8"?>
<p:tagLst xmlns:p="http://schemas.openxmlformats.org/presentationml/2006/main">
  <p:tag name="KSO_WM_UNIT_INDEX" val="18"/>
  <p:tag name="KSO_WM_UNIT_TYPE" val="f"/>
  <p:tag name="KSO_WM_UNIT_SUBTYPE" val="a"/>
  <p:tag name="KSO_WM_BEAUTIFY_FLAG" val="#wm#"/>
</p:tagLst>
</file>

<file path=ppt/tags/tag613.xml><?xml version="1.0" encoding="utf-8"?>
<p:tagLst xmlns:p="http://schemas.openxmlformats.org/presentationml/2006/main">
  <p:tag name="KSO_WM_UNIT_INDEX" val="19"/>
  <p:tag name="KSO_WM_UNIT_TYPE" val="i"/>
  <p:tag name="KSO_WM_BEAUTIFY_FLAG" val="#wm#"/>
</p:tagLst>
</file>

<file path=ppt/tags/tag614.xml><?xml version="1.0" encoding="utf-8"?>
<p:tagLst xmlns:p="http://schemas.openxmlformats.org/presentationml/2006/main">
  <p:tag name="KSO_WM_UNIT_INDEX" val="46"/>
  <p:tag name="KSO_WM_UNIT_TYPE" val="i"/>
  <p:tag name="KSO_WM_BEAUTIFY_FLAG" val="#wm#"/>
</p:tagLst>
</file>

<file path=ppt/tags/tag615.xml><?xml version="1.0" encoding="utf-8"?>
<p:tagLst xmlns:p="http://schemas.openxmlformats.org/presentationml/2006/main">
  <p:tag name="KSO_WM_UNIT_INDEX" val="45"/>
  <p:tag name="KSO_WM_UNIT_TYPE" val="f"/>
  <p:tag name="KSO_WM_UNIT_SUBTYPE" val="a"/>
  <p:tag name="KSO_WM_BEAUTIFY_FLAG" val="#wm#"/>
</p:tagLst>
</file>

<file path=ppt/tags/tag616.xml><?xml version="1.0" encoding="utf-8"?>
<p:tagLst xmlns:p="http://schemas.openxmlformats.org/presentationml/2006/main">
  <p:tag name="KSO_WM_UNIT_INDEX" val="51"/>
  <p:tag name="KSO_WM_UNIT_TYPE" val="f"/>
  <p:tag name="KSO_WM_UNIT_SUBTYPE" val="a"/>
  <p:tag name="KSO_WM_BEAUTIFY_FLAG" val="#wm#"/>
</p:tagLst>
</file>

<file path=ppt/tags/tag617.xml><?xml version="1.0" encoding="utf-8"?>
<p:tagLst xmlns:p="http://schemas.openxmlformats.org/presentationml/2006/main">
  <p:tag name="KSO_WM_UNIT_INDEX" val="10"/>
  <p:tag name="KSO_WM_UNIT_TYPE" val="f"/>
  <p:tag name="KSO_WM_UNIT_SUBTYPE" val="a"/>
  <p:tag name="KSO_WM_BEAUTIFY_FLAG" val="#wm#"/>
</p:tagLst>
</file>

<file path=ppt/tags/tag618.xml><?xml version="1.0" encoding="utf-8"?>
<p:tagLst xmlns:p="http://schemas.openxmlformats.org/presentationml/2006/main">
  <p:tag name="KSO_WM_UNIT_INDEX" val="13"/>
  <p:tag name="KSO_WM_UNIT_TYPE" val="i"/>
  <p:tag name="KSO_WM_BEAUTIFY_FLAG" val="#wm#"/>
</p:tagLst>
</file>

<file path=ppt/tags/tag619.xml><?xml version="1.0" encoding="utf-8"?>
<p:tagLst xmlns:p="http://schemas.openxmlformats.org/presentationml/2006/main">
  <p:tag name="KSO_WM_UNIT_INDEX" val="11"/>
  <p:tag name="KSO_WM_UNIT_TYPE" val="i"/>
  <p:tag name="KSO_WM_BEAUTIFY_FLAG" val="#wm#"/>
</p:tagLst>
</file>

<file path=ppt/tags/tag620.xml><?xml version="1.0" encoding="utf-8"?>
<p:tagLst xmlns:p="http://schemas.openxmlformats.org/presentationml/2006/main">
  <p:tag name="KSO_WM_UNIT_INDEX" val="14"/>
  <p:tag name="KSO_WM_UNIT_TYPE" val="f"/>
  <p:tag name="KSO_WM_UNIT_SUBTYPE" val="a"/>
  <p:tag name="KSO_WM_BEAUTIFY_FLAG" val="#wm#"/>
</p:tagLst>
</file>

<file path=ppt/tags/tag621.xml><?xml version="1.0" encoding="utf-8"?>
<p:tagLst xmlns:p="http://schemas.openxmlformats.org/presentationml/2006/main">
  <p:tag name="KSO_WM_UNIT_INDEX" val="25"/>
  <p:tag name="KSO_WM_UNIT_TYPE" val="f"/>
  <p:tag name="KSO_WM_UNIT_SUBTYPE" val="a"/>
  <p:tag name="KSO_WM_BEAUTIFY_FLAG" val="#wm#"/>
</p:tagLst>
</file>

<file path=ppt/tags/tag622.xml><?xml version="1.0" encoding="utf-8"?>
<p:tagLst xmlns:p="http://schemas.openxmlformats.org/presentationml/2006/main">
  <p:tag name="KSO_WM_UNIT_INDEX" val="39"/>
  <p:tag name="KSO_WM_UNIT_TYPE" val="i"/>
  <p:tag name="KSO_WM_BEAUTIFY_FLAG" val="#wm#"/>
</p:tagLst>
</file>

<file path=ppt/tags/tag623.xml><?xml version="1.0" encoding="utf-8"?>
<p:tagLst xmlns:p="http://schemas.openxmlformats.org/presentationml/2006/main">
  <p:tag name="KSO_WM_UNIT_INDEX" val="38"/>
  <p:tag name="KSO_WM_UNIT_TYPE" val="i"/>
  <p:tag name="KSO_WM_BEAUTIFY_FLAG" val="#wm#"/>
</p:tagLst>
</file>

<file path=ppt/tags/tag624.xml><?xml version="1.0" encoding="utf-8"?>
<p:tagLst xmlns:p="http://schemas.openxmlformats.org/presentationml/2006/main">
  <p:tag name="KSO_WM_UNIT_INDEX" val="30"/>
  <p:tag name="KSO_WM_UNIT_TYPE" val="i"/>
  <p:tag name="KSO_WM_BEAUTIFY_FLAG" val="#wm#"/>
</p:tagLst>
</file>

<file path=ppt/tags/tag625.xml><?xml version="1.0" encoding="utf-8"?>
<p:tagLst xmlns:p="http://schemas.openxmlformats.org/presentationml/2006/main">
  <p:tag name="KSO_WM_UNIT_INDEX" val="31"/>
  <p:tag name="KSO_WM_UNIT_TYPE" val="i"/>
  <p:tag name="KSO_WM_BEAUTIFY_FLAG" val="#wm#"/>
</p:tagLst>
</file>

<file path=ppt/tags/tag626.xml><?xml version="1.0" encoding="utf-8"?>
<p:tagLst xmlns:p="http://schemas.openxmlformats.org/presentationml/2006/main">
  <p:tag name="KSO_WM_UNIT_INDEX" val="32"/>
  <p:tag name="KSO_WM_UNIT_TYPE" val="i"/>
  <p:tag name="KSO_WM_BEAUTIFY_FLAG" val="#wm#"/>
</p:tagLst>
</file>

<file path=ppt/tags/tag627.xml><?xml version="1.0" encoding="utf-8"?>
<p:tagLst xmlns:p="http://schemas.openxmlformats.org/presentationml/2006/main">
  <p:tag name="KSO_WM_UNIT_INDEX" val="33"/>
  <p:tag name="KSO_WM_UNIT_TYPE" val="i"/>
  <p:tag name="KSO_WM_BEAUTIFY_FLAG" val="#wm#"/>
</p:tagLst>
</file>

<file path=ppt/tags/tag628.xml><?xml version="1.0" encoding="utf-8"?>
<p:tagLst xmlns:p="http://schemas.openxmlformats.org/presentationml/2006/main">
  <p:tag name="KSO_WM_UNIT_INDEX" val="34"/>
  <p:tag name="KSO_WM_UNIT_TYPE" val="i"/>
  <p:tag name="KSO_WM_BEAUTIFY_FLAG" val="#wm#"/>
</p:tagLst>
</file>

<file path=ppt/tags/tag629.xml><?xml version="1.0" encoding="utf-8"?>
<p:tagLst xmlns:p="http://schemas.openxmlformats.org/presentationml/2006/main">
  <p:tag name="KSO_WM_UNIT_INDEX" val="35"/>
  <p:tag name="KSO_WM_UNIT_TYPE" val="i"/>
  <p:tag name="KSO_WM_BEAUTIFY_FLAG" val="#wm#"/>
</p:tagLst>
</file>

<file path=ppt/tags/tag630.xml><?xml version="1.0" encoding="utf-8"?>
<p:tagLst xmlns:p="http://schemas.openxmlformats.org/presentationml/2006/main">
  <p:tag name="KSO_WM_UNIT_INDEX" val="36"/>
  <p:tag name="KSO_WM_UNIT_TYPE" val="i"/>
  <p:tag name="KSO_WM_BEAUTIFY_FLAG" val="#wm#"/>
</p:tagLst>
</file>

<file path=ppt/tags/tag631.xml><?xml version="1.0" encoding="utf-8"?>
<p:tagLst xmlns:p="http://schemas.openxmlformats.org/presentationml/2006/main">
  <p:tag name="KSO_WM_UNIT_INDEX" val="37"/>
  <p:tag name="KSO_WM_UNIT_TYPE" val="i"/>
  <p:tag name="KSO_WM_BEAUTIFY_FLAG" val="#wm#"/>
</p:tagLst>
</file>

<file path=ppt/tags/tag632.xml><?xml version="1.0" encoding="utf-8"?>
<p:tagLst xmlns:p="http://schemas.openxmlformats.org/presentationml/2006/main">
  <p:tag name="KSO_WM_UNIT_INDEX" val="40"/>
  <p:tag name="KSO_WM_UNIT_TYPE" val="i"/>
  <p:tag name="KSO_WM_BEAUTIFY_FLAG" val="#wm#"/>
</p:tagLst>
</file>

<file path=ppt/tags/tag633.xml><?xml version="1.0" encoding="utf-8"?>
<p:tagLst xmlns:p="http://schemas.openxmlformats.org/presentationml/2006/main">
  <p:tag name="KSO_WM_UNIT_INDEX" val="42"/>
  <p:tag name="KSO_WM_UNIT_TYPE" val="i"/>
  <p:tag name="KSO_WM_BEAUTIFY_FLAG" val="#wm#"/>
</p:tagLst>
</file>

<file path=ppt/tags/tag634.xml><?xml version="1.0" encoding="utf-8"?>
<p:tagLst xmlns:p="http://schemas.openxmlformats.org/presentationml/2006/main">
  <p:tag name="KSO_WM_UNIT_INDEX" val="43"/>
  <p:tag name="KSO_WM_UNIT_TYPE" val="i"/>
  <p:tag name="KSO_WM_BEAUTIFY_FLAG" val="#wm#"/>
</p:tagLst>
</file>

<file path=ppt/tags/tag635.xml><?xml version="1.0" encoding="utf-8"?>
<p:tagLst xmlns:p="http://schemas.openxmlformats.org/presentationml/2006/main">
  <p:tag name="KSO_WM_UNIT_INDEX" val="8"/>
  <p:tag name="KSO_WM_UNIT_TYPE" val="f"/>
  <p:tag name="KSO_WM_UNIT_SUBTYPE" val="a"/>
  <p:tag name="KSO_WM_BEAUTIFY_FLAG" val="#wm#"/>
</p:tagLst>
</file>

<file path=ppt/tags/tag636.xml><?xml version="1.0" encoding="utf-8"?>
<p:tagLst xmlns:p="http://schemas.openxmlformats.org/presentationml/2006/main">
  <p:tag name="KSO_WM_UNIT_INDEX" val="28"/>
  <p:tag name="KSO_WM_UNIT_TYPE" val="i"/>
  <p:tag name="KSO_WM_BEAUTIFY_FLAG" val="#wm#"/>
</p:tagLst>
</file>

<file path=ppt/tags/tag637.xml><?xml version="1.0" encoding="utf-8"?>
<p:tagLst xmlns:p="http://schemas.openxmlformats.org/presentationml/2006/main">
  <p:tag name="KSO_WM_UNIT_INDEX" val="15"/>
  <p:tag name="KSO_WM_UNIT_TYPE" val="i"/>
  <p:tag name="KSO_WM_BEAUTIFY_FLAG" val="#wm#"/>
</p:tagLst>
</file>

<file path=ppt/tags/tag638.xml><?xml version="1.0" encoding="utf-8"?>
<p:tagLst xmlns:p="http://schemas.openxmlformats.org/presentationml/2006/main">
  <p:tag name="KSO_WM_UNIT_INDEX" val="21"/>
  <p:tag name="KSO_WM_UNIT_TYPE" val="i"/>
  <p:tag name="KSO_WM_BEAUTIFY_FLAG" val="#wm#"/>
</p:tagLst>
</file>

<file path=ppt/tags/tag639.xml><?xml version="1.0" encoding="utf-8"?>
<p:tagLst xmlns:p="http://schemas.openxmlformats.org/presentationml/2006/main">
  <p:tag name="KSO_WM_UNIT_INDEX" val="41"/>
  <p:tag name="KSO_WM_UNIT_TYPE" val="i"/>
  <p:tag name="KSO_WM_BEAUTIFY_FLAG" val="#wm#"/>
</p:tagLst>
</file>

<file path=ppt/tags/tag640.xml><?xml version="1.0" encoding="utf-8"?>
<p:tagLst xmlns:p="http://schemas.openxmlformats.org/presentationml/2006/main">
  <p:tag name="KSO_WM_UNIT_INDEX" val="47"/>
  <p:tag name="KSO_WM_UNIT_TYPE" val="i"/>
  <p:tag name="KSO_WM_BEAUTIFY_FLAG" val="#wm#"/>
</p:tagLst>
</file>

<file path=ppt/tags/tag641.xml><?xml version="1.0" encoding="utf-8"?>
<p:tagLst xmlns:p="http://schemas.openxmlformats.org/presentationml/2006/main">
  <p:tag name="KSO_WM_UNIT_INDEX" val="53"/>
  <p:tag name="KSO_WM_UNIT_TYPE" val="i"/>
  <p:tag name="KSO_WM_BEAUTIFY_FLAG" val="#wm#"/>
</p:tagLst>
</file>

<file path=ppt/tags/tag642.xml><?xml version="1.0" encoding="utf-8"?>
<p:tagLst xmlns:p="http://schemas.openxmlformats.org/presentationml/2006/main">
  <p:tag name="KSO_WM_UNIT_INDEX" val="12"/>
  <p:tag name="KSO_WM_UNIT_TYPE" val="i"/>
  <p:tag name="KSO_WM_BEAUTIFY_FLAG" val="#wm#"/>
</p:tagLst>
</file>

<file path=ppt/tags/tag643.xml><?xml version="1.0" encoding="utf-8"?>
<p:tagLst xmlns:p="http://schemas.openxmlformats.org/presentationml/2006/main">
  <p:tag name="KSO_WM_UNIT_INDEX" val="44"/>
  <p:tag name="KSO_WM_UNIT_TYPE" val="i"/>
  <p:tag name="KSO_WM_BEAUTIFY_FLAG" val="#wm#"/>
</p:tagLst>
</file>

<file path=ppt/tags/tag644.xml><?xml version="1.0" encoding="utf-8"?>
<p:tagLst xmlns:p="http://schemas.openxmlformats.org/presentationml/2006/main">
  <p:tag name="KSO_WM_UNIT_INDEX" val="52"/>
  <p:tag name="KSO_WM_UNIT_TYPE" val="i"/>
  <p:tag name="KSO_WM_BEAUTIFY_FLAG" val="#wm#"/>
</p:tagLst>
</file>

<file path=ppt/tags/tag645.xml><?xml version="1.0" encoding="utf-8"?>
<p:tagLst xmlns:p="http://schemas.openxmlformats.org/presentationml/2006/main">
  <p:tag name="KSO_WM_UNIT_INDEX" val="22"/>
  <p:tag name="KSO_WM_UNIT_TYPE" val="i"/>
  <p:tag name="KSO_WM_BEAUTIFY_FLAG" val="#wm#"/>
</p:tagLst>
</file>

<file path=ppt/tags/tag646.xml><?xml version="1.0" encoding="utf-8"?>
<p:tagLst xmlns:p="http://schemas.openxmlformats.org/presentationml/2006/main">
  <p:tag name="KSO_WM_UNIT_INDEX" val="49"/>
  <p:tag name="KSO_WM_UNIT_TYPE" val="f"/>
  <p:tag name="KSO_WM_UNIT_SUBTYPE" val="a"/>
  <p:tag name="KSO_WM_BEAUTIFY_FLAG" val="#wm#"/>
</p:tagLst>
</file>

<file path=ppt/tags/tag647.xml><?xml version="1.0" encoding="utf-8"?>
<p:tagLst xmlns:p="http://schemas.openxmlformats.org/presentationml/2006/main">
  <p:tag name="KSO_WM_UNIT_INDEX" val="6"/>
  <p:tag name="KSO_WM_UNIT_TYPE" val="j"/>
  <p:tag name="KSO_WM_BEAUTIFY_FLAG" val="#wm#"/>
</p:tagLst>
</file>

<file path=ppt/tags/tag648.xml><?xml version="1.0" encoding="utf-8"?>
<p:tagLst xmlns:p="http://schemas.openxmlformats.org/presentationml/2006/main">
  <p:tag name="KSO_WM_UNIT_INDEX" val="23"/>
  <p:tag name="KSO_WM_UNIT_TYPE" val="j"/>
  <p:tag name="KSO_WM_BEAUTIFY_FLAG" val="#wm#"/>
</p:tagLst>
</file>

<file path=ppt/tags/tag649.xml><?xml version="1.0" encoding="utf-8"?>
<p:tagLst xmlns:p="http://schemas.openxmlformats.org/presentationml/2006/main">
  <p:tag name="KSO_WM_UNIT_INDEX" val="50"/>
  <p:tag name="KSO_WM_UNIT_TYPE" val="j"/>
  <p:tag name="KSO_WM_BEAUTIFY_FLAG" val="#wm#"/>
</p:tagLst>
</file>

<file path=ppt/tags/tag650.xml><?xml version="1.0" encoding="utf-8"?>
<p:tagLst xmlns:p="http://schemas.openxmlformats.org/presentationml/2006/main">
  <p:tag name="KSO_WM_UNIT_INDEX" val="16"/>
  <p:tag name="KSO_WM_UNIT_TYPE" val="f"/>
  <p:tag name="KSO_WM_UNIT_SUBTYPE" val="a"/>
  <p:tag name="KSO_WM_BEAUTIFY_FLAG" val="#wm#"/>
</p:tagLst>
</file>

<file path=ppt/tags/tag651.xml><?xml version="1.0" encoding="utf-8"?>
<p:tagLst xmlns:p="http://schemas.openxmlformats.org/presentationml/2006/main">
  <p:tag name="KSO_WM_UNIT_INDEX" val="48"/>
  <p:tag name="KSO_WM_UNIT_TYPE" val="f"/>
  <p:tag name="KSO_WM_UNIT_SUBTYPE" val="a"/>
  <p:tag name="KSO_WM_BEAUTIFY_FLAG" val="#wm#"/>
</p:tagLst>
</file>

<file path=ppt/tags/tag652.xml><?xml version="1.0" encoding="utf-8"?>
<p:tagLst xmlns:p="http://schemas.openxmlformats.org/presentationml/2006/main">
  <p:tag name="KSO_WM_UNIT_INDEX" val="56"/>
  <p:tag name="KSO_WM_UNIT_TYPE" val="f"/>
  <p:tag name="KSO_WM_UNIT_SUBTYPE" val="a"/>
  <p:tag name="KSO_WM_BEAUTIFY_FLAG" val="#wm#"/>
</p:tagLst>
</file>

<file path=ppt/tags/tag653.xml><?xml version="1.0" encoding="utf-8"?>
<p:tagLst xmlns:p="http://schemas.openxmlformats.org/presentationml/2006/main">
  <p:tag name="KSO_WM_UNIT_INDEX" val="1"/>
  <p:tag name="KSO_WM_UNIT_TYPE" val="a"/>
  <p:tag name="KSO_WM_BEAUTIFY_FLAG" val="#wm#"/>
  <p:tag name="KSO_WM_UNIT_TEXT" val="元数据管理"/>
  <p:tag name="KSO_WM_UNIT_ID" val="_2*a*1"/>
  <p:tag name="KSO_WM_TAG_VERSION" val="3.0"/>
  <p:tag name="KSO_WM_UNIT_LAYERLEVEL" val="1"/>
  <p:tag name="KSO_WM_TEMPLATE_CATEGORY" val="custom"/>
  <p:tag name="KSO_WM_TEMPLATE_USER_THEME" val="1"/>
</p:tagLst>
</file>

<file path=ppt/tags/tag654.xml><?xml version="1.0" encoding="utf-8"?>
<p:tagLst xmlns:p="http://schemas.openxmlformats.org/presentationml/2006/main">
  <p:tag name="KSO_WM_SLIDE_TYPE" val="text"/>
  <p:tag name="KSO_WM_BEAUTIFY_FLAG" val="#wm#"/>
  <p:tag name="KSO_WM_TEMPLATE_CATEGORY" val="custom"/>
  <p:tag name="KSO_WM_TEMPLATE_USER_THEME" val="1"/>
  <p:tag name="KSO_WM_SLIDE_INDEX" val="8"/>
  <p:tag name="KSO_WM_SLIDE_ID" val="custom_8"/>
  <p:tag name="KSO_WM_TEMPLATE_SUBCATEGORY" val="29"/>
  <p:tag name="KSO_WM_SLIDE_LAYOUT" val="a_f"/>
  <p:tag name="KSO_WM_SLIDE_LAYOUT_CNT" val="1_1"/>
</p:tagLst>
</file>

<file path=ppt/tags/tag655.xml><?xml version="1.0" encoding="utf-8"?>
<p:tagLst xmlns:p="http://schemas.openxmlformats.org/presentationml/2006/main">
  <p:tag name="KSO_WM_UNIT_INDEX" val="17"/>
  <p:tag name="KSO_WM_UNIT_TYPE" val="f"/>
  <p:tag name="KSO_WM_UNIT_SUBTYPE" val="a"/>
  <p:tag name="KSO_WM_BEAUTIFY_FLAG" val="#wm#"/>
</p:tagLst>
</file>

<file path=ppt/tags/tag656.xml><?xml version="1.0" encoding="utf-8"?>
<p:tagLst xmlns:p="http://schemas.openxmlformats.org/presentationml/2006/main">
  <p:tag name="KSO_WM_UNIT_INDEX" val="3"/>
  <p:tag name="KSO_WM_UNIT_TYPE" val="i"/>
  <p:tag name="KSO_WM_BEAUTIFY_FLAG" val="#wm#"/>
</p:tagLst>
</file>

<file path=ppt/tags/tag657.xml><?xml version="1.0" encoding="utf-8"?>
<p:tagLst xmlns:p="http://schemas.openxmlformats.org/presentationml/2006/main">
  <p:tag name="KSO_WM_UNIT_INDEX" val="1"/>
  <p:tag name="KSO_WM_UNIT_TYPE" val="i"/>
  <p:tag name="KSO_WM_BEAUTIFY_FLAG" val="#wm#"/>
</p:tagLst>
</file>

<file path=ppt/tags/tag658.xml><?xml version="1.0" encoding="utf-8"?>
<p:tagLst xmlns:p="http://schemas.openxmlformats.org/presentationml/2006/main">
  <p:tag name="KSO_WM_UNIT_INDEX" val="1"/>
  <p:tag name="KSO_WM_UNIT_TYPE" val="a"/>
  <p:tag name="KSO_WM_BEAUTIFY_FLAG" val="#wm#"/>
  <p:tag name="KSO_WM_UNIT_TEXT" val="示例：元数据管理系统架构和功能"/>
  <p:tag name="KSO_WM_UNIT_ID" val="_2*a*1"/>
  <p:tag name="KSO_WM_TAG_VERSION" val="3.0"/>
  <p:tag name="KSO_WM_UNIT_LAYERLEVEL" val="1"/>
  <p:tag name="KSO_WM_TEMPLATE_CATEGORY" val="custom"/>
  <p:tag name="KSO_WM_TEMPLATE_USER_THEME" val="1"/>
</p:tagLst>
</file>

<file path=ppt/tags/tag659.xml><?xml version="1.0" encoding="utf-8"?>
<p:tagLst xmlns:p="http://schemas.openxmlformats.org/presentationml/2006/main">
  <p:tag name="KSO_WM_SLIDE_TYPE" val="text"/>
  <p:tag name="KSO_WM_BEAUTIFY_FLAG" val="#wm#"/>
  <p:tag name="KSO_WM_TEMPLATE_CATEGORY" val="custom"/>
  <p:tag name="KSO_WM_TEMPLATE_USER_THEME" val="1"/>
  <p:tag name="KSO_WM_SLIDE_INDEX" val="8"/>
  <p:tag name="KSO_WM_SLIDE_ID" val="custom_8"/>
  <p:tag name="KSO_WM_TEMPLATE_SUBCATEGORY" val="29"/>
  <p:tag name="KSO_WM_SLIDE_LAYOUT" val="a_f"/>
  <p:tag name="KSO_WM_SLIDE_LAYOUT_CNT" val="1_1"/>
</p:tagLst>
</file>

<file path=ppt/tags/tag660.xml><?xml version="1.0" encoding="utf-8"?>
<p:tagLst xmlns:p="http://schemas.openxmlformats.org/presentationml/2006/main">
  <p:tag name="KSO_WM_UNIT_INDEX" val="9"/>
  <p:tag name="KSO_WM_UNIT_TYPE" val="i"/>
  <p:tag name="KSO_WM_BEAUTIFY_FLAG" val="#wm#"/>
</p:tagLst>
</file>

<file path=ppt/tags/tag661.xml><?xml version="1.0" encoding="utf-8"?>
<p:tagLst xmlns:p="http://schemas.openxmlformats.org/presentationml/2006/main">
  <p:tag name="KSO_WM_UNIT_INDEX" val="8"/>
  <p:tag name="KSO_WM_UNIT_TYPE" val="β"/>
  <p:tag name="KSO_WM_BEAUTIFY_FLAG" val="#wm#"/>
  <p:tag name="TABLE_ENDDRAG_ORIGIN_RECT" val="821*233"/>
  <p:tag name="TABLE_ENDDRAG_RECT" val="70*262*821*233"/>
</p:tagLst>
</file>

<file path=ppt/tags/tag662.xml><?xml version="1.0" encoding="utf-8"?>
<p:tagLst xmlns:p="http://schemas.openxmlformats.org/presentationml/2006/main">
  <p:tag name="KSO_WM_UNIT_INDEX" val="1"/>
  <p:tag name="KSO_WM_UNIT_TYPE" val="i"/>
  <p:tag name="KSO_WM_BEAUTIFY_FLAG" val="#wm#"/>
</p:tagLst>
</file>

<file path=ppt/tags/tag663.xml><?xml version="1.0" encoding="utf-8"?>
<p:tagLst xmlns:p="http://schemas.openxmlformats.org/presentationml/2006/main">
  <p:tag name="KSO_WM_UNIT_INDEX" val="3"/>
  <p:tag name="KSO_WM_UNIT_TYPE" val="f"/>
  <p:tag name="KSO_WM_UNIT_SUBTYPE" val="a"/>
  <p:tag name="KSO_WM_BEAUTIFY_FLAG" val="#wm#"/>
</p:tagLst>
</file>

<file path=ppt/tags/tag664.xml><?xml version="1.0" encoding="utf-8"?>
<p:tagLst xmlns:p="http://schemas.openxmlformats.org/presentationml/2006/main">
  <p:tag name="KSO_WM_UNIT_INDEX" val="6"/>
  <p:tag name="KSO_WM_UNIT_TYPE" val="f"/>
  <p:tag name="KSO_WM_UNIT_SUBTYPE" val="a"/>
  <p:tag name="KSO_WM_BEAUTIFY_FLAG" val="#wm#"/>
</p:tagLst>
</file>

<file path=ppt/tags/tag665.xml><?xml version="1.0" encoding="utf-8"?>
<p:tagLst xmlns:p="http://schemas.openxmlformats.org/presentationml/2006/main">
  <p:tag name="KSO_WM_UNIT_INDEX" val="7"/>
  <p:tag name="KSO_WM_UNIT_TYPE" val="f"/>
  <p:tag name="KSO_WM_UNIT_SUBTYPE" val="a"/>
  <p:tag name="KSO_WM_BEAUTIFY_FLAG" val="#wm#"/>
</p:tagLst>
</file>

<file path=ppt/tags/tag666.xml><?xml version="1.0" encoding="utf-8"?>
<p:tagLst xmlns:p="http://schemas.openxmlformats.org/presentationml/2006/main">
  <p:tag name="KSO_WM_UNIT_INDEX" val="1"/>
  <p:tag name="KSO_WM_UNIT_TYPE" val="a"/>
  <p:tag name="KSO_WM_BEAUTIFY_FLAG" val="#wm#"/>
  <p:tag name="KSO_WM_UNIT_TEXT" val="数据质量管理"/>
  <p:tag name="KSO_WM_UNIT_ID" val="_2*a*1"/>
  <p:tag name="KSO_WM_TAG_VERSION" val="3.0"/>
  <p:tag name="KSO_WM_UNIT_LAYERLEVEL" val="1"/>
  <p:tag name="KSO_WM_TEMPLATE_CATEGORY" val="custom"/>
  <p:tag name="KSO_WM_TEMPLATE_USER_THEME" val="1"/>
</p:tagLst>
</file>

<file path=ppt/tags/tag667.xml><?xml version="1.0" encoding="utf-8"?>
<p:tagLst xmlns:p="http://schemas.openxmlformats.org/presentationml/2006/main">
  <p:tag name="KSO_WM_SLIDE_TYPE" val="text"/>
  <p:tag name="KSO_WM_BEAUTIFY_FLAG" val="#wm#"/>
  <p:tag name="KSO_WM_TEMPLATE_CATEGORY" val="custom"/>
  <p:tag name="KSO_WM_TEMPLATE_USER_THEME" val="1"/>
  <p:tag name="KSO_WM_SLIDE_INDEX" val="8"/>
  <p:tag name="KSO_WM_SLIDE_ID" val="custom_8"/>
  <p:tag name="KSO_WM_TEMPLATE_SUBCATEGORY" val="29"/>
  <p:tag name="KSO_WM_SLIDE_LAYOUT" val="a_f"/>
  <p:tag name="KSO_WM_SLIDE_LAYOUT_CNT" val="1_1"/>
  <p:tag name="resource_record_key" val="{&quot;29&quot;:[50000077,50000076]}"/>
</p:tagLst>
</file>

<file path=ppt/tags/tag668.xml><?xml version="1.0" encoding="utf-8"?>
<p:tagLst xmlns:p="http://schemas.openxmlformats.org/presentationml/2006/main">
  <p:tag name="KSO_WM_UNIT_INDEX" val="9"/>
  <p:tag name="KSO_WM_UNIT_TYPE" val="f"/>
  <p:tag name="KSO_WM_UNIT_SUBTYPE" val="a"/>
  <p:tag name="KSO_WM_BEAUTIFY_FLAG" val="#wm#"/>
</p:tagLst>
</file>

<file path=ppt/tags/tag669.xml><?xml version="1.0" encoding="utf-8"?>
<p:tagLst xmlns:p="http://schemas.openxmlformats.org/presentationml/2006/main">
  <p:tag name="KSO_WM_UNIT_INDEX" val="3"/>
  <p:tag name="KSO_WM_UNIT_TYPE" val="i"/>
  <p:tag name="KSO_WM_BEAUTIFY_FLAG" val="#wm#"/>
</p:tagLst>
</file>

<file path=ppt/tags/tag670.xml><?xml version="1.0" encoding="utf-8"?>
<p:tagLst xmlns:p="http://schemas.openxmlformats.org/presentationml/2006/main">
  <p:tag name="KSO_WM_UNIT_INDEX" val="2"/>
  <p:tag name="KSO_WM_UNIT_TYPE" val="i"/>
  <p:tag name="KSO_WM_BEAUTIFY_FLAG" val="#wm#"/>
</p:tagLst>
</file>

<file path=ppt/tags/tag671.xml><?xml version="1.0" encoding="utf-8"?>
<p:tagLst xmlns:p="http://schemas.openxmlformats.org/presentationml/2006/main">
  <p:tag name="KSO_WM_UNIT_INDEX" val="1"/>
  <p:tag name="KSO_WM_UNIT_TYPE" val="a"/>
  <p:tag name="KSO_WM_BEAUTIFY_FLAG" val="#wm#"/>
  <p:tag name="KSO_WM_UNIT_TEXT" val="示例：数据质量规则"/>
  <p:tag name="KSO_WM_UNIT_ID" val="_2*a*1"/>
  <p:tag name="KSO_WM_TAG_VERSION" val="3.0"/>
  <p:tag name="KSO_WM_UNIT_LAYERLEVEL" val="1"/>
  <p:tag name="KSO_WM_TEMPLATE_CATEGORY" val="custom"/>
  <p:tag name="KSO_WM_TEMPLATE_USER_THEME" val="1"/>
</p:tagLst>
</file>

<file path=ppt/tags/tag672.xml><?xml version="1.0" encoding="utf-8"?>
<p:tagLst xmlns:p="http://schemas.openxmlformats.org/presentationml/2006/main">
  <p:tag name="KSO_WM_SLIDE_TYPE" val="text"/>
  <p:tag name="KSO_WM_BEAUTIFY_FLAG" val="#wm#"/>
  <p:tag name="KSO_WM_TEMPLATE_CATEGORY" val="custom"/>
  <p:tag name="KSO_WM_TEMPLATE_USER_THEME" val="1"/>
  <p:tag name="KSO_WM_SLIDE_INDEX" val="8"/>
  <p:tag name="KSO_WM_SLIDE_ID" val="custom_8"/>
  <p:tag name="KSO_WM_TEMPLATE_SUBCATEGORY" val="29"/>
  <p:tag name="KSO_WM_SLIDE_LAYOUT" val="a_f"/>
  <p:tag name="KSO_WM_SLIDE_LAYOUT_CNT" val="1_1"/>
</p:tagLst>
</file>

<file path=ppt/tags/tag673.xml><?xml version="1.0" encoding="utf-8"?>
<p:tagLst xmlns:p="http://schemas.openxmlformats.org/presentationml/2006/main">
  <p:tag name="KSO_WM_UNIT_INDEX" val="1"/>
  <p:tag name="KSO_WM_UNIT_TYPE" val="a"/>
  <p:tag name="KSO_WM_BEAUTIFY_FLAG" val="#wm#"/>
  <p:tag name="KSO_WM_UNIT_TEXT" val="数据治理的组织架构"/>
  <p:tag name="KSO_WM_UNIT_ID" val="_7*a*1"/>
  <p:tag name="KSO_WM_TAG_VERSION" val="3.0"/>
  <p:tag name="KSO_WM_UNIT_LAYERLEVEL" val="1"/>
  <p:tag name="KSO_WM_TEMPLATE_CATEGORY" val="custom"/>
  <p:tag name="KSO_WM_TEMPLATE_USER_THEME" val="1"/>
</p:tagLst>
</file>

<file path=ppt/tags/tag674.xml><?xml version="1.0" encoding="utf-8"?>
<p:tagLst xmlns:p="http://schemas.openxmlformats.org/presentationml/2006/main">
  <p:tag name="KSO_WM_SLIDE_TYPE" val="text"/>
  <p:tag name="KSO_WM_BEAUTIFY_FLAG" val="#wm#"/>
  <p:tag name="KSO_WM_TEMPLATE_CATEGORY" val="custom"/>
  <p:tag name="KSO_WM_TEMPLATE_USER_THEME" val="1"/>
  <p:tag name="KSO_WM_SLIDE_INDEX" val="8"/>
  <p:tag name="KSO_WM_SLIDE_ID" val="custom_8"/>
  <p:tag name="KSO_WM_TEMPLATE_SUBCATEGORY" val="29"/>
  <p:tag name="KSO_WM_SLIDE_LAYOUT" val="a_f"/>
  <p:tag name="KSO_WM_SLIDE_LAYOUT_CNT" val="1_1"/>
</p:tagLst>
</file>

<file path=ppt/tags/tag675.xml><?xml version="1.0" encoding="utf-8"?>
<p:tagLst xmlns:p="http://schemas.openxmlformats.org/presentationml/2006/main">
  <p:tag name="KSO_WM_UNIT_INDEX" val="42"/>
  <p:tag name="KSO_WM_UNIT_TYPE" val="i"/>
  <p:tag name="KSO_WM_BEAUTIFY_FLAG" val="#wm#"/>
</p:tagLst>
</file>

<file path=ppt/tags/tag676.xml><?xml version="1.0" encoding="utf-8"?>
<p:tagLst xmlns:p="http://schemas.openxmlformats.org/presentationml/2006/main">
  <p:tag name="KSO_WM_UNIT_INDEX" val="21"/>
  <p:tag name="KSO_WM_UNIT_TYPE" val="i"/>
  <p:tag name="KSO_WM_BEAUTIFY_FLAG" val="#wm#"/>
</p:tagLst>
</file>

<file path=ppt/tags/tag677.xml><?xml version="1.0" encoding="utf-8"?>
<p:tagLst xmlns:p="http://schemas.openxmlformats.org/presentationml/2006/main">
  <p:tag name="KSO_WM_UNIT_INDEX" val="22"/>
  <p:tag name="KSO_WM_UNIT_TYPE" val="i"/>
  <p:tag name="KSO_WM_BEAUTIFY_FLAG" val="#wm#"/>
</p:tagLst>
</file>

<file path=ppt/tags/tag678.xml><?xml version="1.0" encoding="utf-8"?>
<p:tagLst xmlns:p="http://schemas.openxmlformats.org/presentationml/2006/main">
  <p:tag name="KSO_WM_UNIT_INDEX" val="10"/>
  <p:tag name="KSO_WM_UNIT_TYPE" val="i"/>
  <p:tag name="KSO_WM_BEAUTIFY_FLAG" val="#wm#"/>
</p:tagLst>
</file>

<file path=ppt/tags/tag679.xml><?xml version="1.0" encoding="utf-8"?>
<p:tagLst xmlns:p="http://schemas.openxmlformats.org/presentationml/2006/main">
  <p:tag name="KSO_WM_UNIT_INDEX" val="32"/>
  <p:tag name="KSO_WM_UNIT_TYPE" val="f"/>
  <p:tag name="KSO_WM_UNIT_SUBTYPE" val="a"/>
  <p:tag name="KSO_WM_BEAUTIFY_FLAG" val="#wm#"/>
</p:tagLst>
</file>

<file path=ppt/tags/tag680.xml><?xml version="1.0" encoding="utf-8"?>
<p:tagLst xmlns:p="http://schemas.openxmlformats.org/presentationml/2006/main">
  <p:tag name="KSO_WM_UNIT_INDEX" val="18"/>
  <p:tag name="KSO_WM_UNIT_TYPE" val="i"/>
  <p:tag name="KSO_WM_BEAUTIFY_FLAG" val="#wm#"/>
</p:tagLst>
</file>

<file path=ppt/tags/tag681.xml><?xml version="1.0" encoding="utf-8"?>
<p:tagLst xmlns:p="http://schemas.openxmlformats.org/presentationml/2006/main">
  <p:tag name="KSO_WM_UNIT_INDEX" val="19"/>
  <p:tag name="KSO_WM_UNIT_TYPE" val="i"/>
  <p:tag name="KSO_WM_BEAUTIFY_FLAG" val="#wm#"/>
</p:tagLst>
</file>

<file path=ppt/tags/tag682.xml><?xml version="1.0" encoding="utf-8"?>
<p:tagLst xmlns:p="http://schemas.openxmlformats.org/presentationml/2006/main">
  <p:tag name="KSO_WM_UNIT_INDEX" val="28"/>
  <p:tag name="KSO_WM_UNIT_TYPE" val="f"/>
  <p:tag name="KSO_WM_UNIT_SUBTYPE" val="a"/>
  <p:tag name="KSO_WM_BEAUTIFY_FLAG" val="#wm#"/>
</p:tagLst>
</file>

<file path=ppt/tags/tag683.xml><?xml version="1.0" encoding="utf-8"?>
<p:tagLst xmlns:p="http://schemas.openxmlformats.org/presentationml/2006/main">
  <p:tag name="KSO_WM_UNIT_INDEX" val="13"/>
  <p:tag name="KSO_WM_UNIT_TYPE" val="f"/>
  <p:tag name="KSO_WM_UNIT_SUBTYPE" val="a"/>
  <p:tag name="KSO_WM_BEAUTIFY_FLAG" val="#wm#"/>
</p:tagLst>
</file>

<file path=ppt/tags/tag684.xml><?xml version="1.0" encoding="utf-8"?>
<p:tagLst xmlns:p="http://schemas.openxmlformats.org/presentationml/2006/main">
  <p:tag name="KSO_WM_UNIT_INDEX" val="29"/>
  <p:tag name="KSO_WM_UNIT_TYPE" val="i"/>
  <p:tag name="KSO_WM_BEAUTIFY_FLAG" val="#wm#"/>
</p:tagLst>
</file>

<file path=ppt/tags/tag685.xml><?xml version="1.0" encoding="utf-8"?>
<p:tagLst xmlns:p="http://schemas.openxmlformats.org/presentationml/2006/main">
  <p:tag name="KSO_WM_UNIT_INDEX" val="20"/>
  <p:tag name="KSO_WM_UNIT_TYPE" val="i"/>
  <p:tag name="KSO_WM_BEAUTIFY_FLAG" val="#wm#"/>
</p:tagLst>
</file>

<file path=ppt/tags/tag686.xml><?xml version="1.0" encoding="utf-8"?>
<p:tagLst xmlns:p="http://schemas.openxmlformats.org/presentationml/2006/main">
  <p:tag name="KSO_WM_UNIT_INDEX" val="27"/>
  <p:tag name="KSO_WM_UNIT_TYPE" val="f"/>
  <p:tag name="KSO_WM_UNIT_SUBTYPE" val="a"/>
  <p:tag name="KSO_WM_BEAUTIFY_FLAG" val="#wm#"/>
</p:tagLst>
</file>

<file path=ppt/tags/tag687.xml><?xml version="1.0" encoding="utf-8"?>
<p:tagLst xmlns:p="http://schemas.openxmlformats.org/presentationml/2006/main">
  <p:tag name="KSO_WM_UNIT_INDEX" val="3"/>
  <p:tag name="KSO_WM_UNIT_TYPE" val="i"/>
  <p:tag name="KSO_WM_BEAUTIFY_FLAG" val="#wm#"/>
</p:tagLst>
</file>

<file path=ppt/tags/tag688.xml><?xml version="1.0" encoding="utf-8"?>
<p:tagLst xmlns:p="http://schemas.openxmlformats.org/presentationml/2006/main">
  <p:tag name="KSO_WM_UNIT_INDEX" val="4"/>
  <p:tag name="KSO_WM_UNIT_TYPE" val="f"/>
  <p:tag name="KSO_WM_UNIT_SUBTYPE" val="a"/>
  <p:tag name="KSO_WM_BEAUTIFY_FLAG" val="#wm#"/>
</p:tagLst>
</file>

<file path=ppt/tags/tag689.xml><?xml version="1.0" encoding="utf-8"?>
<p:tagLst xmlns:p="http://schemas.openxmlformats.org/presentationml/2006/main">
  <p:tag name="KSO_WM_UNIT_INDEX" val="9"/>
  <p:tag name="KSO_WM_UNIT_TYPE" val="i"/>
  <p:tag name="KSO_WM_BEAUTIFY_FLAG" val="#wm#"/>
</p:tagLst>
</file>

<file path=ppt/tags/tag690.xml><?xml version="1.0" encoding="utf-8"?>
<p:tagLst xmlns:p="http://schemas.openxmlformats.org/presentationml/2006/main">
  <p:tag name="KSO_WM_UNIT_INDEX" val="6"/>
  <p:tag name="KSO_WM_UNIT_TYPE" val="i"/>
  <p:tag name="KSO_WM_BEAUTIFY_FLAG" val="#wm#"/>
</p:tagLst>
</file>

<file path=ppt/tags/tag691.xml><?xml version="1.0" encoding="utf-8"?>
<p:tagLst xmlns:p="http://schemas.openxmlformats.org/presentationml/2006/main">
  <p:tag name="KSO_WM_UNIT_INDEX" val="17"/>
  <p:tag name="KSO_WM_UNIT_TYPE" val="i"/>
  <p:tag name="KSO_WM_BEAUTIFY_FLAG" val="#wm#"/>
</p:tagLst>
</file>

<file path=ppt/tags/tag692.xml><?xml version="1.0" encoding="utf-8"?>
<p:tagLst xmlns:p="http://schemas.openxmlformats.org/presentationml/2006/main">
  <p:tag name="KSO_WM_UNIT_INDEX" val="35"/>
  <p:tag name="KSO_WM_UNIT_TYPE" val="i"/>
  <p:tag name="KSO_WM_BEAUTIFY_FLAG" val="#wm#"/>
</p:tagLst>
</file>

<file path=ppt/tags/tag693.xml><?xml version="1.0" encoding="utf-8"?>
<p:tagLst xmlns:p="http://schemas.openxmlformats.org/presentationml/2006/main">
  <p:tag name="KSO_WM_UNIT_INDEX" val="34"/>
  <p:tag name="KSO_WM_UNIT_TYPE" val="i"/>
  <p:tag name="KSO_WM_BEAUTIFY_FLAG" val="#wm#"/>
</p:tagLst>
</file>

<file path=ppt/tags/tag694.xml><?xml version="1.0" encoding="utf-8"?>
<p:tagLst xmlns:p="http://schemas.openxmlformats.org/presentationml/2006/main">
  <p:tag name="KSO_WM_UNIT_INDEX" val="11"/>
  <p:tag name="KSO_WM_UNIT_TYPE" val="f"/>
  <p:tag name="KSO_WM_UNIT_SUBTYPE" val="a"/>
  <p:tag name="KSO_WM_BEAUTIFY_FLAG" val="#wm#"/>
</p:tagLst>
</file>

<file path=ppt/tags/tag695.xml><?xml version="1.0" encoding="utf-8"?>
<p:tagLst xmlns:p="http://schemas.openxmlformats.org/presentationml/2006/main">
  <p:tag name="KSO_WM_UNIT_INDEX" val="38"/>
  <p:tag name="KSO_WM_UNIT_TYPE" val="f"/>
  <p:tag name="KSO_WM_UNIT_SUBTYPE" val="a"/>
  <p:tag name="KSO_WM_BEAUTIFY_FLAG" val="#wm#"/>
</p:tagLst>
</file>

<file path=ppt/tags/tag696.xml><?xml version="1.0" encoding="utf-8"?>
<p:tagLst xmlns:p="http://schemas.openxmlformats.org/presentationml/2006/main">
  <p:tag name="KSO_WM_UNIT_INDEX" val="16"/>
  <p:tag name="KSO_WM_UNIT_TYPE" val="i"/>
  <p:tag name="KSO_WM_BEAUTIFY_FLAG" val="#wm#"/>
</p:tagLst>
</file>

<file path=ppt/tags/tag697.xml><?xml version="1.0" encoding="utf-8"?>
<p:tagLst xmlns:p="http://schemas.openxmlformats.org/presentationml/2006/main">
  <p:tag name="KSO_WM_UNIT_INDEX" val="14"/>
  <p:tag name="KSO_WM_UNIT_TYPE" val="f"/>
  <p:tag name="KSO_WM_UNIT_SUBTYPE" val="a"/>
  <p:tag name="KSO_WM_BEAUTIFY_FLAG" val="#wm#"/>
</p:tagLst>
</file>

<file path=ppt/tags/tag698.xml><?xml version="1.0" encoding="utf-8"?>
<p:tagLst xmlns:p="http://schemas.openxmlformats.org/presentationml/2006/main">
  <p:tag name="KSO_WM_UNIT_INDEX" val="24"/>
  <p:tag name="KSO_WM_UNIT_TYPE" val="i"/>
  <p:tag name="KSO_WM_BEAUTIFY_FLAG" val="#wm#"/>
</p:tagLst>
</file>

<file path=ppt/tags/tag699.xml><?xml version="1.0" encoding="utf-8"?>
<p:tagLst xmlns:p="http://schemas.openxmlformats.org/presentationml/2006/main">
  <p:tag name="KSO_WM_UNIT_INDEX" val="25"/>
  <p:tag name="KSO_WM_UNIT_TYPE" val="i"/>
  <p:tag name="KSO_WM_BEAUTIFY_FLAG" val="#wm#"/>
</p:tagLst>
</file>

<file path=ppt/tags/tag700.xml><?xml version="1.0" encoding="utf-8"?>
<p:tagLst xmlns:p="http://schemas.openxmlformats.org/presentationml/2006/main">
  <p:tag name="KSO_WM_UNIT_INDEX" val="26"/>
  <p:tag name="KSO_WM_UNIT_TYPE" val="f"/>
  <p:tag name="KSO_WM_UNIT_SUBTYPE" val="a"/>
  <p:tag name="KSO_WM_BEAUTIFY_FLAG" val="#wm#"/>
</p:tagLst>
</file>

<file path=ppt/tags/tag701.xml><?xml version="1.0" encoding="utf-8"?>
<p:tagLst xmlns:p="http://schemas.openxmlformats.org/presentationml/2006/main">
  <p:tag name="KSO_WM_UNIT_INDEX" val="31"/>
  <p:tag name="KSO_WM_UNIT_TYPE" val="i"/>
  <p:tag name="KSO_WM_BEAUTIFY_FLAG" val="#wm#"/>
</p:tagLst>
</file>

<file path=ppt/tags/tag702.xml><?xml version="1.0" encoding="utf-8"?>
<p:tagLst xmlns:p="http://schemas.openxmlformats.org/presentationml/2006/main">
  <p:tag name="KSO_WM_UNIT_INDEX" val="23"/>
  <p:tag name="KSO_WM_UNIT_TYPE" val="f"/>
  <p:tag name="KSO_WM_UNIT_SUBTYPE" val="a"/>
  <p:tag name="KSO_WM_BEAUTIFY_FLAG" val="#wm#"/>
</p:tagLst>
</file>

<file path=ppt/tags/tag703.xml><?xml version="1.0" encoding="utf-8"?>
<p:tagLst xmlns:p="http://schemas.openxmlformats.org/presentationml/2006/main">
  <p:tag name="KSO_WM_UNIT_INDEX" val="5"/>
  <p:tag name="KSO_WM_UNIT_TYPE" val="i"/>
  <p:tag name="KSO_WM_BEAUTIFY_FLAG" val="#wm#"/>
</p:tagLst>
</file>

<file path=ppt/tags/tag704.xml><?xml version="1.0" encoding="utf-8"?>
<p:tagLst xmlns:p="http://schemas.openxmlformats.org/presentationml/2006/main">
  <p:tag name="KSO_WM_UNIT_INDEX" val="8"/>
  <p:tag name="KSO_WM_UNIT_TYPE" val="f"/>
  <p:tag name="KSO_WM_UNIT_SUBTYPE" val="a"/>
  <p:tag name="KSO_WM_BEAUTIFY_FLAG" val="#wm#"/>
</p:tagLst>
</file>

<file path=ppt/tags/tag705.xml><?xml version="1.0" encoding="utf-8"?>
<p:tagLst xmlns:p="http://schemas.openxmlformats.org/presentationml/2006/main">
  <p:tag name="KSO_WM_UNIT_INDEX" val="39"/>
  <p:tag name="KSO_WM_UNIT_TYPE" val="f"/>
  <p:tag name="KSO_WM_UNIT_SUBTYPE" val="a"/>
  <p:tag name="KSO_WM_BEAUTIFY_FLAG" val="#wm#"/>
</p:tagLst>
</file>

<file path=ppt/tags/tag706.xml><?xml version="1.0" encoding="utf-8"?>
<p:tagLst xmlns:p="http://schemas.openxmlformats.org/presentationml/2006/main">
  <p:tag name="KSO_WM_UNIT_INDEX" val="7"/>
  <p:tag name="KSO_WM_UNIT_TYPE" val="f"/>
  <p:tag name="KSO_WM_UNIT_SUBTYPE" val="a"/>
  <p:tag name="KSO_WM_BEAUTIFY_FLAG" val="#wm#"/>
</p:tagLst>
</file>

<file path=ppt/tags/tag707.xml><?xml version="1.0" encoding="utf-8"?>
<p:tagLst xmlns:p="http://schemas.openxmlformats.org/presentationml/2006/main">
  <p:tag name="KSO_WM_UNIT_INDEX" val="33"/>
  <p:tag name="KSO_WM_UNIT_TYPE" val="i"/>
  <p:tag name="KSO_WM_BEAUTIFY_FLAG" val="#wm#"/>
</p:tagLst>
</file>

<file path=ppt/tags/tag708.xml><?xml version="1.0" encoding="utf-8"?>
<p:tagLst xmlns:p="http://schemas.openxmlformats.org/presentationml/2006/main">
  <p:tag name="KSO_WM_UNIT_INDEX" val="37"/>
  <p:tag name="KSO_WM_UNIT_TYPE" val="f"/>
  <p:tag name="KSO_WM_UNIT_SUBTYPE" val="a"/>
  <p:tag name="KSO_WM_BEAUTIFY_FLAG" val="#wm#"/>
</p:tagLst>
</file>

<file path=ppt/tags/tag709.xml><?xml version="1.0" encoding="utf-8"?>
<p:tagLst xmlns:p="http://schemas.openxmlformats.org/presentationml/2006/main">
  <p:tag name="KSO_WM_UNIT_INDEX" val="36"/>
  <p:tag name="KSO_WM_UNIT_TYPE" val="i"/>
  <p:tag name="KSO_WM_BEAUTIFY_FLAG" val="#wm#"/>
</p:tagLst>
</file>

<file path=ppt/tags/tag710.xml><?xml version="1.0" encoding="utf-8"?>
<p:tagLst xmlns:p="http://schemas.openxmlformats.org/presentationml/2006/main">
  <p:tag name="KSO_WM_UNIT_INDEX" val="40"/>
  <p:tag name="KSO_WM_UNIT_TYPE" val="f"/>
  <p:tag name="KSO_WM_UNIT_SUBTYPE" val="a"/>
  <p:tag name="KSO_WM_BEAUTIFY_FLAG" val="#wm#"/>
</p:tagLst>
</file>

<file path=ppt/tags/tag711.xml><?xml version="1.0" encoding="utf-8"?>
<p:tagLst xmlns:p="http://schemas.openxmlformats.org/presentationml/2006/main">
  <p:tag name="KSO_WM_UNIT_INDEX" val="30"/>
  <p:tag name="KSO_WM_UNIT_TYPE" val="f"/>
  <p:tag name="KSO_WM_UNIT_SUBTYPE" val="a"/>
  <p:tag name="KSO_WM_BEAUTIFY_FLAG" val="#wm#"/>
</p:tagLst>
</file>

<file path=ppt/tags/tag712.xml><?xml version="1.0" encoding="utf-8"?>
<p:tagLst xmlns:p="http://schemas.openxmlformats.org/presentationml/2006/main">
  <p:tag name="KSO_WM_UNIT_INDEX" val="41"/>
  <p:tag name="KSO_WM_UNIT_TYPE" val="f"/>
  <p:tag name="KSO_WM_UNIT_SUBTYPE" val="a"/>
  <p:tag name="KSO_WM_BEAUTIFY_FLAG" val="#wm#"/>
</p:tagLst>
</file>

<file path=ppt/tags/tag713.xml><?xml version="1.0" encoding="utf-8"?>
<p:tagLst xmlns:p="http://schemas.openxmlformats.org/presentationml/2006/main">
  <p:tag name="KSO_WM_UNIT_INDEX" val="12"/>
  <p:tag name="KSO_WM_UNIT_TYPE" val="f"/>
  <p:tag name="KSO_WM_UNIT_SUBTYPE" val="a"/>
  <p:tag name="KSO_WM_BEAUTIFY_FLAG" val="#wm#"/>
</p:tagLst>
</file>

<file path=ppt/tags/tag714.xml><?xml version="1.0" encoding="utf-8"?>
<p:tagLst xmlns:p="http://schemas.openxmlformats.org/presentationml/2006/main">
  <p:tag name="KSO_WM_UNIT_INDEX" val="15"/>
  <p:tag name="KSO_WM_UNIT_TYPE" val="f"/>
  <p:tag name="KSO_WM_UNIT_SUBTYPE" val="a"/>
  <p:tag name="KSO_WM_BEAUTIFY_FLAG" val="#wm#"/>
</p:tagLst>
</file>

<file path=ppt/tags/tag715.xml><?xml version="1.0" encoding="utf-8"?>
<p:tagLst xmlns:p="http://schemas.openxmlformats.org/presentationml/2006/main">
  <p:tag name="KSO_WM_UNIT_INDEX" val="2"/>
  <p:tag name="KSO_WM_UNIT_TYPE" val="i"/>
  <p:tag name="KSO_WM_BEAUTIFY_FLAG" val="#wm#"/>
</p:tagLst>
</file>

<file path=ppt/tags/tag716.xml><?xml version="1.0" encoding="utf-8"?>
<p:tagLst xmlns:p="http://schemas.openxmlformats.org/presentationml/2006/main">
  <p:tag name="KSO_WM_UNIT_INDEX" val="1"/>
  <p:tag name="KSO_WM_UNIT_TYPE" val="a"/>
  <p:tag name="KSO_WM_BEAUTIFY_FLAG" val="#wm#"/>
  <p:tag name="KSO_WM_UNIT_TEXT" val="主数据管理"/>
  <p:tag name="KSO_WM_UNIT_ID" val="_2*a*1"/>
  <p:tag name="KSO_WM_TAG_VERSION" val="3.0"/>
  <p:tag name="KSO_WM_UNIT_LAYERLEVEL" val="1"/>
  <p:tag name="KSO_WM_TEMPLATE_CATEGORY" val="custom"/>
  <p:tag name="KSO_WM_TEMPLATE_USER_THEME" val="1"/>
</p:tagLst>
</file>

<file path=ppt/tags/tag717.xml><?xml version="1.0" encoding="utf-8"?>
<p:tagLst xmlns:p="http://schemas.openxmlformats.org/presentationml/2006/main">
  <p:tag name="KSO_WM_SLIDE_TYPE" val="text"/>
  <p:tag name="KSO_WM_BEAUTIFY_FLAG" val="#wm#"/>
  <p:tag name="KSO_WM_TEMPLATE_CATEGORY" val="custom"/>
  <p:tag name="KSO_WM_TEMPLATE_USER_THEME" val="1"/>
  <p:tag name="KSO_WM_SLIDE_INDEX" val="8"/>
  <p:tag name="KSO_WM_SLIDE_ID" val="custom_8"/>
  <p:tag name="KSO_WM_TEMPLATE_SUBCATEGORY" val="29"/>
  <p:tag name="KSO_WM_SLIDE_LAYOUT" val="a_f"/>
  <p:tag name="KSO_WM_SLIDE_LAYOUT_CNT" val="1_1"/>
</p:tagLst>
</file>

<file path=ppt/tags/tag718.xml><?xml version="1.0" encoding="utf-8"?>
<p:tagLst xmlns:p="http://schemas.openxmlformats.org/presentationml/2006/main">
  <p:tag name="KSO_WM_UNIT_INDEX" val="36"/>
  <p:tag name="KSO_WM_UNIT_TYPE" val="i"/>
  <p:tag name="KSO_WM_BEAUTIFY_FLAG" val="#wm#"/>
</p:tagLst>
</file>

<file path=ppt/tags/tag719.xml><?xml version="1.0" encoding="utf-8"?>
<p:tagLst xmlns:p="http://schemas.openxmlformats.org/presentationml/2006/main">
  <p:tag name="KSO_WM_UNIT_INDEX" val="23"/>
  <p:tag name="KSO_WM_UNIT_TYPE" val="i"/>
  <p:tag name="KSO_WM_BEAUTIFY_FLAG" val="#wm#"/>
</p:tagLst>
</file>

<file path=ppt/tags/tag720.xml><?xml version="1.0" encoding="utf-8"?>
<p:tagLst xmlns:p="http://schemas.openxmlformats.org/presentationml/2006/main">
  <p:tag name="KSO_WM_UNIT_INDEX" val="28"/>
  <p:tag name="KSO_WM_UNIT_TYPE" val="j"/>
  <p:tag name="KSO_WM_BEAUTIFY_FLAG" val="#wm#"/>
</p:tagLst>
</file>

<file path=ppt/tags/tag721.xml><?xml version="1.0" encoding="utf-8"?>
<p:tagLst xmlns:p="http://schemas.openxmlformats.org/presentationml/2006/main">
  <p:tag name="KSO_WM_UNIT_INDEX" val="29"/>
  <p:tag name="KSO_WM_UNIT_TYPE" val="j"/>
  <p:tag name="KSO_WM_BEAUTIFY_FLAG" val="#wm#"/>
</p:tagLst>
</file>

<file path=ppt/tags/tag722.xml><?xml version="1.0" encoding="utf-8"?>
<p:tagLst xmlns:p="http://schemas.openxmlformats.org/presentationml/2006/main">
  <p:tag name="KSO_WM_UNIT_INDEX" val="24"/>
  <p:tag name="KSO_WM_UNIT_TYPE" val="f"/>
  <p:tag name="KSO_WM_UNIT_SUBTYPE" val="a"/>
  <p:tag name="KSO_WM_BEAUTIFY_FLAG" val="#wm#"/>
</p:tagLst>
</file>

<file path=ppt/tags/tag723.xml><?xml version="1.0" encoding="utf-8"?>
<p:tagLst xmlns:p="http://schemas.openxmlformats.org/presentationml/2006/main">
  <p:tag name="KSO_WM_UNIT_INDEX" val="30"/>
  <p:tag name="KSO_WM_UNIT_TYPE" val="j"/>
  <p:tag name="KSO_WM_BEAUTIFY_FLAG" val="#wm#"/>
</p:tagLst>
</file>

<file path=ppt/tags/tag724.xml><?xml version="1.0" encoding="utf-8"?>
<p:tagLst xmlns:p="http://schemas.openxmlformats.org/presentationml/2006/main">
  <p:tag name="KSO_WM_UNIT_INDEX" val="3"/>
  <p:tag name="KSO_WM_UNIT_TYPE" val="i"/>
  <p:tag name="KSO_WM_BEAUTIFY_FLAG" val="#wm#"/>
</p:tagLst>
</file>

<file path=ppt/tags/tag725.xml><?xml version="1.0" encoding="utf-8"?>
<p:tagLst xmlns:p="http://schemas.openxmlformats.org/presentationml/2006/main">
  <p:tag name="KSO_WM_UNIT_INDEX" val="7"/>
  <p:tag name="KSO_WM_UNIT_TYPE" val="j"/>
  <p:tag name="KSO_WM_BEAUTIFY_FLAG" val="#wm#"/>
</p:tagLst>
</file>

<file path=ppt/tags/tag726.xml><?xml version="1.0" encoding="utf-8"?>
<p:tagLst xmlns:p="http://schemas.openxmlformats.org/presentationml/2006/main">
  <p:tag name="KSO_WM_UNIT_INDEX" val="10"/>
  <p:tag name="KSO_WM_UNIT_TYPE" val="j"/>
  <p:tag name="KSO_WM_BEAUTIFY_FLAG" val="#wm#"/>
</p:tagLst>
</file>

<file path=ppt/tags/tag727.xml><?xml version="1.0" encoding="utf-8"?>
<p:tagLst xmlns:p="http://schemas.openxmlformats.org/presentationml/2006/main">
  <p:tag name="KSO_WM_UNIT_INDEX" val="4"/>
  <p:tag name="KSO_WM_UNIT_TYPE" val="f"/>
  <p:tag name="KSO_WM_UNIT_SUBTYPE" val="a"/>
  <p:tag name="KSO_WM_BEAUTIFY_FLAG" val="#wm#"/>
</p:tagLst>
</file>

<file path=ppt/tags/tag728.xml><?xml version="1.0" encoding="utf-8"?>
<p:tagLst xmlns:p="http://schemas.openxmlformats.org/presentationml/2006/main">
  <p:tag name="KSO_WM_UNIT_INDEX" val="9"/>
  <p:tag name="KSO_WM_UNIT_TYPE" val="i"/>
  <p:tag name="KSO_WM_BEAUTIFY_FLAG" val="#wm#"/>
</p:tagLst>
</file>

<file path=ppt/tags/tag729.xml><?xml version="1.0" encoding="utf-8"?>
<p:tagLst xmlns:p="http://schemas.openxmlformats.org/presentationml/2006/main">
  <p:tag name="KSO_WM_UNIT_INDEX" val="17"/>
  <p:tag name="KSO_WM_UNIT_TYPE" val="f"/>
  <p:tag name="KSO_WM_UNIT_SUBTYPE" val="a"/>
  <p:tag name="KSO_WM_BEAUTIFY_FLAG" val="#wm#"/>
</p:tagLst>
</file>

<file path=ppt/tags/tag730.xml><?xml version="1.0" encoding="utf-8"?>
<p:tagLst xmlns:p="http://schemas.openxmlformats.org/presentationml/2006/main">
  <p:tag name="KSO_WM_UNIT_INDEX" val="2"/>
  <p:tag name="KSO_WM_UNIT_TYPE" val="j"/>
  <p:tag name="KSO_WM_BEAUTIFY_FLAG" val="#wm#"/>
</p:tagLst>
</file>

<file path=ppt/tags/tag731.xml><?xml version="1.0" encoding="utf-8"?>
<p:tagLst xmlns:p="http://schemas.openxmlformats.org/presentationml/2006/main">
  <p:tag name="KSO_WM_UNIT_INDEX" val="43"/>
  <p:tag name="KSO_WM_UNIT_TYPE" val="i"/>
  <p:tag name="KSO_WM_BEAUTIFY_FLAG" val="#wm#"/>
</p:tagLst>
</file>

<file path=ppt/tags/tag732.xml><?xml version="1.0" encoding="utf-8"?>
<p:tagLst xmlns:p="http://schemas.openxmlformats.org/presentationml/2006/main">
  <p:tag name="KSO_WM_UNIT_INDEX" val="57"/>
  <p:tag name="KSO_WM_UNIT_TYPE" val="i"/>
  <p:tag name="KSO_WM_BEAUTIFY_FLAG" val="#wm#"/>
</p:tagLst>
</file>

<file path=ppt/tags/tag733.xml><?xml version="1.0" encoding="utf-8"?>
<p:tagLst xmlns:p="http://schemas.openxmlformats.org/presentationml/2006/main">
  <p:tag name="KSO_WM_UNIT_INDEX" val="58"/>
  <p:tag name="KSO_WM_UNIT_TYPE" val="j"/>
  <p:tag name="KSO_WM_BEAUTIFY_FLAG" val="#wm#"/>
</p:tagLst>
</file>

<file path=ppt/tags/tag734.xml><?xml version="1.0" encoding="utf-8"?>
<p:tagLst xmlns:p="http://schemas.openxmlformats.org/presentationml/2006/main">
  <p:tag name="KSO_WM_UNIT_INDEX" val="61"/>
  <p:tag name="KSO_WM_UNIT_TYPE" val="j"/>
  <p:tag name="KSO_WM_BEAUTIFY_FLAG" val="#wm#"/>
</p:tagLst>
</file>

<file path=ppt/tags/tag735.xml><?xml version="1.0" encoding="utf-8"?>
<p:tagLst xmlns:p="http://schemas.openxmlformats.org/presentationml/2006/main">
  <p:tag name="KSO_WM_UNIT_INDEX" val="48"/>
  <p:tag name="KSO_WM_UNIT_TYPE" val="i"/>
  <p:tag name="KSO_WM_BEAUTIFY_FLAG" val="#wm#"/>
</p:tagLst>
</file>

<file path=ppt/tags/tag736.xml><?xml version="1.0" encoding="utf-8"?>
<p:tagLst xmlns:p="http://schemas.openxmlformats.org/presentationml/2006/main">
  <p:tag name="KSO_WM_UNIT_INDEX" val="51"/>
  <p:tag name="KSO_WM_UNIT_TYPE" val="j"/>
  <p:tag name="KSO_WM_BEAUTIFY_FLAG" val="#wm#"/>
</p:tagLst>
</file>

<file path=ppt/tags/tag737.xml><?xml version="1.0" encoding="utf-8"?>
<p:tagLst xmlns:p="http://schemas.openxmlformats.org/presentationml/2006/main">
  <p:tag name="KSO_WM_UNIT_INDEX" val="52"/>
  <p:tag name="KSO_WM_UNIT_TYPE" val="j"/>
  <p:tag name="KSO_WM_BEAUTIFY_FLAG" val="#wm#"/>
</p:tagLst>
</file>

<file path=ppt/tags/tag738.xml><?xml version="1.0" encoding="utf-8"?>
<p:tagLst xmlns:p="http://schemas.openxmlformats.org/presentationml/2006/main">
  <p:tag name="KSO_WM_UNIT_INDEX" val="45"/>
  <p:tag name="KSO_WM_UNIT_TYPE" val="f"/>
  <p:tag name="KSO_WM_UNIT_SUBTYPE" val="a"/>
  <p:tag name="KSO_WM_BEAUTIFY_FLAG" val="#wm#"/>
</p:tagLst>
</file>

<file path=ppt/tags/tag739.xml><?xml version="1.0" encoding="utf-8"?>
<p:tagLst xmlns:p="http://schemas.openxmlformats.org/presentationml/2006/main">
  <p:tag name="KSO_WM_UNIT_INDEX" val="63"/>
  <p:tag name="KSO_WM_UNIT_TYPE" val="f"/>
  <p:tag name="KSO_WM_UNIT_SUBTYPE" val="a"/>
  <p:tag name="KSO_WM_BEAUTIFY_FLAG" val="#wm#"/>
</p:tagLst>
</file>

<file path=ppt/tags/tag740.xml><?xml version="1.0" encoding="utf-8"?>
<p:tagLst xmlns:p="http://schemas.openxmlformats.org/presentationml/2006/main">
  <p:tag name="KSO_WM_UNIT_INDEX" val="54"/>
  <p:tag name="KSO_WM_UNIT_TYPE" val="f"/>
  <p:tag name="KSO_WM_UNIT_SUBTYPE" val="a"/>
  <p:tag name="KSO_WM_BEAUTIFY_FLAG" val="#wm#"/>
</p:tagLst>
</file>

<file path=ppt/tags/tag741.xml><?xml version="1.0" encoding="utf-8"?>
<p:tagLst xmlns:p="http://schemas.openxmlformats.org/presentationml/2006/main">
  <p:tag name="KSO_WM_UNIT_INDEX" val="66"/>
  <p:tag name="KSO_WM_UNIT_TYPE" val="f"/>
  <p:tag name="KSO_WM_UNIT_SUBTYPE" val="a"/>
  <p:tag name="KSO_WM_BEAUTIFY_FLAG" val="#wm#"/>
</p:tagLst>
</file>

<file path=ppt/tags/tag742.xml><?xml version="1.0" encoding="utf-8"?>
<p:tagLst xmlns:p="http://schemas.openxmlformats.org/presentationml/2006/main">
  <p:tag name="KSO_WM_UNIT_INDEX" val="68"/>
  <p:tag name="KSO_WM_UNIT_TYPE" val="f"/>
  <p:tag name="KSO_WM_UNIT_SUBTYPE" val="a"/>
  <p:tag name="KSO_WM_BEAUTIFY_FLAG" val="#wm#"/>
</p:tagLst>
</file>

<file path=ppt/tags/tag743.xml><?xml version="1.0" encoding="utf-8"?>
<p:tagLst xmlns:p="http://schemas.openxmlformats.org/presentationml/2006/main">
  <p:tag name="KSO_WM_UNIT_INDEX" val="65"/>
  <p:tag name="KSO_WM_UNIT_TYPE" val="f"/>
  <p:tag name="KSO_WM_UNIT_SUBTYPE" val="a"/>
  <p:tag name="KSO_WM_BEAUTIFY_FLAG" val="#wm#"/>
</p:tagLst>
</file>

<file path=ppt/tags/tag744.xml><?xml version="1.0" encoding="utf-8"?>
<p:tagLst xmlns:p="http://schemas.openxmlformats.org/presentationml/2006/main">
  <p:tag name="KSO_WM_UNIT_INDEX" val="69"/>
  <p:tag name="KSO_WM_UNIT_TYPE" val="f"/>
  <p:tag name="KSO_WM_UNIT_SUBTYPE" val="a"/>
  <p:tag name="KSO_WM_BEAUTIFY_FLAG" val="#wm#"/>
</p:tagLst>
</file>

<file path=ppt/tags/tag745.xml><?xml version="1.0" encoding="utf-8"?>
<p:tagLst xmlns:p="http://schemas.openxmlformats.org/presentationml/2006/main">
  <p:tag name="KSO_WM_UNIT_INDEX" val="44"/>
  <p:tag name="KSO_WM_UNIT_TYPE" val="i"/>
  <p:tag name="KSO_WM_BEAUTIFY_FLAG" val="#wm#"/>
</p:tagLst>
</file>

<file path=ppt/tags/tag746.xml><?xml version="1.0" encoding="utf-8"?>
<p:tagLst xmlns:p="http://schemas.openxmlformats.org/presentationml/2006/main">
  <p:tag name="KSO_WM_UNIT_INDEX" val="50"/>
  <p:tag name="KSO_WM_UNIT_TYPE" val="f"/>
  <p:tag name="KSO_WM_UNIT_SUBTYPE" val="a"/>
  <p:tag name="KSO_WM_BEAUTIFY_FLAG" val="#wm#"/>
</p:tagLst>
</file>

<file path=ppt/tags/tag747.xml><?xml version="1.0" encoding="utf-8"?>
<p:tagLst xmlns:p="http://schemas.openxmlformats.org/presentationml/2006/main">
  <p:tag name="KSO_WM_UNIT_INDEX" val="56"/>
  <p:tag name="KSO_WM_UNIT_TYPE" val="f"/>
  <p:tag name="KSO_WM_UNIT_SUBTYPE" val="a"/>
  <p:tag name="KSO_WM_BEAUTIFY_FLAG" val="#wm#"/>
</p:tagLst>
</file>

<file path=ppt/tags/tag748.xml><?xml version="1.0" encoding="utf-8"?>
<p:tagLst xmlns:p="http://schemas.openxmlformats.org/presentationml/2006/main">
  <p:tag name="KSO_WM_UNIT_INDEX" val="62"/>
  <p:tag name="KSO_WM_UNIT_TYPE" val="f"/>
  <p:tag name="KSO_WM_UNIT_SUBTYPE" val="a"/>
  <p:tag name="KSO_WM_BEAUTIFY_FLAG" val="#wm#"/>
</p:tagLst>
</file>

<file path=ppt/tags/tag749.xml><?xml version="1.0" encoding="utf-8"?>
<p:tagLst xmlns:p="http://schemas.openxmlformats.org/presentationml/2006/main">
  <p:tag name="KSO_WM_UNIT_INDEX" val="67"/>
  <p:tag name="KSO_WM_UNIT_TYPE" val="f"/>
  <p:tag name="KSO_WM_UNIT_SUBTYPE" val="a"/>
  <p:tag name="KSO_WM_BEAUTIFY_FLAG" val="#wm#"/>
</p:tagLst>
</file>

<file path=ppt/tags/tag750.xml><?xml version="1.0" encoding="utf-8"?>
<p:tagLst xmlns:p="http://schemas.openxmlformats.org/presentationml/2006/main">
  <p:tag name="KSO_WM_UNIT_INDEX" val="47"/>
  <p:tag name="KSO_WM_UNIT_TYPE" val="f"/>
  <p:tag name="KSO_WM_UNIT_SUBTYPE" val="a"/>
  <p:tag name="KSO_WM_BEAUTIFY_FLAG" val="#wm#"/>
</p:tagLst>
</file>

<file path=ppt/tags/tag751.xml><?xml version="1.0" encoding="utf-8"?>
<p:tagLst xmlns:p="http://schemas.openxmlformats.org/presentationml/2006/main">
  <p:tag name="KSO_WM_UNIT_INDEX" val="53"/>
  <p:tag name="KSO_WM_UNIT_TYPE" val="i"/>
  <p:tag name="KSO_WM_BEAUTIFY_FLAG" val="#wm#"/>
</p:tagLst>
</file>

<file path=ppt/tags/tag752.xml><?xml version="1.0" encoding="utf-8"?>
<p:tagLst xmlns:p="http://schemas.openxmlformats.org/presentationml/2006/main">
  <p:tag name="KSO_WM_UNIT_INDEX" val="59"/>
  <p:tag name="KSO_WM_UNIT_TYPE" val="f"/>
  <p:tag name="KSO_WM_UNIT_SUBTYPE" val="a"/>
  <p:tag name="KSO_WM_BEAUTIFY_FLAG" val="#wm#"/>
</p:tagLst>
</file>

<file path=ppt/tags/tag753.xml><?xml version="1.0" encoding="utf-8"?>
<p:tagLst xmlns:p="http://schemas.openxmlformats.org/presentationml/2006/main">
  <p:tag name="KSO_WM_UNIT_INDEX" val="5"/>
  <p:tag name="KSO_WM_UNIT_TYPE" val="i"/>
  <p:tag name="KSO_WM_BEAUTIFY_FLAG" val="#wm#"/>
</p:tagLst>
</file>

<file path=ppt/tags/tag754.xml><?xml version="1.0" encoding="utf-8"?>
<p:tagLst xmlns:p="http://schemas.openxmlformats.org/presentationml/2006/main">
  <p:tag name="KSO_WM_UNIT_INDEX" val="8"/>
  <p:tag name="KSO_WM_UNIT_TYPE" val="f"/>
  <p:tag name="KSO_WM_UNIT_SUBTYPE" val="a"/>
  <p:tag name="KSO_WM_BEAUTIFY_FLAG" val="#wm#"/>
</p:tagLst>
</file>

<file path=ppt/tags/tag755.xml><?xml version="1.0" encoding="utf-8"?>
<p:tagLst xmlns:p="http://schemas.openxmlformats.org/presentationml/2006/main">
  <p:tag name="KSO_WM_UNIT_INDEX" val="15"/>
  <p:tag name="KSO_WM_UNIT_TYPE" val="f"/>
  <p:tag name="KSO_WM_UNIT_SUBTYPE" val="a"/>
  <p:tag name="KSO_WM_BEAUTIFY_FLAG" val="#wm#"/>
</p:tagLst>
</file>

<file path=ppt/tags/tag756.xml><?xml version="1.0" encoding="utf-8"?>
<p:tagLst xmlns:p="http://schemas.openxmlformats.org/presentationml/2006/main">
  <p:tag name="KSO_WM_UNIT_INDEX" val="20"/>
  <p:tag name="KSO_WM_UNIT_TYPE" val="f"/>
  <p:tag name="KSO_WM_UNIT_SUBTYPE" val="a"/>
  <p:tag name="KSO_WM_BEAUTIFY_FLAG" val="#wm#"/>
</p:tagLst>
</file>

<file path=ppt/tags/tag757.xml><?xml version="1.0" encoding="utf-8"?>
<p:tagLst xmlns:p="http://schemas.openxmlformats.org/presentationml/2006/main">
  <p:tag name="KSO_WM_UNIT_INDEX" val="22"/>
  <p:tag name="KSO_WM_UNIT_TYPE" val="f"/>
  <p:tag name="KSO_WM_UNIT_SUBTYPE" val="a"/>
  <p:tag name="KSO_WM_BEAUTIFY_FLAG" val="#wm#"/>
</p:tagLst>
</file>

<file path=ppt/tags/tag758.xml><?xml version="1.0" encoding="utf-8"?>
<p:tagLst xmlns:p="http://schemas.openxmlformats.org/presentationml/2006/main">
  <p:tag name="KSO_WM_UNIT_INDEX" val="32"/>
  <p:tag name="KSO_WM_UNIT_TYPE" val="f"/>
  <p:tag name="KSO_WM_UNIT_SUBTYPE" val="a"/>
  <p:tag name="KSO_WM_BEAUTIFY_FLAG" val="#wm#"/>
</p:tagLst>
</file>

<file path=ppt/tags/tag759.xml><?xml version="1.0" encoding="utf-8"?>
<p:tagLst xmlns:p="http://schemas.openxmlformats.org/presentationml/2006/main">
  <p:tag name="KSO_WM_UNIT_INDEX" val="6"/>
  <p:tag name="KSO_WM_UNIT_TYPE" val="f"/>
  <p:tag name="KSO_WM_UNIT_SUBTYPE" val="a"/>
  <p:tag name="KSO_WM_BEAUTIFY_FLAG" val="#wm#"/>
</p:tagLst>
</file>

<file path=ppt/tags/tag760.xml><?xml version="1.0" encoding="utf-8"?>
<p:tagLst xmlns:p="http://schemas.openxmlformats.org/presentationml/2006/main">
  <p:tag name="KSO_WM_UNIT_INDEX" val="35"/>
  <p:tag name="KSO_WM_UNIT_TYPE" val="i"/>
  <p:tag name="KSO_WM_BEAUTIFY_FLAG" val="#wm#"/>
</p:tagLst>
</file>

<file path=ppt/tags/tag761.xml><?xml version="1.0" encoding="utf-8"?>
<p:tagLst xmlns:p="http://schemas.openxmlformats.org/presentationml/2006/main">
  <p:tag name="KSO_WM_UNIT_INDEX" val="18"/>
  <p:tag name="KSO_WM_UNIT_TYPE" val="i"/>
  <p:tag name="KSO_WM_BEAUTIFY_FLAG" val="#wm#"/>
</p:tagLst>
</file>

<file path=ppt/tags/tag762.xml><?xml version="1.0" encoding="utf-8"?>
<p:tagLst xmlns:p="http://schemas.openxmlformats.org/presentationml/2006/main">
  <p:tag name="KSO_WM_UNIT_INDEX" val="14"/>
  <p:tag name="KSO_WM_UNIT_TYPE" val="f"/>
  <p:tag name="KSO_WM_UNIT_SUBTYPE" val="a"/>
  <p:tag name="KSO_WM_BEAUTIFY_FLAG" val="#wm#"/>
</p:tagLst>
</file>

<file path=ppt/tags/tag763.xml><?xml version="1.0" encoding="utf-8"?>
<p:tagLst xmlns:p="http://schemas.openxmlformats.org/presentationml/2006/main">
  <p:tag name="KSO_WM_UNIT_INDEX" val="40"/>
  <p:tag name="KSO_WM_UNIT_TYPE" val="f"/>
  <p:tag name="KSO_WM_UNIT_SUBTYPE" val="a"/>
  <p:tag name="KSO_WM_BEAUTIFY_FLAG" val="#wm#"/>
</p:tagLst>
</file>

<file path=ppt/tags/tag764.xml><?xml version="1.0" encoding="utf-8"?>
<p:tagLst xmlns:p="http://schemas.openxmlformats.org/presentationml/2006/main">
  <p:tag name="KSO_WM_UNIT_INDEX" val="41"/>
  <p:tag name="KSO_WM_UNIT_TYPE" val="f"/>
  <p:tag name="KSO_WM_UNIT_SUBTYPE" val="a"/>
  <p:tag name="KSO_WM_BEAUTIFY_FLAG" val="#wm#"/>
</p:tagLst>
</file>

<file path=ppt/tags/tag765.xml><?xml version="1.0" encoding="utf-8"?>
<p:tagLst xmlns:p="http://schemas.openxmlformats.org/presentationml/2006/main">
  <p:tag name="KSO_WM_UNIT_INDEX" val="25"/>
  <p:tag name="KSO_WM_UNIT_TYPE" val="i"/>
  <p:tag name="KSO_WM_BEAUTIFY_FLAG" val="#wm#"/>
</p:tagLst>
</file>

<file path=ppt/tags/tag766.xml><?xml version="1.0" encoding="utf-8"?>
<p:tagLst xmlns:p="http://schemas.openxmlformats.org/presentationml/2006/main">
  <p:tag name="KSO_WM_UNIT_INDEX" val="33"/>
  <p:tag name="KSO_WM_UNIT_TYPE" val="f"/>
  <p:tag name="KSO_WM_UNIT_SUBTYPE" val="a"/>
  <p:tag name="KSO_WM_BEAUTIFY_FLAG" val="#wm#"/>
</p:tagLst>
</file>

<file path=ppt/tags/tag767.xml><?xml version="1.0" encoding="utf-8"?>
<p:tagLst xmlns:p="http://schemas.openxmlformats.org/presentationml/2006/main">
  <p:tag name="KSO_WM_UNIT_INDEX" val="37"/>
  <p:tag name="KSO_WM_UNIT_TYPE" val="f"/>
  <p:tag name="KSO_WM_UNIT_SUBTYPE" val="a"/>
  <p:tag name="KSO_WM_BEAUTIFY_FLAG" val="#wm#"/>
</p:tagLst>
</file>

<file path=ppt/tags/tag768.xml><?xml version="1.0" encoding="utf-8"?>
<p:tagLst xmlns:p="http://schemas.openxmlformats.org/presentationml/2006/main">
  <p:tag name="KSO_WM_UNIT_INDEX" val="42"/>
  <p:tag name="KSO_WM_UNIT_TYPE" val="f"/>
  <p:tag name="KSO_WM_UNIT_SUBTYPE" val="a"/>
  <p:tag name="KSO_WM_BEAUTIFY_FLAG" val="#wm#"/>
</p:tagLst>
</file>

<file path=ppt/tags/tag769.xml><?xml version="1.0" encoding="utf-8"?>
<p:tagLst xmlns:p="http://schemas.openxmlformats.org/presentationml/2006/main">
  <p:tag name="KSO_WM_UNIT_INDEX" val="46"/>
  <p:tag name="KSO_WM_UNIT_TYPE" val="f"/>
  <p:tag name="KSO_WM_UNIT_SUBTYPE" val="a"/>
  <p:tag name="KSO_WM_BEAUTIFY_FLAG" val="#wm#"/>
</p:tagLst>
</file>

<file path=ppt/tags/tag770.xml><?xml version="1.0" encoding="utf-8"?>
<p:tagLst xmlns:p="http://schemas.openxmlformats.org/presentationml/2006/main">
  <p:tag name="KSO_WM_UNIT_INDEX" val="26"/>
  <p:tag name="KSO_WM_UNIT_TYPE" val="f"/>
  <p:tag name="KSO_WM_UNIT_SUBTYPE" val="a"/>
  <p:tag name="KSO_WM_BEAUTIFY_FLAG" val="#wm#"/>
</p:tagLst>
</file>

<file path=ppt/tags/tag771.xml><?xml version="1.0" encoding="utf-8"?>
<p:tagLst xmlns:p="http://schemas.openxmlformats.org/presentationml/2006/main">
  <p:tag name="KSO_WM_UNIT_INDEX" val="49"/>
  <p:tag name="KSO_WM_UNIT_TYPE" val="i"/>
  <p:tag name="KSO_WM_BEAUTIFY_FLAG" val="#wm#"/>
</p:tagLst>
</file>

<file path=ppt/tags/tag772.xml><?xml version="1.0" encoding="utf-8"?>
<p:tagLst xmlns:p="http://schemas.openxmlformats.org/presentationml/2006/main">
  <p:tag name="KSO_WM_UNIT_INDEX" val="60"/>
  <p:tag name="KSO_WM_UNIT_TYPE" val="f"/>
  <p:tag name="KSO_WM_UNIT_SUBTYPE" val="a"/>
  <p:tag name="KSO_WM_BEAUTIFY_FLAG" val="#wm#"/>
</p:tagLst>
</file>

<file path=ppt/tags/tag773.xml><?xml version="1.0" encoding="utf-8"?>
<p:tagLst xmlns:p="http://schemas.openxmlformats.org/presentationml/2006/main">
  <p:tag name="KSO_WM_UNIT_INDEX" val="16"/>
  <p:tag name="KSO_WM_UNIT_TYPE" val="i"/>
  <p:tag name="KSO_WM_BEAUTIFY_FLAG" val="#wm#"/>
</p:tagLst>
</file>

<file path=ppt/tags/tag774.xml><?xml version="1.0" encoding="utf-8"?>
<p:tagLst xmlns:p="http://schemas.openxmlformats.org/presentationml/2006/main">
  <p:tag name="KSO_WM_UNIT_INDEX" val="11"/>
  <p:tag name="KSO_WM_UNIT_TYPE" val="f"/>
  <p:tag name="KSO_WM_UNIT_SUBTYPE" val="a"/>
  <p:tag name="KSO_WM_BEAUTIFY_FLAG" val="#wm#"/>
</p:tagLst>
</file>

<file path=ppt/tags/tag775.xml><?xml version="1.0" encoding="utf-8"?>
<p:tagLst xmlns:p="http://schemas.openxmlformats.org/presentationml/2006/main">
  <p:tag name="KSO_WM_UNIT_INDEX" val="64"/>
  <p:tag name="KSO_WM_UNIT_TYPE" val="i"/>
  <p:tag name="KSO_WM_BEAUTIFY_FLAG" val="#wm#"/>
</p:tagLst>
</file>

<file path=ppt/tags/tag776.xml><?xml version="1.0" encoding="utf-8"?>
<p:tagLst xmlns:p="http://schemas.openxmlformats.org/presentationml/2006/main">
  <p:tag name="KSO_WM_UNIT_INDEX" val="70"/>
  <p:tag name="KSO_WM_UNIT_TYPE" val="f"/>
  <p:tag name="KSO_WM_UNIT_SUBTYPE" val="a"/>
  <p:tag name="KSO_WM_BEAUTIFY_FLAG" val="#wm#"/>
</p:tagLst>
</file>

<file path=ppt/tags/tag777.xml><?xml version="1.0" encoding="utf-8"?>
<p:tagLst xmlns:p="http://schemas.openxmlformats.org/presentationml/2006/main">
  <p:tag name="KSO_WM_UNIT_INDEX" val="31"/>
  <p:tag name="KSO_WM_UNIT_TYPE" val="i"/>
  <p:tag name="KSO_WM_BEAUTIFY_FLAG" val="#wm#"/>
</p:tagLst>
</file>

<file path=ppt/tags/tag778.xml><?xml version="1.0" encoding="utf-8"?>
<p:tagLst xmlns:p="http://schemas.openxmlformats.org/presentationml/2006/main">
  <p:tag name="KSO_WM_UNIT_INDEX" val="27"/>
  <p:tag name="KSO_WM_UNIT_TYPE" val="i"/>
  <p:tag name="KSO_WM_BEAUTIFY_FLAG" val="#wm#"/>
</p:tagLst>
</file>

<file path=ppt/tags/tag779.xml><?xml version="1.0" encoding="utf-8"?>
<p:tagLst xmlns:p="http://schemas.openxmlformats.org/presentationml/2006/main">
  <p:tag name="KSO_WM_UNIT_INDEX" val="38"/>
  <p:tag name="KSO_WM_UNIT_TYPE" val="f"/>
  <p:tag name="KSO_WM_UNIT_SUBTYPE" val="a"/>
  <p:tag name="KSO_WM_BEAUTIFY_FLAG" val="#wm#"/>
</p:tagLst>
</file>

<file path=ppt/tags/tag780.xml><?xml version="1.0" encoding="utf-8"?>
<p:tagLst xmlns:p="http://schemas.openxmlformats.org/presentationml/2006/main">
  <p:tag name="KSO_WM_UNIT_INDEX" val="34"/>
  <p:tag name="KSO_WM_UNIT_TYPE" val="f"/>
  <p:tag name="KSO_WM_UNIT_SUBTYPE" val="a"/>
  <p:tag name="KSO_WM_BEAUTIFY_FLAG" val="#wm#"/>
</p:tagLst>
</file>

<file path=ppt/tags/tag781.xml><?xml version="1.0" encoding="utf-8"?>
<p:tagLst xmlns:p="http://schemas.openxmlformats.org/presentationml/2006/main">
  <p:tag name="KSO_WM_UNIT_INDEX" val="13"/>
  <p:tag name="KSO_WM_UNIT_TYPE" val="i"/>
  <p:tag name="KSO_WM_BEAUTIFY_FLAG" val="#wm#"/>
</p:tagLst>
</file>

<file path=ppt/tags/tag782.xml><?xml version="1.0" encoding="utf-8"?>
<p:tagLst xmlns:p="http://schemas.openxmlformats.org/presentationml/2006/main">
  <p:tag name="KSO_WM_UNIT_INDEX" val="19"/>
  <p:tag name="KSO_WM_UNIT_TYPE" val="f"/>
  <p:tag name="KSO_WM_UNIT_SUBTYPE" val="a"/>
  <p:tag name="KSO_WM_BEAUTIFY_FLAG" val="#wm#"/>
</p:tagLst>
</file>

<file path=ppt/tags/tag783.xml><?xml version="1.0" encoding="utf-8"?>
<p:tagLst xmlns:p="http://schemas.openxmlformats.org/presentationml/2006/main">
  <p:tag name="KSO_WM_UNIT_INDEX" val="12"/>
  <p:tag name="KSO_WM_UNIT_TYPE" val="i"/>
  <p:tag name="KSO_WM_BEAUTIFY_FLAG" val="#wm#"/>
</p:tagLst>
</file>

<file path=ppt/tags/tag784.xml><?xml version="1.0" encoding="utf-8"?>
<p:tagLst xmlns:p="http://schemas.openxmlformats.org/presentationml/2006/main">
  <p:tag name="KSO_WM_UNIT_INDEX" val="21"/>
  <p:tag name="KSO_WM_UNIT_TYPE" val="f"/>
  <p:tag name="KSO_WM_UNIT_SUBTYPE" val="a"/>
  <p:tag name="KSO_WM_BEAUTIFY_FLAG" val="#wm#"/>
</p:tagLst>
</file>

<file path=ppt/tags/tag785.xml><?xml version="1.0" encoding="utf-8"?>
<p:tagLst xmlns:p="http://schemas.openxmlformats.org/presentationml/2006/main">
  <p:tag name="KSO_WM_UNIT_INDEX" val="39"/>
  <p:tag name="KSO_WM_UNIT_TYPE" val="i"/>
  <p:tag name="KSO_WM_BEAUTIFY_FLAG" val="#wm#"/>
</p:tagLst>
</file>

<file path=ppt/tags/tag786.xml><?xml version="1.0" encoding="utf-8"?>
<p:tagLst xmlns:p="http://schemas.openxmlformats.org/presentationml/2006/main">
  <p:tag name="KSO_WM_UNIT_INDEX" val="55"/>
  <p:tag name="KSO_WM_UNIT_TYPE" val="f"/>
  <p:tag name="KSO_WM_UNIT_SUBTYPE" val="a"/>
  <p:tag name="KSO_WM_BEAUTIFY_FLAG" val="#wm#"/>
</p:tagLst>
</file>

<file path=ppt/tags/tag787.xml><?xml version="1.0" encoding="utf-8"?>
<p:tagLst xmlns:p="http://schemas.openxmlformats.org/presentationml/2006/main">
  <p:tag name="KSO_WM_UNIT_INDEX" val="1"/>
  <p:tag name="KSO_WM_UNIT_TYPE" val="a"/>
  <p:tag name="KSO_WM_BEAUTIFY_FLAG" val="#wm#"/>
  <p:tag name="KSO_WM_UNIT_TEXT" val="示例：主数据管理系统架构"/>
  <p:tag name="KSO_WM_UNIT_ID" val="_2*a*1"/>
  <p:tag name="KSO_WM_TAG_VERSION" val="3.0"/>
  <p:tag name="KSO_WM_UNIT_LAYERLEVEL" val="1"/>
  <p:tag name="KSO_WM_TEMPLATE_CATEGORY" val="custom"/>
  <p:tag name="KSO_WM_TEMPLATE_USER_THEME" val="1"/>
</p:tagLst>
</file>

<file path=ppt/tags/tag788.xml><?xml version="1.0" encoding="utf-8"?>
<p:tagLst xmlns:p="http://schemas.openxmlformats.org/presentationml/2006/main">
  <p:tag name="KSO_WM_SLIDE_TYPE" val="text"/>
  <p:tag name="KSO_WM_BEAUTIFY_FLAG" val="#wm#"/>
  <p:tag name="KSO_WM_TEMPLATE_CATEGORY" val="custom"/>
  <p:tag name="KSO_WM_TEMPLATE_USER_THEME" val="1"/>
  <p:tag name="KSO_WM_SLIDE_INDEX" val="8"/>
  <p:tag name="KSO_WM_SLIDE_ID" val="custom_8"/>
  <p:tag name="KSO_WM_TEMPLATE_SUBCATEGORY" val="29"/>
  <p:tag name="KSO_WM_SLIDE_LAYOUT" val="a_f"/>
  <p:tag name="KSO_WM_SLIDE_LAYOUT_CNT" val="1_1"/>
</p:tagLst>
</file>

<file path=ppt/tags/tag789.xml><?xml version="1.0" encoding="utf-8"?>
<p:tagLst xmlns:p="http://schemas.openxmlformats.org/presentationml/2006/main">
  <p:tag name="KSO_WM_UNIT_INDEX" val="16"/>
  <p:tag name="KSO_WM_UNIT_TYPE" val="f"/>
  <p:tag name="KSO_WM_UNIT_SUBTYPE" val="a"/>
  <p:tag name="KSO_WM_BEAUTIFY_FLAG" val="#wm#"/>
</p:tagLst>
</file>

<file path=ppt/tags/tag790.xml><?xml version="1.0" encoding="utf-8"?>
<p:tagLst xmlns:p="http://schemas.openxmlformats.org/presentationml/2006/main">
  <p:tag name="KSO_WM_UNIT_INDEX" val="2"/>
  <p:tag name="KSO_WM_UNIT_TYPE" val="i"/>
  <p:tag name="KSO_WM_BEAUTIFY_FLAG" val="#wm#"/>
</p:tagLst>
</file>

<file path=ppt/tags/tag791.xml><?xml version="1.0" encoding="utf-8"?>
<p:tagLst xmlns:p="http://schemas.openxmlformats.org/presentationml/2006/main">
  <p:tag name="KSO_WM_UNIT_INDEX" val="17"/>
  <p:tag name="KSO_WM_UNIT_TYPE" val="j"/>
  <p:tag name="KSO_WM_BEAUTIFY_FLAG" val="#wm#"/>
</p:tagLst>
</file>

<file path=ppt/tags/tag792.xml><?xml version="1.0" encoding="utf-8"?>
<p:tagLst xmlns:p="http://schemas.openxmlformats.org/presentationml/2006/main">
  <p:tag name="KSO_WM_UNIT_INDEX" val="16"/>
  <p:tag name="KSO_WM_UNIT_TYPE" val="f"/>
  <p:tag name="KSO_WM_UNIT_SUBTYPE" val="a"/>
  <p:tag name="KSO_WM_BEAUTIFY_FLAG" val="#wm#"/>
</p:tagLst>
</file>

<file path=ppt/tags/tag793.xml><?xml version="1.0" encoding="utf-8"?>
<p:tagLst xmlns:p="http://schemas.openxmlformats.org/presentationml/2006/main">
  <p:tag name="KSO_WM_UNIT_INDEX" val="1"/>
  <p:tag name="KSO_WM_UNIT_TYPE" val="a"/>
  <p:tag name="KSO_WM_BEAUTIFY_FLAG" val="#wm#"/>
  <p:tag name="KSO_WM_UNIT_TEXT" val="广义数据治理的概念、关系及实施路径"/>
  <p:tag name="KSO_WM_UNIT_ID" val="_2*a*1"/>
  <p:tag name="KSO_WM_TAG_VERSION" val="3.0"/>
  <p:tag name="KSO_WM_UNIT_LAYERLEVEL" val="1"/>
  <p:tag name="KSO_WM_TEMPLATE_CATEGORY" val="custom"/>
  <p:tag name="KSO_WM_TEMPLATE_USER_THEME" val="1"/>
</p:tagLst>
</file>

<file path=ppt/tags/tag794.xml><?xml version="1.0" encoding="utf-8"?>
<p:tagLst xmlns:p="http://schemas.openxmlformats.org/presentationml/2006/main">
  <p:tag name="KSO_WM_SLIDE_TYPE" val="text"/>
  <p:tag name="KSO_WM_BEAUTIFY_FLAG" val="#wm#"/>
  <p:tag name="KSO_WM_TEMPLATE_CATEGORY" val="custom"/>
  <p:tag name="KSO_WM_TEMPLATE_USER_THEME" val="1"/>
  <p:tag name="KSO_WM_SLIDE_INDEX" val="8"/>
  <p:tag name="KSO_WM_SLIDE_ID" val="custom_8"/>
  <p:tag name="KSO_WM_TEMPLATE_SUBCATEGORY" val="29"/>
  <p:tag name="KSO_WM_SLIDE_LAYOUT" val="a_f"/>
  <p:tag name="KSO_WM_SLIDE_LAYOUT_CNT" val="1_1"/>
</p:tagLst>
</file>

<file path=ppt/tags/tag795.xml><?xml version="1.0" encoding="utf-8"?>
<p:tagLst xmlns:p="http://schemas.openxmlformats.org/presentationml/2006/main">
  <p:tag name="KSO_WM_UNIT_INDEX" val="33"/>
  <p:tag name="KSO_WM_UNIT_TYPE" val="f"/>
  <p:tag name="KSO_WM_UNIT_SUBTYPE" val="a"/>
  <p:tag name="KSO_WM_BEAUTIFY_FLAG" val="#wm#"/>
</p:tagLst>
</file>

<file path=ppt/tags/tag796.xml><?xml version="1.0" encoding="utf-8"?>
<p:tagLst xmlns:p="http://schemas.openxmlformats.org/presentationml/2006/main">
  <p:tag name="KSO_WM_UNIT_INDEX" val="1"/>
  <p:tag name="KSO_WM_UNIT_TYPE" val="a"/>
  <p:tag name="KSO_WM_BEAUTIFY_FLAG" val="#wm#"/>
  <p:tag name="KSO_WM_UNIT_TEXT" val="议题"/>
  <p:tag name="KSO_WM_UNIT_ID" val="_2*a*1"/>
  <p:tag name="KSO_WM_TAG_VERSION" val="3.0"/>
  <p:tag name="KSO_WM_UNIT_LAYERLEVEL" val="1"/>
  <p:tag name="KSO_WM_TEMPLATE_CATEGORY" val="custom"/>
  <p:tag name="KSO_WM_TEMPLATE_USER_THEME" val="1"/>
</p:tagLst>
</file>

<file path=ppt/tags/tag797.xml><?xml version="1.0" encoding="utf-8"?>
<p:tagLst xmlns:p="http://schemas.openxmlformats.org/presentationml/2006/main">
  <p:tag name="KSO_WM_SLIDE_TYPE" val="text"/>
  <p:tag name="KSO_WM_BEAUTIFY_FLAG" val="#wm#"/>
  <p:tag name="KSO_WM_TEMPLATE_CATEGORY" val="custom"/>
  <p:tag name="KSO_WM_TEMPLATE_USER_THEME" val="1"/>
  <p:tag name="KSO_WM_SLIDE_INDEX" val="8"/>
  <p:tag name="KSO_WM_SLIDE_ID" val="custom_8"/>
  <p:tag name="KSO_WM_TEMPLATE_SUBCATEGORY" val="29"/>
  <p:tag name="KSO_WM_SLIDE_LAYOUT" val="a_f"/>
  <p:tag name="KSO_WM_SLIDE_LAYOUT_CNT" val="1_1"/>
</p:tagLst>
</file>

<file path=ppt/tags/tag798.xml><?xml version="1.0" encoding="utf-8"?>
<p:tagLst xmlns:p="http://schemas.openxmlformats.org/presentationml/2006/main">
  <p:tag name="KSO_WM_UNIT_INDEX" val="8"/>
  <p:tag name="KSO_WM_UNIT_TYPE" val="i"/>
  <p:tag name="KSO_WM_BEAUTIFY_FLAG" val="#wm#"/>
</p:tagLst>
</file>

<file path=ppt/tags/tag799.xml><?xml version="1.0" encoding="utf-8"?>
<p:tagLst xmlns:p="http://schemas.openxmlformats.org/presentationml/2006/main">
  <p:tag name="KSO_WM_UNIT_INDEX" val="23"/>
  <p:tag name="KSO_WM_UNIT_TYPE" val="f"/>
  <p:tag name="KSO_WM_UNIT_SUBTYPE" val="a"/>
  <p:tag name="KSO_WM_BEAUTIFY_FLAG" val="#wm#"/>
</p:tagLst>
</file>

<file path=ppt/tags/tag800.xml><?xml version="1.0" encoding="utf-8"?>
<p:tagLst xmlns:p="http://schemas.openxmlformats.org/presentationml/2006/main">
  <p:tag name="KSO_WM_UNIT_INDEX" val="8"/>
  <p:tag name="KSO_WM_UNIT_TYPE" val="j"/>
  <p:tag name="KSO_WM_BEAUTIFY_FLAG" val="#wm#"/>
</p:tagLst>
</file>

<file path=ppt/tags/tag801.xml><?xml version="1.0" encoding="utf-8"?>
<p:tagLst xmlns:p="http://schemas.openxmlformats.org/presentationml/2006/main">
  <p:tag name="KSO_WM_UNIT_INDEX" val="1"/>
  <p:tag name="KSO_WM_UNIT_TYPE" val="i"/>
  <p:tag name="KSO_WM_UNIT_SUBTYPE" val="h"/>
  <p:tag name="KSO_WM_BEAUTIFY_FLAG" val="#wm#"/>
</p:tagLst>
</file>

<file path=ppt/tags/tag802.xml><?xml version="1.0" encoding="utf-8"?>
<p:tagLst xmlns:p="http://schemas.openxmlformats.org/presentationml/2006/main">
  <p:tag name="KSO_WM_UNIT_INDEX" val="2"/>
  <p:tag name="KSO_WM_UNIT_TYPE" val="i"/>
  <p:tag name="KSO_WM_UNIT_SUBTYPE" val="h"/>
  <p:tag name="KSO_WM_BEAUTIFY_FLAG" val="#wm#"/>
</p:tagLst>
</file>

<file path=ppt/tags/tag803.xml><?xml version="1.0" encoding="utf-8"?>
<p:tagLst xmlns:p="http://schemas.openxmlformats.org/presentationml/2006/main">
  <p:tag name="KSO_WM_UNIT_INDEX" val="3"/>
  <p:tag name="KSO_WM_UNIT_TYPE" val="i"/>
  <p:tag name="KSO_WM_BEAUTIFY_FLAG" val="#wm#"/>
</p:tagLst>
</file>

<file path=ppt/tags/tag804.xml><?xml version="1.0" encoding="utf-8"?>
<p:tagLst xmlns:p="http://schemas.openxmlformats.org/presentationml/2006/main">
  <p:tag name="KSO_WM_UNIT_INDEX" val="6"/>
  <p:tag name="KSO_WM_UNIT_TYPE" val="j"/>
  <p:tag name="KSO_WM_BEAUTIFY_FLAG" val="#wm#"/>
</p:tagLst>
</file>

<file path=ppt/tags/tag805.xml><?xml version="1.0" encoding="utf-8"?>
<p:tagLst xmlns:p="http://schemas.openxmlformats.org/presentationml/2006/main">
  <p:tag name="KSO_WM_UNIT_INDEX" val="9"/>
  <p:tag name="KSO_WM_UNIT_TYPE" val="j"/>
  <p:tag name="KSO_WM_BEAUTIFY_FLAG" val="#wm#"/>
</p:tagLst>
</file>

<file path=ppt/tags/tag806.xml><?xml version="1.0" encoding="utf-8"?>
<p:tagLst xmlns:p="http://schemas.openxmlformats.org/presentationml/2006/main">
  <p:tag name="KSO_WM_UNIT_INDEX" val="7"/>
  <p:tag name="KSO_WM_UNIT_TYPE" val="j"/>
  <p:tag name="KSO_WM_BEAUTIFY_FLAG" val="#wm#"/>
</p:tagLst>
</file>

<file path=ppt/tags/tag807.xml><?xml version="1.0" encoding="utf-8"?>
<p:tagLst xmlns:p="http://schemas.openxmlformats.org/presentationml/2006/main">
  <p:tag name="KSO_WM_UNIT_INDEX" val="5"/>
  <p:tag name="KSO_WM_UNIT_TYPE" val="j"/>
  <p:tag name="KSO_WM_BEAUTIFY_FLAG" val="#wm#"/>
</p:tagLst>
</file>

<file path=ppt/tags/tag808.xml><?xml version="1.0" encoding="utf-8"?>
<p:tagLst xmlns:p="http://schemas.openxmlformats.org/presentationml/2006/main">
  <p:tag name="KSO_WM_UNIT_INDEX" val="1"/>
  <p:tag name="KSO_WM_UNIT_TYPE" val="a"/>
  <p:tag name="KSO_WM_BEAUTIFY_FLAG" val="#wm#"/>
  <p:tag name="KSO_WM_UNIT_TEXT" val="个人能力提升：数据世界，顶天立地"/>
  <p:tag name="KSO_WM_UNIT_ID" val="_2*a*1"/>
  <p:tag name="KSO_WM_TAG_VERSION" val="3.0"/>
  <p:tag name="KSO_WM_UNIT_LAYERLEVEL" val="1"/>
  <p:tag name="KSO_WM_TEMPLATE_CATEGORY" val="custom"/>
  <p:tag name="KSO_WM_TEMPLATE_USER_THEME" val="1"/>
</p:tagLst>
</file>

<file path=ppt/tags/tag809.xml><?xml version="1.0" encoding="utf-8"?>
<p:tagLst xmlns:p="http://schemas.openxmlformats.org/presentationml/2006/main">
  <p:tag name="KSO_WM_SLIDE_TYPE" val="text"/>
  <p:tag name="KSO_WM_BEAUTIFY_FLAG" val="#wm#"/>
  <p:tag name="KSO_WM_TEMPLATE_CATEGORY" val="custom"/>
  <p:tag name="KSO_WM_TEMPLATE_USER_THEME" val="1"/>
  <p:tag name="KSO_WM_SLIDE_INDEX" val="8"/>
  <p:tag name="KSO_WM_SLIDE_ID" val="custom_8"/>
  <p:tag name="KSO_WM_TEMPLATE_SUBCATEGORY" val="29"/>
  <p:tag name="KSO_WM_SLIDE_LAYOUT" val="a_f"/>
  <p:tag name="KSO_WM_SLIDE_LAYOUT_CNT" val="1_1"/>
</p:tagLst>
</file>

<file path=ppt/tags/tag810.xml><?xml version="1.0" encoding="utf-8"?>
<p:tagLst xmlns:p="http://schemas.openxmlformats.org/presentationml/2006/main">
  <p:tag name="KSO_WM_UNIT_INDEX" val="6"/>
  <p:tag name="KSO_WM_UNIT_TYPE" val="i"/>
  <p:tag name="KSO_WM_BEAUTIFY_FLAG" val="#wm#"/>
</p:tagLst>
</file>

<file path=ppt/tags/tag811.xml><?xml version="1.0" encoding="utf-8"?>
<p:tagLst xmlns:p="http://schemas.openxmlformats.org/presentationml/2006/main">
  <p:tag name="KSO_WM_UNIT_INDEX" val="2"/>
  <p:tag name="KSO_WM_UNIT_TYPE" val="j"/>
  <p:tag name="KSO_WM_BEAUTIFY_FLAG" val="#wm#"/>
</p:tagLst>
</file>

<file path=ppt/tags/tag812.xml><?xml version="1.0" encoding="utf-8"?>
<p:tagLst xmlns:p="http://schemas.openxmlformats.org/presentationml/2006/main">
  <p:tag name="KSO_WM_UNIT_INDEX" val="5"/>
  <p:tag name="KSO_WM_UNIT_TYPE" val="i"/>
  <p:tag name="KSO_WM_BEAUTIFY_FLAG" val="#wm#"/>
</p:tagLst>
</file>

<file path=ppt/tags/tag813.xml><?xml version="1.0" encoding="utf-8"?>
<p:tagLst xmlns:p="http://schemas.openxmlformats.org/presentationml/2006/main">
  <p:tag name="KSO_WM_UNIT_INDEX" val="4"/>
  <p:tag name="KSO_WM_UNIT_TYPE" val="i"/>
  <p:tag name="KSO_WM_BEAUTIFY_FLAG" val="#wm#"/>
</p:tagLst>
</file>

<file path=ppt/tags/tag814.xml><?xml version="1.0" encoding="utf-8"?>
<p:tagLst xmlns:p="http://schemas.openxmlformats.org/presentationml/2006/main">
  <p:tag name="KSO_WM_UNIT_INDEX" val="3"/>
  <p:tag name="KSO_WM_UNIT_TYPE" val="i"/>
  <p:tag name="KSO_WM_BEAUTIFY_FLAG" val="#wm#"/>
</p:tagLst>
</file>

<file path=ppt/tags/tag815.xml><?xml version="1.0" encoding="utf-8"?>
<p:tagLst xmlns:p="http://schemas.openxmlformats.org/presentationml/2006/main">
  <p:tag name="KSO_WM_UNIT_INDEX" val="10"/>
  <p:tag name="KSO_WM_UNIT_TYPE" val="f"/>
  <p:tag name="KSO_WM_UNIT_SUBTYPE" val="a"/>
  <p:tag name="KSO_WM_BEAUTIFY_FLAG" val="#wm#"/>
</p:tagLst>
</file>

<file path=ppt/tags/tag816.xml><?xml version="1.0" encoding="utf-8"?>
<p:tagLst xmlns:p="http://schemas.openxmlformats.org/presentationml/2006/main">
  <p:tag name="KSO_WM_UNIT_INDEX" val="9"/>
  <p:tag name="KSO_WM_UNIT_TYPE" val="f"/>
  <p:tag name="KSO_WM_UNIT_SUBTYPE" val="a"/>
  <p:tag name="KSO_WM_BEAUTIFY_FLAG" val="#wm#"/>
</p:tagLst>
</file>

<file path=ppt/tags/tag817.xml><?xml version="1.0" encoding="utf-8"?>
<p:tagLst xmlns:p="http://schemas.openxmlformats.org/presentationml/2006/main">
  <p:tag name="KSO_WM_UNIT_INDEX" val="8"/>
  <p:tag name="KSO_WM_UNIT_TYPE" val="f"/>
  <p:tag name="KSO_WM_UNIT_SUBTYPE" val="a"/>
  <p:tag name="KSO_WM_BEAUTIFY_FLAG" val="#wm#"/>
</p:tagLst>
</file>

<file path=ppt/tags/tag818.xml><?xml version="1.0" encoding="utf-8"?>
<p:tagLst xmlns:p="http://schemas.openxmlformats.org/presentationml/2006/main">
  <p:tag name="KSO_WM_UNIT_INDEX" val="7"/>
  <p:tag name="KSO_WM_UNIT_TYPE" val="f"/>
  <p:tag name="KSO_WM_UNIT_SUBTYPE" val="a"/>
  <p:tag name="KSO_WM_BEAUTIFY_FLAG" val="#wm#"/>
</p:tagLst>
</file>

<file path=ppt/tags/tag819.xml><?xml version="1.0" encoding="utf-8"?>
<p:tagLst xmlns:p="http://schemas.openxmlformats.org/presentationml/2006/main">
  <p:tag name="KSO_WM_UNIT_INDEX" val="1"/>
  <p:tag name="KSO_WM_UNIT_TYPE" val="a"/>
  <p:tag name="KSO_WM_BEAUTIFY_FLAG" val="#wm#"/>
  <p:tag name="KSO_WM_UNIT_TEXT" val="国内实践：关注总部推动顶层设计"/>
  <p:tag name="KSO_WM_UNIT_ID" val="_7*a*1"/>
  <p:tag name="KSO_WM_TAG_VERSION" val="3.0"/>
  <p:tag name="KSO_WM_UNIT_LAYERLEVEL" val="1"/>
  <p:tag name="KSO_WM_TEMPLATE_CATEGORY" val="custom"/>
  <p:tag name="KSO_WM_TEMPLATE_USER_THEME" val="1"/>
</p:tagLst>
</file>

<file path=ppt/tags/tag820.xml><?xml version="1.0" encoding="utf-8"?>
<p:tagLst xmlns:p="http://schemas.openxmlformats.org/presentationml/2006/main">
  <p:tag name="KSO_WM_SLIDE_TYPE" val="text"/>
  <p:tag name="KSO_WM_BEAUTIFY_FLAG" val="#wm#"/>
  <p:tag name="KSO_WM_TEMPLATE_CATEGORY" val="custom"/>
  <p:tag name="KSO_WM_TEMPLATE_USER_THEME" val="1"/>
  <p:tag name="KSO_WM_SLIDE_INDEX" val="8"/>
  <p:tag name="KSO_WM_SLIDE_ID" val="custom_8"/>
  <p:tag name="KSO_WM_TEMPLATE_SUBCATEGORY" val="29"/>
  <p:tag name="KSO_WM_SLIDE_LAYOUT" val="a_f"/>
  <p:tag name="KSO_WM_SLIDE_LAYOUT_CNT" val="1_1"/>
</p:tagLst>
</file>

<file path=ppt/tags/tag821.xml><?xml version="1.0" encoding="utf-8"?>
<p:tagLst xmlns:p="http://schemas.openxmlformats.org/presentationml/2006/main">
  <p:tag name="KSO_WM_UNIT_INDEX" val="4"/>
  <p:tag name="KSO_WM_UNIT_TYPE" val="i"/>
  <p:tag name="KSO_WM_BEAUTIFY_FLAG" val="#wm#"/>
</p:tagLst>
</file>

<file path=ppt/tags/tag822.xml><?xml version="1.0" encoding="utf-8"?>
<p:tagLst xmlns:p="http://schemas.openxmlformats.org/presentationml/2006/main">
  <p:tag name="KSO_WM_UNIT_INDEX" val="9"/>
  <p:tag name="KSO_WM_UNIT_TYPE" val="i"/>
  <p:tag name="KSO_WM_BEAUTIFY_FLAG" val="#wm#"/>
</p:tagLst>
</file>

<file path=ppt/tags/tag823.xml><?xml version="1.0" encoding="utf-8"?>
<p:tagLst xmlns:p="http://schemas.openxmlformats.org/presentationml/2006/main">
  <p:tag name="KSO_WM_UNIT_INDEX" val="21"/>
  <p:tag name="KSO_WM_UNIT_TYPE" val="i"/>
  <p:tag name="KSO_WM_BEAUTIFY_FLAG" val="#wm#"/>
</p:tagLst>
</file>

<file path=ppt/tags/tag824.xml><?xml version="1.0" encoding="utf-8"?>
<p:tagLst xmlns:p="http://schemas.openxmlformats.org/presentationml/2006/main">
  <p:tag name="KSO_WM_UNIT_INDEX" val="8"/>
  <p:tag name="KSO_WM_UNIT_TYPE" val="i"/>
  <p:tag name="KSO_WM_BEAUTIFY_FLAG" val="#wm#"/>
</p:tagLst>
</file>

<file path=ppt/tags/tag825.xml><?xml version="1.0" encoding="utf-8"?>
<p:tagLst xmlns:p="http://schemas.openxmlformats.org/presentationml/2006/main">
  <p:tag name="KSO_WM_UNIT_INDEX" val="9"/>
  <p:tag name="KSO_WM_UNIT_TYPE" val="i"/>
  <p:tag name="KSO_WM_BEAUTIFY_FLAG" val="#wm#"/>
</p:tagLst>
</file>

<file path=ppt/tags/tag826.xml><?xml version="1.0" encoding="utf-8"?>
<p:tagLst xmlns:p="http://schemas.openxmlformats.org/presentationml/2006/main">
  <p:tag name="KSO_WM_UNIT_INDEX" val="22"/>
  <p:tag name="KSO_WM_UNIT_TYPE" val="i"/>
  <p:tag name="KSO_WM_BEAUTIFY_FLAG" val="#wm#"/>
</p:tagLst>
</file>

<file path=ppt/tags/tag827.xml><?xml version="1.0" encoding="utf-8"?>
<p:tagLst xmlns:p="http://schemas.openxmlformats.org/presentationml/2006/main">
  <p:tag name="KSO_WM_UNIT_INDEX" val="10"/>
  <p:tag name="KSO_WM_UNIT_TYPE" val="i"/>
  <p:tag name="KSO_WM_BEAUTIFY_FLAG" val="#wm#"/>
</p:tagLst>
</file>

<file path=ppt/tags/tag828.xml><?xml version="1.0" encoding="utf-8"?>
<p:tagLst xmlns:p="http://schemas.openxmlformats.org/presentationml/2006/main">
  <p:tag name="KSO_WM_UNIT_INDEX" val="5"/>
  <p:tag name="KSO_WM_UNIT_TYPE" val="i"/>
  <p:tag name="KSO_WM_BEAUTIFY_FLAG" val="#wm#"/>
</p:tagLst>
</file>

<file path=ppt/tags/tag829.xml><?xml version="1.0" encoding="utf-8"?>
<p:tagLst xmlns:p="http://schemas.openxmlformats.org/presentationml/2006/main">
  <p:tag name="KSO_WM_UNIT_INDEX" val="10"/>
  <p:tag name="KSO_WM_UNIT_TYPE" val="f"/>
  <p:tag name="KSO_WM_UNIT_SUBTYPE" val="a"/>
  <p:tag name="KSO_WM_BEAUTIFY_FLAG" val="#wm#"/>
</p:tagLst>
</file>

<file path=ppt/tags/tag830.xml><?xml version="1.0" encoding="utf-8"?>
<p:tagLst xmlns:p="http://schemas.openxmlformats.org/presentationml/2006/main">
  <p:tag name="KSO_WM_UNIT_INDEX" val="11"/>
  <p:tag name="KSO_WM_UNIT_TYPE" val="f"/>
  <p:tag name="KSO_WM_UNIT_SUBTYPE" val="a"/>
  <p:tag name="KSO_WM_BEAUTIFY_FLAG" val="#wm#"/>
</p:tagLst>
</file>

<file path=ppt/tags/tag831.xml><?xml version="1.0" encoding="utf-8"?>
<p:tagLst xmlns:p="http://schemas.openxmlformats.org/presentationml/2006/main">
  <p:tag name="KSO_WM_UNIT_INDEX" val="1_2_3"/>
  <p:tag name="KSO_WM_UNIT_TYPE" val="l_h_f"/>
  <p:tag name="KSO_WM_UNIT_SUBTYPE" val="a"/>
  <p:tag name="KSO_WM_BEAUTIFY_FLAG" val="#wm#"/>
  <p:tag name="KSO_WM_TEMPLATE_CATEGORY" val="diagram"/>
  <p:tag name="KSO_WM_TEMPLATE_INDEX" val="19882022"/>
  <p:tag name="KSO_WM_UNIT_ID" val="diagram19882022*l_h_f*1_2_3"/>
  <p:tag name="KSO_WM_DIAGRAM_GROUP_CODE" val="l1-1"/>
  <p:tag name="KSO_WM_TAG_VERSION" val="2.0"/>
</p:tagLst>
</file>

<file path=ppt/tags/tag832.xml><?xml version="1.0" encoding="utf-8"?>
<p:tagLst xmlns:p="http://schemas.openxmlformats.org/presentationml/2006/main">
  <p:tag name="KSO_WM_UNIT_INDEX" val="1_2_1"/>
  <p:tag name="KSO_WM_UNIT_TYPE" val="l_h_f"/>
  <p:tag name="KSO_WM_UNIT_SUBTYPE" val="a"/>
  <p:tag name="KSO_WM_BEAUTIFY_FLAG" val="#wm#"/>
  <p:tag name="KSO_WM_TEMPLATE_CATEGORY" val="diagram"/>
  <p:tag name="KSO_WM_TEMPLATE_INDEX" val="19882022"/>
  <p:tag name="KSO_WM_UNIT_ID" val="diagram19882022*l_h_f*1_2_1"/>
  <p:tag name="KSO_WM_DIAGRAM_GROUP_CODE" val="l1-1"/>
  <p:tag name="KSO_WM_TAG_VERSION" val="2.0"/>
</p:tagLst>
</file>

<file path=ppt/tags/tag833.xml><?xml version="1.0" encoding="utf-8"?>
<p:tagLst xmlns:p="http://schemas.openxmlformats.org/presentationml/2006/main">
  <p:tag name="KSO_WM_UNIT_INDEX" val="1_1_3"/>
  <p:tag name="KSO_WM_UNIT_TYPE" val="l_h_f"/>
  <p:tag name="KSO_WM_UNIT_SUBTYPE" val="a"/>
  <p:tag name="KSO_WM_BEAUTIFY_FLAG" val="#wm#"/>
  <p:tag name="KSO_WM_TEMPLATE_CATEGORY" val="diagram"/>
  <p:tag name="KSO_WM_TEMPLATE_INDEX" val="19882022"/>
  <p:tag name="KSO_WM_UNIT_ID" val="diagram19882022*l_h_f*1_1_3"/>
  <p:tag name="KSO_WM_DIAGRAM_GROUP_CODE" val="l1-1"/>
  <p:tag name="KSO_WM_TAG_VERSION" val="2.0"/>
</p:tagLst>
</file>

<file path=ppt/tags/tag834.xml><?xml version="1.0" encoding="utf-8"?>
<p:tagLst xmlns:p="http://schemas.openxmlformats.org/presentationml/2006/main">
  <p:tag name="KSO_WM_UNIT_INDEX" val="7"/>
  <p:tag name="KSO_WM_UNIT_TYPE" val="f"/>
  <p:tag name="KSO_WM_UNIT_SUBTYPE" val="a"/>
  <p:tag name="KSO_WM_BEAUTIFY_FLAG" val="#wm#"/>
</p:tagLst>
</file>

<file path=ppt/tags/tag835.xml><?xml version="1.0" encoding="utf-8"?>
<p:tagLst xmlns:p="http://schemas.openxmlformats.org/presentationml/2006/main">
  <p:tag name="KSO_WM_UNIT_INDEX" val="1_1_1"/>
  <p:tag name="KSO_WM_UNIT_TYPE" val="l_h_f"/>
  <p:tag name="KSO_WM_UNIT_SUBTYPE" val="a"/>
  <p:tag name="KSO_WM_BEAUTIFY_FLAG" val="#wm#"/>
  <p:tag name="KSO_WM_TEMPLATE_CATEGORY" val="diagram"/>
  <p:tag name="KSO_WM_TEMPLATE_INDEX" val="19882022"/>
  <p:tag name="KSO_WM_UNIT_ID" val="diagram19882022*l_h_f*1_1_1"/>
  <p:tag name="KSO_WM_DIAGRAM_GROUP_CODE" val="l1-1"/>
  <p:tag name="KSO_WM_TAG_VERSION" val="2.0"/>
</p:tagLst>
</file>

<file path=ppt/tags/tag836.xml><?xml version="1.0" encoding="utf-8"?>
<p:tagLst xmlns:p="http://schemas.openxmlformats.org/presentationml/2006/main">
  <p:tag name="KSO_WM_UNIT_INDEX" val="6"/>
  <p:tag name="KSO_WM_UNIT_TYPE" val="f"/>
  <p:tag name="KSO_WM_UNIT_SUBTYPE" val="a"/>
  <p:tag name="KSO_WM_BEAUTIFY_FLAG" val="#wm#"/>
</p:tagLst>
</file>

<file path=ppt/tags/tag837.xml><?xml version="1.0" encoding="utf-8"?>
<p:tagLst xmlns:p="http://schemas.openxmlformats.org/presentationml/2006/main">
  <p:tag name="KSO_WM_UNIT_INDEX" val="18"/>
  <p:tag name="KSO_WM_UNIT_TYPE" val="j"/>
  <p:tag name="KSO_WM_BEAUTIFY_FLAG" val="#wm#"/>
</p:tagLst>
</file>

<file path=ppt/tags/tag838.xml><?xml version="1.0" encoding="utf-8"?>
<p:tagLst xmlns:p="http://schemas.openxmlformats.org/presentationml/2006/main">
  <p:tag name="KSO_WM_UNIT_INDEX" val="20"/>
  <p:tag name="KSO_WM_UNIT_TYPE" val="i"/>
  <p:tag name="KSO_WM_BEAUTIFY_FLAG" val="#wm#"/>
</p:tagLst>
</file>

<file path=ppt/tags/tag839.xml><?xml version="1.0" encoding="utf-8"?>
<p:tagLst xmlns:p="http://schemas.openxmlformats.org/presentationml/2006/main">
  <p:tag name="KSO_WM_UNIT_INDEX" val="8"/>
  <p:tag name="KSO_WM_UNIT_TYPE" val="i"/>
  <p:tag name="KSO_WM_BEAUTIFY_FLAG" val="#wm#"/>
</p:tagLst>
</file>

<file path=ppt/tags/tag840.xml><?xml version="1.0" encoding="utf-8"?>
<p:tagLst xmlns:p="http://schemas.openxmlformats.org/presentationml/2006/main">
  <p:tag name="KSO_WM_UNIT_INDEX" val="15"/>
  <p:tag name="KSO_WM_UNIT_TYPE" val="i"/>
  <p:tag name="KSO_WM_BEAUTIFY_FLAG" val="#wm#"/>
</p:tagLst>
</file>

<file path=ppt/tags/tag841.xml><?xml version="1.0" encoding="utf-8"?>
<p:tagLst xmlns:p="http://schemas.openxmlformats.org/presentationml/2006/main">
  <p:tag name="KSO_WM_UNIT_INDEX" val="16"/>
  <p:tag name="KSO_WM_UNIT_TYPE" val="i"/>
  <p:tag name="KSO_WM_BEAUTIFY_FLAG" val="#wm#"/>
</p:tagLst>
</file>

<file path=ppt/tags/tag842.xml><?xml version="1.0" encoding="utf-8"?>
<p:tagLst xmlns:p="http://schemas.openxmlformats.org/presentationml/2006/main">
  <p:tag name="THINKCELLSHAPEDONOTDELETE" val="pMhPRhcGgw0WErjMGWMguzQ"/>
  <p:tag name="KSO_WM_UNIT_INDEX" val="1_1_2"/>
  <p:tag name="KSO_WM_UNIT_TYPE" val="l_h_a"/>
  <p:tag name="KSO_WM_UNIT_SUBTYPE" val="a"/>
  <p:tag name="KSO_WM_BEAUTIFY_FLAG" val="#wm#"/>
  <p:tag name="KSO_WM_TEMPLATE_CATEGORY" val="diagram"/>
  <p:tag name="KSO_WM_TEMPLATE_INDEX" val="19882022"/>
  <p:tag name="KSO_WM_UNIT_ID" val="diagram19882022*l_h_a*1_1_2"/>
  <p:tag name="KSO_WM_DIAGRAM_GROUP_CODE" val="l1-1"/>
  <p:tag name="KSO_WM_TAG_VERSION" val="2.0"/>
</p:tagLst>
</file>

<file path=ppt/tags/tag843.xml><?xml version="1.0" encoding="utf-8"?>
<p:tagLst xmlns:p="http://schemas.openxmlformats.org/presentationml/2006/main">
  <p:tag name="THINKCELLSHAPEDONOTDELETE" val="pm6TCrKBRi0ugUjPcWPFmUw"/>
  <p:tag name="KSO_WM_UNIT_INDEX" val="1_2_2"/>
  <p:tag name="KSO_WM_UNIT_TYPE" val="l_h_a"/>
  <p:tag name="KSO_WM_UNIT_SUBTYPE" val="a"/>
  <p:tag name="KSO_WM_BEAUTIFY_FLAG" val="#wm#"/>
  <p:tag name="KSO_WM_TEMPLATE_CATEGORY" val="diagram"/>
  <p:tag name="KSO_WM_TEMPLATE_INDEX" val="19882022"/>
  <p:tag name="KSO_WM_UNIT_ID" val="diagram19882022*l_h_a*1_2_2"/>
  <p:tag name="KSO_WM_DIAGRAM_GROUP_CODE" val="l1-1"/>
  <p:tag name="KSO_WM_TAG_VERSION" val="2.0"/>
</p:tagLst>
</file>

<file path=ppt/tags/tag844.xml><?xml version="1.0" encoding="utf-8"?>
<p:tagLst xmlns:p="http://schemas.openxmlformats.org/presentationml/2006/main">
  <p:tag name="THINKCELLSHAPEDONOTDELETE" val="pZUaoxBo0WkeJm86enZH_HA"/>
  <p:tag name="KSO_WM_UNIT_INDEX" val="12"/>
  <p:tag name="KSO_WM_UNIT_TYPE" val="f"/>
  <p:tag name="KSO_WM_UNIT_SUBTYPE" val="a"/>
  <p:tag name="KSO_WM_BEAUTIFY_FLAG" val="#wm#"/>
</p:tagLst>
</file>

<file path=ppt/tags/tag845.xml><?xml version="1.0" encoding="utf-8"?>
<p:tagLst xmlns:p="http://schemas.openxmlformats.org/presentationml/2006/main">
  <p:tag name="THINKCELLSHAPEDONOTDELETE" val="pSBZtqGnOnEOaTMVjsyB5EQ"/>
  <p:tag name="KSO_WM_UNIT_INDEX" val="27"/>
  <p:tag name="KSO_WM_UNIT_TYPE" val="f"/>
  <p:tag name="KSO_WM_UNIT_SUBTYPE" val="a"/>
  <p:tag name="KSO_WM_BEAUTIFY_FLAG" val="#wm#"/>
</p:tagLst>
</file>

<file path=ppt/tags/tag846.xml><?xml version="1.0" encoding="utf-8"?>
<p:tagLst xmlns:p="http://schemas.openxmlformats.org/presentationml/2006/main">
  <p:tag name="KSO_WM_UNIT_INDEX" val="11"/>
  <p:tag name="KSO_WM_UNIT_TYPE" val="i"/>
  <p:tag name="KSO_WM_BEAUTIFY_FLAG" val="#wm#"/>
</p:tagLst>
</file>

<file path=ppt/tags/tag847.xml><?xml version="1.0" encoding="utf-8"?>
<p:tagLst xmlns:p="http://schemas.openxmlformats.org/presentationml/2006/main">
  <p:tag name="KSO_WM_UNIT_INDEX" val="3"/>
  <p:tag name="KSO_WM_UNIT_TYPE" val="f"/>
  <p:tag name="KSO_WM_UNIT_SUBTYPE" val="a"/>
  <p:tag name="KSO_WM_BEAUTIFY_FLAG" val="#wm#"/>
</p:tagLst>
</file>

<file path=ppt/tags/tag848.xml><?xml version="1.0" encoding="utf-8"?>
<p:tagLst xmlns:p="http://schemas.openxmlformats.org/presentationml/2006/main">
  <p:tag name="KSO_WM_UNIT_INDEX" val="13"/>
  <p:tag name="KSO_WM_UNIT_TYPE" val="f"/>
  <p:tag name="KSO_WM_UNIT_SUBTYPE" val="a"/>
  <p:tag name="KSO_WM_BEAUTIFY_FLAG" val="#wm#"/>
</p:tagLst>
</file>

<file path=ppt/tags/tag849.xml><?xml version="1.0" encoding="utf-8"?>
<p:tagLst xmlns:p="http://schemas.openxmlformats.org/presentationml/2006/main">
  <p:tag name="KSO_WM_UNIT_INDEX" val="12"/>
  <p:tag name="KSO_WM_UNIT_TYPE" val="j"/>
  <p:tag name="KSO_WM_BEAUTIFY_FLAG" val="#wm#"/>
</p:tagLst>
</file>

<file path=ppt/tags/tag850.xml><?xml version="1.0" encoding="utf-8"?>
<p:tagLst xmlns:p="http://schemas.openxmlformats.org/presentationml/2006/main">
  <p:tag name="KSO_WM_UNIT_INDEX" val="18"/>
  <p:tag name="KSO_WM_UNIT_TYPE" val="f"/>
  <p:tag name="KSO_WM_UNIT_SUBTYPE" val="a"/>
  <p:tag name="KSO_WM_BEAUTIFY_FLAG" val="#wm#"/>
</p:tagLst>
</file>

<file path=ppt/tags/tag851.xml><?xml version="1.0" encoding="utf-8"?>
<p:tagLst xmlns:p="http://schemas.openxmlformats.org/presentationml/2006/main">
  <p:tag name="KSO_WM_UNIT_INDEX" val="14"/>
  <p:tag name="KSO_WM_UNIT_TYPE" val="f"/>
  <p:tag name="KSO_WM_UNIT_SUBTYPE" val="a"/>
  <p:tag name="KSO_WM_BEAUTIFY_FLAG" val="#wm#"/>
</p:tagLst>
</file>

<file path=ppt/tags/tag852.xml><?xml version="1.0" encoding="utf-8"?>
<p:tagLst xmlns:p="http://schemas.openxmlformats.org/presentationml/2006/main">
  <p:tag name="KSO_WM_UNIT_INDEX" val="1"/>
  <p:tag name="KSO_WM_UNIT_TYPE" val="a"/>
  <p:tag name="KSO_WM_BEAUTIFY_FLAG" val="#wm#"/>
  <p:tag name="KSO_WM_UNIT_TEXT" val="个人能力提升：书籍推荐"/>
  <p:tag name="KSO_WM_UNIT_ID" val="_2*a*1"/>
  <p:tag name="KSO_WM_TAG_VERSION" val="3.0"/>
  <p:tag name="KSO_WM_UNIT_LAYERLEVEL" val="1"/>
  <p:tag name="KSO_WM_TEMPLATE_CATEGORY" val="custom"/>
  <p:tag name="KSO_WM_TEMPLATE_USER_THEME" val="1"/>
</p:tagLst>
</file>

<file path=ppt/tags/tag853.xml><?xml version="1.0" encoding="utf-8"?>
<p:tagLst xmlns:p="http://schemas.openxmlformats.org/presentationml/2006/main">
  <p:tag name="KSO_WM_SLIDE_TYPE" val="text"/>
  <p:tag name="KSO_WM_BEAUTIFY_FLAG" val="#wm#"/>
  <p:tag name="KSO_WM_TEMPLATE_CATEGORY" val="custom"/>
  <p:tag name="KSO_WM_TEMPLATE_USER_THEME" val="1"/>
  <p:tag name="KSO_WM_SLIDE_INDEX" val="8"/>
  <p:tag name="KSO_WM_SLIDE_ID" val="custom_8"/>
  <p:tag name="KSO_WM_TEMPLATE_SUBCATEGORY" val="29"/>
  <p:tag name="KSO_WM_SLIDE_LAYOUT" val="a_f"/>
  <p:tag name="KSO_WM_SLIDE_LAYOUT_CNT" val="1_1"/>
</p:tagLst>
</file>

<file path=ppt/tags/tag854.xml><?xml version="1.0" encoding="utf-8"?>
<p:tagLst xmlns:p="http://schemas.openxmlformats.org/presentationml/2006/main">
  <p:tag name="KSO_WM_UNIT_INDEX" val="1_2_1"/>
  <p:tag name="KSO_WM_UNIT_TYPE" val="l_h_a"/>
  <p:tag name="KSO_WM_TEMPLATE_CATEGORY" val="diagram"/>
  <p:tag name="KSO_WM_TEMPLATE_INDEX" val="19882022"/>
  <p:tag name="KSO_WM_DIAGRAM_GROUP_CODE" val="l1-1"/>
  <p:tag name="KSO_WM_TAG_VERSION" val="2.0"/>
  <p:tag name="KSO_WM_BEAUTIFY_FLAG" val="#wm#"/>
</p:tagLst>
</file>

<file path=ppt/tags/tag855.xml><?xml version="1.0" encoding="utf-8"?>
<p:tagLst xmlns:p="http://schemas.openxmlformats.org/presentationml/2006/main">
  <p:tag name="KSO_WM_UNIT_INDEX" val="1_3_1"/>
  <p:tag name="KSO_WM_UNIT_TYPE" val="l_h_a"/>
  <p:tag name="KSO_WM_TEMPLATE_CATEGORY" val="diagram"/>
  <p:tag name="KSO_WM_TEMPLATE_INDEX" val="19882022"/>
  <p:tag name="KSO_WM_DIAGRAM_GROUP_CODE" val="l1-1"/>
  <p:tag name="KSO_WM_TAG_VERSION" val="2.0"/>
  <p:tag name="KSO_WM_BEAUTIFY_FLAG" val="#wm#"/>
</p:tagLst>
</file>

<file path=ppt/tags/tag856.xml><?xml version="1.0" encoding="utf-8"?>
<p:tagLst xmlns:p="http://schemas.openxmlformats.org/presentationml/2006/main">
  <p:tag name="KSO_WM_UNIT_INDEX" val="1_4_1"/>
  <p:tag name="KSO_WM_UNIT_TYPE" val="l_h_a"/>
  <p:tag name="KSO_WM_TEMPLATE_CATEGORY" val="diagram"/>
  <p:tag name="KSO_WM_TEMPLATE_INDEX" val="19882022"/>
  <p:tag name="KSO_WM_DIAGRAM_GROUP_CODE" val="l1-1"/>
  <p:tag name="KSO_WM_TAG_VERSION" val="2.0"/>
  <p:tag name="KSO_WM_BEAUTIFY_FLAG" val="#wm#"/>
</p:tagLst>
</file>

<file path=ppt/tags/tag857.xml><?xml version="1.0" encoding="utf-8"?>
<p:tagLst xmlns:p="http://schemas.openxmlformats.org/presentationml/2006/main">
  <p:tag name="KSO_WM_UNIT_INDEX" val="2"/>
  <p:tag name="KSO_WM_UNIT_TYPE" val="f"/>
  <p:tag name="KSO_WM_UNIT_SUBTYPE" val="a"/>
  <p:tag name="KSO_WM_BEAUTIFY_FLAG" val="#wm#"/>
</p:tagLst>
</file>

<file path=ppt/tags/tag858.xml><?xml version="1.0" encoding="utf-8"?>
<p:tagLst xmlns:p="http://schemas.openxmlformats.org/presentationml/2006/main">
  <p:tag name="KSO_WM_UNIT_INDEX" val="1_2_4"/>
  <p:tag name="KSO_WM_UNIT_TYPE" val="l_h_f"/>
  <p:tag name="KSO_WM_UNIT_SUBTYPE" val="a"/>
  <p:tag name="KSO_WM_TEMPLATE_CATEGORY" val="diagram"/>
  <p:tag name="KSO_WM_TEMPLATE_INDEX" val="19882022"/>
  <p:tag name="KSO_WM_DIAGRAM_GROUP_CODE" val="l1-1"/>
  <p:tag name="KSO_WM_TAG_VERSION" val="2.0"/>
  <p:tag name="KSO_WM_BEAUTIFY_FLAG" val="#wm#"/>
</p:tagLst>
</file>

<file path=ppt/tags/tag859.xml><?xml version="1.0" encoding="utf-8"?>
<p:tagLst xmlns:p="http://schemas.openxmlformats.org/presentationml/2006/main">
  <p:tag name="KSO_WM_UNIT_INDEX" val="1_3_5"/>
  <p:tag name="KSO_WM_UNIT_TYPE" val="l_h_f"/>
  <p:tag name="KSO_WM_UNIT_SUBTYPE" val="a"/>
  <p:tag name="KSO_WM_TEMPLATE_CATEGORY" val="diagram"/>
  <p:tag name="KSO_WM_TEMPLATE_INDEX" val="19882022"/>
  <p:tag name="KSO_WM_DIAGRAM_GROUP_CODE" val="l1-1"/>
  <p:tag name="KSO_WM_TAG_VERSION" val="2.0"/>
  <p:tag name="KSO_WM_BEAUTIFY_FLAG" val="#wm#"/>
</p:tagLst>
</file>

<file path=ppt/tags/tag860.xml><?xml version="1.0" encoding="utf-8"?>
<p:tagLst xmlns:p="http://schemas.openxmlformats.org/presentationml/2006/main">
  <p:tag name="KSO_WM_UNIT_INDEX" val="1_4_5"/>
  <p:tag name="KSO_WM_UNIT_TYPE" val="l_h_f"/>
  <p:tag name="KSO_WM_UNIT_SUBTYPE" val="a"/>
  <p:tag name="KSO_WM_TEMPLATE_CATEGORY" val="diagram"/>
  <p:tag name="KSO_WM_TEMPLATE_INDEX" val="19882022"/>
  <p:tag name="KSO_WM_DIAGRAM_GROUP_CODE" val="l1-1"/>
  <p:tag name="KSO_WM_TAG_VERSION" val="2.0"/>
  <p:tag name="KSO_WM_BEAUTIFY_FLAG" val="#wm#"/>
</p:tagLst>
</file>

<file path=ppt/tags/tag861.xml><?xml version="1.0" encoding="utf-8"?>
<p:tagLst xmlns:p="http://schemas.openxmlformats.org/presentationml/2006/main">
  <p:tag name="KSO_WM_UNIT_INDEX" val="1_1_1"/>
  <p:tag name="KSO_WM_UNIT_TYPE" val="l_h_a"/>
  <p:tag name="KSO_WM_TEMPLATE_CATEGORY" val="diagram"/>
  <p:tag name="KSO_WM_TEMPLATE_INDEX" val="19882022"/>
  <p:tag name="KSO_WM_DIAGRAM_GROUP_CODE" val="l1-1"/>
  <p:tag name="KSO_WM_TAG_VERSION" val="2.0"/>
  <p:tag name="KSO_WM_BEAUTIFY_FLAG" val="#wm#"/>
</p:tagLst>
</file>

<file path=ppt/tags/tag862.xml><?xml version="1.0" encoding="utf-8"?>
<p:tagLst xmlns:p="http://schemas.openxmlformats.org/presentationml/2006/main">
  <p:tag name="KSO_WM_UNIT_INDEX" val="1_1_5"/>
  <p:tag name="KSO_WM_UNIT_TYPE" val="l_h_f"/>
  <p:tag name="KSO_WM_UNIT_SUBTYPE" val="a"/>
  <p:tag name="KSO_WM_TEMPLATE_CATEGORY" val="diagram"/>
  <p:tag name="KSO_WM_TEMPLATE_INDEX" val="19882022"/>
  <p:tag name="KSO_WM_DIAGRAM_GROUP_CODE" val="l1-1"/>
  <p:tag name="KSO_WM_TAG_VERSION" val="2.0"/>
  <p:tag name="KSO_WM_BEAUTIFY_FLAG" val="#wm#"/>
</p:tagLst>
</file>

<file path=ppt/tags/tag863.xml><?xml version="1.0" encoding="utf-8"?>
<p:tagLst xmlns:p="http://schemas.openxmlformats.org/presentationml/2006/main">
  <p:tag name="KSO_WM_UNIT_INDEX" val="1_5_1"/>
  <p:tag name="KSO_WM_UNIT_TYPE" val="l_h_a"/>
  <p:tag name="KSO_WM_TEMPLATE_CATEGORY" val="diagram"/>
  <p:tag name="KSO_WM_TEMPLATE_INDEX" val="19882022"/>
  <p:tag name="KSO_WM_DIAGRAM_GROUP_CODE" val="l1-1"/>
  <p:tag name="KSO_WM_TAG_VERSION" val="2.0"/>
  <p:tag name="KSO_WM_BEAUTIFY_FLAG" val="#wm#"/>
</p:tagLst>
</file>

<file path=ppt/tags/tag864.xml><?xml version="1.0" encoding="utf-8"?>
<p:tagLst xmlns:p="http://schemas.openxmlformats.org/presentationml/2006/main">
  <p:tag name="KSO_WM_UNIT_INDEX" val="1_5_6"/>
  <p:tag name="KSO_WM_UNIT_TYPE" val="l_h_f"/>
  <p:tag name="KSO_WM_UNIT_SUBTYPE" val="a"/>
  <p:tag name="KSO_WM_TEMPLATE_CATEGORY" val="diagram"/>
  <p:tag name="KSO_WM_TEMPLATE_INDEX" val="19882022"/>
  <p:tag name="KSO_WM_DIAGRAM_GROUP_CODE" val="l1-1"/>
  <p:tag name="KSO_WM_TAG_VERSION" val="2.0"/>
  <p:tag name="KSO_WM_BEAUTIFY_FLAG" val="#wm#"/>
</p:tagLst>
</file>

<file path=ppt/tags/tag865.xml><?xml version="1.0" encoding="utf-8"?>
<p:tagLst xmlns:p="http://schemas.openxmlformats.org/presentationml/2006/main">
  <p:tag name="KSO_WM_UNIT_INDEX" val="3"/>
  <p:tag name="KSO_WM_UNIT_TYPE" val="f"/>
  <p:tag name="KSO_WM_UNIT_SUBTYPE" val="a"/>
  <p:tag name="KSO_WM_BEAUTIFY_FLAG" val="#wm#"/>
</p:tagLst>
</file>

<file path=ppt/tags/tag866.xml><?xml version="1.0" encoding="utf-8"?>
<p:tagLst xmlns:p="http://schemas.openxmlformats.org/presentationml/2006/main">
  <p:tag name="KSO_WM_UNIT_INDEX" val="1"/>
  <p:tag name="KSO_WM_UNIT_TYPE" val="a"/>
  <p:tag name="KSO_WM_BEAUTIFY_FLAG" val="#wm#"/>
  <p:tag name="KSO_WM_UNIT_TEXT" val="CDMP——数据管理专业认证"/>
  <p:tag name="KSO_WM_UNIT_ID" val="_7*a*1"/>
  <p:tag name="KSO_WM_TAG_VERSION" val="3.0"/>
  <p:tag name="KSO_WM_UNIT_LAYERLEVEL" val="1"/>
  <p:tag name="KSO_WM_TEMPLATE_CATEGORY" val="custom"/>
  <p:tag name="KSO_WM_TEMPLATE_USER_THEME" val="1"/>
</p:tagLst>
</file>

<file path=ppt/tags/tag867.xml><?xml version="1.0" encoding="utf-8"?>
<p:tagLst xmlns:p="http://schemas.openxmlformats.org/presentationml/2006/main">
  <p:tag name="KSO_WM_SLIDE_TYPE" val="text"/>
  <p:tag name="KSO_WM_BEAUTIFY_FLAG" val="#wm#"/>
  <p:tag name="KSO_WM_TEMPLATE_CATEGORY" val="custom"/>
  <p:tag name="KSO_WM_TEMPLATE_USER_THEME" val="1"/>
  <p:tag name="KSO_WM_SLIDE_INDEX" val="8"/>
  <p:tag name="KSO_WM_SLIDE_ID" val="custom_8"/>
  <p:tag name="KSO_WM_TEMPLATE_SUBCATEGORY" val="29"/>
  <p:tag name="KSO_WM_SLIDE_LAYOUT" val="a_f"/>
  <p:tag name="KSO_WM_SLIDE_LAYOUT_CNT" val="1_1"/>
</p:tagLst>
</file>

<file path=ppt/tags/tag868.xml><?xml version="1.0" encoding="utf-8"?>
<p:tagLst xmlns:p="http://schemas.openxmlformats.org/presentationml/2006/main">
  <p:tag name="KSO_WM_UNIT_TYPE" val="a"/>
  <p:tag name="KSO_WM_UNIT_INDEX" val="1"/>
  <p:tag name="KSO_WM_UNIT_SUBTYPE" val=""/>
  <p:tag name="KSO_WM_UNIT_PRESET_TEXT" val="感谢观看"/>
  <p:tag name="KSO_WM_UNIT_ID" val="custom_9*a*1"/>
  <p:tag name="KSO_WM_BEAUTIFY_FLAG" val="#wm#"/>
  <p:tag name="KSO_WM_TAG_VERSION" val="3.0"/>
  <p:tag name="KSO_WM_UNIT_LAYERLEVEL" val="1"/>
  <p:tag name="KSO_WM_TEMPLATE_CATEGORY" val="custom"/>
  <p:tag name="KSO_WM_TEMPLATE_USER_THEME" val="1"/>
</p:tagLst>
</file>

<file path=ppt/tags/tag869.xml><?xml version="1.0" encoding="utf-8"?>
<p:tagLst xmlns:p="http://schemas.openxmlformats.org/presentationml/2006/main">
  <p:tag name="KSO_WM_SLIDE_TYPE" val="endPage"/>
  <p:tag name="KSO_WM_BEAUTIFY_FLAG" val="#wm#"/>
  <p:tag name="KSO_WM_TEMPLATE_CATEGORY" val="custom"/>
  <p:tag name="KSO_WM_TEMPLATE_USER_THEME" val="1"/>
  <p:tag name="KSO_WM_SLIDE_INDEX" val="9"/>
  <p:tag name="KSO_WM_SLIDE_ID" val="custom_9"/>
  <p:tag name="KSO_WM_TEMPLATE_SUBCATEGORY" val="29"/>
  <p:tag name="KSO_WM_SLIDE_LAYOUT" val="a_f"/>
  <p:tag name="KSO_WM_SLIDE_LAYOUT_CNT" val="1_1"/>
</p:tagLst>
</file>

<file path=ppt/tags/tag870.xml><?xml version="1.0" encoding="utf-8"?>
<p:tagLst xmlns:p="http://schemas.openxmlformats.org/presentationml/2006/main">
  <p:tag name="resource_record_key" val="{&quot;13&quot;:[4364907,4364924,20362234,4364903,4695728,19951219,19951220,20042469,20482036],&quot;29&quot;:[50000086,50000077,50000076]}"/>
</p:tagLst>
</file>

<file path=ppt/theme/theme1.xml><?xml version="1.0" encoding="utf-8"?>
<a:theme xmlns:a="http://schemas.openxmlformats.org/drawingml/2006/main" name="御数坊PPT模板_v_2016">
  <a:themeElements>
    <a:clrScheme name="300TGp_natural_light 1">
      <a:dk1>
        <a:srgbClr val="000000"/>
      </a:dk1>
      <a:lt1>
        <a:srgbClr val="FFFFFF"/>
      </a:lt1>
      <a:dk2>
        <a:srgbClr val="51944E"/>
      </a:dk2>
      <a:lt2>
        <a:srgbClr val="DDDDDD"/>
      </a:lt2>
      <a:accent1>
        <a:srgbClr val="646ADE"/>
      </a:accent1>
      <a:accent2>
        <a:srgbClr val="1BAFC3"/>
      </a:accent2>
      <a:accent3>
        <a:srgbClr val="FFFFFF"/>
      </a:accent3>
      <a:accent4>
        <a:srgbClr val="000000"/>
      </a:accent4>
      <a:accent5>
        <a:srgbClr val="B8B9EC"/>
      </a:accent5>
      <a:accent6>
        <a:srgbClr val="179EB0"/>
      </a:accent6>
      <a:hlink>
        <a:srgbClr val="98BF1D"/>
      </a:hlink>
      <a:folHlink>
        <a:srgbClr val="90A8B0"/>
      </a:folHlink>
    </a:clrScheme>
    <a:fontScheme name="300TGp_natural_light">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r"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r"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300TGp_natural_light 1">
        <a:dk1>
          <a:srgbClr val="000000"/>
        </a:dk1>
        <a:lt1>
          <a:srgbClr val="FFFFFF"/>
        </a:lt1>
        <a:dk2>
          <a:srgbClr val="51944E"/>
        </a:dk2>
        <a:lt2>
          <a:srgbClr val="DDDDDD"/>
        </a:lt2>
        <a:accent1>
          <a:srgbClr val="646ADE"/>
        </a:accent1>
        <a:accent2>
          <a:srgbClr val="1BAFC3"/>
        </a:accent2>
        <a:accent3>
          <a:srgbClr val="FFFFFF"/>
        </a:accent3>
        <a:accent4>
          <a:srgbClr val="000000"/>
        </a:accent4>
        <a:accent5>
          <a:srgbClr val="B8B9EC"/>
        </a:accent5>
        <a:accent6>
          <a:srgbClr val="179EB0"/>
        </a:accent6>
        <a:hlink>
          <a:srgbClr val="98BF1D"/>
        </a:hlink>
        <a:folHlink>
          <a:srgbClr val="90A8B0"/>
        </a:folHlink>
      </a:clrScheme>
      <a:clrMap bg1="lt1" tx1="dk1" bg2="lt2" tx2="dk2" accent1="accent1" accent2="accent2" accent3="accent3" accent4="accent4" accent5="accent5" accent6="accent6" hlink="hlink" folHlink="folHlink"/>
    </a:extraClrScheme>
    <a:extraClrScheme>
      <a:clrScheme name="300TGp_natural_light 2">
        <a:dk1>
          <a:srgbClr val="4D4D4D"/>
        </a:dk1>
        <a:lt1>
          <a:srgbClr val="FFFFFF"/>
        </a:lt1>
        <a:dk2>
          <a:srgbClr val="347436"/>
        </a:dk2>
        <a:lt2>
          <a:srgbClr val="DDDDDD"/>
        </a:lt2>
        <a:accent1>
          <a:srgbClr val="F28C1C"/>
        </a:accent1>
        <a:accent2>
          <a:srgbClr val="77AE26"/>
        </a:accent2>
        <a:accent3>
          <a:srgbClr val="FFFFFF"/>
        </a:accent3>
        <a:accent4>
          <a:srgbClr val="404040"/>
        </a:accent4>
        <a:accent5>
          <a:srgbClr val="F7C5AB"/>
        </a:accent5>
        <a:accent6>
          <a:srgbClr val="6B9D21"/>
        </a:accent6>
        <a:hlink>
          <a:srgbClr val="449878"/>
        </a:hlink>
        <a:folHlink>
          <a:srgbClr val="90A8B0"/>
        </a:folHlink>
      </a:clrScheme>
      <a:clrMap bg1="lt1" tx1="dk1" bg2="lt2" tx2="dk2" accent1="accent1" accent2="accent2" accent3="accent3" accent4="accent4" accent5="accent5" accent6="accent6" hlink="hlink" folHlink="folHlink"/>
    </a:extraClrScheme>
    <a:extraClrScheme>
      <a:clrScheme name="300TGp_natural_light 3">
        <a:dk1>
          <a:srgbClr val="000000"/>
        </a:dk1>
        <a:lt1>
          <a:srgbClr val="FFFFFF"/>
        </a:lt1>
        <a:dk2>
          <a:srgbClr val="1A578E"/>
        </a:dk2>
        <a:lt2>
          <a:srgbClr val="C0C0C0"/>
        </a:lt2>
        <a:accent1>
          <a:srgbClr val="5EB52D"/>
        </a:accent1>
        <a:accent2>
          <a:srgbClr val="F26D00"/>
        </a:accent2>
        <a:accent3>
          <a:srgbClr val="FFFFFF"/>
        </a:accent3>
        <a:accent4>
          <a:srgbClr val="000000"/>
        </a:accent4>
        <a:accent5>
          <a:srgbClr val="B6D7AD"/>
        </a:accent5>
        <a:accent6>
          <a:srgbClr val="DB6200"/>
        </a:accent6>
        <a:hlink>
          <a:srgbClr val="5983D7"/>
        </a:hlink>
        <a:folHlink>
          <a:srgbClr val="AAAD25"/>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
      <a:dk1>
        <a:srgbClr val="000000"/>
      </a:dk1>
      <a:lt1>
        <a:srgbClr val="FFFFFF"/>
      </a:lt1>
      <a:dk2>
        <a:srgbClr val="002246"/>
      </a:dk2>
      <a:lt2>
        <a:srgbClr val="F2F8FF"/>
      </a:lt2>
      <a:accent1>
        <a:srgbClr val="E6F2FF"/>
      </a:accent1>
      <a:accent2>
        <a:srgbClr val="BDD9EC"/>
      </a:accent2>
      <a:accent3>
        <a:srgbClr val="325FA2"/>
      </a:accent3>
      <a:accent4>
        <a:srgbClr val="224476"/>
      </a:accent4>
      <a:accent5>
        <a:srgbClr val="4B83BB"/>
      </a:accent5>
      <a:accent6>
        <a:srgbClr val="69A7D5"/>
      </a:accent6>
      <a:hlink>
        <a:srgbClr val="0026E5"/>
      </a:hlink>
      <a:folHlink>
        <a:srgbClr val="7E1FAD"/>
      </a:folHlink>
    </a:clrScheme>
    <a:fontScheme name="字体">
      <a:majorFont>
        <a:latin typeface="Arial"/>
        <a:ea typeface="微软雅黑"/>
        <a:cs typeface=""/>
      </a:majorFont>
      <a:minorFont>
        <a:latin typeface="Arial"/>
        <a:ea typeface="MiSans Heavy"/>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
    <a:dk1>
      <a:srgbClr val="000000"/>
    </a:dk1>
    <a:lt1>
      <a:srgbClr val="FFFFFF"/>
    </a:lt1>
    <a:dk2>
      <a:srgbClr val="002246"/>
    </a:dk2>
    <a:lt2>
      <a:srgbClr val="F2F8FF"/>
    </a:lt2>
    <a:accent1>
      <a:srgbClr val="E6F2FF"/>
    </a:accent1>
    <a:accent2>
      <a:srgbClr val="BDD9EC"/>
    </a:accent2>
    <a:accent3>
      <a:srgbClr val="325FA2"/>
    </a:accent3>
    <a:accent4>
      <a:srgbClr val="224476"/>
    </a:accent4>
    <a:accent5>
      <a:srgbClr val="4B83BB"/>
    </a:accent5>
    <a:accent6>
      <a:srgbClr val="69A7D5"/>
    </a:accent6>
    <a:hlink>
      <a:srgbClr val="0026E5"/>
    </a:hlink>
    <a:folHlink>
      <a:srgbClr val="7E1FAD"/>
    </a:folHlink>
  </a:clrScheme>
</a:themeOverride>
</file>

<file path=docProps/app.xml><?xml version="1.0" encoding="utf-8"?>
<Properties xmlns="http://schemas.openxmlformats.org/officeDocument/2006/extended-properties" xmlns:vt="http://schemas.openxmlformats.org/officeDocument/2006/docPropsVTypes">
  <Template>御数坊PPT模板_v_201505</Template>
  <TotalTime>0</TotalTime>
  <Words>8889</Words>
  <Application>WPS 演示</Application>
  <PresentationFormat>全屏显示(4:3)</PresentationFormat>
  <Paragraphs>1557</Paragraphs>
  <Slides>47</Slides>
  <Notes>13</Notes>
  <HiddenSlides>0</HiddenSlides>
  <MMClips>0</MMClips>
  <ScaleCrop>false</ScaleCrop>
  <HeadingPairs>
    <vt:vector size="8" baseType="variant">
      <vt:variant>
        <vt:lpstr>已用的字体</vt:lpstr>
      </vt:variant>
      <vt:variant>
        <vt:i4>23</vt:i4>
      </vt:variant>
      <vt:variant>
        <vt:lpstr>主题</vt:lpstr>
      </vt:variant>
      <vt:variant>
        <vt:i4>2</vt:i4>
      </vt:variant>
      <vt:variant>
        <vt:lpstr>嵌入 OLE 服务器</vt:lpstr>
      </vt:variant>
      <vt:variant>
        <vt:i4>0</vt:i4>
      </vt:variant>
      <vt:variant>
        <vt:lpstr>幻灯片标题</vt:lpstr>
      </vt:variant>
      <vt:variant>
        <vt:i4>47</vt:i4>
      </vt:variant>
    </vt:vector>
  </HeadingPairs>
  <TitlesOfParts>
    <vt:vector size="72" baseType="lpstr">
      <vt:lpstr>Arial</vt:lpstr>
      <vt:lpstr>宋体</vt:lpstr>
      <vt:lpstr>Wingdings</vt:lpstr>
      <vt:lpstr>微软雅黑</vt:lpstr>
      <vt:lpstr>Calibri</vt:lpstr>
      <vt:lpstr>MS PGothic</vt:lpstr>
      <vt:lpstr>Verdana</vt:lpstr>
      <vt:lpstr>黑体</vt:lpstr>
      <vt:lpstr>华文细黑</vt:lpstr>
      <vt:lpstr>Arial Unicode MS</vt:lpstr>
      <vt:lpstr>Verdana</vt:lpstr>
      <vt:lpstr>楷体_GB2312</vt:lpstr>
      <vt:lpstr>新宋体</vt:lpstr>
      <vt:lpstr>Times New Roman</vt:lpstr>
      <vt:lpstr>Times New Roman</vt:lpstr>
      <vt:lpstr>HY견명조</vt:lpstr>
      <vt:lpstr>Malgun Gothic</vt:lpstr>
      <vt:lpstr>Webdings</vt:lpstr>
      <vt:lpstr>Monotype Sorts</vt:lpstr>
      <vt:lpstr>Wingdings</vt:lpstr>
      <vt:lpstr>Helvetica Light</vt:lpstr>
      <vt:lpstr>MiSans Heavy</vt:lpstr>
      <vt:lpstr>汉仪雅酷黑W</vt:lpstr>
      <vt:lpstr>御数坊PPT模板_v_2016</vt:lpstr>
      <vt:lpstr>1_Office 主题</vt:lpstr>
      <vt:lpstr>企业数据管理理论与实践培训——数据治理与管理体系概述</vt:lpstr>
      <vt:lpstr>热身话题：找路 vs 找数</vt:lpstr>
      <vt:lpstr>议题</vt:lpstr>
      <vt:lpstr>大数据：在众说纷纭中，不断变换着概念内涵</vt:lpstr>
      <vt:lpstr>讨论热点1：大数据技术</vt:lpstr>
      <vt:lpstr>讨论热点2：大数据应用</vt:lpstr>
      <vt:lpstr>讨论要点4：CDO首席数据官</vt:lpstr>
      <vt:lpstr>讨论热点3：大数据资产估值与交易</vt:lpstr>
      <vt:lpstr>谈论大数据时，我们究竟在谈论什么？</vt:lpstr>
      <vt:lpstr>浮沙之上盖高台，持续发展能几何？</vt:lpstr>
      <vt:lpstr>议题</vt:lpstr>
      <vt:lpstr>为什么要做数据治理？——“大数据应用”</vt:lpstr>
      <vt:lpstr>为什么要做数据治理？ ——“小数据应用”</vt:lpstr>
      <vt:lpstr>DATA GOVERNANCE</vt:lpstr>
      <vt:lpstr>什么是数据？</vt:lpstr>
      <vt:lpstr>数据分类——业务视角</vt:lpstr>
      <vt:lpstr>数据分类——数据管理视角</vt:lpstr>
      <vt:lpstr>数据分类——数据管理视角示例</vt:lpstr>
      <vt:lpstr>双重视角看数据</vt:lpstr>
      <vt:lpstr>数据治理与管理框架：DAMA</vt:lpstr>
      <vt:lpstr>换一个视角来看DAMA框架</vt:lpstr>
      <vt:lpstr>数据治理，谁之责？</vt:lpstr>
      <vt:lpstr>数据管理职能的汇报关系</vt:lpstr>
      <vt:lpstr>数据治理的组织架构</vt:lpstr>
      <vt:lpstr>数据管理专员制度——Data Stewardship</vt:lpstr>
      <vt:lpstr>数据治理的组织架构：
中国式数据治理典型组织架构</vt:lpstr>
      <vt:lpstr>数据治理方法：面向数据生命周期
空间视角—数据在不同业务、不同系统中流动</vt:lpstr>
      <vt:lpstr>数据治理方法：面向数据生命周期 时间视角—数据在IT系统建设和应用中被影响</vt:lpstr>
      <vt:lpstr>数据架构管理</vt:lpstr>
      <vt:lpstr>示例：企业数据模型</vt:lpstr>
      <vt:lpstr>示例：信息价值链分析</vt:lpstr>
      <vt:lpstr>数据标准： 从数据模型出发，延伸到不同粒度的数据标准</vt:lpstr>
      <vt:lpstr>元数据管理</vt:lpstr>
      <vt:lpstr>示例：元数据管理系统架构和功能</vt:lpstr>
      <vt:lpstr>数据质量管理</vt:lpstr>
      <vt:lpstr>示例：数据质量规则</vt:lpstr>
      <vt:lpstr>主数据管理</vt:lpstr>
      <vt:lpstr>主数据示例：客户数据</vt:lpstr>
      <vt:lpstr>示例：主数据管理系统架构</vt:lpstr>
      <vt:lpstr>广义数据治理的概念、关系及实施路径</vt:lpstr>
      <vt:lpstr>如何看待数据治理的技术工具？</vt:lpstr>
      <vt:lpstr>个人能力提升：数据世界，顶天立地</vt:lpstr>
      <vt:lpstr>个人能力提升：书籍推荐</vt:lpstr>
      <vt:lpstr>CDMP——数据管理专业认证</vt:lpstr>
      <vt:lpstr>企业能力提升：数据管理能力成熟度评价模型（DCMM）</vt:lpstr>
      <vt:lpstr>企业能力提升：
持续开展数据治理工作，保障数据资产价值</vt:lpstr>
      <vt:lpstr>感谢聆听，敬请指正</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lenovo</dc:creator>
  <cp:lastModifiedBy>unniiiiii </cp:lastModifiedBy>
  <cp:revision>353</cp:revision>
  <dcterms:created xsi:type="dcterms:W3CDTF">2015-08-15T06:34:00Z</dcterms:created>
  <dcterms:modified xsi:type="dcterms:W3CDTF">2025-07-14T08:18:54Z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FFF7C3FB1F6444D79EF31B90D9A878CB_13</vt:lpwstr>
  </property>
  <property fmtid="{D5CDD505-2E9C-101B-9397-08002B2CF9AE}" pid="3" name="KSOProductBuildVer">
    <vt:lpwstr>2052-12.1.0.21915</vt:lpwstr>
  </property>
</Properties>
</file>
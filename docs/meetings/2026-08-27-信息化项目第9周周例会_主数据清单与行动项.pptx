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用户于2026-08-26提供的第9周周例会要求。</a:t>
            </a:r>
          </a:p>
          <a:p>
            <a:r>
              <a:t>- 财务部《第8周_财务部部门主数据清单_填报模板.xlsx》，主数据清单工作表。</a:t>
            </a:r>
          </a:p>
          <a:p>
            <a:r>
              <a:t>- 质量管理部《质量管理部门主数据清单.xlsx》，主数据清单工作表。</a:t>
            </a:r>
          </a:p>
          <a:p>
            <a:r>
              <a:t>[/Sources]</a:t>
            </a:r>
          </a:p>
          <a:p>
            <a:r>
              <a:t>讲解依据：财务部识别3个对象、14个字段，3个对象均标为单流程使用；质量管理部识别1个对象、5个字段，唯一标识和生命周期规则仍待补充。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用户于2026-08-26提供的第9周周例会要求。</a:t>
            </a:r>
          </a:p>
          <a:p>
            <a:r>
              <a:t>- 工程技术部《INF-MDM-DAT-00001-部门主数据清单_填报模板.xlsx》，主数据清单工作表。</a:t>
            </a:r>
          </a:p>
          <a:p>
            <a:r>
              <a:t>- 行政人事部《第8周_部门主数据清单_填报模板-行政人事部-1.2.xlsx》，主数据清单工作表。</a:t>
            </a:r>
          </a:p>
          <a:p>
            <a:r>
              <a:t>[/Sources]</a:t>
            </a:r>
          </a:p>
          <a:p>
            <a:r>
              <a:t>讲解依据：工程技术部识别零件、材料、工具、工装、文件、设备6类对象和62个字段；行政人事部围绕员工信息识别48个字段。优秀评价针对业务识别的深度和广度，不等于全部对象已经完成正式主数据认定。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用户于2026-08-26提供的第9周周例会要求。</a:t>
            </a:r>
          </a:p>
          <a:p>
            <a:r>
              <a:t>- 工程技术部《工程技术部编码规则-初版.pptx》，全部8页。</a:t>
            </a:r>
          </a:p>
          <a:p>
            <a:r>
              <a:t>[/Sources]</a:t>
            </a:r>
          </a:p>
          <a:p>
            <a:r>
              <a:t>讲解依据：项目归口型页和工装页均写为“模板一”；材料页将020类型码说明为“3位大写字母”，与示例数字020不一致；多处使用可变长度n但未定义范围；仅写MOD11而未给出权重、余数映射和异常处理；文件未说明申请、分配、变更、停用及映射维护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用户于2026-08-26提供的六项第9周行动项。</a:t>
            </a:r>
          </a:p>
          <a:p>
            <a:r>
              <a:t>[/Sources]</a:t>
            </a:r>
          </a:p>
          <a:p>
            <a:r>
              <a:t>口径说明：第02项中的v7表示MDM工作组已完成对各部门此前输出物的版本升级；本页不将版本升级等同于部门已经补齐数据关系。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结构合格，但识别仍停在已有表单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财务部提交3个对象、14个字段；质量管理部提交1个对象、5个字段。结构已经成形，探索尚未展开。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财务部｜3个对象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填得完整，识别偏窄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3个对象、14个字段，必填内容基本完整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识别集中在工时表、生产订单列表及调整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3个对象均标为“单流程使用”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应沿成本核算链路继续寻找跨流程对象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质量管理部｜1个对象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结构成形，探索刚起步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已按对象、场景、责任和字段结构填写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当前仅识别“废品卡片”，包含5个字段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唯一标识和生命周期规则仍待补充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应沿废品处置链路继续识别关联对象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评价结论｜结构合格；缺乏探索精神，当前仍属浅尝辄止，需继续深挖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业务深度和广度已经打开，但要剔除一般数据项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工程技术部识别6类对象、62个字段；行政人事部围绕员工信息识别48个字段，均已进入真实业务内容。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工程技术部｜6类对象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优秀：对象谱系初步展开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识别6类对象、62个字段，覆盖研发与生产保障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零件、材料、工装、设备形成深化入口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已考虑客户文件、公司受控文件和业务流程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需区分主数据对象与文件、审签等一般数据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行政人事部｜48个字段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优秀：字段覆盖业务全貌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员工信息覆盖身份、组织、任职、学历和合同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新增、变更、停用场景和责任已经写入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字段实例与来源完整，具备继续核对基础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年龄等可计算或阶段性信息宜作一般数据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评价结论｜优秀：已开始识别业务深度和广度；下一步剔除一般数据项，收紧主数据边界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编码规则已有框架，发布前还需统一口径和治理规则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初版覆盖零组件、材料、工装、工具、量具、设备和文件，已给出分段示例，现阶段仍为讨论稿。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已经做对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规则雏形已经形成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采用“类型码＋业务段＋扩展位＋校验位</a:t>
            </a: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对项目、材料、工装和标准件给出拆分示例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用映射表关联外部标准号，避免直接塞入原码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引入校验位，开始考虑输入错误检查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发布前必须补齐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可执行性不足</a:t>
            </a:r>
            <a:endParaRPr sz="2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n的长度、允许字符未定义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申请、分配、变更、停用和映射维护责任缺失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可变属性入码，需评估变更后的换码风险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评价结论｜方向正确、覆盖较广；统一口径并补齐治理规则，真实对象试编通过后再发布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第9周：先减负、补关系，再推进清单和业务样板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六项行动分别落到平台改进、已交部门补充、工程样板、未交部门提交、制度培训和组织数据基线。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平台与已交部门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行动项 01—03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01｜3001降低页面复杂度，减轻填写负担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02｜已交部门将数据关系补充到第7周交付物中；MDM工作组已将各部门原输出物升至v7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03｜工程技术部设计模拟MBOM：设备、工装、工量器具、检测设备与工艺路线结合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部门提交与制度落地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行动项 04—06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04｜经营、项目、物保、运维、车间提交主数据清单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05｜经营发展部编制GLTX-JY-27-A《数据库数据更正申请与责任考核管理制度》培训手册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06｜行政人事部按主数据清单重新发布花名册，作为MDM平台上线前的架构依据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PMO跟踪交付状态；各责任部门提交可核对成果，MDM工作组负责结构复核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DocSecurity>0</DocSecurity>
  <PresentationFormat>宽屏</PresentationFormat>
  <Paragraphs>82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Charles Archer</cp:lastModifiedBy>
  <cp:revision>1</cp:revision>
  <dcterms:created xsi:type="dcterms:W3CDTF">2026-08-26T09:42:48Z</dcterms:created>
  <dcterms:modified xsi:type="dcterms:W3CDTF">2026-08-26T10:26:42Z</dcterms:modified>
</cp:coreProperties>
</file>
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262" autoAdjust="0"/>
  </p:normalViewPr>
  <p:slideViewPr>
    <p:cSldViewPr snapToGrid="0">
      <p:cViewPr varScale="1">
        <p:scale>
          <a:sx n="73" d="100"/>
          <a:sy n="73" d="100"/>
        </p:scale>
        <p:origin x="19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确认九个部门的部门级主数据清单已经提交，同时把提交范围与主数据识别深度分开说明。</a:t>
            </a:r>
          </a:p>
          <a:p>
            <a:endParaRPr/>
          </a:p>
          <a:p>
            <a:r>
              <a:t>可照读讲稿：</a:t>
            </a:r>
          </a:p>
          <a:p>
            <a:r>
              <a:t>本轮九个部门都已提交部门级主数据清单。这个事实只说明提交范围已经覆盖，不代表主数据识别已经完成。下一步要回到真实流程，区分稳定核心对象、一般数据项和业务记录，再用跨部门使用关系和真实样本进行核对。复材车间本轮暂不评价主数据生成行为，但仍需要参加现场使用核对。</a:t>
            </a:r>
          </a:p>
          <a:p>
            <a:endParaRPr/>
          </a:p>
          <a:p>
            <a:r>
              <a:t>重点口径：</a:t>
            </a:r>
          </a:p>
          <a:p>
            <a:r>
              <a:t>- 九个部门完成的是部门级清单提交。</a:t>
            </a:r>
          </a:p>
          <a:p>
            <a:r>
              <a:t>- 主数据识别仍处于深化阶段，需要流程和样本支撑。</a:t>
            </a:r>
          </a:p>
          <a:p>
            <a:r>
              <a:t>- 复材车间的评价边界不取消其现场核对责任。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不要把九部门已提交说成九部门已完成主数据识别或已经验收。</a:t>
            </a:r>
          </a:p>
          <a:p>
            <a:r>
              <a:t>- 不要在本页混入员工信息表行动项。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提交范围已经齐了，下一页看不同部门的成果深度已经拉开到什么程度。</a:t>
            </a:r>
          </a:p>
          <a:p>
            <a:endParaRPr/>
          </a:p>
          <a:p>
            <a:r>
              <a:t>模拟问答：</a:t>
            </a:r>
          </a:p>
          <a:p>
            <a:r>
              <a:t>Q1：九个部门是不是已经全部完成？</a:t>
            </a:r>
          </a:p>
          <a:p>
            <a:r>
              <a:t>A1：只完成了部门级清单提交；主数据识别、业务确认和验收均不能据此认定完成。</a:t>
            </a:r>
          </a:p>
          <a:p>
            <a:r>
              <a:t>Q2：为什么不继续增加清单数量？</a:t>
            </a:r>
          </a:p>
          <a:p>
            <a:r>
              <a:t>A2：当前主要缺口是对象主次、流程关系和跨部门使用关系，而不是清单条目数量。</a:t>
            </a:r>
          </a:p>
          <a:p>
            <a:r>
              <a:t>Q3：复材车间不评价，为什么还要参加？</a:t>
            </a:r>
          </a:p>
          <a:p>
            <a:r>
              <a:t>A3：本轮只是不评价其主数据生成行为；现场是否能识别和使用对象，仍需要复材车间核对。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说明本轮交付质量已经分层，并明确达到门槛、明显深化和具备深化基础不是同一状态。</a:t>
            </a:r>
          </a:p>
          <a:p>
            <a:endParaRPr/>
          </a:p>
          <a:p>
            <a:r>
              <a:t>可照读讲稿：</a:t>
            </a:r>
          </a:p>
          <a:p>
            <a:r>
              <a:t>本轮交付质量已经开始分层。物资保障部达到流程绑定的交付门槛，财务部和质量管理部完成重大更新，业务深度已经明显增加。经营发展部和运维安环部首次提交就具备继续深化的基础。这里评价的是本轮材料质量，后续仍要继续核对业务事实、流程关系和来源证据。</a:t>
            </a:r>
          </a:p>
          <a:p>
            <a:endParaRPr/>
          </a:p>
          <a:p>
            <a:r>
              <a:t>重点口径：</a:t>
            </a:r>
          </a:p>
          <a:p>
            <a:r>
              <a:t>- 物资保障部、财务部、质量管理部和另外两个首次提交部门的状态分开表达。</a:t>
            </a:r>
          </a:p>
          <a:p>
            <a:r>
              <a:t>- 评价对象是本轮交付材料，不是部门业务成熟度排名。</a:t>
            </a:r>
          </a:p>
          <a:p>
            <a:r>
              <a:t>- 下一阶段仍要以真实业务和证据核对。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不要把达到交付门槛说成已经完成业务验收。</a:t>
            </a:r>
          </a:p>
          <a:p>
            <a:r>
              <a:t>- 不要把首次提交水平说成已经达到最终质量标准。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材料质量出现分层后，还需要把不属于同一类的问题拆开处理；下一页先单独通报员工信息表行动项。</a:t>
            </a:r>
          </a:p>
          <a:p>
            <a:endParaRPr/>
          </a:p>
          <a:p>
            <a:r>
              <a:t>模拟问答：</a:t>
            </a:r>
          </a:p>
          <a:p>
            <a:r>
              <a:t>Q1：达到流程绑定门槛是什么意思？</a:t>
            </a:r>
          </a:p>
          <a:p>
            <a:r>
              <a:t>A1：表示材料已具备继续开展流程绑定核对的基础，不代表流程事实、主数据结论或业务验收已经完成。</a:t>
            </a:r>
          </a:p>
          <a:p>
            <a:r>
              <a:t>Q2：财务部和质量管理部为什么说业务深度明显？</a:t>
            </a:r>
          </a:p>
          <a:p>
            <a:r>
              <a:t>A2：这是本次会议已确认的材料评价；具体业务事实仍需回到部门材料和来源证据核对。</a:t>
            </a:r>
          </a:p>
          <a:p>
            <a:r>
              <a:t>Q3：经营发展部和运维安环部已经达到最终要求了吗？</a:t>
            </a:r>
          </a:p>
          <a:p>
            <a:r>
              <a:t>A3：没有。本页只说明首次提交已具备继续深化的基础。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单独通报行政人事部员工信息表行动项，说明状态、关键缺口、3000影响、责任边界和关闭条件。</a:t>
            </a:r>
          </a:p>
          <a:p>
            <a:endParaRPr/>
          </a:p>
          <a:p>
            <a:r>
              <a:t>可照读讲稿：</a:t>
            </a:r>
          </a:p>
          <a:p>
            <a:r>
              <a:t>员工信息表是行政人事部上一周形成的部门级行动项，当前状态是未发布、未关闭。它不是九部门主数据清单中的缺项，也不能与主数据清单评价合并。当前关键缺口是权威的员工岗位，以及所属部门、办公室或班组信息。这个缺口会严重阻碍3000平台上线准备。行政人事部负责确认业务事实并发布可核对的信息表；PMO只跟踪行动项状态和关闭证据。当前没有已核实的截止日期、有效调整记录或执行人，因此本次不作逾期判断，也不补写相关信息。</a:t>
            </a:r>
          </a:p>
          <a:p>
            <a:endParaRPr/>
          </a:p>
          <a:p>
            <a:r>
              <a:t>重点口径：</a:t>
            </a:r>
          </a:p>
          <a:p>
            <a:r>
              <a:t>- 当前状态只写未发布、未关闭。</a:t>
            </a:r>
          </a:p>
          <a:p>
            <a:r>
              <a:t>- 关键缺口是员工岗位和组织归属。</a:t>
            </a:r>
          </a:p>
          <a:p>
            <a:r>
              <a:t>- 行政人事部确认业务事实，PMO只确认行动项状态和关闭证据。</a:t>
            </a:r>
          </a:p>
          <a:p>
            <a:r>
              <a:t>- 关闭条件是正式发布且关键信息可核对。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不要把员工信息表说成主数据清单问题。</a:t>
            </a:r>
          </a:p>
          <a:p>
            <a:r>
              <a:t>- 不要使用逾期、延期或已调整等没有证据的结论。</a:t>
            </a:r>
          </a:p>
          <a:p>
            <a:r>
              <a:t>- 不要补造截止日期、执行人或调整记录。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前三页已经把清单评价和部门行动项分开。接下来进入新的阶段：不再只看学过什么，而是检验能否交出真实、可接续、可核对的成果。</a:t>
            </a:r>
          </a:p>
          <a:p>
            <a:endParaRPr/>
          </a:p>
          <a:p>
            <a:r>
              <a:t>模拟问答：</a:t>
            </a:r>
          </a:p>
          <a:p>
            <a:r>
              <a:t>Q1：这项行动已经逾期了吗？</a:t>
            </a:r>
          </a:p>
          <a:p>
            <a:r>
              <a:t>A1：目前没有已核实的截止日期或有效调整记录，只能确认未发布、未关闭，不能下逾期结论。</a:t>
            </a:r>
          </a:p>
          <a:p>
            <a:r>
              <a:t>Q2：员工信息表是不是九部门主数据清单的缺项？</a:t>
            </a:r>
          </a:p>
          <a:p>
            <a:r>
              <a:t>A2：不是。它是上一周部门级行动项，与本轮主数据清单评价属于不同语境。</a:t>
            </a:r>
          </a:p>
          <a:p>
            <a:r>
              <a:t>Q3：当前到底缺什么？</a:t>
            </a:r>
          </a:p>
          <a:p>
            <a:r>
              <a:t>A3：缺少权威的员工岗位，以及员工所属部门、办公室或班组信息。</a:t>
            </a:r>
          </a:p>
          <a:p>
            <a:r>
              <a:t>Q4：为什么会影响3000上线准备？</a:t>
            </a:r>
          </a:p>
          <a:p>
            <a:r>
              <a:t>A4：缺少权威岗位和组织归属后，3000无法可靠核对员工身份、岗位和组织关系。</a:t>
            </a:r>
          </a:p>
          <a:p>
            <a:r>
              <a:t>Q5：谁确认这项内容，谁确认关闭？</a:t>
            </a:r>
          </a:p>
          <a:p>
            <a:r>
              <a:t>A5：行政人事部确认业务事实并发布信息表；PMO依据结果和证据确认行动项状态及关闭。</a:t>
            </a:r>
          </a:p>
          <a:p>
            <a:r>
              <a:t>Q6：这项行动的具体执行人是谁？</a:t>
            </a:r>
          </a:p>
          <a:p>
            <a:r>
              <a:t>A6：当前没有已核实的执行人记录，本次不指定个人。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E:\CA001\Infomat\pmo\信息化项目_协同工作规则.md</a:t>
            </a:r>
          </a:p>
          <a:p>
            <a:r>
              <a:t>- E:\CA001\Infomat\docs\architecture\data-governance-operating-rules.md</a:t>
            </a:r>
          </a:p>
          <a:p>
            <a:r>
              <a:t>- E:\CA001\Infomat\docs\organization\组织架构和部门职责.md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本页目的</a:t>
            </a:r>
            <a:r>
              <a:rPr dirty="0"/>
              <a:t>：</a:t>
            </a:r>
          </a:p>
          <a:p>
            <a:r>
              <a:rPr dirty="0" err="1"/>
              <a:t>把会议从前期知识学习转入真实成果检验，统一后续六页的检查标准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可照读讲稿</a:t>
            </a:r>
            <a:r>
              <a:rPr dirty="0"/>
              <a:t>：</a:t>
            </a:r>
          </a:p>
          <a:p>
            <a:r>
              <a:rPr dirty="0"/>
              <a:t>经过两个月学习，现在进入成果检验期。接下来不再以掌握了多少概念作为结果，而是看真实业务能不能从开始追到结果，跨部门交付物和接收条件能不能说清，数据对象、字段和业务记录能不能分开，并且每项结论能不能回到来源证据。没有真实样本、跨部门承接或来源证据，就不能把学习成果写成已经完成。</a:t>
            </a:r>
          </a:p>
          <a:p>
            <a:endParaRPr dirty="0"/>
          </a:p>
          <a:p>
            <a:r>
              <a:rPr dirty="0" err="1"/>
              <a:t>重点口径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检验对象是真实业务成果，不是知识记忆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真实样本、跨部门接续和来源证据三项都要具备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待确认事项必须写明确认主体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禁说口径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不要把进入检验期说成前两个月成果已经验收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不要把自动检查或材料完整说成业务事实已经确认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技术解说安排</a:t>
            </a:r>
            <a:r>
              <a:rPr dirty="0"/>
              <a:t>：</a:t>
            </a:r>
          </a:p>
          <a:p>
            <a:r>
              <a:rPr dirty="0" err="1"/>
              <a:t>刘春含、丁硕共同承担技术解说；现场根据问题协同补充，不按页固定分配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过渡句</a:t>
            </a:r>
            <a:r>
              <a:rPr dirty="0"/>
              <a:t>：</a:t>
            </a:r>
          </a:p>
          <a:p>
            <a:r>
              <a:rPr dirty="0" err="1"/>
              <a:t>下面先给出第一项检验任务：从一项真实工作中找出主价值链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模拟问答</a:t>
            </a:r>
            <a:r>
              <a:rPr dirty="0"/>
              <a:t>：</a:t>
            </a:r>
          </a:p>
          <a:p>
            <a:r>
              <a:rPr dirty="0"/>
              <a:t>Q1：为什么现在叫成果检验期？</a:t>
            </a:r>
          </a:p>
          <a:p>
            <a:r>
              <a:rPr dirty="0"/>
              <a:t>A1：因为前期已经完成方法学习，下一阶段要用真实任务、跨部门接续和证据检查成果是否可用。</a:t>
            </a:r>
          </a:p>
          <a:p>
            <a:r>
              <a:rPr dirty="0"/>
              <a:t>Q2：检验通过最少需要什么？</a:t>
            </a:r>
          </a:p>
          <a:p>
            <a:r>
              <a:rPr dirty="0"/>
              <a:t>A2：至少需要真实业务链、明确的跨部门交付与接收条件，以及可定位的来源证据。</a:t>
            </a:r>
          </a:p>
          <a:p>
            <a:r>
              <a:rPr dirty="0"/>
              <a:t>Q3：检验通过是否等于业务验收？</a:t>
            </a:r>
          </a:p>
          <a:p>
            <a:r>
              <a:rPr dirty="0"/>
              <a:t>A3：不等于。检验是阶段性核对，业务事实仍由业务部门确认，正式结论仍按治理边界处理。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E:\CA001\Infomat\docs\meetings\信息化项目第11周周例会_主数据识别与主价值链_待审阅.md</a:t>
            </a:r>
          </a:p>
          <a:p>
            <a:r>
              <a:rPr dirty="0"/>
              <a:t>- E:\CA001\Infomat\docs\architecture\data-governance-operating-rules.md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本页目的</a:t>
            </a:r>
            <a:r>
              <a:rPr dirty="0"/>
              <a:t>：</a:t>
            </a:r>
          </a:p>
          <a:p>
            <a:r>
              <a:rPr dirty="0" err="1"/>
              <a:t>给各部门一个统一追问方法，并锁定公司主链从客户数模输入后启动的业务边界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可照读讲稿</a:t>
            </a:r>
            <a:r>
              <a:rPr dirty="0"/>
              <a:t>：</a:t>
            </a:r>
          </a:p>
          <a:p>
            <a:r>
              <a:rPr dirty="0"/>
              <a:t>第一项行动是从一项真实工作中找出主价值链。公司不开展产品设计，所以本企业主链从客户数模输入后的接收和启动条件确认开始。各部门不需要重新罗列所有流程，只要选择一个真实订单、项目、零件或生产任务，依次说明开始事件、输入、实际动作、输出、下游承接和异常处理。数模接收对象、版本、启动条件、变更传递以及主责和会签部门仍由业务人员确认。</a:t>
            </a:r>
          </a:p>
          <a:p>
            <a:endParaRPr dirty="0"/>
          </a:p>
          <a:p>
            <a:r>
              <a:rPr dirty="0" err="1"/>
              <a:t>重点口径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公司主链不包含产品设计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每个部门从一项真实任务开始，不要求一次覆盖全部流程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六个追问必须落到动作、对象、结果和异常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禁说口径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不要把候选主链顺序说成已经正式确认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不要指定尚未确认的数模接收主责部门或会签部门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技术解说安排</a:t>
            </a:r>
            <a:r>
              <a:rPr dirty="0"/>
              <a:t>：</a:t>
            </a:r>
          </a:p>
          <a:p>
            <a:r>
              <a:rPr dirty="0" err="1"/>
              <a:t>刘春含、丁硕共同承担技术解说；现场根据问题协同补充，不按页固定分配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过渡句</a:t>
            </a:r>
            <a:r>
              <a:rPr dirty="0"/>
              <a:t>：</a:t>
            </a:r>
          </a:p>
          <a:p>
            <a:r>
              <a:rPr dirty="0" err="1"/>
              <a:t>方法统一后，下一页把六个直接处于研制生产主路径的部门先接起来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模拟问答</a:t>
            </a:r>
            <a:r>
              <a:rPr dirty="0"/>
              <a:t>：</a:t>
            </a:r>
          </a:p>
          <a:p>
            <a:r>
              <a:rPr dirty="0"/>
              <a:t>Q1：公司是否包含产品设计流程？</a:t>
            </a:r>
          </a:p>
          <a:p>
            <a:r>
              <a:rPr dirty="0"/>
              <a:t>A1：不包含。本次已确认公司不开展产品设计，主链从客户数模输入后的接收和启动确认开始。</a:t>
            </a:r>
          </a:p>
          <a:p>
            <a:r>
              <a:rPr dirty="0"/>
              <a:t>Q2：数模接收由哪个部门主责？</a:t>
            </a:r>
          </a:p>
          <a:p>
            <a:r>
              <a:rPr dirty="0"/>
              <a:t>A2：当前仍待业务确认，本页不指定主责或会签部门。</a:t>
            </a:r>
          </a:p>
          <a:p>
            <a:r>
              <a:rPr dirty="0"/>
              <a:t>Q3：各部门是否要一次梳理全部流程？</a:t>
            </a:r>
          </a:p>
          <a:p>
            <a:r>
              <a:rPr dirty="0"/>
              <a:t>A3：不需要。先选择一项真实任务，完整回答六个追问。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E:\CA001\Infomat\docs\meetings\信息化项目第11周周例会_主数据识别与主价值链_待审阅.md</a:t>
            </a:r>
          </a:p>
          <a:p>
            <a:r>
              <a:rPr dirty="0"/>
              <a:t>- E:\CA001\Infomat\docs\architecture\data-governance-operating-rules.md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把经营、项目、工程、物资、车间和质量六个部门放在同一真实任务中核对主路径。</a:t>
            </a:r>
          </a:p>
          <a:p>
            <a:endParaRPr/>
          </a:p>
          <a:p>
            <a:r>
              <a:t>可照读讲稿：</a:t>
            </a:r>
          </a:p>
          <a:p>
            <a:r>
              <a:t>六个部门先用同一项真实任务把主路径接起来。经营发展部说明需求如何转成合同和销售订单；项目管理部说明项目如何启动、计划如何建立、偏差如何处理；工程技术部说明客户数模如何转成工艺路线和现场文件；物资保障部说明材料和工装怎样齐套、发放和反馈；复材车间说明任务怎样到班组以及进度和异常怎样反馈；质量管理部说明检验要求怎样形成处置和放行证据。当前流程名称只作讨论入口，顺序、交付物和接收条件仍需部门核对。</a:t>
            </a:r>
          </a:p>
          <a:p>
            <a:endParaRPr/>
          </a:p>
          <a:p>
            <a:r>
              <a:t>重点口径：</a:t>
            </a:r>
          </a:p>
          <a:p>
            <a:r>
              <a:t>- 六个部门使用同一真实任务，避免各讲一段无法接续。</a:t>
            </a:r>
          </a:p>
          <a:p>
            <a:r>
              <a:t>- 流程名称来自当前输入基线，只作讨论入口。</a:t>
            </a:r>
          </a:p>
          <a:p>
            <a:r>
              <a:t>- 顺序、交付物和接收条件由相关部门共同核对。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不要把页面顺序写成已经确认的正式跨部门流程。</a:t>
            </a:r>
          </a:p>
          <a:p>
            <a:r>
              <a:t>- 不要把候选流程名称替代真实交付物和接收条件。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主路径接起来以后，还要把成本、设备和人员三个必要条件接入同一任务。</a:t>
            </a:r>
          </a:p>
          <a:p>
            <a:endParaRPr/>
          </a:p>
          <a:p>
            <a:r>
              <a:t>模拟问答：</a:t>
            </a:r>
          </a:p>
          <a:p>
            <a:r>
              <a:t>Q1：页面上的流程已经是正式主价值链吗？</a:t>
            </a:r>
          </a:p>
          <a:p>
            <a:r>
              <a:t>A1：不是。它们是当前输入基线中的候选讨论入口，顺序和跨部门承接仍需业务确认。</a:t>
            </a:r>
          </a:p>
          <a:p>
            <a:r>
              <a:t>Q2：为什么要六个部门使用同一真实任务？</a:t>
            </a:r>
          </a:p>
          <a:p>
            <a:r>
              <a:t>A2：只有使用同一任务，才能核对上游输出是否真的被下游接收和使用。</a:t>
            </a:r>
          </a:p>
          <a:p>
            <a:r>
              <a:t>Q3：部门本周要交什么？</a:t>
            </a:r>
          </a:p>
          <a:p>
            <a:r>
              <a:t>A3：围绕同一真实任务，写清输入、动作、输出、异常、交付物、接收部门和接收条件。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E:\CA001\Infomat\docs\architecture\data-governance-operating-rules.md</a:t>
            </a:r>
          </a:p>
          <a:p>
            <a:r>
              <a:t>- E:\CA001\Infomat\docs\norms\经营发展部部门-能力-流程-系统映射关系.md</a:t>
            </a:r>
          </a:p>
          <a:p>
            <a:r>
              <a:t>- E:\CA001\Infomat\docs\norms\项目管理部部门-能力-流程-系统映射关系.md</a:t>
            </a:r>
          </a:p>
          <a:p>
            <a:r>
              <a:t>- E:\CA001\Infomat\docs\norms\工程技术部部门-能力-流程-系统映射关系.md</a:t>
            </a:r>
          </a:p>
          <a:p>
            <a:r>
              <a:t>- E:\CA001\Infomat\docs\norms\物资保障部部门-能力-流程-系统映射关系.md</a:t>
            </a:r>
          </a:p>
          <a:p>
            <a:r>
              <a:t>- E:\CA001\Infomat\docs\norms\复材车间部门-能力-流程-系统映射关系.md</a:t>
            </a:r>
          </a:p>
          <a:p>
            <a:r>
              <a:t>- E:\CA001\Infomat\docs\norms\质量管理部部门-能力-流程-系统映射关系.md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说明财务、运维安环和行政人事只把直接影响启动、执行或交付的必要条件接入主链。</a:t>
            </a:r>
          </a:p>
          <a:p>
            <a:endParaRPr/>
          </a:p>
          <a:p>
            <a:r>
              <a:t>可照读讲稿：</a:t>
            </a:r>
          </a:p>
          <a:p>
            <a:r>
              <a:t>保障流程不需要全部进入主价值链。财务部先说明报价、材料和工时、偏差与结算怎样前后对应；运维安环部先说明关键设备的可用、维修、停机和安全风险怎样影响生产计划；行政人事部先说明关键岗位人员从到岗、培训、取证到技能状态怎样形成执行条件。每个部门先交付一个能与上下游接起来、可以核对的真实流程。</a:t>
            </a:r>
          </a:p>
          <a:p>
            <a:endParaRPr/>
          </a:p>
          <a:p>
            <a:r>
              <a:t>重点口径：</a:t>
            </a:r>
          </a:p>
          <a:p>
            <a:r>
              <a:t>- 只有直接影响项目启动、计划执行或产品交付的保障流程才接入主链。</a:t>
            </a:r>
          </a:p>
          <a:p>
            <a:r>
              <a:t>- 每个保障部门从一个真实项目、设备或岗位开始。</a:t>
            </a:r>
          </a:p>
          <a:p>
            <a:r>
              <a:t>- 业务部门、MDM工作组和PMO的责任分别表达。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不要把三个保障部门的全部流程都认定为主链。</a:t>
            </a:r>
          </a:p>
          <a:p>
            <a:r>
              <a:t>- 不要把行政人事部主链梳理与员工信息表行动项合并。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流程成果开始接受真实任务检验后，第二项行动转向编码规范：先锁定本版对象范围。</a:t>
            </a:r>
          </a:p>
          <a:p>
            <a:endParaRPr/>
          </a:p>
          <a:p>
            <a:r>
              <a:t>模拟问答：</a:t>
            </a:r>
          </a:p>
          <a:p>
            <a:r>
              <a:t>Q1：保障部门的所有流程都要进入主链吗？</a:t>
            </a:r>
          </a:p>
          <a:p>
            <a:r>
              <a:t>A1：不需要。只接入直接影响启动、执行或交付的必要条件。</a:t>
            </a:r>
          </a:p>
          <a:p>
            <a:r>
              <a:t>Q2：行政人事部本页任务和员工信息表是同一件事吗？</a:t>
            </a:r>
          </a:p>
          <a:p>
            <a:r>
              <a:t>A2：不是。本页是关键岗位执行条件的主链梳理；员工信息表是上一周独立部门行动项。</a:t>
            </a:r>
          </a:p>
          <a:p>
            <a:r>
              <a:t>Q3：谁确认这些流程事实？</a:t>
            </a:r>
          </a:p>
          <a:p>
            <a:r>
              <a:t>A3：业务部门确认事实，MDM工作组核验结构，PMO登记并跟踪行动项。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E:\CA001\Infomat\docs\architecture\data-governance-operating-rules.md</a:t>
            </a:r>
          </a:p>
          <a:p>
            <a:r>
              <a:t>- E:\CA001\Infomat\docs\norms\财务部部门-能力-流程-系统映射关系.md</a:t>
            </a:r>
          </a:p>
          <a:p>
            <a:r>
              <a:t>- E:\CA001\Infomat\docs\norms\运维安环部部门-能力-流程-系统映射关系.md</a:t>
            </a:r>
          </a:p>
          <a:p>
            <a:r>
              <a:t>- E:\CA001\Infomat\docs\norms\行政人事部部门-能力-流程-系统映射关系.md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本页目的：</a:t>
            </a:r>
          </a:p>
          <a:p>
            <a:r>
              <a:t>明确编码规范初版先冻结适用对象、身份规则、生命周期和验证方法，不扩大现有评审稿状态。</a:t>
            </a:r>
          </a:p>
          <a:p>
            <a:endParaRPr/>
          </a:p>
          <a:p>
            <a:r>
              <a:t>可照读讲稿：</a:t>
            </a:r>
          </a:p>
          <a:p>
            <a:r>
              <a:t>第二项行动由MDM工作组承接。工程技术部已有的航空存货四段式编码评审稿继续作为评审输入，但该稿状态仍是PARTIAL，只覆盖航空存货候选规则，不能扩大为公司级、全对象均已适用的规范。MDM工作组先回答本版管理哪些对象，再补齐对象身份、编码结构、生命周期、历史映射和真实样本验证，最后分别说明评审稿、初版发布和正式生效状态。</a:t>
            </a:r>
          </a:p>
          <a:p>
            <a:endParaRPr/>
          </a:p>
          <a:p>
            <a:r>
              <a:t>重点口径：</a:t>
            </a:r>
          </a:p>
          <a:p>
            <a:r>
              <a:t>- 四段式编码评审稿状态仍为PARTIAL。</a:t>
            </a:r>
          </a:p>
          <a:p>
            <a:r>
              <a:t>- 工程技术部现有成果是评审输入，不是公司级生效规范。</a:t>
            </a:r>
          </a:p>
          <a:p>
            <a:r>
              <a:t>- 先冻结适用对象，再讨论编码结构。</a:t>
            </a:r>
          </a:p>
          <a:p>
            <a:endParaRPr/>
          </a:p>
          <a:p>
            <a:r>
              <a:t>禁说口径：</a:t>
            </a:r>
          </a:p>
          <a:p>
            <a:r>
              <a:t>- 不要把PARTIAL评审稿说成已经发布或正式生效。</a:t>
            </a:r>
          </a:p>
          <a:p>
            <a:r>
              <a:t>- 不要把数模文件、版本、项目、修订号、BOM位置和当前用途直接编入稳定对象主编码。</a:t>
            </a:r>
          </a:p>
          <a:p>
            <a:endParaRPr/>
          </a:p>
          <a:p>
            <a:r>
              <a:t>技术解说安排：</a:t>
            </a:r>
          </a:p>
          <a:p>
            <a:r>
              <a:t>刘春含、丁硕共同承担技术解说；现场根据问题协同补充，不按页固定分配。</a:t>
            </a:r>
          </a:p>
          <a:p>
            <a:endParaRPr/>
          </a:p>
          <a:p>
            <a:r>
              <a:t>过渡句：</a:t>
            </a:r>
          </a:p>
          <a:p>
            <a:r>
              <a:t>范围和规则不能只在纸面上成立，最后一页用九个部门的真实样本检验是否能落地。</a:t>
            </a:r>
          </a:p>
          <a:p>
            <a:endParaRPr/>
          </a:p>
          <a:p>
            <a:r>
              <a:t>模拟问答：</a:t>
            </a:r>
          </a:p>
          <a:p>
            <a:r>
              <a:t>Q1：现有四段式编码稿是否已经可以全公司执行？</a:t>
            </a:r>
          </a:p>
          <a:p>
            <a:r>
              <a:t>A1：不可以。它仍是PARTIAL评审稿，只覆盖航空存货候选规则。</a:t>
            </a:r>
          </a:p>
          <a:p>
            <a:r>
              <a:t>Q2：为什么先锁范围，而不是先设计编码段？</a:t>
            </a:r>
          </a:p>
          <a:p>
            <a:r>
              <a:t>A2：对象范围不清时，编码段会把不同业务对象、关系和记录混在一起。</a:t>
            </a:r>
          </a:p>
          <a:p>
            <a:r>
              <a:t>Q3：工程技术部原有成果怎么处理？</a:t>
            </a:r>
          </a:p>
          <a:p>
            <a:r>
              <a:t>A3：保留为MDM工作组评审输入，不作为已生效规范。</a:t>
            </a:r>
          </a:p>
          <a:p>
            <a:endParaRPr/>
          </a:p>
          <a:p>
            <a:r>
              <a:t>[Sources]</a:t>
            </a:r>
          </a:p>
          <a:p>
            <a:r>
              <a:t>- E:\CA001\Infomat\docs\meetings\信息化项目第11周周例会_主数据识别与主价值链_待审阅.md</a:t>
            </a:r>
          </a:p>
          <a:p>
            <a:r>
              <a:t>- E:\CA001\Infomat\docs\integration\航空存货主数据四段式编码规范_评审稿_RUN-20260902-152518.md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本页目的</a:t>
            </a:r>
            <a:r>
              <a:rPr dirty="0"/>
              <a:t>：</a:t>
            </a:r>
          </a:p>
          <a:p>
            <a:r>
              <a:rPr dirty="0" err="1"/>
              <a:t>用九个部门的稳定对象、易重复对象和业务记录反例，检验编码规范是否能够一致处理真实情况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可照读讲稿</a:t>
            </a:r>
            <a:r>
              <a:rPr dirty="0"/>
              <a:t>：</a:t>
            </a:r>
          </a:p>
          <a:p>
            <a:r>
              <a:rPr dirty="0"/>
              <a:t>每个部门提供一个稳定使用的对象、一个容易重复或混淆的对象、一个看起来重要但实际属于订单、批次、表单或业务记录的反例。业务部门确认本部门事实，MDM工作组把样本分别归为纳入编码、作为关系管理、作为业务记录管理或保持待定。有权主体再批准适用范围和生效版本。规范是否可用，不看文字写了多少，而看真实对象、反例和历史编码能否得到一致处理。</a:t>
            </a:r>
          </a:p>
          <a:p>
            <a:endParaRPr dirty="0"/>
          </a:p>
          <a:p>
            <a:r>
              <a:rPr dirty="0" err="1"/>
              <a:t>重点口径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每个部门提供三类真实样本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稳定对象、关系和业务记录必须分开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业务事实、结构核验和批准生效由不同主体承担</a:t>
            </a:r>
            <a:r>
              <a:t>。</a:t>
            </a:r>
          </a:p>
          <a:p>
            <a:endParaRPr/>
          </a:p>
          <a:p>
            <a:r>
              <a:rPr dirty="0" err="1"/>
              <a:t>禁说口径</a:t>
            </a:r>
            <a:r>
              <a:rPr dirty="0"/>
              <a:t>：</a:t>
            </a:r>
          </a:p>
          <a:p>
            <a:r>
              <a:rPr dirty="0"/>
              <a:t>- </a:t>
            </a:r>
            <a:r>
              <a:rPr dirty="0" err="1"/>
              <a:t>不要因为对象重要、跨部门使用或有编号就直接认定为主数据</a:t>
            </a:r>
            <a:r>
              <a:rPr dirty="0"/>
              <a:t>。</a:t>
            </a:r>
          </a:p>
          <a:p>
            <a:r>
              <a:rPr dirty="0"/>
              <a:t>- </a:t>
            </a:r>
            <a:r>
              <a:rPr dirty="0" err="1"/>
              <a:t>不要把样本试编通过说成编码规范已经正式生效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技术解说安排</a:t>
            </a:r>
            <a:r>
              <a:rPr dirty="0"/>
              <a:t>：</a:t>
            </a:r>
          </a:p>
          <a:p>
            <a:r>
              <a:rPr dirty="0" err="1"/>
              <a:t>刘春含、丁硕共同承担技术解说；现场根据问题协同补充，不按页固定分配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过渡句</a:t>
            </a:r>
            <a:r>
              <a:rPr dirty="0"/>
              <a:t>：</a:t>
            </a:r>
          </a:p>
          <a:p>
            <a:r>
              <a:rPr dirty="0" err="1"/>
              <a:t>本次会议到这里形成两条成果检验线：一条检验真实主链，一条检验编码规则；后续按各自证据和确认边界关闭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模拟问答</a:t>
            </a:r>
            <a:r>
              <a:rPr dirty="0"/>
              <a:t>：</a:t>
            </a:r>
          </a:p>
          <a:p>
            <a:r>
              <a:rPr dirty="0"/>
              <a:t>Q1：为什么每个部门要提供三类样本？</a:t>
            </a:r>
          </a:p>
          <a:p>
            <a:r>
              <a:rPr dirty="0"/>
              <a:t>A1：稳定对象检验正常规则，易重复对象检验身份判断，业务记录反例检验范围边界。</a:t>
            </a:r>
          </a:p>
          <a:p>
            <a:r>
              <a:rPr dirty="0"/>
              <a:t>Q2：有唯一编号的记录就是主数据吗？</a:t>
            </a:r>
          </a:p>
          <a:p>
            <a:r>
              <a:rPr dirty="0"/>
              <a:t>A2：不是。还要核对业务含义、生命周期、稳定身份、责任边界和使用场景。</a:t>
            </a:r>
          </a:p>
          <a:p>
            <a:r>
              <a:rPr dirty="0"/>
              <a:t>Q3：谁决定样本最终怎么处理？</a:t>
            </a:r>
          </a:p>
          <a:p>
            <a:r>
              <a:rPr dirty="0"/>
              <a:t>A3：业务部门确认事实，MDM工作组组织结构分类，有权主体批准适用范围和生效版本。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E:\CA001\Infomat\docs\meetings\信息化项目第11周周例会_主数据识别与主价值链_待审阅.md</a:t>
            </a:r>
          </a:p>
          <a:p>
            <a:r>
              <a:rPr dirty="0"/>
              <a:t>- E:\CA001\Infomat\docs\organization\组织架构和部门职责.md</a:t>
            </a:r>
          </a:p>
          <a:p>
            <a:r>
              <a:rPr dirty="0"/>
              <a:t>- E:\CA001\Infomat\docs\architecture\data-governance-operating-rules.md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9个部门均已提交，但主数据识别尚未完成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九部门清单提交已经覆盖；本周只判断识别深度，不混入其他行动项。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提交事实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九部门清单已经齐全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9个部门均已提交部门级主数据清单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本轮5个部门完成补充或首次提交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复材车间本轮暂不评价主数据生成行为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复材车间仍参与主链现场使用核对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识别深度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已提交不等于已识别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多数成果仍是一份一般数据清单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核心对象与一般数据项尚未分清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跨流程、跨部门使用关系仍需核对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后续不再以增加清单数量为主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阶段结论｜清单提交已覆盖9个部门；主数据识别仍需结合流程和真实样本深化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本轮交付质量开始分层，深化基础已经出现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物资保障部达到流程绑定门槛；财务部、质量管理部完成重大更新。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达到门槛与明显深化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三类成果进入下一阶段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物资保障部：达到流程绑定的交付门槛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财务部：重大更新，业务深度明显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质量管理部：重大更新，业务深度明显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下一步继续核对流程和数据关系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经营发展部＋运维安环部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达到质量管理部初次提交水平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两部门首次提交已具备深化基础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可选择一项真实业务继续扩展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继续识别相关数据对象和关系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仍需由业务事实和来源证据支撑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评价结论｜已出现可深化成果；后续继续看业务深度、流程绑定和证据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部门行动项通报：员工信息表尚未发布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行政人事部上一周行动项当前未发布、未关闭；这不是主数据清单问题。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行动项状态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责任部门：行政人事部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当前状态：未发布、未关闭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关键缺口：权威员工岗位信息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同时缺少所属部门、办公室或班组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截止日期、调整记录、执行人均未核实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3000上线准备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缺口将严重阻碍上线准备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3000无法取得权威岗位与组织归属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身份、岗位、部门关系无法可靠核对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业务事实由行政人事部确认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· PMO只确认行动项状态和关闭证据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关闭条件｜信息表正式发布，岗位与组织归属可核对；PMO依据证据确认关闭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经过两个月学习，现在进入成果检验期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接下来不再看概念掌握多少，而是用真实业务、跨部门接续和来源证据检验成果。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阶段 01｜成果转段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从“会讲”转向“能核对”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学习阶段｜掌握流程、对象和证据方法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检验阶段｜拿真实订单或任务说话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成果要求｜写清起止、动作和异常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交接要求｜下游能说清怎样接住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样本要求｜用真实记录验证对象关系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证据要求｜每项结论能回到来源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本周检验门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三项结果缺一不可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1｜真实业务能从开始追到结果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2｜跨部门交付物与接收条件说清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3｜对象、字段和记录能够区分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4｜异常情况有处理动作和责任边界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5｜来源证据可定位、可复核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6｜待确认项明确确认主体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待检验｜没有真实样本、跨部门承接或来源证据，不能把学习成果写成已完成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行动一：从一项真实工作中找出主价值链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公司不开展产品设计；各部门从真实订单或生产任务追到交付结果。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行动 01｜六个追问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把习惯动作说清楚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1｜什么事情发生后开始工作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2｜先拿到谁提供的什么输入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3｜实际执行什么动作和判断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4｜产生什么结果和状态变化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5｜谁接着使用，怎样才算接住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6｜计划或资源异常时如何处理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主链口径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客户数模输入后启动研制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客户需求与合同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数模接收及启动输入确认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项目启动与计划 → 制造工艺策划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资源准备 → 生产执行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检验与问题处置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交付、结算与复盘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待业务确认｜数模接收对象、版本、启动条件、变更传递及主责会签部门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六个部门先串起数模驱动的研制生产主路径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流程名称来自当前输入基线，只作讨论入口；顺序、交付物和承接条件仍待确认。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行动 02｜主路径上游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订单、项目、工艺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经营发展｜真实订单：需求→合同→销售订单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项目管理｜真实项目：启动→计划→偏差处理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工程技术｜零件：数模→工艺路线→现场文件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主路径下游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资源、执行、放行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物资保障｜材料＋工装：齐套→发放→反馈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复材车间｜批次/关键件：计划到班组→进度/异常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质量管理｜首件/产品检验：要求→处置→放行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待部门接续核对｜六个部门需用同一真实任务确认顺序、交付物和接收条件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三个保障部门把必要条件接入主价值链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只有直接影响项目启动、计划执行或产品交付的保障流程，才作为主链必要条件。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行动 03｜财务＋运维安环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让成本和设备状态可追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财务部｜项目：报价→材料/工时→偏差→结算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运维安环部｜设备：可用→维修/停机→安全风险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结果｜说明必要条件如何影响生产计划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行政人事＋共性成果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让关键岗位具备执行条件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行政人事部｜岗位：到岗→培训→取证→技能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共性｜起止、动作、异常、对象、交付物、证据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责任｜业务讲事实；MDM核验结构；PMO跟踪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待部门接续核对｜每个保障部门先交付一个能与上下游接起来、可核对的真实流程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行动二：MDM工作组先锁范围，再统一编码规则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编码规范初版已移交MDM工作组；工程技术部现有成果仅作为评审输入。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行动 04｜范围边界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先回答“本版管什么”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四段式评审稿状态仍为</a:t>
            </a:r>
            <a:r>
              <a:rPr lang="zh-CN" altLang="en-US"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“部分”</a:t>
            </a:r>
            <a:endParaRPr sz="1800" b="0" dirty="0">
              <a:solidFill>
                <a:srgbClr val="DCE7F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仅覆盖航空存货候选规则</a:t>
            </a:r>
            <a:endParaRPr sz="1800" b="0" dirty="0">
              <a:solidFill>
                <a:srgbClr val="DCE7F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不得扩大为公司级规范</a:t>
            </a:r>
            <a:endParaRPr sz="1800" b="0" dirty="0">
              <a:solidFill>
                <a:srgbClr val="DCE7F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数模文件、版本、项目、修订号不入码</a:t>
            </a:r>
            <a:endParaRPr sz="1800" b="0" dirty="0">
              <a:solidFill>
                <a:srgbClr val="DCE7F3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1800" b="0" dirty="0" err="1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BOM位置和当前用途不入码</a:t>
            </a:r>
            <a:endParaRPr sz="1800" b="0" dirty="0">
              <a:solidFill>
                <a:srgbClr val="DCE7F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初版六问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规则、责任和验证同时补齐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范围｜本版管哪些对象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身份｜新建、沿用还是改属性/关系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结构｜段义、长度、字符和校验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生命周期｜申请、核对、分配、批准和停用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映射｜保留历史码与外部编号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验证｜真实样本试编和下游核对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待MDM工作组落实｜先冻结对象范围，再形成规则、样本、版本和生效说明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九个部门用真实样本检验编码规范能否落地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每部门提交：一个稳定对象、一个易重复对象、一个业务记录反例。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0B1F3A"/>
          </a:solidFill>
          <a:ln w="9525">
            <a:solidFill>
              <a:srgbClr val="0B1F3A"/>
            </a:solidFill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E0EA"/>
            </a:solidFill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5A7FF"/>
                </a:solidFill>
                <a:latin typeface="Microsoft YaHei"/>
                <a:ea typeface="Microsoft YaHei"/>
                <a:cs typeface="Microsoft YaHei"/>
              </a:rPr>
              <a:t>行动 05｜样本上游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从上游到现场核对对象身份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工程技术部｜数模引用、零件、材料、工装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经营发展部｜客户、供应商、合同对象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项目管理部｜项目、工作分解、里程碑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物资保障部｜物料、工具量具、仓库/库位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3"/>
                </a:solidFill>
                <a:latin typeface="Microsoft YaHei"/>
                <a:ea typeface="Microsoft YaHei"/>
                <a:cs typeface="Microsoft YaHei"/>
              </a:rPr>
              <a:t>复材车间｜班组、区域、工位、生产资源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7FF"/>
                </a:solidFill>
                <a:latin typeface="Microsoft YaHei"/>
                <a:ea typeface="Microsoft YaHei"/>
                <a:cs typeface="Microsoft YaHei"/>
              </a:rPr>
              <a:t>样本 06—09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把记录和稳定对象分开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000375"/>
            <a:ext cx="5000625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质量管理部｜检验方法、质量分类、测量设备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财务部｜固定/无形资产、资金账户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运维安环部｜设备设施、风险点、许可类型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行政人事部｜组织、岗位、员工、资格/技能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MDM工作组｜编码、关系、业务记录或待定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F2B544"/>
          </a:solidFill>
          <a:ln w="9525">
            <a:solidFill>
              <a:srgbClr val="F2B544"/>
            </a:solidFill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待九部门与MDM工作组核对｜业务事实、结构分类、适用范围和生效版本分别确认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2380</Words>
  <Application>Microsoft Office PowerPoint</Application>
  <DocSecurity>0</DocSecurity>
  <PresentationFormat>宽屏</PresentationFormat>
  <Paragraphs>471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Charles Archer</cp:lastModifiedBy>
  <cp:revision>1</cp:revision>
  <dcterms:created xsi:type="dcterms:W3CDTF">2026-09-03T01:43:22Z</dcterms:created>
  <dcterms:modified xsi:type="dcterms:W3CDTF">2026-09-03T04:16:21Z</dcterms:modified>
</cp:coreProperties>
</file>